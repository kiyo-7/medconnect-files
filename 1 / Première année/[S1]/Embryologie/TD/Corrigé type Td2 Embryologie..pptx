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60" d="100"/>
          <a:sy n="60" d="100"/>
        </p:scale>
        <p:origin x="101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93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81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80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23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10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93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6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84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85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02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08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BAB8C-60DE-4BD6-96A8-7963F487446E}" type="datetimeFigureOut">
              <a:rPr lang="fr-FR" smtClean="0"/>
              <a:t>19/02/2025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3B3B3-3CAA-4B20-A445-8FBD16E90D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4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154379"/>
            <a:ext cx="11910951" cy="670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1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66255"/>
            <a:ext cx="11637818" cy="656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9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415636"/>
            <a:ext cx="11887200" cy="622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1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1" y="0"/>
            <a:ext cx="11780322" cy="661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4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" y="130629"/>
            <a:ext cx="11780322" cy="656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0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0"/>
            <a:ext cx="11685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7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8" y="0"/>
            <a:ext cx="118515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2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7" y="0"/>
            <a:ext cx="11809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31" y="0"/>
            <a:ext cx="1182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5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GE</dc:creator>
  <cp:lastModifiedBy>GE</cp:lastModifiedBy>
  <cp:revision>2</cp:revision>
  <dcterms:created xsi:type="dcterms:W3CDTF">2025-02-19T15:15:09Z</dcterms:created>
  <dcterms:modified xsi:type="dcterms:W3CDTF">2025-02-19T15:22:03Z</dcterms:modified>
</cp:coreProperties>
</file>