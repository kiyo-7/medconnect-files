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13.xml" ContentType="application/vnd.openxmlformats-officedocument.theme+xml"/>
  <Override PartName="/ppt/theme/theme2.xml" ContentType="application/vnd.openxmlformats-officedocument.theme+xml"/>
  <Override PartName="/ppt/notesMasters/_rels/notesMaster1.xml.rels" ContentType="application/vnd.openxmlformats-package.relationships+xml"/>
  <Override PartName="/ppt/notesMasters/notesMaster1.xml" ContentType="application/vnd.openxmlformats-officedocument.presentationml.notesMaster+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_rels/presentation.xml.rels" ContentType="application/vnd.openxmlformats-package.relationships+xml"/>
  <Override PartName="/ppt/slideLayouts/_rels/slideLayout9.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11.xml.rels" ContentType="application/vnd.openxmlformats-package.relationships+xml"/>
  <Override PartName="/ppt/slideLayouts/_rels/slideLayout10.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8.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4.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media/image1.png" ContentType="image/png"/>
  <Override PartName="/ppt/media/image2.gif" ContentType="image/gif"/>
  <Override PartName="/ppt/media/image5.png" ContentType="image/png"/>
  <Override PartName="/ppt/media/image13.png" ContentType="image/png"/>
  <Override PartName="/ppt/media/image3.png" ContentType="image/png"/>
  <Override PartName="/ppt/media/image4.png" ContentType="image/png"/>
  <Override PartName="/ppt/media/image7.png" ContentType="image/png"/>
  <Override PartName="/ppt/media/image15.png" ContentType="image/png"/>
  <Override PartName="/ppt/media/image8.png" ContentType="image/png"/>
  <Override PartName="/ppt/media/image16.png" ContentType="image/png"/>
  <Override PartName="/ppt/media/image10.png" ContentType="image/png"/>
  <Override PartName="/ppt/media/image14.png" ContentType="image/png"/>
  <Override PartName="/ppt/media/image6.png" ContentType="image/png"/>
  <Override PartName="/ppt/media/image9.gif" ContentType="image/gif"/>
  <Override PartName="/ppt/media/image11.jpeg" ContentType="image/jpeg"/>
  <Override PartName="/ppt/media/image19.png" ContentType="image/png"/>
  <Override PartName="/ppt/media/image12.jpeg" ContentType="image/jpeg"/>
  <Override PartName="/ppt/media/image17.png" ContentType="image/png"/>
  <Override PartName="/ppt/media/image20.png" ContentType="image/png"/>
  <Override PartName="/ppt/media/image18.png" ContentType="image/png"/>
  <Override PartName="/ppt/media/image21.png" ContentType="image/png"/>
  <Override PartName="/ppt/slides/_rels/slide25.xml.rels" ContentType="application/vnd.openxmlformats-package.relationships+xml"/>
  <Override PartName="/ppt/slides/_rels/slide8.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15.xml.rels" ContentType="application/vnd.openxmlformats-package.relationships+xml"/>
  <Override PartName="/ppt/slides/_rels/slide14.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slide16.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11.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20.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_rels/notesSlide20.xml.rels" ContentType="application/vnd.openxmlformats-package.relationships+xml"/>
  <Override PartName="/ppt/notesSlides/_rels/notesSlide1.xml.rels" ContentType="application/vnd.openxmlformats-package.relationships+xml"/>
  <Override PartName="/ppt/notesSlides/_rels/notesSlide14.xml.rels" ContentType="application/vnd.openxmlformats-package.relationships+xml"/>
  <Override PartName="/ppt/notesSlides/_rels/notesSlide17.xml.rels" ContentType="application/vnd.openxmlformats-package.relationships+xml"/>
  <Override PartName="/ppt/notesSlides/_rels/notesSlide19.xml.rels" ContentType="application/vnd.openxmlformats-package.relationships+xml"/>
  <Override PartName="/ppt/notesSlides/_rels/notesSlide18.xml.rels" ContentType="application/vnd.openxmlformats-package.relationships+xml"/>
  <Override PartName="/ppt/notesSlides/_rels/notesSlide15.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0.xml.rels" ContentType="application/vnd.openxmlformats-package.relationships+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11.xml.rels" ContentType="application/vnd.openxmlformats-package.relationship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8.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17.xml" ContentType="application/vnd.openxmlformats-officedocument.presentationml.notesSlide+xml"/>
  <Override PartName="/ppt/notesSlides/notesSlide14.xml" ContentType="application/vnd.openxmlformats-officedocument.presentationml.notesSlide+xml"/>
  <Override PartName="/ppt/notesSlides/notesSlide2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fr-FR" sz="1800" spc="-1" strike="noStrike">
                <a:solidFill>
                  <a:schemeClr val="dk1"/>
                </a:solidFill>
                <a:latin typeface="Arial"/>
              </a:rPr>
              <a:t>Double-tap to move the slide</a:t>
            </a:r>
            <a:endParaRPr b="0" lang="fr-FR" sz="1800" spc="-1" strike="noStrike">
              <a:solidFill>
                <a:schemeClr val="dk1"/>
              </a:solidFill>
              <a:latin typeface="Arial"/>
            </a:endParaRPr>
          </a:p>
        </p:txBody>
      </p:sp>
      <p:sp>
        <p:nvSpPr>
          <p:cNvPr id="20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Calibri"/>
              </a:rPr>
              <a:t>Double-tap to edit the notes format</a:t>
            </a:r>
            <a:endParaRPr b="0" lang="en-US" sz="2000" spc="-1" strike="noStrike">
              <a:solidFill>
                <a:srgbClr val="000000"/>
              </a:solidFill>
              <a:latin typeface="Calibri"/>
            </a:endParaRPr>
          </a:p>
        </p:txBody>
      </p:sp>
      <p:sp>
        <p:nvSpPr>
          <p:cNvPr id="202"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Calibri"/>
              </a:rPr>
              <a:t>&lt;header&gt;</a:t>
            </a:r>
            <a:endParaRPr b="0" lang="en-US" sz="1400" spc="-1" strike="noStrike">
              <a:solidFill>
                <a:srgbClr val="000000"/>
              </a:solidFill>
              <a:latin typeface="Calibri"/>
            </a:endParaRPr>
          </a:p>
        </p:txBody>
      </p:sp>
      <p:sp>
        <p:nvSpPr>
          <p:cNvPr id="203" name="PlaceHolder 4"/>
          <p:cNvSpPr>
            <a:spLocks noGrp="1"/>
          </p:cNvSpPr>
          <p:nvPr>
            <p:ph type="dt" idx="37"/>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Calibri"/>
              </a:defRPr>
            </a:lvl1pPr>
          </a:lstStyle>
          <a:p>
            <a:pPr indent="0" algn="r">
              <a:buNone/>
            </a:pPr>
            <a:r>
              <a:rPr b="0" lang="en-US" sz="1400" spc="-1" strike="noStrike">
                <a:solidFill>
                  <a:srgbClr val="000000"/>
                </a:solidFill>
                <a:latin typeface="Calibri"/>
              </a:rPr>
              <a:t>&lt;date/time&gt;</a:t>
            </a:r>
            <a:endParaRPr b="0" lang="en-US" sz="1400" spc="-1" strike="noStrike">
              <a:solidFill>
                <a:srgbClr val="000000"/>
              </a:solidFill>
              <a:latin typeface="Calibri"/>
            </a:endParaRPr>
          </a:p>
        </p:txBody>
      </p:sp>
      <p:sp>
        <p:nvSpPr>
          <p:cNvPr id="204" name="PlaceHolder 5"/>
          <p:cNvSpPr>
            <a:spLocks noGrp="1"/>
          </p:cNvSpPr>
          <p:nvPr>
            <p:ph type="ftr" idx="38"/>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Calibri"/>
              </a:defRPr>
            </a:lvl1pPr>
          </a:lstStyle>
          <a:p>
            <a:pPr indent="0">
              <a:buNone/>
            </a:pPr>
            <a:r>
              <a:rPr b="0" lang="en-US" sz="1400" spc="-1" strike="noStrike">
                <a:solidFill>
                  <a:srgbClr val="000000"/>
                </a:solidFill>
                <a:latin typeface="Calibri"/>
              </a:rPr>
              <a:t>&lt;footer&gt;</a:t>
            </a:r>
            <a:endParaRPr b="0" lang="en-US" sz="1400" spc="-1" strike="noStrike">
              <a:solidFill>
                <a:srgbClr val="000000"/>
              </a:solidFill>
              <a:latin typeface="Calibri"/>
            </a:endParaRPr>
          </a:p>
        </p:txBody>
      </p:sp>
      <p:sp>
        <p:nvSpPr>
          <p:cNvPr id="205" name="PlaceHolder 6"/>
          <p:cNvSpPr>
            <a:spLocks noGrp="1"/>
          </p:cNvSpPr>
          <p:nvPr>
            <p:ph type="sldNum" idx="39"/>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Calibri"/>
              </a:defRPr>
            </a:lvl1pPr>
          </a:lstStyle>
          <a:p>
            <a:pPr indent="0" algn="r">
              <a:buNone/>
            </a:pPr>
            <a:fld id="{E6390700-E22E-458E-9C4A-A226A13C2500}" type="slidenum">
              <a:rPr b="0" lang="en-US" sz="1400" spc="-1" strike="noStrike">
                <a:solidFill>
                  <a:srgbClr val="000000"/>
                </a:solidFill>
                <a:latin typeface="Calibri"/>
              </a:rPr>
              <a:t>&lt;number&gt;</a:t>
            </a:fld>
            <a:endParaRPr b="0" lang="en-US" sz="14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sldNum" idx="6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fr-FR" sz="1200" spc="-1" strike="noStrike">
                <a:solidFill>
                  <a:srgbClr val="000000"/>
                </a:solidFill>
                <a:latin typeface="Calibri"/>
              </a:defRPr>
            </a:lvl1pPr>
          </a:lstStyle>
          <a:p>
            <a:pPr indent="0" algn="r">
              <a:lnSpc>
                <a:spcPct val="100000"/>
              </a:lnSpc>
              <a:buNone/>
            </a:pPr>
            <a:fld id="{DEDDD545-8B92-4405-98AA-9AA140568EFE}" type="slidenum">
              <a:rPr b="0" lang="fr-FR" sz="1200" spc="-1" strike="noStrike">
                <a:solidFill>
                  <a:srgbClr val="000000"/>
                </a:solidFill>
                <a:latin typeface="Calibri"/>
              </a:rPr>
              <a:t>20</a:t>
            </a:fld>
            <a:endParaRPr b="0" lang="en-US" sz="1200" spc="-1" strike="noStrike">
              <a:solidFill>
                <a:srgbClr val="000000"/>
              </a:solidFill>
              <a:latin typeface="Calibri"/>
            </a:endParaRPr>
          </a:p>
        </p:txBody>
      </p:sp>
      <p:sp>
        <p:nvSpPr>
          <p:cNvPr id="360" name="PlaceHolder 2"/>
          <p:cNvSpPr>
            <a:spLocks noGrp="1"/>
          </p:cNvSpPr>
          <p:nvPr>
            <p:ph type="sldImg"/>
          </p:nvPr>
        </p:nvSpPr>
        <p:spPr>
          <a:xfrm>
            <a:off x="1143000" y="685800"/>
            <a:ext cx="4571640" cy="3428640"/>
          </a:xfrm>
          <a:prstGeom prst="rect">
            <a:avLst/>
          </a:prstGeom>
          <a:ln w="0">
            <a:noFill/>
          </a:ln>
        </p:spPr>
      </p:sp>
      <p:sp>
        <p:nvSpPr>
          <p:cNvPr id="361" name="PlaceHolder 3"/>
          <p:cNvSpPr>
            <a:spLocks noGrp="1"/>
          </p:cNvSpPr>
          <p:nvPr>
            <p:ph type="body"/>
          </p:nvPr>
        </p:nvSpPr>
        <p:spPr>
          <a:xfrm>
            <a:off x="685800" y="4343040"/>
            <a:ext cx="5486400" cy="4114800"/>
          </a:xfrm>
          <a:prstGeom prst="rect">
            <a:avLst/>
          </a:prstGeom>
          <a:noFill/>
          <a:ln w="0">
            <a:noFill/>
          </a:ln>
        </p:spPr>
        <p:txBody>
          <a:bodyPr lIns="91440" rIns="91440" tIns="45720" bIns="45720" anchor="t">
            <a:noAutofit/>
          </a:bodyPr>
          <a:p>
            <a:pPr marL="216000" indent="0" algn="just">
              <a:lnSpc>
                <a:spcPct val="100000"/>
              </a:lnSpc>
              <a:buNone/>
            </a:pPr>
            <a:r>
              <a:rPr b="0" lang="fr-FR" sz="1200" spc="-1" strike="noStrike">
                <a:solidFill>
                  <a:schemeClr val="dk1"/>
                </a:solidFill>
                <a:latin typeface="Times New Roman"/>
                <a:ea typeface="+mn-ea"/>
              </a:rPr>
              <a:t>Les objectifs de l’enseignement de la pharmacologie en médecine sont de fournir aux futurs praticiens les bases rationnelles pharmacologiques de la thérapeutique par les médicaments.</a:t>
            </a:r>
            <a:endParaRPr b="0" lang="en-US" sz="1200" spc="-1" strike="noStrike">
              <a:solidFill>
                <a:srgbClr val="000000"/>
              </a:solidFill>
              <a:latin typeface="Calibri"/>
            </a:endParaRPr>
          </a:p>
          <a:p>
            <a:pPr marL="216000" indent="0" algn="just">
              <a:lnSpc>
                <a:spcPct val="100000"/>
              </a:lnSpc>
              <a:buNone/>
            </a:pPr>
            <a:endParaRPr b="0" lang="en-US" sz="1200" spc="-1" strike="noStrike">
              <a:solidFill>
                <a:srgbClr val="000000"/>
              </a:solidFill>
              <a:latin typeface="Calibri"/>
            </a:endParaRPr>
          </a:p>
          <a:p>
            <a:pPr marL="216000" indent="0" algn="just">
              <a:lnSpc>
                <a:spcPct val="100000"/>
              </a:lnSpc>
              <a:buNone/>
            </a:pPr>
            <a:r>
              <a:rPr b="0" lang="fr-FR" sz="1200" spc="-1" strike="noStrike">
                <a:solidFill>
                  <a:schemeClr val="dk1"/>
                </a:solidFill>
                <a:latin typeface="Times New Roman"/>
                <a:ea typeface="+mn-ea"/>
              </a:rPr>
              <a:t>Les objectifs de l’enseignement de la pharmacologie sont donc centrés sur l’acquisition d’une part des connaissances indispensables au sujet des principales classes de médicament et d’autre part sur l’acquisition du raisonnement pharmacologique autour du médicament (principe de l’évaluation des effets y compris des effets indésirables, des règles de prescription, des précautions à prendre en fonctions de certains risques prévisibles ou populations particulières, etc).</a:t>
            </a:r>
            <a:endParaRPr b="0" lang="en-US" sz="1200" spc="-1" strike="noStrike">
              <a:solidFill>
                <a:srgbClr val="000000"/>
              </a:solidFill>
              <a:latin typeface="Calibri"/>
            </a:endParaRPr>
          </a:p>
          <a:p>
            <a:pPr marL="216000" indent="0" algn="just">
              <a:lnSpc>
                <a:spcPct val="100000"/>
              </a:lnSpc>
              <a:buNone/>
            </a:pPr>
            <a:endParaRPr b="0" lang="en-US" sz="1200" spc="-1" strike="noStrike">
              <a:solidFill>
                <a:srgbClr val="000000"/>
              </a:solidFill>
              <a:latin typeface="Calibri"/>
            </a:endParaRPr>
          </a:p>
          <a:p>
            <a:pPr marL="216000" indent="0">
              <a:lnSpc>
                <a:spcPct val="100000"/>
              </a:lnSpc>
              <a:buNone/>
            </a:pPr>
            <a:endParaRPr b="0" lang="en-US" sz="1200" spc="-1" strike="noStrike">
              <a:solidFill>
                <a:srgbClr val="000000"/>
              </a:solidFill>
              <a:latin typeface="Calibri"/>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sldImg"/>
          </p:nvPr>
        </p:nvSpPr>
        <p:spPr>
          <a:xfrm>
            <a:off x="1143000" y="685800"/>
            <a:ext cx="4571640" cy="3428640"/>
          </a:xfrm>
          <a:prstGeom prst="rect">
            <a:avLst/>
          </a:prstGeom>
          <a:ln w="0">
            <a:noFill/>
          </a:ln>
        </p:spPr>
      </p:sp>
      <p:sp>
        <p:nvSpPr>
          <p:cNvPr id="36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rmAutofit/>
          </a:bodyPr>
          <a:p>
            <a:pPr marL="216000" indent="-216000">
              <a:buNone/>
            </a:pPr>
            <a:endParaRPr b="0" lang="en-US" sz="1800" spc="-1" strike="noStrike">
              <a:solidFill>
                <a:srgbClr val="000000"/>
              </a:solidFill>
              <a:latin typeface="Calibri"/>
            </a:endParaRPr>
          </a:p>
        </p:txBody>
      </p:sp>
      <p:sp>
        <p:nvSpPr>
          <p:cNvPr id="364" name="PlaceHolder 3"/>
          <p:cNvSpPr>
            <a:spLocks noGrp="1"/>
          </p:cNvSpPr>
          <p:nvPr>
            <p:ph type="sldNum" idx="67"/>
          </p:nvPr>
        </p:nvSpPr>
        <p:spPr>
          <a:xfrm>
            <a:off x="3884760" y="8685360"/>
            <a:ext cx="2971440" cy="456840"/>
          </a:xfrm>
          <a:prstGeom prst="rect">
            <a:avLst/>
          </a:prstGeom>
          <a:noFill/>
          <a:ln w="0">
            <a:noFill/>
          </a:ln>
        </p:spPr>
        <p:txBody>
          <a:bodyPr lIns="91440" rIns="91440" tIns="45720" bIns="45720" anchor="b">
            <a:noAutofit/>
          </a:bodyPr>
          <a:lstStyle>
            <a:lvl1pPr indent="0" algn="r" defTabSz="914400">
              <a:lnSpc>
                <a:spcPct val="100000"/>
              </a:lnSpc>
              <a:buNone/>
              <a:defRPr b="0" lang="fr-FR" sz="1200" spc="-1" strike="noStrike">
                <a:solidFill>
                  <a:schemeClr val="dk1"/>
                </a:solidFill>
                <a:latin typeface="+mn-lt"/>
                <a:ea typeface="+mn-ea"/>
              </a:defRPr>
            </a:lvl1pPr>
          </a:lstStyle>
          <a:p>
            <a:pPr indent="0" algn="r" defTabSz="914400">
              <a:lnSpc>
                <a:spcPct val="100000"/>
              </a:lnSpc>
              <a:buNone/>
            </a:pPr>
            <a:fld id="{8F4D7873-212A-4F77-9494-FC95679888E8}" type="slidenum">
              <a:rPr b="0" lang="fr-FR" sz="1200" spc="-1" strike="noStrike">
                <a:solidFill>
                  <a:schemeClr val="dk1"/>
                </a:solidFill>
                <a:latin typeface="+mn-lt"/>
                <a:ea typeface="+mn-ea"/>
              </a:rPr>
              <a:t>2</a:t>
            </a:fld>
            <a:endParaRPr b="0" lang="en-US" sz="1200" spc="-1" strike="noStrike">
              <a:solidFill>
                <a:srgbClr val="000000"/>
              </a:solidFill>
              <a:latin typeface="Calibri"/>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sldImg"/>
          </p:nvPr>
        </p:nvSpPr>
        <p:spPr>
          <a:xfrm>
            <a:off x="1143000" y="685800"/>
            <a:ext cx="4571640" cy="3428640"/>
          </a:xfrm>
          <a:prstGeom prst="rect">
            <a:avLst/>
          </a:prstGeom>
          <a:ln w="0">
            <a:noFill/>
          </a:ln>
        </p:spPr>
      </p:sp>
      <p:sp>
        <p:nvSpPr>
          <p:cNvPr id="36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rmAutofit/>
          </a:bodyPr>
          <a:p>
            <a:pPr marL="216000" indent="0">
              <a:lnSpc>
                <a:spcPct val="100000"/>
              </a:lnSpc>
              <a:buNone/>
            </a:pPr>
            <a:r>
              <a:rPr b="0" lang="fr-FR" sz="1200" spc="-1" strike="noStrike">
                <a:solidFill>
                  <a:schemeClr val="dk1"/>
                </a:solidFill>
                <a:latin typeface="+mn-lt"/>
                <a:ea typeface="+mn-ea"/>
              </a:rPr>
              <a:t>C’est la science des effets et du devenir dans l’organisme des médicaments.</a:t>
            </a:r>
            <a:endParaRPr b="0" lang="en-US" sz="1200" spc="-1" strike="noStrike">
              <a:solidFill>
                <a:srgbClr val="000000"/>
              </a:solidFill>
              <a:latin typeface="Calibri"/>
            </a:endParaRPr>
          </a:p>
          <a:p>
            <a:pPr marL="216000" indent="0">
              <a:lnSpc>
                <a:spcPct val="100000"/>
              </a:lnSpc>
              <a:buNone/>
            </a:pPr>
            <a:endParaRPr b="0" lang="en-US" sz="1200" spc="-1" strike="noStrike">
              <a:solidFill>
                <a:srgbClr val="000000"/>
              </a:solidFill>
              <a:latin typeface="Calibri"/>
            </a:endParaRPr>
          </a:p>
          <a:p>
            <a:pPr marL="216000" indent="0">
              <a:lnSpc>
                <a:spcPct val="100000"/>
              </a:lnSpc>
              <a:buNone/>
            </a:pPr>
            <a:endParaRPr b="0" lang="en-US" sz="1200" spc="-1" strike="noStrike">
              <a:solidFill>
                <a:srgbClr val="000000"/>
              </a:solidFill>
              <a:latin typeface="Calibri"/>
            </a:endParaRPr>
          </a:p>
        </p:txBody>
      </p:sp>
      <p:sp>
        <p:nvSpPr>
          <p:cNvPr id="367" name="PlaceHolder 3"/>
          <p:cNvSpPr>
            <a:spLocks noGrp="1"/>
          </p:cNvSpPr>
          <p:nvPr>
            <p:ph type="sldNum" idx="68"/>
          </p:nvPr>
        </p:nvSpPr>
        <p:spPr>
          <a:xfrm>
            <a:off x="3884760" y="8685360"/>
            <a:ext cx="2971440" cy="456840"/>
          </a:xfrm>
          <a:prstGeom prst="rect">
            <a:avLst/>
          </a:prstGeom>
          <a:noFill/>
          <a:ln w="0">
            <a:noFill/>
          </a:ln>
        </p:spPr>
        <p:txBody>
          <a:bodyPr lIns="91440" rIns="91440" tIns="45720" bIns="45720" anchor="b">
            <a:noAutofit/>
          </a:bodyPr>
          <a:lstStyle>
            <a:lvl1pPr indent="0" algn="r" defTabSz="914400">
              <a:lnSpc>
                <a:spcPct val="100000"/>
              </a:lnSpc>
              <a:buNone/>
              <a:defRPr b="0" lang="fr-FR" sz="1200" spc="-1" strike="noStrike">
                <a:solidFill>
                  <a:schemeClr val="dk1"/>
                </a:solidFill>
                <a:latin typeface="+mn-lt"/>
                <a:ea typeface="+mn-ea"/>
              </a:defRPr>
            </a:lvl1pPr>
          </a:lstStyle>
          <a:p>
            <a:pPr indent="0" algn="r" defTabSz="914400">
              <a:lnSpc>
                <a:spcPct val="100000"/>
              </a:lnSpc>
              <a:buNone/>
            </a:pPr>
            <a:fld id="{52EC7FCD-E3DC-42E3-B01F-1F008D7DD27C}" type="slidenum">
              <a:rPr b="0" lang="fr-FR" sz="1200" spc="-1" strike="noStrike">
                <a:solidFill>
                  <a:schemeClr val="dk1"/>
                </a:solidFill>
                <a:latin typeface="+mn-lt"/>
                <a:ea typeface="+mn-ea"/>
              </a:rPr>
              <a:t>3</a:t>
            </a:fld>
            <a:endParaRPr b="0" lang="en-US" sz="1200" spc="-1" strike="noStrike">
              <a:solidFill>
                <a:srgbClr val="000000"/>
              </a:solidFill>
              <a:latin typeface="Calibri"/>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sldImg"/>
          </p:nvPr>
        </p:nvSpPr>
        <p:spPr>
          <a:xfrm>
            <a:off x="1143000" y="685800"/>
            <a:ext cx="4571640" cy="3428640"/>
          </a:xfrm>
          <a:prstGeom prst="rect">
            <a:avLst/>
          </a:prstGeom>
          <a:ln w="0">
            <a:noFill/>
          </a:ln>
        </p:spPr>
      </p:sp>
      <p:sp>
        <p:nvSpPr>
          <p:cNvPr id="36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rmAutofit/>
          </a:bodyPr>
          <a:p>
            <a:pPr marL="216000" indent="-216000">
              <a:buNone/>
            </a:pPr>
            <a:endParaRPr b="0" lang="en-US" sz="1800" spc="-1" strike="noStrike">
              <a:solidFill>
                <a:srgbClr val="000000"/>
              </a:solidFill>
              <a:latin typeface="Calibri"/>
            </a:endParaRPr>
          </a:p>
        </p:txBody>
      </p:sp>
      <p:sp>
        <p:nvSpPr>
          <p:cNvPr id="370" name="PlaceHolder 3"/>
          <p:cNvSpPr>
            <a:spLocks noGrp="1"/>
          </p:cNvSpPr>
          <p:nvPr>
            <p:ph type="sldNum" idx="69"/>
          </p:nvPr>
        </p:nvSpPr>
        <p:spPr>
          <a:xfrm>
            <a:off x="3884760" y="8685360"/>
            <a:ext cx="2971440" cy="456840"/>
          </a:xfrm>
          <a:prstGeom prst="rect">
            <a:avLst/>
          </a:prstGeom>
          <a:noFill/>
          <a:ln w="0">
            <a:noFill/>
          </a:ln>
        </p:spPr>
        <p:txBody>
          <a:bodyPr lIns="91440" rIns="91440" tIns="45720" bIns="45720" anchor="b">
            <a:noAutofit/>
          </a:bodyPr>
          <a:lstStyle>
            <a:lvl1pPr indent="0" algn="r" defTabSz="914400">
              <a:lnSpc>
                <a:spcPct val="100000"/>
              </a:lnSpc>
              <a:buNone/>
              <a:defRPr b="0" lang="fr-FR" sz="1200" spc="-1" strike="noStrike">
                <a:solidFill>
                  <a:schemeClr val="dk1"/>
                </a:solidFill>
                <a:latin typeface="+mn-lt"/>
                <a:ea typeface="+mn-ea"/>
              </a:defRPr>
            </a:lvl1pPr>
          </a:lstStyle>
          <a:p>
            <a:pPr indent="0" algn="r" defTabSz="914400">
              <a:lnSpc>
                <a:spcPct val="100000"/>
              </a:lnSpc>
              <a:buNone/>
            </a:pPr>
            <a:fld id="{55BB3BC9-7591-4AEA-ABF7-D09522DDD01F}" type="slidenum">
              <a:rPr b="0" lang="fr-FR" sz="1200" spc="-1" strike="noStrike">
                <a:solidFill>
                  <a:schemeClr val="dk1"/>
                </a:solidFill>
                <a:latin typeface="+mn-lt"/>
                <a:ea typeface="+mn-ea"/>
              </a:rPr>
              <a:t>4</a:t>
            </a:fld>
            <a:endParaRPr b="0" lang="en-US" sz="1200" spc="-1" strike="noStrike">
              <a:solidFill>
                <a:srgbClr val="000000"/>
              </a:solidFill>
              <a:latin typeface="Calibri"/>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sldImg"/>
          </p:nvPr>
        </p:nvSpPr>
        <p:spPr>
          <a:xfrm>
            <a:off x="1143000" y="685800"/>
            <a:ext cx="4571640" cy="3428640"/>
          </a:xfrm>
          <a:prstGeom prst="rect">
            <a:avLst/>
          </a:prstGeom>
          <a:ln w="0">
            <a:noFill/>
          </a:ln>
        </p:spPr>
      </p:sp>
      <p:sp>
        <p:nvSpPr>
          <p:cNvPr id="37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rmAutofit fontScale="70000" lnSpcReduction="20000"/>
          </a:bodyPr>
          <a:p>
            <a:pPr marL="216000" indent="0">
              <a:lnSpc>
                <a:spcPct val="100000"/>
              </a:lnSpc>
              <a:buNone/>
            </a:pPr>
            <a:r>
              <a:rPr b="0" lang="fr-FR" sz="1200" spc="-1" strike="noStrike">
                <a:solidFill>
                  <a:schemeClr val="dk1"/>
                </a:solidFill>
                <a:latin typeface="+mn-lt"/>
                <a:ea typeface="+mn-ea"/>
              </a:rPr>
              <a:t>L’optimisation  thérapeutique vise  une amélioration du traitement reçu par la malade. Mais  elle peut impliquer le  pharmacien dans le choix d’une thérapie offrant un meilleur rapport entre les avantages et les inconvénients de cette dernière. </a:t>
            </a:r>
            <a:endParaRPr b="0" lang="en-US" sz="1200" spc="-1" strike="noStrike">
              <a:solidFill>
                <a:srgbClr val="000000"/>
              </a:solidFill>
              <a:latin typeface="Calibri"/>
            </a:endParaRPr>
          </a:p>
          <a:p>
            <a:pPr marL="216000" indent="0">
              <a:lnSpc>
                <a:spcPct val="100000"/>
              </a:lnSpc>
              <a:buNone/>
            </a:pPr>
            <a:r>
              <a:rPr b="0" lang="fr-FR" sz="1200" spc="-1" strike="noStrike">
                <a:solidFill>
                  <a:schemeClr val="dk1"/>
                </a:solidFill>
                <a:latin typeface="+mn-lt"/>
                <a:ea typeface="+mn-ea"/>
              </a:rPr>
              <a:t>Ces avantages et ces inconvenants ne doivent pas être regardés sous l’angle unique de l’efficacité clinique mais doivent comprendre aussi une dimension économique.</a:t>
            </a:r>
            <a:endParaRPr b="0" lang="en-US" sz="1200" spc="-1" strike="noStrike">
              <a:solidFill>
                <a:srgbClr val="000000"/>
              </a:solidFill>
              <a:latin typeface="Calibri"/>
            </a:endParaRPr>
          </a:p>
          <a:p>
            <a:pPr indent="0" defTabSz="914400">
              <a:lnSpc>
                <a:spcPct val="100000"/>
              </a:lnSpc>
              <a:buNone/>
              <a:tabLst>
                <a:tab algn="l" pos="0"/>
              </a:tabLst>
            </a:pPr>
            <a:r>
              <a:rPr b="0" lang="fr-FR" sz="1200" spc="-1" strike="noStrike">
                <a:solidFill>
                  <a:schemeClr val="dk1"/>
                </a:solidFill>
                <a:latin typeface="+mn-lt"/>
                <a:ea typeface="+mn-ea"/>
              </a:rPr>
              <a:t>Le meilleur traitement est celui qui atteint un certain but clinique au moindre cout, d’ou l’importance de considérer le rapport cout / bénéfices. </a:t>
            </a:r>
            <a:endParaRPr b="0" lang="en-US" sz="1200" spc="-1" strike="noStrike">
              <a:solidFill>
                <a:srgbClr val="000000"/>
              </a:solidFill>
              <a:latin typeface="Calibri"/>
            </a:endParaRPr>
          </a:p>
          <a:p>
            <a:pPr indent="0" defTabSz="914400">
              <a:lnSpc>
                <a:spcPct val="100000"/>
              </a:lnSpc>
              <a:buNone/>
              <a:tabLst>
                <a:tab algn="l" pos="0"/>
              </a:tabLst>
            </a:pPr>
            <a:r>
              <a:rPr b="0" lang="fr-FR" sz="1200" spc="-1" strike="noStrike">
                <a:solidFill>
                  <a:schemeClr val="dk1"/>
                </a:solidFill>
                <a:latin typeface="+mn-lt"/>
                <a:ea typeface="+mn-ea"/>
              </a:rPr>
              <a:t>La problématique consiste à déterminer comment peut-on </a:t>
            </a:r>
            <a:r>
              <a:rPr b="1" lang="fr-FR" sz="1200" spc="-1" strike="noStrike">
                <a:solidFill>
                  <a:schemeClr val="dk1"/>
                </a:solidFill>
                <a:latin typeface="+mn-lt"/>
                <a:ea typeface="+mn-ea"/>
              </a:rPr>
              <a:t>atteindre un objectif thérapeutique en fonction des ressources disponibles. </a:t>
            </a:r>
            <a:endParaRPr b="0" lang="en-US" sz="1200" spc="-1" strike="noStrike">
              <a:solidFill>
                <a:srgbClr val="000000"/>
              </a:solidFill>
              <a:latin typeface="Calibri"/>
            </a:endParaRPr>
          </a:p>
          <a:p>
            <a:pPr indent="0" defTabSz="914400">
              <a:lnSpc>
                <a:spcPct val="100000"/>
              </a:lnSpc>
              <a:buNone/>
              <a:tabLst>
                <a:tab algn="l" pos="0"/>
              </a:tabLst>
            </a:pPr>
            <a:endParaRPr b="0" lang="en-US" sz="1200" spc="-1" strike="noStrike">
              <a:solidFill>
                <a:srgbClr val="000000"/>
              </a:solidFill>
              <a:latin typeface="Calibri"/>
            </a:endParaRPr>
          </a:p>
          <a:p>
            <a:pPr indent="0" defTabSz="914400">
              <a:lnSpc>
                <a:spcPct val="100000"/>
              </a:lnSpc>
              <a:buNone/>
              <a:tabLst>
                <a:tab algn="l" pos="0"/>
              </a:tabLst>
            </a:pPr>
            <a:r>
              <a:rPr b="0" lang="fr-FR" sz="1200" spc="-1" strike="noStrike">
                <a:solidFill>
                  <a:schemeClr val="dk1"/>
                </a:solidFill>
                <a:latin typeface="+mn-lt"/>
                <a:ea typeface="+mn-ea"/>
              </a:rPr>
              <a:t>Elle-même se subdivise en spécialités multiples :</a:t>
            </a:r>
            <a:endParaRPr b="0" lang="en-US" sz="1200" spc="-1" strike="noStrike">
              <a:solidFill>
                <a:srgbClr val="000000"/>
              </a:solidFill>
              <a:latin typeface="Calibri"/>
            </a:endParaRPr>
          </a:p>
          <a:p>
            <a:pPr indent="0" defTabSz="914400">
              <a:lnSpc>
                <a:spcPct val="100000"/>
              </a:lnSpc>
              <a:buNone/>
              <a:tabLst>
                <a:tab algn="l" pos="0"/>
              </a:tabLst>
            </a:pPr>
            <a:r>
              <a:rPr b="0" lang="fr-FR" sz="1200" spc="-1" strike="noStrike">
                <a:solidFill>
                  <a:schemeClr val="dk1"/>
                </a:solidFill>
                <a:latin typeface="+mn-lt"/>
                <a:ea typeface="+mn-ea"/>
              </a:rPr>
              <a:t>- pharmacologie moléculaire</a:t>
            </a:r>
            <a:endParaRPr b="0" lang="en-US" sz="1200" spc="-1" strike="noStrike">
              <a:solidFill>
                <a:srgbClr val="000000"/>
              </a:solidFill>
              <a:latin typeface="Calibri"/>
            </a:endParaRPr>
          </a:p>
          <a:p>
            <a:pPr indent="0" defTabSz="914400">
              <a:lnSpc>
                <a:spcPct val="100000"/>
              </a:lnSpc>
              <a:buNone/>
              <a:tabLst>
                <a:tab algn="l" pos="0"/>
              </a:tabLst>
            </a:pPr>
            <a:r>
              <a:rPr b="0" lang="fr-FR" sz="1200" spc="-1" strike="noStrike">
                <a:solidFill>
                  <a:schemeClr val="dk1"/>
                </a:solidFill>
                <a:latin typeface="+mn-lt"/>
                <a:ea typeface="+mn-ea"/>
              </a:rPr>
              <a:t>- pharmacocinétique : devenir des médicaments au sein des organismes vivants</a:t>
            </a:r>
            <a:endParaRPr b="0" lang="en-US" sz="1200" spc="-1" strike="noStrike">
              <a:solidFill>
                <a:srgbClr val="000000"/>
              </a:solidFill>
              <a:latin typeface="Calibri"/>
            </a:endParaRPr>
          </a:p>
          <a:p>
            <a:pPr indent="0" defTabSz="914400">
              <a:lnSpc>
                <a:spcPct val="100000"/>
              </a:lnSpc>
              <a:buNone/>
              <a:tabLst>
                <a:tab algn="l" pos="0"/>
              </a:tabLst>
            </a:pPr>
            <a:r>
              <a:rPr b="0" lang="fr-FR" sz="1200" spc="-1" strike="noStrike">
                <a:solidFill>
                  <a:schemeClr val="dk1"/>
                </a:solidFill>
                <a:latin typeface="+mn-lt"/>
                <a:ea typeface="+mn-ea"/>
              </a:rPr>
              <a:t>- pharmacodynamie : effets des médicaments sur les systèmes biologiques</a:t>
            </a:r>
            <a:endParaRPr b="0" lang="en-US" sz="1200" spc="-1" strike="noStrike">
              <a:solidFill>
                <a:srgbClr val="000000"/>
              </a:solidFill>
              <a:latin typeface="Calibri"/>
            </a:endParaRPr>
          </a:p>
          <a:p>
            <a:pPr indent="0" defTabSz="914400">
              <a:lnSpc>
                <a:spcPct val="100000"/>
              </a:lnSpc>
              <a:buNone/>
              <a:tabLst>
                <a:tab algn="l" pos="0"/>
              </a:tabLst>
            </a:pPr>
            <a:r>
              <a:rPr b="0" lang="fr-FR" sz="1200" spc="-1" strike="noStrike">
                <a:solidFill>
                  <a:schemeClr val="dk1"/>
                </a:solidFill>
                <a:latin typeface="+mn-lt"/>
                <a:ea typeface="+mn-ea"/>
              </a:rPr>
              <a:t>- dosage des médicaments et suivi thérapeutique</a:t>
            </a:r>
            <a:endParaRPr b="0" lang="en-US" sz="1200" spc="-1" strike="noStrike">
              <a:solidFill>
                <a:srgbClr val="000000"/>
              </a:solidFill>
              <a:latin typeface="Calibri"/>
            </a:endParaRPr>
          </a:p>
          <a:p>
            <a:pPr indent="0" defTabSz="914400">
              <a:lnSpc>
                <a:spcPct val="100000"/>
              </a:lnSpc>
              <a:buNone/>
              <a:tabLst>
                <a:tab algn="l" pos="0"/>
              </a:tabLst>
            </a:pPr>
            <a:r>
              <a:rPr b="0" lang="fr-FR" sz="1200" spc="-1" strike="noStrike">
                <a:solidFill>
                  <a:schemeClr val="dk1"/>
                </a:solidFill>
                <a:latin typeface="+mn-lt"/>
                <a:ea typeface="+mn-ea"/>
              </a:rPr>
              <a:t>- usage des médicaments en médecine humaine</a:t>
            </a:r>
            <a:endParaRPr b="0" lang="en-US" sz="1200" spc="-1" strike="noStrike">
              <a:solidFill>
                <a:srgbClr val="000000"/>
              </a:solidFill>
              <a:latin typeface="Calibri"/>
            </a:endParaRPr>
          </a:p>
          <a:p>
            <a:pPr indent="0" defTabSz="914400">
              <a:lnSpc>
                <a:spcPct val="100000"/>
              </a:lnSpc>
              <a:buNone/>
              <a:tabLst>
                <a:tab algn="l" pos="0"/>
              </a:tabLst>
            </a:pPr>
            <a:r>
              <a:rPr b="0" lang="fr-FR" sz="1200" spc="-1" strike="noStrike">
                <a:solidFill>
                  <a:schemeClr val="dk1"/>
                </a:solidFill>
                <a:latin typeface="+mn-lt"/>
                <a:ea typeface="+mn-ea"/>
              </a:rPr>
              <a:t>- chronopharmacologie : médicaments et cycles biologiques</a:t>
            </a:r>
            <a:endParaRPr b="0" lang="en-US" sz="1200" spc="-1" strike="noStrike">
              <a:solidFill>
                <a:srgbClr val="000000"/>
              </a:solidFill>
              <a:latin typeface="Calibri"/>
            </a:endParaRPr>
          </a:p>
          <a:p>
            <a:pPr indent="0" defTabSz="914400">
              <a:lnSpc>
                <a:spcPct val="100000"/>
              </a:lnSpc>
              <a:buNone/>
              <a:tabLst>
                <a:tab algn="l" pos="0"/>
              </a:tabLst>
            </a:pPr>
            <a:r>
              <a:rPr b="0" lang="fr-FR" sz="1200" spc="-1" strike="noStrike">
                <a:solidFill>
                  <a:schemeClr val="dk1"/>
                </a:solidFill>
                <a:latin typeface="+mn-lt"/>
                <a:ea typeface="+mn-ea"/>
              </a:rPr>
              <a:t>- pharmacologie clinique : médicaments et êtres humains</a:t>
            </a:r>
            <a:endParaRPr b="0" lang="en-US" sz="1200" spc="-1" strike="noStrike">
              <a:solidFill>
                <a:srgbClr val="000000"/>
              </a:solidFill>
              <a:latin typeface="Calibri"/>
            </a:endParaRPr>
          </a:p>
          <a:p>
            <a:pPr indent="0" defTabSz="914400">
              <a:lnSpc>
                <a:spcPct val="100000"/>
              </a:lnSpc>
              <a:buNone/>
              <a:tabLst>
                <a:tab algn="l" pos="0"/>
              </a:tabLst>
            </a:pPr>
            <a:r>
              <a:rPr b="0" lang="fr-FR" sz="1200" spc="-1" strike="noStrike">
                <a:solidFill>
                  <a:schemeClr val="dk1"/>
                </a:solidFill>
                <a:latin typeface="+mn-lt"/>
                <a:ea typeface="+mn-ea"/>
              </a:rPr>
              <a:t>- essais thérapeutiques : expérimentation des médicaments chez l’homme</a:t>
            </a:r>
            <a:endParaRPr b="0" lang="en-US" sz="1200" spc="-1" strike="noStrike">
              <a:solidFill>
                <a:srgbClr val="000000"/>
              </a:solidFill>
              <a:latin typeface="Calibri"/>
            </a:endParaRPr>
          </a:p>
          <a:p>
            <a:pPr indent="0" defTabSz="914400">
              <a:lnSpc>
                <a:spcPct val="100000"/>
              </a:lnSpc>
              <a:buNone/>
              <a:tabLst>
                <a:tab algn="l" pos="0"/>
              </a:tabLst>
            </a:pPr>
            <a:r>
              <a:rPr b="0" lang="fr-FR" sz="1200" spc="-1" strike="noStrike">
                <a:solidFill>
                  <a:schemeClr val="dk1"/>
                </a:solidFill>
                <a:latin typeface="+mn-lt"/>
                <a:ea typeface="+mn-ea"/>
              </a:rPr>
              <a:t>- pharmacovigilance : effets indésirables des médicaments</a:t>
            </a:r>
            <a:endParaRPr b="0" lang="en-US" sz="1200" spc="-1" strike="noStrike">
              <a:solidFill>
                <a:srgbClr val="000000"/>
              </a:solidFill>
              <a:latin typeface="Calibri"/>
            </a:endParaRPr>
          </a:p>
          <a:p>
            <a:pPr indent="0" defTabSz="914400">
              <a:lnSpc>
                <a:spcPct val="100000"/>
              </a:lnSpc>
              <a:buNone/>
              <a:tabLst>
                <a:tab algn="l" pos="0"/>
              </a:tabLst>
            </a:pPr>
            <a:r>
              <a:rPr b="0" lang="fr-FR" sz="1200" spc="-1" strike="noStrike">
                <a:solidFill>
                  <a:schemeClr val="dk1"/>
                </a:solidFill>
                <a:latin typeface="+mn-lt"/>
                <a:ea typeface="+mn-ea"/>
              </a:rPr>
              <a:t>- pharmacodépendance : abus ou dépendance à une substance psycho-active</a:t>
            </a:r>
            <a:endParaRPr b="0" lang="en-US" sz="1200" spc="-1" strike="noStrike">
              <a:solidFill>
                <a:srgbClr val="000000"/>
              </a:solidFill>
              <a:latin typeface="Calibri"/>
            </a:endParaRPr>
          </a:p>
          <a:p>
            <a:pPr indent="0" defTabSz="914400">
              <a:lnSpc>
                <a:spcPct val="100000"/>
              </a:lnSpc>
              <a:buNone/>
              <a:tabLst>
                <a:tab algn="l" pos="0"/>
              </a:tabLst>
            </a:pPr>
            <a:r>
              <a:rPr b="0" lang="fr-FR" sz="1200" spc="-1" strike="noStrike">
                <a:solidFill>
                  <a:schemeClr val="dk1"/>
                </a:solidFill>
                <a:latin typeface="+mn-lt"/>
                <a:ea typeface="+mn-ea"/>
              </a:rPr>
              <a:t>- intoxications médicamenteuses : effets des surdosages</a:t>
            </a:r>
            <a:endParaRPr b="0" lang="en-US" sz="1200" spc="-1" strike="noStrike">
              <a:solidFill>
                <a:srgbClr val="000000"/>
              </a:solidFill>
              <a:latin typeface="Calibri"/>
            </a:endParaRPr>
          </a:p>
          <a:p>
            <a:pPr indent="0" defTabSz="914400">
              <a:lnSpc>
                <a:spcPct val="100000"/>
              </a:lnSpc>
              <a:buNone/>
              <a:tabLst>
                <a:tab algn="l" pos="0"/>
              </a:tabLst>
            </a:pPr>
            <a:r>
              <a:rPr b="0" lang="fr-FR" sz="1200" spc="-1" strike="noStrike">
                <a:solidFill>
                  <a:schemeClr val="dk1"/>
                </a:solidFill>
                <a:latin typeface="+mn-lt"/>
                <a:ea typeface="+mn-ea"/>
              </a:rPr>
              <a:t>- pharmaco-épidémiologie : médicaments et populations</a:t>
            </a:r>
            <a:endParaRPr b="0" lang="en-US" sz="1200" spc="-1" strike="noStrike">
              <a:solidFill>
                <a:srgbClr val="000000"/>
              </a:solidFill>
              <a:latin typeface="Calibri"/>
            </a:endParaRPr>
          </a:p>
          <a:p>
            <a:pPr indent="0" defTabSz="914400">
              <a:lnSpc>
                <a:spcPct val="100000"/>
              </a:lnSpc>
              <a:buNone/>
              <a:tabLst>
                <a:tab algn="l" pos="0"/>
              </a:tabLst>
            </a:pPr>
            <a:r>
              <a:rPr b="0" lang="fr-FR" sz="1200" spc="-1" strike="noStrike">
                <a:solidFill>
                  <a:schemeClr val="dk1"/>
                </a:solidFill>
                <a:latin typeface="+mn-lt"/>
                <a:ea typeface="+mn-ea"/>
              </a:rPr>
              <a:t>- pharmaco-économie : économie du médicament</a:t>
            </a:r>
            <a:endParaRPr b="0" lang="en-US" sz="1200" spc="-1" strike="noStrike">
              <a:solidFill>
                <a:srgbClr val="000000"/>
              </a:solidFill>
              <a:latin typeface="Calibri"/>
            </a:endParaRPr>
          </a:p>
          <a:p>
            <a:pPr indent="0" defTabSz="914400">
              <a:lnSpc>
                <a:spcPct val="100000"/>
              </a:lnSpc>
              <a:buNone/>
              <a:tabLst>
                <a:tab algn="l" pos="0"/>
              </a:tabLst>
            </a:pPr>
            <a:r>
              <a:rPr b="0" lang="fr-FR" sz="1200" spc="-1" strike="noStrike">
                <a:solidFill>
                  <a:schemeClr val="dk1"/>
                </a:solidFill>
                <a:latin typeface="+mn-lt"/>
                <a:ea typeface="+mn-ea"/>
              </a:rPr>
              <a:t>- pharmacogénétique : génome et médicament</a:t>
            </a:r>
            <a:endParaRPr b="0" lang="en-US" sz="1200" spc="-1" strike="noStrike">
              <a:solidFill>
                <a:srgbClr val="000000"/>
              </a:solidFill>
              <a:latin typeface="Calibri"/>
            </a:endParaRPr>
          </a:p>
          <a:p>
            <a:pPr indent="0" defTabSz="914400">
              <a:lnSpc>
                <a:spcPct val="100000"/>
              </a:lnSpc>
              <a:buNone/>
              <a:tabLst>
                <a:tab algn="l" pos="0"/>
              </a:tabLst>
            </a:pPr>
            <a:r>
              <a:rPr b="0" lang="fr-FR" sz="1200" spc="-1" strike="noStrike">
                <a:solidFill>
                  <a:schemeClr val="dk1"/>
                </a:solidFill>
                <a:latin typeface="+mn-lt"/>
                <a:ea typeface="+mn-ea"/>
              </a:rPr>
              <a:t>- pharmacologie sociale : société et médicament</a:t>
            </a:r>
            <a:endParaRPr b="0" lang="en-US" sz="1200" spc="-1" strike="noStrike">
              <a:solidFill>
                <a:srgbClr val="000000"/>
              </a:solidFill>
              <a:latin typeface="Calibri"/>
            </a:endParaRPr>
          </a:p>
          <a:p>
            <a:pPr indent="0" defTabSz="914400">
              <a:lnSpc>
                <a:spcPct val="100000"/>
              </a:lnSpc>
              <a:buNone/>
              <a:tabLst>
                <a:tab algn="l" pos="0"/>
              </a:tabLst>
            </a:pPr>
            <a:r>
              <a:rPr b="0" lang="fr-FR" sz="1200" spc="-1" strike="noStrike">
                <a:solidFill>
                  <a:schemeClr val="dk1"/>
                </a:solidFill>
                <a:latin typeface="+mn-lt"/>
                <a:ea typeface="+mn-ea"/>
              </a:rPr>
              <a:t>- sans compter les pharmacologies spécialisées aux classes pharmacothérapeutiques de médicaments</a:t>
            </a:r>
            <a:endParaRPr b="0" lang="en-US" sz="1200" spc="-1" strike="noStrike">
              <a:solidFill>
                <a:srgbClr val="000000"/>
              </a:solidFill>
              <a:latin typeface="Calibri"/>
            </a:endParaRPr>
          </a:p>
          <a:p>
            <a:pPr marL="216000" indent="-216000" defTabSz="914400">
              <a:lnSpc>
                <a:spcPct val="100000"/>
              </a:lnSpc>
              <a:buClr>
                <a:srgbClr val="000000"/>
              </a:buClr>
              <a:buFont typeface="OpenSymbol"/>
              <a:buChar char="-"/>
              <a:tabLst>
                <a:tab algn="l" pos="0"/>
              </a:tabLst>
            </a:pPr>
            <a:r>
              <a:rPr b="0" lang="fr-FR" sz="1200" spc="-1" strike="noStrike">
                <a:solidFill>
                  <a:schemeClr val="dk1"/>
                </a:solidFill>
                <a:latin typeface="+mn-lt"/>
                <a:ea typeface="+mn-ea"/>
              </a:rPr>
              <a:t>etc.</a:t>
            </a:r>
            <a:endParaRPr b="0" lang="en-US" sz="1200" spc="-1" strike="noStrike">
              <a:solidFill>
                <a:srgbClr val="000000"/>
              </a:solidFill>
              <a:latin typeface="Calibri"/>
            </a:endParaRPr>
          </a:p>
          <a:p>
            <a:pPr indent="0" defTabSz="914400">
              <a:lnSpc>
                <a:spcPct val="100000"/>
              </a:lnSpc>
              <a:buNone/>
              <a:tabLst>
                <a:tab algn="l" pos="0"/>
              </a:tabLst>
            </a:pPr>
            <a:endParaRPr b="0" lang="en-US" sz="1200" spc="-1" strike="noStrike">
              <a:solidFill>
                <a:srgbClr val="000000"/>
              </a:solidFill>
              <a:latin typeface="Calibri"/>
            </a:endParaRPr>
          </a:p>
          <a:p>
            <a:pPr indent="0" algn="just" defTabSz="914400">
              <a:lnSpc>
                <a:spcPct val="100000"/>
              </a:lnSpc>
              <a:buNone/>
              <a:tabLst>
                <a:tab algn="l" pos="0"/>
              </a:tabLst>
            </a:pPr>
            <a:r>
              <a:rPr b="0" lang="fr-FR" sz="1200" spc="-1" strike="noStrike">
                <a:solidFill>
                  <a:schemeClr val="accent6">
                    <a:lumMod val="50000"/>
                  </a:schemeClr>
                </a:solidFill>
                <a:latin typeface="Times New Roman"/>
                <a:ea typeface="+mn-ea"/>
              </a:rPr>
              <a:t>La </a:t>
            </a:r>
            <a:r>
              <a:rPr b="0" lang="fr-FR" sz="1200" spc="-1" strike="noStrike" u="sng">
                <a:solidFill>
                  <a:schemeClr val="accent6">
                    <a:lumMod val="50000"/>
                  </a:schemeClr>
                </a:solidFill>
                <a:uFillTx/>
                <a:latin typeface="Times New Roman"/>
                <a:ea typeface="+mn-ea"/>
              </a:rPr>
              <a:t>Pharmacocinétique</a:t>
            </a:r>
            <a:r>
              <a:rPr b="0" lang="fr-FR" sz="1200" spc="-1" strike="noStrike">
                <a:solidFill>
                  <a:schemeClr val="accent6">
                    <a:lumMod val="50000"/>
                  </a:schemeClr>
                </a:solidFill>
                <a:latin typeface="Times New Roman"/>
                <a:ea typeface="+mn-ea"/>
              </a:rPr>
              <a:t> a pour objet l'étude descriptive et quantitative du devenir d'un médicament dans l'organisme auquel il est administré.</a:t>
            </a:r>
            <a:endParaRPr b="0" lang="en-US" sz="1200" spc="-1" strike="noStrike">
              <a:solidFill>
                <a:srgbClr val="000000"/>
              </a:solidFill>
              <a:latin typeface="Calibri"/>
            </a:endParaRPr>
          </a:p>
          <a:p>
            <a:pPr indent="0" algn="just" defTabSz="914400">
              <a:lnSpc>
                <a:spcPct val="100000"/>
              </a:lnSpc>
              <a:buNone/>
              <a:tabLst>
                <a:tab algn="l" pos="0"/>
              </a:tabLst>
            </a:pPr>
            <a:endParaRPr b="0" lang="en-US" sz="1200" spc="-1" strike="noStrike">
              <a:solidFill>
                <a:srgbClr val="000000"/>
              </a:solidFill>
              <a:latin typeface="Calibri"/>
            </a:endParaRPr>
          </a:p>
          <a:p>
            <a:pPr indent="0" algn="just" defTabSz="914400">
              <a:lnSpc>
                <a:spcPct val="100000"/>
              </a:lnSpc>
              <a:buNone/>
              <a:tabLst>
                <a:tab algn="l" pos="0"/>
              </a:tabLst>
            </a:pPr>
            <a:r>
              <a:rPr b="0" lang="fr-FR" sz="1200" spc="-1" strike="noStrike">
                <a:solidFill>
                  <a:schemeClr val="accent6">
                    <a:lumMod val="50000"/>
                  </a:schemeClr>
                </a:solidFill>
                <a:latin typeface="Times New Roman"/>
                <a:ea typeface="+mn-ea"/>
              </a:rPr>
              <a:t>Alors que la </a:t>
            </a:r>
            <a:r>
              <a:rPr b="0" lang="fr-FR" sz="1200" spc="-1" strike="noStrike" u="sng">
                <a:solidFill>
                  <a:schemeClr val="accent6">
                    <a:lumMod val="50000"/>
                  </a:schemeClr>
                </a:solidFill>
                <a:uFillTx/>
                <a:latin typeface="Times New Roman"/>
                <a:ea typeface="+mn-ea"/>
              </a:rPr>
              <a:t>Pharmacologie</a:t>
            </a:r>
            <a:r>
              <a:rPr b="0" lang="fr-FR" sz="1200" spc="-1" strike="noStrike">
                <a:solidFill>
                  <a:schemeClr val="accent6">
                    <a:lumMod val="50000"/>
                  </a:schemeClr>
                </a:solidFill>
                <a:latin typeface="Times New Roman"/>
                <a:ea typeface="+mn-ea"/>
              </a:rPr>
              <a:t> s'intéresse à l'action du médicament sur l'organisme, la pharmacocinétique concerne l'action de l'organisme sur le médicament</a:t>
            </a:r>
            <a:endParaRPr b="0" lang="en-US" sz="1200" spc="-1" strike="noStrike">
              <a:solidFill>
                <a:srgbClr val="000000"/>
              </a:solidFill>
              <a:latin typeface="Calibri"/>
            </a:endParaRPr>
          </a:p>
          <a:p>
            <a:pPr indent="0" algn="just" defTabSz="914400">
              <a:lnSpc>
                <a:spcPct val="100000"/>
              </a:lnSpc>
              <a:buNone/>
              <a:tabLst>
                <a:tab algn="l" pos="0"/>
              </a:tabLst>
            </a:pPr>
            <a:endParaRPr b="0" lang="en-US" sz="1200" spc="-1" strike="noStrike">
              <a:solidFill>
                <a:srgbClr val="000000"/>
              </a:solidFill>
              <a:latin typeface="Calibri"/>
            </a:endParaRPr>
          </a:p>
          <a:p>
            <a:pPr indent="0" algn="just" defTabSz="914400">
              <a:lnSpc>
                <a:spcPct val="100000"/>
              </a:lnSpc>
              <a:buNone/>
              <a:tabLst>
                <a:tab algn="l" pos="0"/>
              </a:tabLst>
            </a:pPr>
            <a:r>
              <a:rPr b="0" lang="fr-FR" sz="1200" spc="-1" strike="noStrike">
                <a:solidFill>
                  <a:schemeClr val="accent6">
                    <a:lumMod val="50000"/>
                  </a:schemeClr>
                </a:solidFill>
                <a:latin typeface="Times New Roman"/>
                <a:ea typeface="+mn-ea"/>
              </a:rPr>
              <a:t>La </a:t>
            </a:r>
            <a:r>
              <a:rPr b="0" lang="fr-FR" sz="1200" spc="-1" strike="noStrike" u="sng">
                <a:solidFill>
                  <a:schemeClr val="accent6">
                    <a:lumMod val="50000"/>
                  </a:schemeClr>
                </a:solidFill>
                <a:uFillTx/>
                <a:latin typeface="Times New Roman"/>
                <a:ea typeface="+mn-ea"/>
              </a:rPr>
              <a:t>pharmacocinétique clinique</a:t>
            </a:r>
            <a:r>
              <a:rPr b="0" lang="fr-FR" sz="1200" spc="-1" strike="noStrike">
                <a:solidFill>
                  <a:schemeClr val="accent6">
                    <a:lumMod val="50000"/>
                  </a:schemeClr>
                </a:solidFill>
                <a:latin typeface="Times New Roman"/>
                <a:ea typeface="+mn-ea"/>
              </a:rPr>
              <a:t> correspond à l'application des notions théoriques de pharmacocinétique au traitement des maladies par les médicaments. (Ajustement de posologie, ...)</a:t>
            </a:r>
            <a:endParaRPr b="0" lang="en-US" sz="1200" spc="-1" strike="noStrike">
              <a:solidFill>
                <a:srgbClr val="000000"/>
              </a:solidFill>
              <a:latin typeface="Calibri"/>
            </a:endParaRPr>
          </a:p>
        </p:txBody>
      </p:sp>
      <p:sp>
        <p:nvSpPr>
          <p:cNvPr id="373" name="PlaceHolder 3"/>
          <p:cNvSpPr>
            <a:spLocks noGrp="1"/>
          </p:cNvSpPr>
          <p:nvPr>
            <p:ph type="sldNum" idx="70"/>
          </p:nvPr>
        </p:nvSpPr>
        <p:spPr>
          <a:xfrm>
            <a:off x="3884760" y="8685360"/>
            <a:ext cx="2971440" cy="456840"/>
          </a:xfrm>
          <a:prstGeom prst="rect">
            <a:avLst/>
          </a:prstGeom>
          <a:noFill/>
          <a:ln w="0">
            <a:noFill/>
          </a:ln>
        </p:spPr>
        <p:txBody>
          <a:bodyPr lIns="91440" rIns="91440" tIns="45720" bIns="45720" anchor="b">
            <a:noAutofit/>
          </a:bodyPr>
          <a:lstStyle>
            <a:lvl1pPr indent="0" algn="r" defTabSz="914400">
              <a:lnSpc>
                <a:spcPct val="100000"/>
              </a:lnSpc>
              <a:buNone/>
              <a:defRPr b="0" lang="fr-FR" sz="1200" spc="-1" strike="noStrike">
                <a:solidFill>
                  <a:schemeClr val="dk1"/>
                </a:solidFill>
                <a:latin typeface="+mn-lt"/>
                <a:ea typeface="+mn-ea"/>
              </a:defRPr>
            </a:lvl1pPr>
          </a:lstStyle>
          <a:p>
            <a:pPr indent="0" algn="r" defTabSz="914400">
              <a:lnSpc>
                <a:spcPct val="100000"/>
              </a:lnSpc>
              <a:buNone/>
            </a:pPr>
            <a:fld id="{4B62112A-9C13-4CCC-A07A-E853B6C53E8B}" type="slidenum">
              <a:rPr b="0" lang="fr-FR" sz="1200" spc="-1" strike="noStrike">
                <a:solidFill>
                  <a:schemeClr val="dk1"/>
                </a:solidFill>
                <a:latin typeface="+mn-lt"/>
                <a:ea typeface="+mn-ea"/>
              </a:rPr>
              <a:t>5</a:t>
            </a:fld>
            <a:endParaRPr b="0" lang="en-US" sz="1200" spc="-1" strike="noStrike">
              <a:solidFill>
                <a:srgbClr val="000000"/>
              </a:solidFill>
              <a:latin typeface="Calibri"/>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sldImg"/>
          </p:nvPr>
        </p:nvSpPr>
        <p:spPr>
          <a:xfrm>
            <a:off x="1143000" y="685800"/>
            <a:ext cx="4571640" cy="3428640"/>
          </a:xfrm>
          <a:prstGeom prst="rect">
            <a:avLst/>
          </a:prstGeom>
          <a:ln w="0">
            <a:noFill/>
          </a:ln>
        </p:spPr>
      </p:sp>
      <p:sp>
        <p:nvSpPr>
          <p:cNvPr id="37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rmAutofit/>
          </a:bodyPr>
          <a:p>
            <a:pPr indent="0" defTabSz="914400">
              <a:lnSpc>
                <a:spcPct val="100000"/>
              </a:lnSpc>
              <a:buNone/>
              <a:tabLst>
                <a:tab algn="l" pos="0"/>
              </a:tabLst>
            </a:pPr>
            <a:r>
              <a:rPr b="0" lang="fr-FR" sz="1200" spc="-1" strike="noStrike">
                <a:solidFill>
                  <a:schemeClr val="accent6">
                    <a:lumMod val="50000"/>
                  </a:schemeClr>
                </a:solidFill>
                <a:latin typeface="Times New Roman"/>
              </a:rPr>
              <a:t>La pharmacologie une discipline scientifique capable d'établir des liens logiques entre les faits qu'elle décrit mais le critère final de choix d'un médicament doit être son efficacité et sa bonne tolérance, démontrées chez l'homme par des études rigoureuses. </a:t>
            </a:r>
            <a:endParaRPr b="0" lang="en-US" sz="1200" spc="-1" strike="noStrike">
              <a:solidFill>
                <a:srgbClr val="000000"/>
              </a:solidFill>
              <a:latin typeface="Calibri"/>
            </a:endParaRPr>
          </a:p>
          <a:p>
            <a:pPr indent="0" defTabSz="914400">
              <a:lnSpc>
                <a:spcPct val="100000"/>
              </a:lnSpc>
              <a:buNone/>
              <a:tabLst>
                <a:tab algn="l" pos="0"/>
              </a:tabLst>
            </a:pPr>
            <a:endParaRPr b="0" lang="en-US" sz="1200" spc="-1" strike="noStrike">
              <a:solidFill>
                <a:srgbClr val="000000"/>
              </a:solidFill>
              <a:latin typeface="Calibri"/>
            </a:endParaRPr>
          </a:p>
          <a:p>
            <a:pPr indent="0" defTabSz="914400">
              <a:lnSpc>
                <a:spcPct val="100000"/>
              </a:lnSpc>
              <a:buNone/>
              <a:tabLst>
                <a:tab algn="l" pos="0"/>
              </a:tabLst>
            </a:pPr>
            <a:r>
              <a:rPr b="0" lang="fr-FR" sz="1200" spc="-1" strike="noStrike">
                <a:solidFill>
                  <a:schemeClr val="accent6">
                    <a:lumMod val="50000"/>
                  </a:schemeClr>
                </a:solidFill>
                <a:latin typeface="Times New Roman"/>
              </a:rPr>
              <a:t>La principale différence entre la pharmacologie et la thérapeutique est que la première part des propriétés des médicaments et en déduit des indications et des contre-indications, alors que la seconde part du malade et de la maladie à traiter et cherche les meilleurs moyens d'y parvenir : médicaments, chirurgie, psychothérapie, radiothérapie, rééducation fonctionnelle, stimulateurs cardiaques, angioplasties.... </a:t>
            </a:r>
            <a:endParaRPr b="0" lang="en-US" sz="1200" spc="-1" strike="noStrike">
              <a:solidFill>
                <a:srgbClr val="000000"/>
              </a:solidFill>
              <a:latin typeface="Calibri"/>
            </a:endParaRPr>
          </a:p>
          <a:p>
            <a:pPr indent="0" defTabSz="914400">
              <a:lnSpc>
                <a:spcPct val="100000"/>
              </a:lnSpc>
              <a:buNone/>
              <a:tabLst>
                <a:tab algn="l" pos="0"/>
              </a:tabLst>
            </a:pPr>
            <a:endParaRPr b="0" lang="en-US" sz="1200" spc="-1" strike="noStrike">
              <a:solidFill>
                <a:srgbClr val="000000"/>
              </a:solidFill>
              <a:latin typeface="Calibri"/>
            </a:endParaRPr>
          </a:p>
          <a:p>
            <a:pPr indent="0" defTabSz="914400">
              <a:lnSpc>
                <a:spcPct val="100000"/>
              </a:lnSpc>
              <a:buNone/>
              <a:tabLst>
                <a:tab algn="l" pos="0"/>
              </a:tabLst>
            </a:pPr>
            <a:r>
              <a:rPr b="0" lang="fr-FR" sz="1200" spc="-1" strike="noStrike">
                <a:solidFill>
                  <a:schemeClr val="accent6">
                    <a:lumMod val="50000"/>
                  </a:schemeClr>
                </a:solidFill>
                <a:latin typeface="Times New Roman"/>
              </a:rPr>
              <a:t>Pharmacologie et thérapeutique visent le même but - améliorer le traitement des malades - et chacune d'elles doit apporter sa contribution propre, complémentaire de celle de l'autre. En faire l'amalgame nuit à la structuration de chacune d'elles et ne contribue pas à la formation des esprits à la logique</a:t>
            </a:r>
            <a:endParaRPr b="0" lang="en-US" sz="1200" spc="-1" strike="noStrike">
              <a:solidFill>
                <a:srgbClr val="000000"/>
              </a:solidFill>
              <a:latin typeface="Calibri"/>
            </a:endParaRPr>
          </a:p>
          <a:p>
            <a:pPr indent="0" defTabSz="914400">
              <a:lnSpc>
                <a:spcPct val="100000"/>
              </a:lnSpc>
              <a:buNone/>
              <a:tabLst>
                <a:tab algn="l" pos="0"/>
              </a:tabLst>
            </a:pPr>
            <a:endParaRPr b="0" lang="en-US" sz="1200" spc="-1" strike="noStrike">
              <a:solidFill>
                <a:srgbClr val="000000"/>
              </a:solidFill>
              <a:latin typeface="Calibri"/>
            </a:endParaRPr>
          </a:p>
        </p:txBody>
      </p:sp>
      <p:sp>
        <p:nvSpPr>
          <p:cNvPr id="376" name="PlaceHolder 3"/>
          <p:cNvSpPr>
            <a:spLocks noGrp="1"/>
          </p:cNvSpPr>
          <p:nvPr>
            <p:ph type="sldNum" idx="71"/>
          </p:nvPr>
        </p:nvSpPr>
        <p:spPr>
          <a:xfrm>
            <a:off x="3884760" y="8685360"/>
            <a:ext cx="2971440" cy="456840"/>
          </a:xfrm>
          <a:prstGeom prst="rect">
            <a:avLst/>
          </a:prstGeom>
          <a:noFill/>
          <a:ln w="0">
            <a:noFill/>
          </a:ln>
        </p:spPr>
        <p:txBody>
          <a:bodyPr lIns="91440" rIns="91440" tIns="45720" bIns="45720" anchor="b">
            <a:noAutofit/>
          </a:bodyPr>
          <a:lstStyle>
            <a:lvl1pPr indent="0" algn="r" defTabSz="914400">
              <a:lnSpc>
                <a:spcPct val="100000"/>
              </a:lnSpc>
              <a:buNone/>
              <a:defRPr b="0" lang="fr-FR" sz="1200" spc="-1" strike="noStrike">
                <a:solidFill>
                  <a:schemeClr val="dk1"/>
                </a:solidFill>
                <a:latin typeface="+mn-lt"/>
                <a:ea typeface="+mn-ea"/>
              </a:defRPr>
            </a:lvl1pPr>
          </a:lstStyle>
          <a:p>
            <a:pPr indent="0" algn="r" defTabSz="914400">
              <a:lnSpc>
                <a:spcPct val="100000"/>
              </a:lnSpc>
              <a:buNone/>
            </a:pPr>
            <a:fld id="{D40AD916-D706-489F-BAE8-4475621A5DD4}" type="slidenum">
              <a:rPr b="0" lang="fr-FR" sz="1200" spc="-1" strike="noStrike">
                <a:solidFill>
                  <a:schemeClr val="dk1"/>
                </a:solidFill>
                <a:latin typeface="+mn-lt"/>
                <a:ea typeface="+mn-ea"/>
              </a:rPr>
              <a:t>6</a:t>
            </a:fld>
            <a:endParaRPr b="0" lang="en-US" sz="1200" spc="-1" strike="noStrike">
              <a:solidFill>
                <a:srgbClr val="000000"/>
              </a:solidFill>
              <a:latin typeface="Calibri"/>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sldImg"/>
          </p:nvPr>
        </p:nvSpPr>
        <p:spPr>
          <a:xfrm>
            <a:off x="1143000" y="685800"/>
            <a:ext cx="4571640" cy="3428640"/>
          </a:xfrm>
          <a:prstGeom prst="rect">
            <a:avLst/>
          </a:prstGeom>
          <a:ln w="0">
            <a:noFill/>
          </a:ln>
        </p:spPr>
      </p:sp>
      <p:sp>
        <p:nvSpPr>
          <p:cNvPr id="37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rmAutofit/>
          </a:bodyPr>
          <a:p>
            <a:pPr marL="216000" indent="0">
              <a:lnSpc>
                <a:spcPct val="100000"/>
              </a:lnSpc>
              <a:buNone/>
            </a:pPr>
            <a:r>
              <a:rPr b="0" lang="fr-FR" sz="1200" spc="-1" strike="noStrike">
                <a:solidFill>
                  <a:schemeClr val="dk1"/>
                </a:solidFill>
                <a:latin typeface="+mn-lt"/>
                <a:ea typeface="+mn-ea"/>
              </a:rPr>
              <a:t>L’évaluation du bénéfice et du risque est ainsi au centre de l’évaluation des effets des médicaments et du processus conduisant à sa mise sur le marché et à son utilisation à grande échelle.</a:t>
            </a:r>
            <a:endParaRPr b="0" lang="en-US" sz="1200" spc="-1" strike="noStrike">
              <a:solidFill>
                <a:srgbClr val="000000"/>
              </a:solidFill>
              <a:latin typeface="Calibri"/>
            </a:endParaRPr>
          </a:p>
        </p:txBody>
      </p:sp>
      <p:sp>
        <p:nvSpPr>
          <p:cNvPr id="379" name="PlaceHolder 3"/>
          <p:cNvSpPr>
            <a:spLocks noGrp="1"/>
          </p:cNvSpPr>
          <p:nvPr>
            <p:ph type="sldNum" idx="72"/>
          </p:nvPr>
        </p:nvSpPr>
        <p:spPr>
          <a:xfrm>
            <a:off x="3884760" y="8685360"/>
            <a:ext cx="2971440" cy="456840"/>
          </a:xfrm>
          <a:prstGeom prst="rect">
            <a:avLst/>
          </a:prstGeom>
          <a:noFill/>
          <a:ln w="0">
            <a:noFill/>
          </a:ln>
        </p:spPr>
        <p:txBody>
          <a:bodyPr lIns="91440" rIns="91440" tIns="45720" bIns="45720" anchor="b">
            <a:noAutofit/>
          </a:bodyPr>
          <a:lstStyle>
            <a:lvl1pPr indent="0" algn="r" defTabSz="914400">
              <a:lnSpc>
                <a:spcPct val="100000"/>
              </a:lnSpc>
              <a:buNone/>
              <a:defRPr b="0" lang="fr-FR" sz="1200" spc="-1" strike="noStrike">
                <a:solidFill>
                  <a:schemeClr val="dk1"/>
                </a:solidFill>
                <a:latin typeface="+mn-lt"/>
                <a:ea typeface="+mn-ea"/>
              </a:defRPr>
            </a:lvl1pPr>
          </a:lstStyle>
          <a:p>
            <a:pPr indent="0" algn="r" defTabSz="914400">
              <a:lnSpc>
                <a:spcPct val="100000"/>
              </a:lnSpc>
              <a:buNone/>
            </a:pPr>
            <a:fld id="{0E0624DE-64C0-458F-BC2A-A00509897807}" type="slidenum">
              <a:rPr b="0" lang="fr-FR" sz="1200" spc="-1" strike="noStrike">
                <a:solidFill>
                  <a:schemeClr val="dk1"/>
                </a:solidFill>
                <a:latin typeface="+mn-lt"/>
                <a:ea typeface="+mn-ea"/>
              </a:rPr>
              <a:t>7</a:t>
            </a:fld>
            <a:endParaRPr b="0" lang="en-US" sz="1200" spc="-1" strike="noStrike">
              <a:solidFill>
                <a:srgbClr val="000000"/>
              </a:solidFill>
              <a:latin typeface="Calibri"/>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sldImg"/>
          </p:nvPr>
        </p:nvSpPr>
        <p:spPr>
          <a:xfrm>
            <a:off x="1143000" y="685800"/>
            <a:ext cx="4571640" cy="3428640"/>
          </a:xfrm>
          <a:prstGeom prst="rect">
            <a:avLst/>
          </a:prstGeom>
          <a:ln w="0">
            <a:noFill/>
          </a:ln>
        </p:spPr>
      </p:sp>
      <p:sp>
        <p:nvSpPr>
          <p:cNvPr id="38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rmAutofit/>
          </a:bodyPr>
          <a:p>
            <a:pPr indent="0" defTabSz="914400">
              <a:lnSpc>
                <a:spcPct val="100000"/>
              </a:lnSpc>
              <a:buNone/>
              <a:tabLst>
                <a:tab algn="l" pos="0"/>
              </a:tabLst>
            </a:pPr>
            <a:r>
              <a:rPr b="0" lang="fr-FR" sz="1200" spc="-1" strike="noStrike">
                <a:solidFill>
                  <a:schemeClr val="lt1"/>
                </a:solidFill>
                <a:latin typeface="Times New Roman"/>
              </a:rPr>
              <a:t>La </a:t>
            </a:r>
            <a:r>
              <a:rPr b="1" lang="fr-FR" sz="1200" spc="-1" strike="noStrike">
                <a:solidFill>
                  <a:schemeClr val="lt1"/>
                </a:solidFill>
                <a:latin typeface="Times New Roman"/>
              </a:rPr>
              <a:t>pharmacologie </a:t>
            </a:r>
            <a:r>
              <a:rPr b="0" lang="fr-FR" sz="1200" spc="-1" strike="noStrike">
                <a:solidFill>
                  <a:schemeClr val="lt1"/>
                </a:solidFill>
                <a:latin typeface="Times New Roman"/>
              </a:rPr>
              <a:t>est l'étude des médicaments, de leur action et de leur emploi. </a:t>
            </a:r>
            <a:endParaRPr b="0" lang="en-US" sz="1200" spc="-1" strike="noStrike">
              <a:solidFill>
                <a:srgbClr val="000000"/>
              </a:solidFill>
              <a:latin typeface="Calibri"/>
            </a:endParaRPr>
          </a:p>
          <a:p>
            <a:pPr indent="0" defTabSz="914400">
              <a:lnSpc>
                <a:spcPct val="100000"/>
              </a:lnSpc>
              <a:buNone/>
              <a:tabLst>
                <a:tab algn="l" pos="0"/>
              </a:tabLst>
            </a:pPr>
            <a:endParaRPr b="0" lang="en-US" sz="1200" spc="-1" strike="noStrike">
              <a:solidFill>
                <a:srgbClr val="000000"/>
              </a:solidFill>
              <a:latin typeface="Calibri"/>
            </a:endParaRPr>
          </a:p>
          <a:p>
            <a:pPr indent="0" defTabSz="914400">
              <a:lnSpc>
                <a:spcPct val="100000"/>
              </a:lnSpc>
              <a:buNone/>
              <a:tabLst>
                <a:tab algn="l" pos="0"/>
              </a:tabLst>
            </a:pPr>
            <a:r>
              <a:rPr b="0" lang="fr-FR" sz="1200" spc="-1" strike="noStrike">
                <a:solidFill>
                  <a:schemeClr val="accent6">
                    <a:lumMod val="50000"/>
                  </a:schemeClr>
                </a:solidFill>
                <a:latin typeface="Times New Roman"/>
              </a:rPr>
              <a:t>peut être défini comme toute substance introduite dans un organisme vivant, animal ou homme, ou appliquée sur cet organisme, en vue de prévenir ou de guérir une maladie, ou seulement d'atténuer certaines de ses manifestations, ou encore d'établir un diagnostic. </a:t>
            </a:r>
            <a:endParaRPr b="0" lang="en-US" sz="1200" spc="-1" strike="noStrike">
              <a:solidFill>
                <a:srgbClr val="000000"/>
              </a:solidFill>
              <a:latin typeface="Calibri"/>
            </a:endParaRPr>
          </a:p>
          <a:p>
            <a:pPr indent="0" defTabSz="914400">
              <a:lnSpc>
                <a:spcPct val="100000"/>
              </a:lnSpc>
              <a:buNone/>
              <a:tabLst>
                <a:tab algn="l" pos="0"/>
              </a:tabLst>
            </a:pPr>
            <a:endParaRPr b="0" lang="en-US" sz="1200" spc="-1" strike="noStrike">
              <a:solidFill>
                <a:srgbClr val="000000"/>
              </a:solidFill>
              <a:latin typeface="Calibri"/>
            </a:endParaRPr>
          </a:p>
          <a:p>
            <a:pPr indent="0" defTabSz="914400">
              <a:lnSpc>
                <a:spcPct val="100000"/>
              </a:lnSpc>
              <a:buNone/>
              <a:tabLst>
                <a:tab algn="l" pos="0"/>
              </a:tabLst>
            </a:pPr>
            <a:endParaRPr b="0" lang="en-US" sz="1200" spc="-1" strike="noStrike">
              <a:solidFill>
                <a:srgbClr val="000000"/>
              </a:solidFill>
              <a:latin typeface="Calibri"/>
            </a:endParaRPr>
          </a:p>
          <a:p>
            <a:pPr indent="0" defTabSz="914400">
              <a:lnSpc>
                <a:spcPct val="100000"/>
              </a:lnSpc>
              <a:buNone/>
              <a:tabLst>
                <a:tab algn="l" pos="0"/>
              </a:tabLst>
            </a:pPr>
            <a:endParaRPr b="0" lang="en-US" sz="1200" spc="-1" strike="noStrike">
              <a:solidFill>
                <a:srgbClr val="000000"/>
              </a:solidFill>
              <a:latin typeface="Calibri"/>
            </a:endParaRPr>
          </a:p>
          <a:p>
            <a:pPr indent="0" defTabSz="914400">
              <a:lnSpc>
                <a:spcPct val="100000"/>
              </a:lnSpc>
              <a:buNone/>
              <a:tabLst>
                <a:tab algn="l" pos="0"/>
              </a:tabLst>
            </a:pPr>
            <a:r>
              <a:rPr b="0" lang="fr-FR" sz="1200" spc="-1" strike="noStrike">
                <a:solidFill>
                  <a:schemeClr val="lt1"/>
                </a:solidFill>
                <a:latin typeface="Times New Roman"/>
              </a:rPr>
              <a:t>Un médicament est une molécule bien définie, dont le devenir dans l'organisme est connu et dont les effets bénéfiques sont apparus suffisamment importants par rapport aux effets indésirables pour qu'il obtienne l'autorisation de mise sur le marché. Cette molécule bien définie, en fonction de sa structure, interagit avec une cible de notre propre organisme ou celle d'un germe et provoque des effets liés à la modification du fonctionnement de cette cible. Ses effets bénéfiques, ses indications et souvent ses effets indésirables en découlent. Le médicament n'est pas un objet mystérieux ou magique. </a:t>
            </a:r>
            <a:endParaRPr b="0" lang="en-US" sz="1200" spc="-1" strike="noStrike">
              <a:solidFill>
                <a:srgbClr val="000000"/>
              </a:solidFill>
              <a:latin typeface="Calibri"/>
            </a:endParaRPr>
          </a:p>
          <a:p>
            <a:pPr indent="0" defTabSz="914400">
              <a:lnSpc>
                <a:spcPct val="100000"/>
              </a:lnSpc>
              <a:buNone/>
              <a:tabLst>
                <a:tab algn="l" pos="0"/>
              </a:tabLst>
            </a:pPr>
            <a:endParaRPr b="0" lang="en-US" sz="1200" spc="-1" strike="noStrike">
              <a:solidFill>
                <a:srgbClr val="000000"/>
              </a:solidFill>
              <a:latin typeface="Calibri"/>
            </a:endParaRPr>
          </a:p>
        </p:txBody>
      </p:sp>
      <p:sp>
        <p:nvSpPr>
          <p:cNvPr id="382" name="PlaceHolder 3"/>
          <p:cNvSpPr>
            <a:spLocks noGrp="1"/>
          </p:cNvSpPr>
          <p:nvPr>
            <p:ph type="sldNum" idx="73"/>
          </p:nvPr>
        </p:nvSpPr>
        <p:spPr>
          <a:xfrm>
            <a:off x="3884760" y="8685360"/>
            <a:ext cx="2971440" cy="456840"/>
          </a:xfrm>
          <a:prstGeom prst="rect">
            <a:avLst/>
          </a:prstGeom>
          <a:noFill/>
          <a:ln w="0">
            <a:noFill/>
          </a:ln>
        </p:spPr>
        <p:txBody>
          <a:bodyPr lIns="91440" rIns="91440" tIns="45720" bIns="45720" anchor="b">
            <a:noAutofit/>
          </a:bodyPr>
          <a:lstStyle>
            <a:lvl1pPr indent="0" algn="r" defTabSz="914400">
              <a:lnSpc>
                <a:spcPct val="100000"/>
              </a:lnSpc>
              <a:buNone/>
              <a:defRPr b="0" lang="fr-FR" sz="1200" spc="-1" strike="noStrike">
                <a:solidFill>
                  <a:schemeClr val="dk1"/>
                </a:solidFill>
                <a:latin typeface="+mn-lt"/>
                <a:ea typeface="+mn-ea"/>
              </a:defRPr>
            </a:lvl1pPr>
          </a:lstStyle>
          <a:p>
            <a:pPr indent="0" algn="r" defTabSz="914400">
              <a:lnSpc>
                <a:spcPct val="100000"/>
              </a:lnSpc>
              <a:buNone/>
            </a:pPr>
            <a:fld id="{EE6BBC78-8573-4B0B-BE34-91ED64AFEEAB}" type="slidenum">
              <a:rPr b="0" lang="fr-FR" sz="1200" spc="-1" strike="noStrike">
                <a:solidFill>
                  <a:schemeClr val="dk1"/>
                </a:solidFill>
                <a:latin typeface="+mn-lt"/>
                <a:ea typeface="+mn-ea"/>
              </a:rPr>
              <a:t>8</a:t>
            </a:fld>
            <a:endParaRPr b="0" lang="en-US" sz="1200" spc="-1" strike="noStrike">
              <a:solidFill>
                <a:srgbClr val="000000"/>
              </a:solidFill>
              <a:latin typeface="Calibri"/>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sldImg"/>
          </p:nvPr>
        </p:nvSpPr>
        <p:spPr>
          <a:xfrm>
            <a:off x="1143000" y="685800"/>
            <a:ext cx="4571640" cy="3428640"/>
          </a:xfrm>
          <a:prstGeom prst="rect">
            <a:avLst/>
          </a:prstGeom>
          <a:ln w="0">
            <a:noFill/>
          </a:ln>
        </p:spPr>
      </p:sp>
      <p:sp>
        <p:nvSpPr>
          <p:cNvPr id="38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rmAutofit/>
          </a:bodyPr>
          <a:p>
            <a:pPr marL="216000" indent="-216000">
              <a:buNone/>
            </a:pPr>
            <a:endParaRPr b="0" lang="en-US" sz="1800" spc="-1" strike="noStrike">
              <a:solidFill>
                <a:srgbClr val="000000"/>
              </a:solidFill>
              <a:latin typeface="Calibri"/>
            </a:endParaRPr>
          </a:p>
        </p:txBody>
      </p:sp>
      <p:sp>
        <p:nvSpPr>
          <p:cNvPr id="385" name="PlaceHolder 3"/>
          <p:cNvSpPr>
            <a:spLocks noGrp="1"/>
          </p:cNvSpPr>
          <p:nvPr>
            <p:ph type="sldNum" idx="74"/>
          </p:nvPr>
        </p:nvSpPr>
        <p:spPr>
          <a:xfrm>
            <a:off x="3884760" y="8685360"/>
            <a:ext cx="2971440" cy="456840"/>
          </a:xfrm>
          <a:prstGeom prst="rect">
            <a:avLst/>
          </a:prstGeom>
          <a:noFill/>
          <a:ln w="0">
            <a:noFill/>
          </a:ln>
        </p:spPr>
        <p:txBody>
          <a:bodyPr lIns="91440" rIns="91440" tIns="45720" bIns="45720" anchor="b">
            <a:noAutofit/>
          </a:bodyPr>
          <a:lstStyle>
            <a:lvl1pPr indent="0" algn="r" defTabSz="914400">
              <a:lnSpc>
                <a:spcPct val="100000"/>
              </a:lnSpc>
              <a:buNone/>
              <a:defRPr b="0" lang="fr-FR" sz="1200" spc="-1" strike="noStrike">
                <a:solidFill>
                  <a:schemeClr val="dk1"/>
                </a:solidFill>
                <a:latin typeface="+mn-lt"/>
                <a:ea typeface="+mn-ea"/>
              </a:defRPr>
            </a:lvl1pPr>
          </a:lstStyle>
          <a:p>
            <a:pPr indent="0" algn="r" defTabSz="914400">
              <a:lnSpc>
                <a:spcPct val="100000"/>
              </a:lnSpc>
              <a:buNone/>
            </a:pPr>
            <a:fld id="{4FEF1CEB-F5DA-45FB-9C91-DA13E17F30CA}" type="slidenum">
              <a:rPr b="0" lang="fr-FR" sz="1200" spc="-1" strike="noStrike">
                <a:solidFill>
                  <a:schemeClr val="dk1"/>
                </a:solidFill>
                <a:latin typeface="+mn-lt"/>
                <a:ea typeface="+mn-ea"/>
              </a:rPr>
              <a:t>9</a:t>
            </a:fld>
            <a:endParaRPr b="0" lang="en-US" sz="1200" spc="-1" strike="noStrike">
              <a:solidFill>
                <a:srgbClr val="000000"/>
              </a:solidFill>
              <a:latin typeface="Calibri"/>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PlaceHolder 1"/>
          <p:cNvSpPr>
            <a:spLocks noGrp="1"/>
          </p:cNvSpPr>
          <p:nvPr>
            <p:ph type="sldImg"/>
          </p:nvPr>
        </p:nvSpPr>
        <p:spPr>
          <a:xfrm>
            <a:off x="1143000" y="685800"/>
            <a:ext cx="4571640" cy="3428640"/>
          </a:xfrm>
          <a:prstGeom prst="rect">
            <a:avLst/>
          </a:prstGeom>
          <a:ln w="0">
            <a:noFill/>
          </a:ln>
        </p:spPr>
      </p:sp>
      <p:sp>
        <p:nvSpPr>
          <p:cNvPr id="38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rmAutofit/>
          </a:bodyPr>
          <a:p>
            <a:pPr indent="0" defTabSz="914400">
              <a:lnSpc>
                <a:spcPct val="100000"/>
              </a:lnSpc>
              <a:buNone/>
              <a:tabLst>
                <a:tab algn="l" pos="0"/>
              </a:tabLst>
            </a:pPr>
            <a:r>
              <a:rPr b="0" lang="fr-FR" sz="1200" spc="-1" strike="noStrike">
                <a:solidFill>
                  <a:schemeClr val="lt1"/>
                </a:solidFill>
                <a:latin typeface="Times New Roman"/>
              </a:rPr>
              <a:t>La </a:t>
            </a:r>
            <a:r>
              <a:rPr b="1" lang="fr-FR" sz="1200" spc="-1" strike="noStrike">
                <a:solidFill>
                  <a:schemeClr val="lt1"/>
                </a:solidFill>
                <a:latin typeface="Times New Roman"/>
              </a:rPr>
              <a:t>pharmacologie </a:t>
            </a:r>
            <a:r>
              <a:rPr b="0" lang="fr-FR" sz="1200" spc="-1" strike="noStrike">
                <a:solidFill>
                  <a:schemeClr val="lt1"/>
                </a:solidFill>
                <a:latin typeface="Times New Roman"/>
              </a:rPr>
              <a:t>est l'étude des médicaments, de leur action et de leur emploi. </a:t>
            </a:r>
            <a:endParaRPr b="0" lang="en-US" sz="1200" spc="-1" strike="noStrike">
              <a:solidFill>
                <a:srgbClr val="000000"/>
              </a:solidFill>
              <a:latin typeface="Calibri"/>
            </a:endParaRPr>
          </a:p>
          <a:p>
            <a:pPr indent="0" defTabSz="914400">
              <a:lnSpc>
                <a:spcPct val="100000"/>
              </a:lnSpc>
              <a:buNone/>
              <a:tabLst>
                <a:tab algn="l" pos="0"/>
              </a:tabLst>
            </a:pPr>
            <a:endParaRPr b="0" lang="en-US" sz="1200" spc="-1" strike="noStrike">
              <a:solidFill>
                <a:srgbClr val="000000"/>
              </a:solidFill>
              <a:latin typeface="Calibri"/>
            </a:endParaRPr>
          </a:p>
          <a:p>
            <a:pPr indent="0" defTabSz="914400">
              <a:lnSpc>
                <a:spcPct val="100000"/>
              </a:lnSpc>
              <a:buNone/>
              <a:tabLst>
                <a:tab algn="l" pos="0"/>
              </a:tabLst>
            </a:pPr>
            <a:r>
              <a:rPr b="0" lang="fr-FR" sz="1200" spc="-1" strike="noStrike">
                <a:solidFill>
                  <a:schemeClr val="accent6">
                    <a:lumMod val="50000"/>
                  </a:schemeClr>
                </a:solidFill>
                <a:latin typeface="Times New Roman"/>
              </a:rPr>
              <a:t>peut être défini comme toute substance introduite dans un organisme vivant, animal ou homme, ou appliquée sur cet organisme, en vue de prévenir ou de guérir une maladie, ou seulement d'atténuer certaines de ses manifestations, ou encore d'établir un diagnostic. </a:t>
            </a:r>
            <a:endParaRPr b="0" lang="en-US" sz="1200" spc="-1" strike="noStrike">
              <a:solidFill>
                <a:srgbClr val="000000"/>
              </a:solidFill>
              <a:latin typeface="Calibri"/>
            </a:endParaRPr>
          </a:p>
          <a:p>
            <a:pPr indent="0" defTabSz="914400">
              <a:lnSpc>
                <a:spcPct val="100000"/>
              </a:lnSpc>
              <a:buNone/>
              <a:tabLst>
                <a:tab algn="l" pos="0"/>
              </a:tabLst>
            </a:pPr>
            <a:endParaRPr b="0" lang="en-US" sz="1200" spc="-1" strike="noStrike">
              <a:solidFill>
                <a:srgbClr val="000000"/>
              </a:solidFill>
              <a:latin typeface="Calibri"/>
            </a:endParaRPr>
          </a:p>
          <a:p>
            <a:pPr indent="0" defTabSz="914400">
              <a:lnSpc>
                <a:spcPct val="100000"/>
              </a:lnSpc>
              <a:buNone/>
              <a:tabLst>
                <a:tab algn="l" pos="0"/>
              </a:tabLst>
            </a:pPr>
            <a:endParaRPr b="0" lang="en-US" sz="1200" spc="-1" strike="noStrike">
              <a:solidFill>
                <a:srgbClr val="000000"/>
              </a:solidFill>
              <a:latin typeface="Calibri"/>
            </a:endParaRPr>
          </a:p>
          <a:p>
            <a:pPr indent="0" defTabSz="914400">
              <a:lnSpc>
                <a:spcPct val="100000"/>
              </a:lnSpc>
              <a:buNone/>
              <a:tabLst>
                <a:tab algn="l" pos="0"/>
              </a:tabLst>
            </a:pPr>
            <a:endParaRPr b="0" lang="en-US" sz="1200" spc="-1" strike="noStrike">
              <a:solidFill>
                <a:srgbClr val="000000"/>
              </a:solidFill>
              <a:latin typeface="Calibri"/>
            </a:endParaRPr>
          </a:p>
          <a:p>
            <a:pPr indent="0" defTabSz="914400">
              <a:lnSpc>
                <a:spcPct val="100000"/>
              </a:lnSpc>
              <a:buNone/>
              <a:tabLst>
                <a:tab algn="l" pos="0"/>
              </a:tabLst>
            </a:pPr>
            <a:r>
              <a:rPr b="0" lang="fr-FR" sz="1200" spc="-1" strike="noStrike">
                <a:solidFill>
                  <a:schemeClr val="lt1"/>
                </a:solidFill>
                <a:latin typeface="Times New Roman"/>
              </a:rPr>
              <a:t>Un médicament est une molécule bien définie, dont le devenir dans l'organisme est connu et dont les effets bénéfiques sont apparus suffisamment importants par rapport aux effets indésirables pour qu'il obtienne l'autorisation de mise sur le marché. Cette molécule bien définie, en fonction de sa structure, interagit avec une cible de notre propre organisme ou celle d'un germe et provoque des effets liés à la modification du fonctionnement de cette cible. Ses effets bénéfiques, ses indications et souvent ses effets indésirables en découlent. Le médicament n'est pas un objet mystérieux ou magique. </a:t>
            </a:r>
            <a:endParaRPr b="0" lang="en-US" sz="1200" spc="-1" strike="noStrike">
              <a:solidFill>
                <a:srgbClr val="000000"/>
              </a:solidFill>
              <a:latin typeface="Calibri"/>
            </a:endParaRPr>
          </a:p>
          <a:p>
            <a:pPr indent="0" defTabSz="914400">
              <a:lnSpc>
                <a:spcPct val="100000"/>
              </a:lnSpc>
              <a:buNone/>
              <a:tabLst>
                <a:tab algn="l" pos="0"/>
              </a:tabLst>
            </a:pPr>
            <a:endParaRPr b="0" lang="en-US" sz="1200" spc="-1" strike="noStrike">
              <a:solidFill>
                <a:srgbClr val="000000"/>
              </a:solidFill>
              <a:latin typeface="Calibri"/>
            </a:endParaRPr>
          </a:p>
        </p:txBody>
      </p:sp>
      <p:sp>
        <p:nvSpPr>
          <p:cNvPr id="388" name="PlaceHolder 3"/>
          <p:cNvSpPr>
            <a:spLocks noGrp="1"/>
          </p:cNvSpPr>
          <p:nvPr>
            <p:ph type="sldNum" idx="75"/>
          </p:nvPr>
        </p:nvSpPr>
        <p:spPr>
          <a:xfrm>
            <a:off x="3884760" y="8685360"/>
            <a:ext cx="2971440" cy="456840"/>
          </a:xfrm>
          <a:prstGeom prst="rect">
            <a:avLst/>
          </a:prstGeom>
          <a:noFill/>
          <a:ln w="0">
            <a:noFill/>
          </a:ln>
        </p:spPr>
        <p:txBody>
          <a:bodyPr lIns="91440" rIns="91440" tIns="45720" bIns="45720" anchor="b">
            <a:noAutofit/>
          </a:bodyPr>
          <a:lstStyle>
            <a:lvl1pPr indent="0" algn="r" defTabSz="914400">
              <a:lnSpc>
                <a:spcPct val="100000"/>
              </a:lnSpc>
              <a:buNone/>
              <a:defRPr b="0" lang="fr-FR" sz="1200" spc="-1" strike="noStrike">
                <a:solidFill>
                  <a:schemeClr val="dk1"/>
                </a:solidFill>
                <a:latin typeface="+mn-lt"/>
                <a:ea typeface="+mn-ea"/>
              </a:defRPr>
            </a:lvl1pPr>
          </a:lstStyle>
          <a:p>
            <a:pPr indent="0" algn="r" defTabSz="914400">
              <a:lnSpc>
                <a:spcPct val="100000"/>
              </a:lnSpc>
              <a:buNone/>
            </a:pPr>
            <a:fld id="{72AE00E6-C48C-4866-9DF1-E8304843C8A1}" type="slidenum">
              <a:rPr b="0" lang="fr-FR" sz="1200" spc="-1" strike="noStrike">
                <a:solidFill>
                  <a:schemeClr val="dk1"/>
                </a:solidFill>
                <a:latin typeface="+mn-lt"/>
                <a:ea typeface="+mn-ea"/>
              </a:rPr>
              <a:t>10</a:t>
            </a:fld>
            <a:endParaRPr b="0" lang="en-US" sz="1200" spc="-1" strike="noStrike">
              <a:solidFill>
                <a:srgbClr val="000000"/>
              </a:solidFill>
              <a:latin typeface="Calibri"/>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sldImg"/>
          </p:nvPr>
        </p:nvSpPr>
        <p:spPr>
          <a:xfrm>
            <a:off x="1143000" y="685800"/>
            <a:ext cx="4571640" cy="3428640"/>
          </a:xfrm>
          <a:prstGeom prst="rect">
            <a:avLst/>
          </a:prstGeom>
          <a:ln w="0">
            <a:noFill/>
          </a:ln>
        </p:spPr>
      </p:sp>
      <p:sp>
        <p:nvSpPr>
          <p:cNvPr id="39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rmAutofit/>
          </a:bodyPr>
          <a:p>
            <a:pPr marL="216000" indent="-216000">
              <a:buNone/>
            </a:pPr>
            <a:endParaRPr b="0" lang="en-US" sz="1800" spc="-1" strike="noStrike">
              <a:solidFill>
                <a:srgbClr val="000000"/>
              </a:solidFill>
              <a:latin typeface="Calibri"/>
            </a:endParaRPr>
          </a:p>
        </p:txBody>
      </p:sp>
      <p:sp>
        <p:nvSpPr>
          <p:cNvPr id="391" name="PlaceHolder 3"/>
          <p:cNvSpPr>
            <a:spLocks noGrp="1"/>
          </p:cNvSpPr>
          <p:nvPr>
            <p:ph type="sldNum" idx="76"/>
          </p:nvPr>
        </p:nvSpPr>
        <p:spPr>
          <a:xfrm>
            <a:off x="3884760" y="8685360"/>
            <a:ext cx="2971440" cy="456840"/>
          </a:xfrm>
          <a:prstGeom prst="rect">
            <a:avLst/>
          </a:prstGeom>
          <a:noFill/>
          <a:ln w="0">
            <a:noFill/>
          </a:ln>
        </p:spPr>
        <p:txBody>
          <a:bodyPr lIns="91440" rIns="91440" tIns="45720" bIns="45720" anchor="b">
            <a:noAutofit/>
          </a:bodyPr>
          <a:lstStyle>
            <a:lvl1pPr indent="0" algn="r" defTabSz="914400">
              <a:lnSpc>
                <a:spcPct val="100000"/>
              </a:lnSpc>
              <a:buNone/>
              <a:defRPr b="0" lang="fr-FR" sz="1200" spc="-1" strike="noStrike">
                <a:solidFill>
                  <a:schemeClr val="dk1"/>
                </a:solidFill>
                <a:latin typeface="+mn-lt"/>
                <a:ea typeface="+mn-ea"/>
              </a:defRPr>
            </a:lvl1pPr>
          </a:lstStyle>
          <a:p>
            <a:pPr indent="0" algn="r" defTabSz="914400">
              <a:lnSpc>
                <a:spcPct val="100000"/>
              </a:lnSpc>
              <a:buNone/>
            </a:pPr>
            <a:fld id="{08E97E20-3D9F-437D-A3BA-9FC7D5A4E7EE}" type="slidenum">
              <a:rPr b="0" lang="fr-FR" sz="1200" spc="-1" strike="noStrike">
                <a:solidFill>
                  <a:schemeClr val="dk1"/>
                </a:solidFill>
                <a:latin typeface="+mn-lt"/>
                <a:ea typeface="+mn-ea"/>
              </a:rPr>
              <a:t>11</a:t>
            </a:fld>
            <a:endParaRPr b="0" lang="en-US" sz="1200" spc="-1" strike="noStrike">
              <a:solidFill>
                <a:srgbClr val="000000"/>
              </a:solidFill>
              <a:latin typeface="Calibri"/>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sldImg"/>
          </p:nvPr>
        </p:nvSpPr>
        <p:spPr>
          <a:xfrm>
            <a:off x="1143000" y="685800"/>
            <a:ext cx="4571640" cy="3428640"/>
          </a:xfrm>
          <a:prstGeom prst="rect">
            <a:avLst/>
          </a:prstGeom>
          <a:ln w="0">
            <a:noFill/>
          </a:ln>
        </p:spPr>
      </p:sp>
      <p:sp>
        <p:nvSpPr>
          <p:cNvPr id="39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rmAutofit/>
          </a:bodyPr>
          <a:p>
            <a:pPr marL="216000" indent="-216000">
              <a:buNone/>
            </a:pPr>
            <a:endParaRPr b="0" lang="en-US" sz="1800" spc="-1" strike="noStrike">
              <a:solidFill>
                <a:srgbClr val="000000"/>
              </a:solidFill>
              <a:latin typeface="Calibri"/>
            </a:endParaRPr>
          </a:p>
        </p:txBody>
      </p:sp>
      <p:sp>
        <p:nvSpPr>
          <p:cNvPr id="394" name="PlaceHolder 3"/>
          <p:cNvSpPr>
            <a:spLocks noGrp="1"/>
          </p:cNvSpPr>
          <p:nvPr>
            <p:ph type="sldNum" idx="77"/>
          </p:nvPr>
        </p:nvSpPr>
        <p:spPr>
          <a:xfrm>
            <a:off x="3884760" y="8685360"/>
            <a:ext cx="2971440" cy="456840"/>
          </a:xfrm>
          <a:prstGeom prst="rect">
            <a:avLst/>
          </a:prstGeom>
          <a:noFill/>
          <a:ln w="0">
            <a:noFill/>
          </a:ln>
        </p:spPr>
        <p:txBody>
          <a:bodyPr lIns="91440" rIns="91440" tIns="45720" bIns="45720" anchor="b">
            <a:noAutofit/>
          </a:bodyPr>
          <a:lstStyle>
            <a:lvl1pPr indent="0" algn="r" defTabSz="914400">
              <a:lnSpc>
                <a:spcPct val="100000"/>
              </a:lnSpc>
              <a:buNone/>
              <a:defRPr b="0" lang="fr-FR" sz="1200" spc="-1" strike="noStrike">
                <a:solidFill>
                  <a:schemeClr val="dk1"/>
                </a:solidFill>
                <a:latin typeface="+mn-lt"/>
                <a:ea typeface="+mn-ea"/>
              </a:defRPr>
            </a:lvl1pPr>
          </a:lstStyle>
          <a:p>
            <a:pPr indent="0" algn="r" defTabSz="914400">
              <a:lnSpc>
                <a:spcPct val="100000"/>
              </a:lnSpc>
              <a:buNone/>
            </a:pPr>
            <a:fld id="{88F67EE3-544F-40A0-A1E7-CCD46F267B29}" type="slidenum">
              <a:rPr b="0" lang="fr-FR" sz="1200" spc="-1" strike="noStrike">
                <a:solidFill>
                  <a:schemeClr val="dk1"/>
                </a:solidFill>
                <a:latin typeface="+mn-lt"/>
                <a:ea typeface="+mn-ea"/>
              </a:rPr>
              <a:t>12</a:t>
            </a:fld>
            <a:endParaRPr b="0" lang="en-US" sz="1200" spc="-1" strike="noStrike">
              <a:solidFill>
                <a:srgbClr val="000000"/>
              </a:solidFill>
              <a:latin typeface="Calibri"/>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sldImg"/>
          </p:nvPr>
        </p:nvSpPr>
        <p:spPr>
          <a:xfrm>
            <a:off x="1143000" y="685800"/>
            <a:ext cx="4571640" cy="3428640"/>
          </a:xfrm>
          <a:prstGeom prst="rect">
            <a:avLst/>
          </a:prstGeom>
          <a:ln w="0">
            <a:noFill/>
          </a:ln>
        </p:spPr>
      </p:sp>
      <p:sp>
        <p:nvSpPr>
          <p:cNvPr id="39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rmAutofit/>
          </a:bodyPr>
          <a:p>
            <a:pPr marL="216000" indent="-216000">
              <a:buNone/>
            </a:pPr>
            <a:endParaRPr b="0" lang="en-US" sz="1800" spc="-1" strike="noStrike">
              <a:solidFill>
                <a:srgbClr val="000000"/>
              </a:solidFill>
              <a:latin typeface="Calibri"/>
            </a:endParaRPr>
          </a:p>
        </p:txBody>
      </p:sp>
      <p:sp>
        <p:nvSpPr>
          <p:cNvPr id="397" name="PlaceHolder 3"/>
          <p:cNvSpPr>
            <a:spLocks noGrp="1"/>
          </p:cNvSpPr>
          <p:nvPr>
            <p:ph type="sldNum" idx="78"/>
          </p:nvPr>
        </p:nvSpPr>
        <p:spPr>
          <a:xfrm>
            <a:off x="3884760" y="8685360"/>
            <a:ext cx="2971440" cy="456840"/>
          </a:xfrm>
          <a:prstGeom prst="rect">
            <a:avLst/>
          </a:prstGeom>
          <a:noFill/>
          <a:ln w="0">
            <a:noFill/>
          </a:ln>
        </p:spPr>
        <p:txBody>
          <a:bodyPr lIns="91440" rIns="91440" tIns="45720" bIns="45720" anchor="b">
            <a:noAutofit/>
          </a:bodyPr>
          <a:lstStyle>
            <a:lvl1pPr indent="0" algn="r" defTabSz="914400">
              <a:lnSpc>
                <a:spcPct val="100000"/>
              </a:lnSpc>
              <a:buNone/>
              <a:defRPr b="0" lang="fr-FR" sz="1200" spc="-1" strike="noStrike">
                <a:solidFill>
                  <a:schemeClr val="dk1"/>
                </a:solidFill>
                <a:latin typeface="+mn-lt"/>
                <a:ea typeface="+mn-ea"/>
              </a:defRPr>
            </a:lvl1pPr>
          </a:lstStyle>
          <a:p>
            <a:pPr indent="0" algn="r" defTabSz="914400">
              <a:lnSpc>
                <a:spcPct val="100000"/>
              </a:lnSpc>
              <a:buNone/>
            </a:pPr>
            <a:fld id="{ACDBEEAF-9DD0-45ED-B0D7-BA8EC5ECBC8E}" type="slidenum">
              <a:rPr b="0" lang="fr-FR" sz="1200" spc="-1" strike="noStrike">
                <a:solidFill>
                  <a:schemeClr val="dk1"/>
                </a:solidFill>
                <a:latin typeface="+mn-lt"/>
                <a:ea typeface="+mn-ea"/>
              </a:rPr>
              <a:t>13</a:t>
            </a:fld>
            <a:endParaRPr b="0" lang="en-US" sz="1200" spc="-1" strike="noStrike">
              <a:solidFill>
                <a:srgbClr val="000000"/>
              </a:solidFill>
              <a:latin typeface="Calibri"/>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PlaceHolder 1"/>
          <p:cNvSpPr>
            <a:spLocks noGrp="1"/>
          </p:cNvSpPr>
          <p:nvPr>
            <p:ph type="sldImg"/>
          </p:nvPr>
        </p:nvSpPr>
        <p:spPr>
          <a:xfrm>
            <a:off x="1143000" y="685800"/>
            <a:ext cx="4571640" cy="3428640"/>
          </a:xfrm>
          <a:prstGeom prst="rect">
            <a:avLst/>
          </a:prstGeom>
          <a:ln w="0">
            <a:noFill/>
          </a:ln>
        </p:spPr>
      </p:sp>
      <p:sp>
        <p:nvSpPr>
          <p:cNvPr id="39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rmAutofit/>
          </a:bodyPr>
          <a:p>
            <a:pPr marL="216000" indent="-216000">
              <a:buNone/>
            </a:pPr>
            <a:endParaRPr b="0" lang="en-US" sz="1800" spc="-1" strike="noStrike">
              <a:solidFill>
                <a:srgbClr val="000000"/>
              </a:solidFill>
              <a:latin typeface="Calibri"/>
            </a:endParaRPr>
          </a:p>
        </p:txBody>
      </p:sp>
      <p:sp>
        <p:nvSpPr>
          <p:cNvPr id="400" name="PlaceHolder 3"/>
          <p:cNvSpPr>
            <a:spLocks noGrp="1"/>
          </p:cNvSpPr>
          <p:nvPr>
            <p:ph type="sldNum" idx="79"/>
          </p:nvPr>
        </p:nvSpPr>
        <p:spPr>
          <a:xfrm>
            <a:off x="3884760" y="8685360"/>
            <a:ext cx="2971440" cy="456840"/>
          </a:xfrm>
          <a:prstGeom prst="rect">
            <a:avLst/>
          </a:prstGeom>
          <a:noFill/>
          <a:ln w="0">
            <a:noFill/>
          </a:ln>
        </p:spPr>
        <p:txBody>
          <a:bodyPr lIns="91440" rIns="91440" tIns="45720" bIns="45720" anchor="b">
            <a:noAutofit/>
          </a:bodyPr>
          <a:lstStyle>
            <a:lvl1pPr indent="0" algn="r" defTabSz="914400">
              <a:lnSpc>
                <a:spcPct val="100000"/>
              </a:lnSpc>
              <a:buNone/>
              <a:defRPr b="0" lang="fr-FR" sz="1200" spc="-1" strike="noStrike">
                <a:solidFill>
                  <a:schemeClr val="dk1"/>
                </a:solidFill>
                <a:latin typeface="+mn-lt"/>
                <a:ea typeface="+mn-ea"/>
              </a:defRPr>
            </a:lvl1pPr>
          </a:lstStyle>
          <a:p>
            <a:pPr indent="0" algn="r" defTabSz="914400">
              <a:lnSpc>
                <a:spcPct val="100000"/>
              </a:lnSpc>
              <a:buNone/>
            </a:pPr>
            <a:fld id="{874A774F-6458-4D9D-9404-2AE1B1EC5586}" type="slidenum">
              <a:rPr b="0" lang="fr-FR" sz="1200" spc="-1" strike="noStrike">
                <a:solidFill>
                  <a:schemeClr val="dk1"/>
                </a:solidFill>
                <a:latin typeface="+mn-lt"/>
                <a:ea typeface="+mn-ea"/>
              </a:rPr>
              <a:t>&lt;number&gt;</a:t>
            </a:fld>
            <a:endParaRPr b="0" lang="en-US" sz="1200" spc="-1" strike="noStrike">
              <a:solidFill>
                <a:srgbClr val="000000"/>
              </a:solidFill>
              <a:latin typeface="Calibri"/>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sldImg"/>
          </p:nvPr>
        </p:nvSpPr>
        <p:spPr>
          <a:xfrm>
            <a:off x="1143000" y="685800"/>
            <a:ext cx="4571640" cy="3428640"/>
          </a:xfrm>
          <a:prstGeom prst="rect">
            <a:avLst/>
          </a:prstGeom>
          <a:ln w="0">
            <a:noFill/>
          </a:ln>
        </p:spPr>
      </p:sp>
      <p:sp>
        <p:nvSpPr>
          <p:cNvPr id="40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rmAutofit/>
          </a:bodyPr>
          <a:p>
            <a:pPr marL="216000" indent="-216000">
              <a:buNone/>
            </a:pPr>
            <a:endParaRPr b="0" lang="en-US" sz="1800" spc="-1" strike="noStrike">
              <a:solidFill>
                <a:srgbClr val="000000"/>
              </a:solidFill>
              <a:latin typeface="Calibri"/>
            </a:endParaRPr>
          </a:p>
        </p:txBody>
      </p:sp>
      <p:sp>
        <p:nvSpPr>
          <p:cNvPr id="403" name="PlaceHolder 3"/>
          <p:cNvSpPr>
            <a:spLocks noGrp="1"/>
          </p:cNvSpPr>
          <p:nvPr>
            <p:ph type="sldNum" idx="80"/>
          </p:nvPr>
        </p:nvSpPr>
        <p:spPr>
          <a:xfrm>
            <a:off x="3884760" y="8685360"/>
            <a:ext cx="2971440" cy="456840"/>
          </a:xfrm>
          <a:prstGeom prst="rect">
            <a:avLst/>
          </a:prstGeom>
          <a:noFill/>
          <a:ln w="0">
            <a:noFill/>
          </a:ln>
        </p:spPr>
        <p:txBody>
          <a:bodyPr lIns="91440" rIns="91440" tIns="45720" bIns="45720" anchor="b">
            <a:noAutofit/>
          </a:bodyPr>
          <a:lstStyle>
            <a:lvl1pPr indent="0" algn="r" defTabSz="914400">
              <a:lnSpc>
                <a:spcPct val="100000"/>
              </a:lnSpc>
              <a:buNone/>
              <a:defRPr b="0" lang="fr-FR" sz="1200" spc="-1" strike="noStrike">
                <a:solidFill>
                  <a:schemeClr val="dk1"/>
                </a:solidFill>
                <a:latin typeface="+mn-lt"/>
                <a:ea typeface="+mn-ea"/>
              </a:defRPr>
            </a:lvl1pPr>
          </a:lstStyle>
          <a:p>
            <a:pPr indent="0" algn="r" defTabSz="914400">
              <a:lnSpc>
                <a:spcPct val="100000"/>
              </a:lnSpc>
              <a:buNone/>
            </a:pPr>
            <a:fld id="{38788DBE-F9A3-4B57-A218-FB0072258E4C}" type="slidenum">
              <a:rPr b="0" lang="fr-FR" sz="1200" spc="-1" strike="noStrike">
                <a:solidFill>
                  <a:schemeClr val="dk1"/>
                </a:solidFill>
                <a:latin typeface="+mn-lt"/>
                <a:ea typeface="+mn-ea"/>
              </a:rPr>
              <a:t>&lt;number&gt;</a:t>
            </a:fld>
            <a:endParaRPr b="0" lang="en-US" sz="1200" spc="-1" strike="noStrike">
              <a:solidFill>
                <a:srgbClr val="000000"/>
              </a:solidFill>
              <a:latin typeface="Calibri"/>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sldNum" idx="8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fr-FR" sz="1200" spc="-1" strike="noStrike">
                <a:solidFill>
                  <a:srgbClr val="000000"/>
                </a:solidFill>
                <a:latin typeface="Calibri"/>
              </a:defRPr>
            </a:lvl1pPr>
          </a:lstStyle>
          <a:p>
            <a:pPr indent="0" algn="r">
              <a:lnSpc>
                <a:spcPct val="100000"/>
              </a:lnSpc>
              <a:buNone/>
            </a:pPr>
            <a:fld id="{2DB31982-382E-436B-B29F-B963B1C94631}" type="slidenum">
              <a:rPr b="0" lang="fr-FR" sz="1200" spc="-1" strike="noStrike">
                <a:solidFill>
                  <a:srgbClr val="000000"/>
                </a:solidFill>
                <a:latin typeface="Calibri"/>
              </a:rPr>
              <a:t>&lt;number&gt;</a:t>
            </a:fld>
            <a:endParaRPr b="0" lang="en-US" sz="1200" spc="-1" strike="noStrike">
              <a:solidFill>
                <a:srgbClr val="000000"/>
              </a:solidFill>
              <a:latin typeface="Calibri"/>
            </a:endParaRPr>
          </a:p>
        </p:txBody>
      </p:sp>
      <p:sp>
        <p:nvSpPr>
          <p:cNvPr id="405" name="PlaceHolder 2"/>
          <p:cNvSpPr>
            <a:spLocks noGrp="1"/>
          </p:cNvSpPr>
          <p:nvPr>
            <p:ph type="sldImg"/>
          </p:nvPr>
        </p:nvSpPr>
        <p:spPr>
          <a:xfrm>
            <a:off x="1143000" y="685800"/>
            <a:ext cx="4571640" cy="3428640"/>
          </a:xfrm>
          <a:prstGeom prst="rect">
            <a:avLst/>
          </a:prstGeom>
          <a:ln w="0">
            <a:noFill/>
          </a:ln>
        </p:spPr>
      </p:sp>
      <p:sp>
        <p:nvSpPr>
          <p:cNvPr id="406" name="PlaceHolder 3"/>
          <p:cNvSpPr>
            <a:spLocks noGrp="1"/>
          </p:cNvSpPr>
          <p:nvPr>
            <p:ph type="body"/>
          </p:nvPr>
        </p:nvSpPr>
        <p:spPr>
          <a:xfrm>
            <a:off x="-1371600" y="4343400"/>
            <a:ext cx="82292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Calibri"/>
              </a:rPr>
              <a:t>La morphine est un alacaloïde,</a:t>
            </a:r>
            <a:endParaRPr b="0" lang="en-US" sz="2000" spc="-1" strike="noStrike">
              <a:solidFill>
                <a:srgbClr val="000000"/>
              </a:solidFill>
              <a:latin typeface="Calibri"/>
            </a:endParaRPr>
          </a:p>
          <a:p>
            <a:pPr marL="216000" indent="0">
              <a:lnSpc>
                <a:spcPct val="100000"/>
              </a:lnSpc>
              <a:buNone/>
            </a:pPr>
            <a:r>
              <a:rPr b="0" lang="fr-FR" sz="2000" spc="-1" strike="noStrike">
                <a:solidFill>
                  <a:srgbClr val="000000"/>
                </a:solidFill>
                <a:latin typeface="Calibri"/>
              </a:rPr>
              <a:t>Un alcaloïde est une substance alacaline d’origine naturelle ayant des effets pharmacologiques intenses à très faible dose,</a:t>
            </a:r>
            <a:endParaRPr b="0" lang="en-US" sz="2000" spc="-1" strike="noStrike">
              <a:solidFill>
                <a:srgbClr val="000000"/>
              </a:solidFill>
              <a:latin typeface="Calibri"/>
            </a:endParaRPr>
          </a:p>
          <a:p>
            <a:pPr marL="216000" indent="0">
              <a:lnSpc>
                <a:spcPct val="100000"/>
              </a:lnSpc>
              <a:buNone/>
            </a:pPr>
            <a:r>
              <a:rPr b="0" lang="fr-FR" sz="2000" spc="-1" strike="noStrike">
                <a:solidFill>
                  <a:srgbClr val="000000"/>
                </a:solidFill>
                <a:latin typeface="Calibri"/>
              </a:rPr>
              <a:t>C’est un alcaloïde du pavot, papaver somniferum, de la famille du coquelicot mais à fleurs blanches,</a:t>
            </a:r>
            <a:endParaRPr b="0" lang="en-US" sz="2000" spc="-1" strike="noStrike">
              <a:solidFill>
                <a:srgbClr val="000000"/>
              </a:solidFill>
              <a:latin typeface="Calibri"/>
            </a:endParaRPr>
          </a:p>
          <a:p>
            <a:pPr marL="216000" indent="0">
              <a:lnSpc>
                <a:spcPct val="100000"/>
              </a:lnSpc>
              <a:buNone/>
            </a:pPr>
            <a:r>
              <a:rPr b="0" lang="fr-FR" sz="2000" spc="-1" strike="noStrike">
                <a:solidFill>
                  <a:srgbClr val="000000"/>
                </a:solidFill>
                <a:latin typeface="Calibri"/>
              </a:rPr>
              <a:t>La morphine n’est pas le seul alcalodie du pavot; le jus qui s’écoule à l’incision des capsules de pavot, latex visqueux qu’on appelle l’opium contient une vingtaine d’alcaloïdes,</a:t>
            </a:r>
            <a:endParaRPr b="0" lang="en-US" sz="2000" spc="-1" strike="noStrike">
              <a:solidFill>
                <a:srgbClr val="000000"/>
              </a:solidFill>
              <a:latin typeface="Calibri"/>
            </a:endParaRPr>
          </a:p>
          <a:p>
            <a:pPr marL="216000" indent="0">
              <a:lnSpc>
                <a:spcPct val="100000"/>
              </a:lnSpc>
              <a:buNone/>
            </a:pPr>
            <a:r>
              <a:rPr b="0" lang="fr-FR" sz="2000" spc="-1" strike="noStrike">
                <a:solidFill>
                  <a:srgbClr val="000000"/>
                </a:solidFill>
                <a:latin typeface="Calibri"/>
              </a:rPr>
              <a:t>Les substances dérivées de l’opium sont les opiacés,</a:t>
            </a:r>
            <a:endParaRPr b="0" lang="en-US" sz="2000" spc="-1" strike="noStrike">
              <a:solidFill>
                <a:srgbClr val="000000"/>
              </a:solidFill>
              <a:latin typeface="Calibri"/>
            </a:endParaRPr>
          </a:p>
          <a:p>
            <a:pPr marL="216000" indent="0">
              <a:lnSpc>
                <a:spcPct val="100000"/>
              </a:lnSpc>
              <a:buNone/>
            </a:pPr>
            <a:r>
              <a:rPr b="0" lang="fr-FR" sz="2000" spc="-1" strike="noStrike">
                <a:solidFill>
                  <a:srgbClr val="000000"/>
                </a:solidFill>
                <a:latin typeface="Calibri"/>
              </a:rPr>
              <a:t>Certaines substances analogues chimiques ont des actions antagonistes de la morphine; agonistes et antagonistes sont les substances opioïdes,</a:t>
            </a:r>
            <a:endParaRPr b="0" lang="en-US" sz="2000" spc="-1" strike="noStrike">
              <a:solidFill>
                <a:srgbClr val="000000"/>
              </a:solidFill>
              <a:latin typeface="Calibri"/>
            </a:endParaRPr>
          </a:p>
          <a:p>
            <a:pPr marL="216000" indent="0">
              <a:lnSpc>
                <a:spcPct val="100000"/>
              </a:lnSpc>
              <a:buNone/>
            </a:pPr>
            <a:r>
              <a:rPr b="0" lang="fr-FR" sz="2000" spc="-1" strike="noStrike">
                <a:solidFill>
                  <a:srgbClr val="000000"/>
                </a:solidFill>
                <a:latin typeface="Calibri"/>
              </a:rPr>
              <a:t>Alors que l’opium, la morphine et ses dérivés sont utilisés depuis des millénaires, ce n’est qu’à la fin du XX°siècle que l’on a découvert que l’organisme était capable de fabriquer des subtances ayant la même action que la morphine, ces morphines endogènes « endorphines », n’ont  absolument pas la même structure chimique, ce sont des protéines mais leur conformation dans l’espace leur permet de se lier aux récepteurs spécifiques qui acceptent les morphiniques. </a:t>
            </a:r>
            <a:endParaRPr b="0" lang="en-US" sz="2000" spc="-1" strike="noStrike">
              <a:solidFill>
                <a:srgbClr val="000000"/>
              </a:solidFill>
              <a:latin typeface="Calibri"/>
            </a:endParaRPr>
          </a:p>
          <a:p>
            <a:pPr marL="216000" indent="0">
              <a:lnSpc>
                <a:spcPct val="100000"/>
              </a:lnSpc>
              <a:buNone/>
            </a:pPr>
            <a:r>
              <a:rPr b="0" lang="fr-FR" sz="2000" spc="-1" strike="noStrike">
                <a:solidFill>
                  <a:srgbClr val="000000"/>
                </a:solidFill>
                <a:latin typeface="Calibri"/>
              </a:rPr>
              <a:t> </a:t>
            </a:r>
            <a:r>
              <a:rPr b="0" lang="fr-FR" sz="2000" spc="-1" strike="noStrike">
                <a:solidFill>
                  <a:srgbClr val="000000"/>
                </a:solidFill>
                <a:latin typeface="Calibri"/>
              </a:rPr>
              <a:t>C’est Seturner vers 1800qui a isolé le premier la morphine de l’opium.  </a:t>
            </a:r>
            <a:endParaRPr b="0" lang="en-US" sz="2000" spc="-1" strike="noStrike">
              <a:solidFill>
                <a:srgbClr val="000000"/>
              </a:solidFill>
              <a:latin typeface="Calibri"/>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PlaceHolder 1"/>
          <p:cNvSpPr>
            <a:spLocks noGrp="1"/>
          </p:cNvSpPr>
          <p:nvPr>
            <p:ph type="sldImg"/>
          </p:nvPr>
        </p:nvSpPr>
        <p:spPr>
          <a:xfrm>
            <a:off x="1143000" y="685800"/>
            <a:ext cx="4571640" cy="3428640"/>
          </a:xfrm>
          <a:prstGeom prst="rect">
            <a:avLst/>
          </a:prstGeom>
          <a:ln w="0">
            <a:noFill/>
          </a:ln>
        </p:spPr>
      </p:sp>
      <p:sp>
        <p:nvSpPr>
          <p:cNvPr id="40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rmAutofit/>
          </a:bodyPr>
          <a:p>
            <a:pPr marL="216000" indent="0">
              <a:lnSpc>
                <a:spcPct val="100000"/>
              </a:lnSpc>
              <a:buNone/>
            </a:pPr>
            <a:r>
              <a:rPr b="1" lang="fr-FR" sz="1200" spc="-1" strike="noStrike" u="sng">
                <a:solidFill>
                  <a:schemeClr val="accent5">
                    <a:lumMod val="50000"/>
                  </a:schemeClr>
                </a:solidFill>
                <a:uFillTx/>
                <a:latin typeface="Times New Roman"/>
              </a:rPr>
              <a:t>Médicaments d ’origine microbiologique:</a:t>
            </a:r>
            <a:endParaRPr b="0" lang="en-US" sz="1200" spc="-1" strike="noStrike">
              <a:solidFill>
                <a:srgbClr val="000000"/>
              </a:solidFill>
              <a:latin typeface="Calibri"/>
            </a:endParaRPr>
          </a:p>
          <a:p>
            <a:pPr marL="216000" indent="0">
              <a:lnSpc>
                <a:spcPct val="100000"/>
              </a:lnSpc>
              <a:buNone/>
            </a:pPr>
            <a:endParaRPr b="0" lang="en-US" sz="1100" spc="-1" strike="noStrike">
              <a:solidFill>
                <a:srgbClr val="000000"/>
              </a:solidFill>
              <a:latin typeface="Calibri"/>
            </a:endParaRPr>
          </a:p>
          <a:p>
            <a:pPr marL="216000" indent="0">
              <a:lnSpc>
                <a:spcPct val="100000"/>
              </a:lnSpc>
              <a:buNone/>
            </a:pPr>
            <a:r>
              <a:rPr b="0" lang="fr-FR" sz="1200" spc="-1" strike="noStrike">
                <a:solidFill>
                  <a:srgbClr val="000000"/>
                </a:solidFill>
                <a:latin typeface="Times New Roman"/>
              </a:rPr>
              <a:t>Il s’agit des vaccins. Obtenus à partir de bactéries ou de virus atténués ou tués, ils confèrent après injection une immunité contre les infections correspondantes.</a:t>
            </a:r>
            <a:endParaRPr b="0" lang="en-US" sz="1200" spc="-1" strike="noStrike">
              <a:solidFill>
                <a:srgbClr val="000000"/>
              </a:solidFill>
              <a:latin typeface="Calibri"/>
            </a:endParaRPr>
          </a:p>
          <a:p>
            <a:pPr marL="216000" indent="0">
              <a:lnSpc>
                <a:spcPct val="100000"/>
              </a:lnSpc>
              <a:buNone/>
            </a:pPr>
            <a:endParaRPr b="0" lang="en-US" sz="1200" spc="-1" strike="noStrike">
              <a:solidFill>
                <a:srgbClr val="000000"/>
              </a:solidFill>
              <a:latin typeface="Calibri"/>
            </a:endParaRPr>
          </a:p>
        </p:txBody>
      </p:sp>
      <p:sp>
        <p:nvSpPr>
          <p:cNvPr id="409" name="PlaceHolder 3"/>
          <p:cNvSpPr>
            <a:spLocks noGrp="1"/>
          </p:cNvSpPr>
          <p:nvPr>
            <p:ph type="sldNum" idx="82"/>
          </p:nvPr>
        </p:nvSpPr>
        <p:spPr>
          <a:xfrm>
            <a:off x="3884760" y="8685360"/>
            <a:ext cx="2971440" cy="456840"/>
          </a:xfrm>
          <a:prstGeom prst="rect">
            <a:avLst/>
          </a:prstGeom>
          <a:noFill/>
          <a:ln w="0">
            <a:noFill/>
          </a:ln>
        </p:spPr>
        <p:txBody>
          <a:bodyPr lIns="91440" rIns="91440" tIns="45720" bIns="45720" anchor="b">
            <a:noAutofit/>
          </a:bodyPr>
          <a:lstStyle>
            <a:lvl1pPr indent="0" algn="r" defTabSz="914400">
              <a:lnSpc>
                <a:spcPct val="100000"/>
              </a:lnSpc>
              <a:buNone/>
              <a:defRPr b="0" lang="fr-FR" sz="1200" spc="-1" strike="noStrike">
                <a:solidFill>
                  <a:schemeClr val="dk1"/>
                </a:solidFill>
                <a:latin typeface="+mn-lt"/>
                <a:ea typeface="+mn-ea"/>
              </a:defRPr>
            </a:lvl1pPr>
          </a:lstStyle>
          <a:p>
            <a:pPr indent="0" algn="r" defTabSz="914400">
              <a:lnSpc>
                <a:spcPct val="100000"/>
              </a:lnSpc>
              <a:buNone/>
            </a:pPr>
            <a:fld id="{1049ECE7-A4C0-4D37-B7AB-5BCBD8EE0A9F}" type="slidenum">
              <a:rPr b="0" lang="fr-FR" sz="1200" spc="-1" strike="noStrike">
                <a:solidFill>
                  <a:schemeClr val="dk1"/>
                </a:solidFill>
                <a:latin typeface="+mn-lt"/>
                <a:ea typeface="+mn-ea"/>
              </a:rPr>
              <a:t>&lt;number&gt;</a:t>
            </a:fld>
            <a:endParaRPr b="0" lang="en-US" sz="1200" spc="-1" strike="noStrike">
              <a:solidFill>
                <a:srgbClr val="000000"/>
              </a:solidFill>
              <a:latin typeface="Calibri"/>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PlaceHolder 1"/>
          <p:cNvSpPr>
            <a:spLocks noGrp="1"/>
          </p:cNvSpPr>
          <p:nvPr>
            <p:ph type="sldImg"/>
          </p:nvPr>
        </p:nvSpPr>
        <p:spPr>
          <a:xfrm>
            <a:off x="1143000" y="685800"/>
            <a:ext cx="4571640" cy="3428640"/>
          </a:xfrm>
          <a:prstGeom prst="rect">
            <a:avLst/>
          </a:prstGeom>
          <a:ln w="0">
            <a:noFill/>
          </a:ln>
        </p:spPr>
      </p:sp>
      <p:sp>
        <p:nvSpPr>
          <p:cNvPr id="41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rmAutofit/>
          </a:bodyPr>
          <a:p>
            <a:pPr marL="216000" indent="0">
              <a:lnSpc>
                <a:spcPct val="100000"/>
              </a:lnSpc>
              <a:buNone/>
            </a:pPr>
            <a:r>
              <a:rPr b="1" lang="fr-FR" sz="1200" spc="-1" strike="noStrike" u="sng">
                <a:solidFill>
                  <a:schemeClr val="accent5">
                    <a:lumMod val="50000"/>
                  </a:schemeClr>
                </a:solidFill>
                <a:uFillTx/>
                <a:latin typeface="Times New Roman"/>
              </a:rPr>
              <a:t>Médicaments d ’origine microbiologique:</a:t>
            </a:r>
            <a:endParaRPr b="0" lang="en-US" sz="1200" spc="-1" strike="noStrike">
              <a:solidFill>
                <a:srgbClr val="000000"/>
              </a:solidFill>
              <a:latin typeface="Calibri"/>
            </a:endParaRPr>
          </a:p>
          <a:p>
            <a:pPr marL="216000" indent="0">
              <a:lnSpc>
                <a:spcPct val="100000"/>
              </a:lnSpc>
              <a:buNone/>
            </a:pPr>
            <a:endParaRPr b="0" lang="en-US" sz="1100" spc="-1" strike="noStrike">
              <a:solidFill>
                <a:srgbClr val="000000"/>
              </a:solidFill>
              <a:latin typeface="Calibri"/>
            </a:endParaRPr>
          </a:p>
          <a:p>
            <a:pPr marL="216000" indent="0">
              <a:lnSpc>
                <a:spcPct val="100000"/>
              </a:lnSpc>
              <a:buNone/>
            </a:pPr>
            <a:r>
              <a:rPr b="0" lang="fr-FR" sz="1200" spc="-1" strike="noStrike">
                <a:solidFill>
                  <a:srgbClr val="000000"/>
                </a:solidFill>
                <a:latin typeface="Times New Roman"/>
              </a:rPr>
              <a:t>Il s’agit des vaccins. Obtenus à partir de bactéries ou de virus atténués ou tués, ils confèrent après injection une immunité contre les infections correspondantes.</a:t>
            </a:r>
            <a:endParaRPr b="0" lang="en-US" sz="1200" spc="-1" strike="noStrike">
              <a:solidFill>
                <a:srgbClr val="000000"/>
              </a:solidFill>
              <a:latin typeface="Calibri"/>
            </a:endParaRPr>
          </a:p>
          <a:p>
            <a:pPr marL="216000" indent="0">
              <a:lnSpc>
                <a:spcPct val="100000"/>
              </a:lnSpc>
              <a:buNone/>
            </a:pPr>
            <a:endParaRPr b="0" lang="en-US" sz="1200" spc="-1" strike="noStrike">
              <a:solidFill>
                <a:srgbClr val="000000"/>
              </a:solidFill>
              <a:latin typeface="Calibri"/>
            </a:endParaRPr>
          </a:p>
        </p:txBody>
      </p:sp>
      <p:sp>
        <p:nvSpPr>
          <p:cNvPr id="412" name="PlaceHolder 3"/>
          <p:cNvSpPr>
            <a:spLocks noGrp="1"/>
          </p:cNvSpPr>
          <p:nvPr>
            <p:ph type="sldNum" idx="83"/>
          </p:nvPr>
        </p:nvSpPr>
        <p:spPr>
          <a:xfrm>
            <a:off x="3884760" y="8685360"/>
            <a:ext cx="2971440" cy="456840"/>
          </a:xfrm>
          <a:prstGeom prst="rect">
            <a:avLst/>
          </a:prstGeom>
          <a:noFill/>
          <a:ln w="0">
            <a:noFill/>
          </a:ln>
        </p:spPr>
        <p:txBody>
          <a:bodyPr lIns="91440" rIns="91440" tIns="45720" bIns="45720" anchor="b">
            <a:noAutofit/>
          </a:bodyPr>
          <a:lstStyle>
            <a:lvl1pPr indent="0" algn="r" defTabSz="914400">
              <a:lnSpc>
                <a:spcPct val="100000"/>
              </a:lnSpc>
              <a:buNone/>
              <a:defRPr b="0" lang="fr-FR" sz="1200" spc="-1" strike="noStrike">
                <a:solidFill>
                  <a:schemeClr val="dk1"/>
                </a:solidFill>
                <a:latin typeface="+mn-lt"/>
                <a:ea typeface="+mn-ea"/>
              </a:defRPr>
            </a:lvl1pPr>
          </a:lstStyle>
          <a:p>
            <a:pPr indent="0" algn="r" defTabSz="914400">
              <a:lnSpc>
                <a:spcPct val="100000"/>
              </a:lnSpc>
              <a:buNone/>
            </a:pPr>
            <a:fld id="{386FC836-D773-4A30-92B8-9DF938C30CBF}" type="slidenum">
              <a:rPr b="0" lang="fr-FR" sz="1200" spc="-1" strike="noStrike">
                <a:solidFill>
                  <a:schemeClr val="dk1"/>
                </a:solidFill>
                <a:latin typeface="+mn-lt"/>
                <a:ea typeface="+mn-ea"/>
              </a:rPr>
              <a:t>&lt;number&gt;</a:t>
            </a:fld>
            <a:endParaRPr b="0" lang="en-US" sz="1200" spc="-1" strike="noStrike">
              <a:solidFill>
                <a:srgbClr val="000000"/>
              </a:solidFill>
              <a:latin typeface="Calibri"/>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PlaceHolder 1"/>
          <p:cNvSpPr>
            <a:spLocks noGrp="1"/>
          </p:cNvSpPr>
          <p:nvPr>
            <p:ph type="sldImg"/>
          </p:nvPr>
        </p:nvSpPr>
        <p:spPr>
          <a:xfrm>
            <a:off x="1143000" y="685800"/>
            <a:ext cx="4571640" cy="3428640"/>
          </a:xfrm>
          <a:prstGeom prst="rect">
            <a:avLst/>
          </a:prstGeom>
          <a:ln w="0">
            <a:noFill/>
          </a:ln>
        </p:spPr>
      </p:sp>
      <p:sp>
        <p:nvSpPr>
          <p:cNvPr id="41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rmAutofit/>
          </a:bodyPr>
          <a:p>
            <a:pPr marL="216000" indent="0">
              <a:lnSpc>
                <a:spcPct val="100000"/>
              </a:lnSpc>
              <a:buNone/>
            </a:pPr>
            <a:r>
              <a:rPr b="1" lang="fr-FR" sz="1200" spc="-1" strike="noStrike" u="sng">
                <a:solidFill>
                  <a:schemeClr val="accent5">
                    <a:lumMod val="50000"/>
                  </a:schemeClr>
                </a:solidFill>
                <a:uFillTx/>
                <a:latin typeface="Times New Roman"/>
              </a:rPr>
              <a:t>Médicaments d ’origine microbiologique:</a:t>
            </a:r>
            <a:endParaRPr b="0" lang="en-US" sz="1200" spc="-1" strike="noStrike">
              <a:solidFill>
                <a:srgbClr val="000000"/>
              </a:solidFill>
              <a:latin typeface="Calibri"/>
            </a:endParaRPr>
          </a:p>
          <a:p>
            <a:pPr marL="216000" indent="0">
              <a:lnSpc>
                <a:spcPct val="100000"/>
              </a:lnSpc>
              <a:buNone/>
            </a:pPr>
            <a:endParaRPr b="0" lang="en-US" sz="1100" spc="-1" strike="noStrike">
              <a:solidFill>
                <a:srgbClr val="000000"/>
              </a:solidFill>
              <a:latin typeface="Calibri"/>
            </a:endParaRPr>
          </a:p>
          <a:p>
            <a:pPr marL="216000" indent="0">
              <a:lnSpc>
                <a:spcPct val="100000"/>
              </a:lnSpc>
              <a:buNone/>
            </a:pPr>
            <a:r>
              <a:rPr b="0" lang="fr-FR" sz="1200" spc="-1" strike="noStrike">
                <a:solidFill>
                  <a:srgbClr val="000000"/>
                </a:solidFill>
                <a:latin typeface="Times New Roman"/>
              </a:rPr>
              <a:t>Il s’agit des vaccins. Obtenus à partir de bactéries ou de virus atténués ou tués, ils confèrent après injection une immunité contre les infections correspondantes.</a:t>
            </a:r>
            <a:endParaRPr b="0" lang="en-US" sz="1200" spc="-1" strike="noStrike">
              <a:solidFill>
                <a:srgbClr val="000000"/>
              </a:solidFill>
              <a:latin typeface="Calibri"/>
            </a:endParaRPr>
          </a:p>
          <a:p>
            <a:pPr marL="216000" indent="0">
              <a:lnSpc>
                <a:spcPct val="100000"/>
              </a:lnSpc>
              <a:buNone/>
            </a:pPr>
            <a:endParaRPr b="0" lang="en-US" sz="1200" spc="-1" strike="noStrike">
              <a:solidFill>
                <a:srgbClr val="000000"/>
              </a:solidFill>
              <a:latin typeface="Calibri"/>
            </a:endParaRPr>
          </a:p>
        </p:txBody>
      </p:sp>
      <p:sp>
        <p:nvSpPr>
          <p:cNvPr id="415" name="PlaceHolder 3"/>
          <p:cNvSpPr>
            <a:spLocks noGrp="1"/>
          </p:cNvSpPr>
          <p:nvPr>
            <p:ph type="sldNum" idx="84"/>
          </p:nvPr>
        </p:nvSpPr>
        <p:spPr>
          <a:xfrm>
            <a:off x="3884760" y="8685360"/>
            <a:ext cx="2971440" cy="456840"/>
          </a:xfrm>
          <a:prstGeom prst="rect">
            <a:avLst/>
          </a:prstGeom>
          <a:noFill/>
          <a:ln w="0">
            <a:noFill/>
          </a:ln>
        </p:spPr>
        <p:txBody>
          <a:bodyPr lIns="91440" rIns="91440" tIns="45720" bIns="45720" anchor="b">
            <a:noAutofit/>
          </a:bodyPr>
          <a:lstStyle>
            <a:lvl1pPr indent="0" algn="r" defTabSz="914400">
              <a:lnSpc>
                <a:spcPct val="100000"/>
              </a:lnSpc>
              <a:buNone/>
              <a:defRPr b="0" lang="fr-FR" sz="1200" spc="-1" strike="noStrike">
                <a:solidFill>
                  <a:schemeClr val="dk1"/>
                </a:solidFill>
                <a:latin typeface="+mn-lt"/>
                <a:ea typeface="+mn-ea"/>
              </a:defRPr>
            </a:lvl1pPr>
          </a:lstStyle>
          <a:p>
            <a:pPr indent="0" algn="r" defTabSz="914400">
              <a:lnSpc>
                <a:spcPct val="100000"/>
              </a:lnSpc>
              <a:buNone/>
            </a:pPr>
            <a:fld id="{B55F1052-6F3B-469D-AF11-4E15259874A5}" type="slidenum">
              <a:rPr b="0" lang="fr-FR" sz="1200" spc="-1" strike="noStrike">
                <a:solidFill>
                  <a:schemeClr val="dk1"/>
                </a:solidFill>
                <a:latin typeface="+mn-lt"/>
                <a:ea typeface="+mn-ea"/>
              </a:rPr>
              <a:t>&lt;number&gt;</a:t>
            </a:fld>
            <a:endParaRPr b="0" lang="en-US" sz="1200" spc="-1" strike="noStrike">
              <a:solidFill>
                <a:srgbClr val="000000"/>
              </a:solidFill>
              <a:latin typeface="Calibri"/>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e de titre">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30"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77A976ED-1131-45A6-850A-48BA5FC0F19D}"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re et texte vertical">
    <p:bg>
      <p:bgPr>
        <a:solidFill>
          <a:schemeClr val="lt1"/>
        </a:solidFill>
      </p:bgPr>
    </p:bg>
    <p:spTree>
      <p:nvGrpSpPr>
        <p:cNvPr id="1" name=""/>
        <p:cNvGrpSpPr/>
        <p:nvPr/>
      </p:nvGrpSpPr>
      <p:grpSpPr>
        <a:xfrm>
          <a:off x="0" y="0"/>
          <a:ext cx="0" cy="0"/>
          <a:chOff x="0" y="0"/>
          <a:chExt cx="0" cy="0"/>
        </a:xfrm>
      </p:grpSpPr>
      <p:grpSp>
        <p:nvGrpSpPr>
          <p:cNvPr id="31" name="Group 4"/>
          <p:cNvGrpSpPr/>
          <p:nvPr/>
        </p:nvGrpSpPr>
        <p:grpSpPr>
          <a:xfrm>
            <a:off x="0" y="0"/>
            <a:ext cx="9143640" cy="545760"/>
            <a:chOff x="0" y="0"/>
            <a:chExt cx="9143640" cy="545760"/>
          </a:xfrm>
        </p:grpSpPr>
        <p:sp>
          <p:nvSpPr>
            <p:cNvPr id="32" name="Rectangle 5"/>
            <p:cNvSpPr/>
            <p:nvPr/>
          </p:nvSpPr>
          <p:spPr>
            <a:xfrm>
              <a:off x="0" y="0"/>
              <a:ext cx="285480" cy="533160"/>
            </a:xfrm>
            <a:prstGeom prst="rect">
              <a:avLst/>
            </a:prstGeom>
            <a:gradFill rotWithShape="0">
              <a:gsLst>
                <a:gs pos="0">
                  <a:srgbClr val="cccce6"/>
                </a:gs>
                <a:gs pos="100000">
                  <a:srgbClr val="ffffff"/>
                </a:gs>
              </a:gsLst>
              <a:lin ang="0"/>
            </a:gradFill>
            <a:ln w="9525">
              <a:noFill/>
            </a:ln>
          </p:spPr>
          <p:style>
            <a:lnRef idx="0"/>
            <a:fillRef idx="0"/>
            <a:effectRef idx="0"/>
            <a:fontRef idx="minor"/>
          </p:style>
          <p:txBody>
            <a:bodyPr wrap="none" lIns="90000" rIns="90000" tIns="45000" bIns="45000" anchor="ctr">
              <a:noAutofit/>
            </a:bodyPr>
            <a:p>
              <a:pPr algn="ctr" defTabSz="914400">
                <a:lnSpc>
                  <a:spcPct val="100000"/>
                </a:lnSpc>
              </a:pPr>
              <a:endParaRPr b="0" lang="fr-FR" sz="2400" spc="-1" strike="noStrike">
                <a:solidFill>
                  <a:srgbClr val="000000"/>
                </a:solidFill>
                <a:latin typeface="Times New Roman"/>
              </a:endParaRPr>
            </a:p>
          </p:txBody>
        </p:sp>
        <p:sp>
          <p:nvSpPr>
            <p:cNvPr id="33" name="Rectangle 6"/>
            <p:cNvSpPr/>
            <p:nvPr/>
          </p:nvSpPr>
          <p:spPr>
            <a:xfrm>
              <a:off x="412920" y="135000"/>
              <a:ext cx="8730720" cy="274320"/>
            </a:xfrm>
            <a:prstGeom prst="rect">
              <a:avLst/>
            </a:prstGeom>
            <a:gradFill rotWithShape="0">
              <a:gsLst>
                <a:gs pos="0">
                  <a:srgbClr val="00007d"/>
                </a:gs>
                <a:gs pos="100000">
                  <a:srgbClr val="ffffff"/>
                </a:gs>
              </a:gsLst>
              <a:lin ang="0"/>
            </a:gra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34" name="Rectangle 7"/>
            <p:cNvSpPr/>
            <p:nvPr/>
          </p:nvSpPr>
          <p:spPr>
            <a:xfrm>
              <a:off x="409680" y="135000"/>
              <a:ext cx="137880" cy="14076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35" name="Rectangle 8"/>
            <p:cNvSpPr/>
            <p:nvPr/>
          </p:nvSpPr>
          <p:spPr>
            <a:xfrm>
              <a:off x="547560" y="0"/>
              <a:ext cx="139320" cy="13788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36" name="Rectangle 9"/>
            <p:cNvSpPr/>
            <p:nvPr/>
          </p:nvSpPr>
          <p:spPr>
            <a:xfrm>
              <a:off x="547560" y="135000"/>
              <a:ext cx="139320" cy="14076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sp>
          <p:nvSpPr>
            <p:cNvPr id="37" name="Rectangle 10"/>
            <p:cNvSpPr/>
            <p:nvPr/>
          </p:nvSpPr>
          <p:spPr>
            <a:xfrm>
              <a:off x="274680" y="274680"/>
              <a:ext cx="134640" cy="13788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38" name="Rectangle 11"/>
            <p:cNvSpPr/>
            <p:nvPr/>
          </p:nvSpPr>
          <p:spPr>
            <a:xfrm>
              <a:off x="131760" y="136440"/>
              <a:ext cx="142560" cy="137880"/>
            </a:xfrm>
            <a:prstGeom prst="rect">
              <a:avLst/>
            </a:prstGeom>
            <a:solidFill>
              <a:schemeClr val="bg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39" name="Rectangle 12"/>
            <p:cNvSpPr/>
            <p:nvPr/>
          </p:nvSpPr>
          <p:spPr>
            <a:xfrm>
              <a:off x="409680" y="271440"/>
              <a:ext cx="137880" cy="13788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sp>
          <p:nvSpPr>
            <p:cNvPr id="40" name="Rectangle 13"/>
            <p:cNvSpPr/>
            <p:nvPr/>
          </p:nvSpPr>
          <p:spPr>
            <a:xfrm>
              <a:off x="274680" y="409680"/>
              <a:ext cx="134640" cy="13608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grpSp>
      <p:sp>
        <p:nvSpPr>
          <p:cNvPr id="41" name="PlaceHolder 1"/>
          <p:cNvSpPr>
            <a:spLocks noGrp="1"/>
          </p:cNvSpPr>
          <p:nvPr>
            <p:ph type="title"/>
          </p:nvPr>
        </p:nvSpPr>
        <p:spPr>
          <a:xfrm>
            <a:off x="457200" y="457200"/>
            <a:ext cx="8229240" cy="1371240"/>
          </a:xfrm>
          <a:prstGeom prst="rect">
            <a:avLst/>
          </a:prstGeom>
          <a:noFill/>
          <a:ln w="9360">
            <a:noFill/>
          </a:ln>
        </p:spPr>
        <p:txBody>
          <a:bodyPr numCol="1" spcCol="0" lIns="91440" rIns="91440" tIns="45720" bIns="45720" anchor="ctr">
            <a:noAutofit/>
          </a:bodyPr>
          <a:p>
            <a:pPr indent="0">
              <a:lnSpc>
                <a:spcPct val="100000"/>
              </a:lnSpc>
              <a:buNone/>
            </a:pPr>
            <a:r>
              <a:rPr b="0" lang="fr-FR" sz="4400" spc="-1" strike="noStrike">
                <a:solidFill>
                  <a:schemeClr val="dk1"/>
                </a:solidFill>
                <a:latin typeface="Arial"/>
              </a:rPr>
              <a:t>Modifiez le style du titre</a:t>
            </a:r>
            <a:endParaRPr b="0" lang="fr-FR" sz="4400" spc="-1" strike="noStrike">
              <a:solidFill>
                <a:schemeClr val="dk1"/>
              </a:solidFill>
              <a:latin typeface="Arial"/>
            </a:endParaRPr>
          </a:p>
        </p:txBody>
      </p:sp>
      <p:sp>
        <p:nvSpPr>
          <p:cNvPr id="42" name="PlaceHolder 2"/>
          <p:cNvSpPr>
            <a:spLocks noGrp="1"/>
          </p:cNvSpPr>
          <p:nvPr>
            <p:ph type="body"/>
          </p:nvPr>
        </p:nvSpPr>
        <p:spPr>
          <a:xfrm>
            <a:off x="457200" y="1981080"/>
            <a:ext cx="8229240" cy="3885840"/>
          </a:xfrm>
          <a:prstGeom prst="rect">
            <a:avLst/>
          </a:prstGeom>
          <a:noFill/>
          <a:ln w="9360">
            <a:noFill/>
          </a:ln>
        </p:spPr>
        <p:txBody>
          <a:bodyPr numCol="1" spcCol="0" lIns="91440" rIns="91440" tIns="45720" bIns="45720" anchor="t" vert="eaVert">
            <a:noAutofit/>
          </a:bodyPr>
          <a:p>
            <a:pPr marL="343080" indent="-343080">
              <a:lnSpc>
                <a:spcPct val="100000"/>
              </a:lnSpc>
              <a:spcBef>
                <a:spcPts val="641"/>
              </a:spcBef>
              <a:buClr>
                <a:srgbClr val="00007d"/>
              </a:buClr>
              <a:buSzPct val="75000"/>
              <a:buFont typeface="Wingdings" charset="2"/>
              <a:buChar char=""/>
            </a:pPr>
            <a:r>
              <a:rPr b="0" lang="fr-FR" sz="3200" spc="-1" strike="noStrike">
                <a:solidFill>
                  <a:schemeClr val="dk1"/>
                </a:solidFill>
                <a:latin typeface="Arial"/>
              </a:rPr>
              <a:t>Modifiez les styles du texte du masque</a:t>
            </a:r>
            <a:endParaRPr b="0" lang="fr-FR" sz="3200" spc="-1" strike="noStrike">
              <a:solidFill>
                <a:schemeClr val="dk1"/>
              </a:solidFill>
              <a:latin typeface="Arial"/>
            </a:endParaRPr>
          </a:p>
          <a:p>
            <a:pPr lvl="1" marL="743040" indent="-285840">
              <a:lnSpc>
                <a:spcPct val="100000"/>
              </a:lnSpc>
              <a:spcBef>
                <a:spcPts val="561"/>
              </a:spcBef>
              <a:buClr>
                <a:srgbClr val="9999cc"/>
              </a:buClr>
              <a:buSzPct val="80000"/>
              <a:buFont typeface="Wingdings" charset="2"/>
              <a:buChar char=""/>
            </a:pPr>
            <a:r>
              <a:rPr b="0" lang="fr-FR" sz="2800" spc="-1" strike="noStrike">
                <a:solidFill>
                  <a:schemeClr val="dk1"/>
                </a:solidFill>
                <a:latin typeface="Arial"/>
              </a:rPr>
              <a:t>Deuxième niveau</a:t>
            </a:r>
            <a:endParaRPr b="0" lang="fr-FR" sz="2800" spc="-1" strike="noStrike">
              <a:solidFill>
                <a:schemeClr val="dk1"/>
              </a:solidFill>
              <a:latin typeface="Arial"/>
            </a:endParaRPr>
          </a:p>
          <a:p>
            <a:pPr lvl="2" marL="1143000" indent="-228600">
              <a:lnSpc>
                <a:spcPct val="100000"/>
              </a:lnSpc>
              <a:spcBef>
                <a:spcPts val="479"/>
              </a:spcBef>
              <a:buClr>
                <a:srgbClr val="00007d"/>
              </a:buClr>
              <a:buSzPct val="65000"/>
              <a:buFont typeface="Wingdings" charset="2"/>
              <a:buChar char=""/>
            </a:pPr>
            <a:r>
              <a:rPr b="0" lang="fr-FR" sz="2400" spc="-1" strike="noStrike">
                <a:solidFill>
                  <a:schemeClr val="dk1"/>
                </a:solidFill>
                <a:latin typeface="Arial"/>
              </a:rPr>
              <a:t>Troisième niveau</a:t>
            </a:r>
            <a:endParaRPr b="0" lang="fr-FR" sz="2400" spc="-1" strike="noStrike">
              <a:solidFill>
                <a:schemeClr val="dk1"/>
              </a:solidFill>
              <a:latin typeface="Arial"/>
            </a:endParaRPr>
          </a:p>
          <a:p>
            <a:pPr lvl="3" marL="1600200" indent="-228600">
              <a:lnSpc>
                <a:spcPct val="100000"/>
              </a:lnSpc>
              <a:spcBef>
                <a:spcPts val="400"/>
              </a:spcBef>
              <a:buClr>
                <a:srgbClr val="9999cc"/>
              </a:buClr>
              <a:buSzPct val="70000"/>
              <a:buFont typeface="Wingdings" charset="2"/>
              <a:buChar char=""/>
            </a:pPr>
            <a:r>
              <a:rPr b="0" lang="fr-FR" sz="2000" spc="-1" strike="noStrike">
                <a:solidFill>
                  <a:schemeClr val="dk1"/>
                </a:solidFill>
                <a:latin typeface="Arial"/>
              </a:rPr>
              <a:t>Quatrième niveau</a:t>
            </a:r>
            <a:endParaRPr b="0" lang="fr-FR" sz="2000" spc="-1" strike="noStrike">
              <a:solidFill>
                <a:schemeClr val="dk1"/>
              </a:solidFill>
              <a:latin typeface="Arial"/>
            </a:endParaRPr>
          </a:p>
          <a:p>
            <a:pPr lvl="4" marL="2057400" indent="-228600">
              <a:lnSpc>
                <a:spcPct val="100000"/>
              </a:lnSpc>
              <a:spcBef>
                <a:spcPts val="400"/>
              </a:spcBef>
              <a:buClr>
                <a:srgbClr val="00007d"/>
              </a:buClr>
              <a:buFont typeface="Wingdings" charset="2"/>
              <a:buChar char=""/>
            </a:pPr>
            <a:r>
              <a:rPr b="0" lang="fr-FR" sz="2000" spc="-1" strike="noStrike">
                <a:solidFill>
                  <a:schemeClr val="dk1"/>
                </a:solidFill>
                <a:latin typeface="Arial"/>
              </a:rPr>
              <a:t>Cinquième niveau</a:t>
            </a:r>
            <a:endParaRPr b="0" lang="fr-FR" sz="2000" spc="-1" strike="noStrike">
              <a:solidFill>
                <a:schemeClr val="dk1"/>
              </a:solidFill>
              <a:latin typeface="Arial"/>
            </a:endParaRPr>
          </a:p>
        </p:txBody>
      </p:sp>
      <p:sp>
        <p:nvSpPr>
          <p:cNvPr id="43" name="PlaceHolder 3"/>
          <p:cNvSpPr>
            <a:spLocks noGrp="1"/>
          </p:cNvSpPr>
          <p:nvPr>
            <p:ph type="ftr" idx="4"/>
          </p:nvPr>
        </p:nvSpPr>
        <p:spPr>
          <a:xfrm>
            <a:off x="3124080" y="6248520"/>
            <a:ext cx="2895120" cy="456840"/>
          </a:xfrm>
          <a:prstGeom prst="rect">
            <a:avLst/>
          </a:prstGeom>
          <a:noFill/>
          <a:ln w="0">
            <a:noFill/>
          </a:ln>
        </p:spPr>
        <p:txBody>
          <a:bodyPr numCol="1" spcCol="0" lIns="91440" rIns="91440" tIns="45720" bIns="45720" anchor="b">
            <a:noAutofit/>
          </a:bodyPr>
          <a:lstStyle>
            <a:lvl1pPr indent="0" algn="ctr">
              <a:buNone/>
              <a:defRPr b="0" lang="en-US" sz="1400" spc="-1" strike="noStrike">
                <a:solidFill>
                  <a:srgbClr val="000000"/>
                </a:solidFill>
                <a:latin typeface="Calibri"/>
              </a:defRPr>
            </a:lvl1pPr>
          </a:lstStyle>
          <a:p>
            <a:pPr indent="0" algn="ctr">
              <a:buNone/>
            </a:pPr>
            <a:r>
              <a:rPr b="0" lang="en-US" sz="1400" spc="-1" strike="noStrike">
                <a:solidFill>
                  <a:srgbClr val="000000"/>
                </a:solidFill>
                <a:latin typeface="Calibri"/>
              </a:rPr>
              <a:t>&lt;footer&gt;</a:t>
            </a:r>
            <a:endParaRPr b="0" lang="en-US" sz="1400" spc="-1" strike="noStrike">
              <a:solidFill>
                <a:srgbClr val="000000"/>
              </a:solidFill>
              <a:latin typeface="Calibri"/>
            </a:endParaRPr>
          </a:p>
        </p:txBody>
      </p:sp>
      <p:sp>
        <p:nvSpPr>
          <p:cNvPr id="44" name="PlaceHolder 4"/>
          <p:cNvSpPr>
            <a:spLocks noGrp="1"/>
          </p:cNvSpPr>
          <p:nvPr>
            <p:ph type="sldNum" idx="5"/>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8B505E87-BC60-434D-BCE8-1F71B6CF183F}"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sp>
        <p:nvSpPr>
          <p:cNvPr id="45" name="PlaceHolder 5"/>
          <p:cNvSpPr>
            <a:spLocks noGrp="1"/>
          </p:cNvSpPr>
          <p:nvPr>
            <p:ph type="dt" idx="6"/>
          </p:nvPr>
        </p:nvSpPr>
        <p:spPr>
          <a:xfrm>
            <a:off x="457200" y="6245280"/>
            <a:ext cx="2133360" cy="475920"/>
          </a:xfrm>
          <a:prstGeom prst="rect">
            <a:avLst/>
          </a:prstGeom>
          <a:noFill/>
          <a:ln w="0">
            <a:noFill/>
          </a:ln>
        </p:spPr>
        <p:txBody>
          <a:bodyPr numCol="1" spcCol="0" lIns="91440" rIns="91440" tIns="45720" bIns="45720" anchor="b">
            <a:noAutofit/>
          </a:bodyPr>
          <a:lstStyle>
            <a:lvl1pPr indent="0" defTabSz="914400">
              <a:lnSpc>
                <a:spcPct val="100000"/>
              </a:lnSpc>
              <a:buNone/>
              <a:defRPr b="0" lang="fr-FR" sz="1200" spc="-1" strike="noStrike">
                <a:solidFill>
                  <a:srgbClr val="000000"/>
                </a:solidFill>
                <a:latin typeface="Arial"/>
              </a:defRPr>
            </a:lvl1pPr>
          </a:lstStyle>
          <a:p>
            <a:pPr indent="0" defTabSz="914400">
              <a:lnSpc>
                <a:spcPct val="100000"/>
              </a:lnSpc>
              <a:buNone/>
            </a:pPr>
            <a:r>
              <a:rPr b="0" lang="fr-FR" sz="1200" spc="-1" strike="noStrike">
                <a:solidFill>
                  <a:srgbClr val="000000"/>
                </a:solidFill>
                <a:latin typeface="Arial"/>
              </a:rPr>
              <a:t>&lt;date/time&gt;</a:t>
            </a:r>
            <a:endParaRPr b="0" lang="en-US" sz="1200" spc="-1" strike="noStrike">
              <a:solidFill>
                <a:srgbClr val="000000"/>
              </a:solidFill>
              <a:latin typeface="Calibri"/>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Titre vertical et texte">
    <p:bg>
      <p:bgPr>
        <a:solidFill>
          <a:schemeClr val="lt1"/>
        </a:solidFill>
      </p:bgPr>
    </p:bg>
    <p:spTree>
      <p:nvGrpSpPr>
        <p:cNvPr id="1" name=""/>
        <p:cNvGrpSpPr/>
        <p:nvPr/>
      </p:nvGrpSpPr>
      <p:grpSpPr>
        <a:xfrm>
          <a:off x="0" y="0"/>
          <a:ext cx="0" cy="0"/>
          <a:chOff x="0" y="0"/>
          <a:chExt cx="0" cy="0"/>
        </a:xfrm>
      </p:grpSpPr>
      <p:grpSp>
        <p:nvGrpSpPr>
          <p:cNvPr id="46" name="Group 4"/>
          <p:cNvGrpSpPr/>
          <p:nvPr/>
        </p:nvGrpSpPr>
        <p:grpSpPr>
          <a:xfrm>
            <a:off x="0" y="0"/>
            <a:ext cx="9143640" cy="545760"/>
            <a:chOff x="0" y="0"/>
            <a:chExt cx="9143640" cy="545760"/>
          </a:xfrm>
        </p:grpSpPr>
        <p:sp>
          <p:nvSpPr>
            <p:cNvPr id="47" name="Rectangle 5"/>
            <p:cNvSpPr/>
            <p:nvPr/>
          </p:nvSpPr>
          <p:spPr>
            <a:xfrm>
              <a:off x="0" y="0"/>
              <a:ext cx="285480" cy="533160"/>
            </a:xfrm>
            <a:prstGeom prst="rect">
              <a:avLst/>
            </a:prstGeom>
            <a:gradFill rotWithShape="0">
              <a:gsLst>
                <a:gs pos="0">
                  <a:srgbClr val="cccce6"/>
                </a:gs>
                <a:gs pos="100000">
                  <a:srgbClr val="ffffff"/>
                </a:gs>
              </a:gsLst>
              <a:lin ang="0"/>
            </a:gradFill>
            <a:ln w="9525">
              <a:noFill/>
            </a:ln>
          </p:spPr>
          <p:style>
            <a:lnRef idx="0"/>
            <a:fillRef idx="0"/>
            <a:effectRef idx="0"/>
            <a:fontRef idx="minor"/>
          </p:style>
          <p:txBody>
            <a:bodyPr wrap="none" lIns="90000" rIns="90000" tIns="45000" bIns="45000" anchor="ctr">
              <a:noAutofit/>
            </a:bodyPr>
            <a:p>
              <a:pPr algn="ctr" defTabSz="914400">
                <a:lnSpc>
                  <a:spcPct val="100000"/>
                </a:lnSpc>
              </a:pPr>
              <a:endParaRPr b="0" lang="fr-FR" sz="2400" spc="-1" strike="noStrike">
                <a:solidFill>
                  <a:srgbClr val="000000"/>
                </a:solidFill>
                <a:latin typeface="Times New Roman"/>
              </a:endParaRPr>
            </a:p>
          </p:txBody>
        </p:sp>
        <p:sp>
          <p:nvSpPr>
            <p:cNvPr id="48" name="Rectangle 6"/>
            <p:cNvSpPr/>
            <p:nvPr/>
          </p:nvSpPr>
          <p:spPr>
            <a:xfrm>
              <a:off x="412920" y="135000"/>
              <a:ext cx="8730720" cy="274320"/>
            </a:xfrm>
            <a:prstGeom prst="rect">
              <a:avLst/>
            </a:prstGeom>
            <a:gradFill rotWithShape="0">
              <a:gsLst>
                <a:gs pos="0">
                  <a:srgbClr val="00007d"/>
                </a:gs>
                <a:gs pos="100000">
                  <a:srgbClr val="ffffff"/>
                </a:gs>
              </a:gsLst>
              <a:lin ang="0"/>
            </a:gra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49" name="Rectangle 7"/>
            <p:cNvSpPr/>
            <p:nvPr/>
          </p:nvSpPr>
          <p:spPr>
            <a:xfrm>
              <a:off x="409680" y="135000"/>
              <a:ext cx="137880" cy="14076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50" name="Rectangle 8"/>
            <p:cNvSpPr/>
            <p:nvPr/>
          </p:nvSpPr>
          <p:spPr>
            <a:xfrm>
              <a:off x="547560" y="0"/>
              <a:ext cx="139320" cy="13788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51" name="Rectangle 9"/>
            <p:cNvSpPr/>
            <p:nvPr/>
          </p:nvSpPr>
          <p:spPr>
            <a:xfrm>
              <a:off x="547560" y="135000"/>
              <a:ext cx="139320" cy="14076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sp>
          <p:nvSpPr>
            <p:cNvPr id="52" name="Rectangle 10"/>
            <p:cNvSpPr/>
            <p:nvPr/>
          </p:nvSpPr>
          <p:spPr>
            <a:xfrm>
              <a:off x="274680" y="274680"/>
              <a:ext cx="134640" cy="13788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53" name="Rectangle 11"/>
            <p:cNvSpPr/>
            <p:nvPr/>
          </p:nvSpPr>
          <p:spPr>
            <a:xfrm>
              <a:off x="131760" y="136440"/>
              <a:ext cx="142560" cy="137880"/>
            </a:xfrm>
            <a:prstGeom prst="rect">
              <a:avLst/>
            </a:prstGeom>
            <a:solidFill>
              <a:schemeClr val="bg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54" name="Rectangle 12"/>
            <p:cNvSpPr/>
            <p:nvPr/>
          </p:nvSpPr>
          <p:spPr>
            <a:xfrm>
              <a:off x="409680" y="271440"/>
              <a:ext cx="137880" cy="13788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sp>
          <p:nvSpPr>
            <p:cNvPr id="55" name="Rectangle 13"/>
            <p:cNvSpPr/>
            <p:nvPr/>
          </p:nvSpPr>
          <p:spPr>
            <a:xfrm>
              <a:off x="274680" y="409680"/>
              <a:ext cx="134640" cy="13608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grpSp>
      <p:sp>
        <p:nvSpPr>
          <p:cNvPr id="56" name="PlaceHolder 1"/>
          <p:cNvSpPr>
            <a:spLocks noGrp="1"/>
          </p:cNvSpPr>
          <p:nvPr>
            <p:ph type="title"/>
          </p:nvPr>
        </p:nvSpPr>
        <p:spPr>
          <a:xfrm>
            <a:off x="6629400" y="457200"/>
            <a:ext cx="2057040" cy="5409720"/>
          </a:xfrm>
          <a:prstGeom prst="rect">
            <a:avLst/>
          </a:prstGeom>
          <a:noFill/>
          <a:ln w="9360">
            <a:noFill/>
          </a:ln>
        </p:spPr>
        <p:txBody>
          <a:bodyPr numCol="1" spcCol="0" lIns="91440" rIns="91440" tIns="45720" bIns="45720" anchor="ctr" vert="eaVert">
            <a:noAutofit/>
          </a:bodyPr>
          <a:p>
            <a:pPr indent="0">
              <a:lnSpc>
                <a:spcPct val="100000"/>
              </a:lnSpc>
              <a:buNone/>
            </a:pPr>
            <a:r>
              <a:rPr b="0" lang="fr-FR" sz="4400" spc="-1" strike="noStrike">
                <a:solidFill>
                  <a:schemeClr val="dk1"/>
                </a:solidFill>
                <a:latin typeface="Arial"/>
              </a:rPr>
              <a:t>Modifiez le style du titre</a:t>
            </a:r>
            <a:endParaRPr b="0" lang="fr-FR" sz="4400" spc="-1" strike="noStrike">
              <a:solidFill>
                <a:schemeClr val="dk1"/>
              </a:solidFill>
              <a:latin typeface="Arial"/>
            </a:endParaRPr>
          </a:p>
        </p:txBody>
      </p:sp>
      <p:sp>
        <p:nvSpPr>
          <p:cNvPr id="57" name="PlaceHolder 2"/>
          <p:cNvSpPr>
            <a:spLocks noGrp="1"/>
          </p:cNvSpPr>
          <p:nvPr>
            <p:ph type="body"/>
          </p:nvPr>
        </p:nvSpPr>
        <p:spPr>
          <a:xfrm>
            <a:off x="457200" y="457200"/>
            <a:ext cx="6036480" cy="5409720"/>
          </a:xfrm>
          <a:prstGeom prst="rect">
            <a:avLst/>
          </a:prstGeom>
          <a:noFill/>
          <a:ln w="9360">
            <a:noFill/>
          </a:ln>
        </p:spPr>
        <p:txBody>
          <a:bodyPr numCol="1" spcCol="0" lIns="91440" rIns="91440" tIns="45720" bIns="45720" anchor="t" vert="eaVert">
            <a:noAutofit/>
          </a:bodyPr>
          <a:p>
            <a:pPr marL="343080" indent="-343080">
              <a:lnSpc>
                <a:spcPct val="100000"/>
              </a:lnSpc>
              <a:spcBef>
                <a:spcPts val="641"/>
              </a:spcBef>
              <a:buClr>
                <a:srgbClr val="00007d"/>
              </a:buClr>
              <a:buSzPct val="75000"/>
              <a:buFont typeface="Wingdings" charset="2"/>
              <a:buChar char=""/>
            </a:pPr>
            <a:r>
              <a:rPr b="0" lang="fr-FR" sz="3200" spc="-1" strike="noStrike">
                <a:solidFill>
                  <a:schemeClr val="dk1"/>
                </a:solidFill>
                <a:latin typeface="Arial"/>
              </a:rPr>
              <a:t>Modifiez les styles du texte du masque</a:t>
            </a:r>
            <a:endParaRPr b="0" lang="fr-FR" sz="3200" spc="-1" strike="noStrike">
              <a:solidFill>
                <a:schemeClr val="dk1"/>
              </a:solidFill>
              <a:latin typeface="Arial"/>
            </a:endParaRPr>
          </a:p>
          <a:p>
            <a:pPr lvl="1" marL="743040" indent="-285840">
              <a:lnSpc>
                <a:spcPct val="100000"/>
              </a:lnSpc>
              <a:spcBef>
                <a:spcPts val="561"/>
              </a:spcBef>
              <a:buClr>
                <a:srgbClr val="9999cc"/>
              </a:buClr>
              <a:buSzPct val="80000"/>
              <a:buFont typeface="Wingdings" charset="2"/>
              <a:buChar char=""/>
            </a:pPr>
            <a:r>
              <a:rPr b="0" lang="fr-FR" sz="2800" spc="-1" strike="noStrike">
                <a:solidFill>
                  <a:schemeClr val="dk1"/>
                </a:solidFill>
                <a:latin typeface="Arial"/>
              </a:rPr>
              <a:t>Deuxième niveau</a:t>
            </a:r>
            <a:endParaRPr b="0" lang="fr-FR" sz="2800" spc="-1" strike="noStrike">
              <a:solidFill>
                <a:schemeClr val="dk1"/>
              </a:solidFill>
              <a:latin typeface="Arial"/>
            </a:endParaRPr>
          </a:p>
          <a:p>
            <a:pPr lvl="2" marL="1143000" indent="-228600">
              <a:lnSpc>
                <a:spcPct val="100000"/>
              </a:lnSpc>
              <a:spcBef>
                <a:spcPts val="479"/>
              </a:spcBef>
              <a:buClr>
                <a:srgbClr val="00007d"/>
              </a:buClr>
              <a:buSzPct val="65000"/>
              <a:buFont typeface="Wingdings" charset="2"/>
              <a:buChar char=""/>
            </a:pPr>
            <a:r>
              <a:rPr b="0" lang="fr-FR" sz="2400" spc="-1" strike="noStrike">
                <a:solidFill>
                  <a:schemeClr val="dk1"/>
                </a:solidFill>
                <a:latin typeface="Arial"/>
              </a:rPr>
              <a:t>Troisième niveau</a:t>
            </a:r>
            <a:endParaRPr b="0" lang="fr-FR" sz="2400" spc="-1" strike="noStrike">
              <a:solidFill>
                <a:schemeClr val="dk1"/>
              </a:solidFill>
              <a:latin typeface="Arial"/>
            </a:endParaRPr>
          </a:p>
          <a:p>
            <a:pPr lvl="3" marL="1600200" indent="-228600">
              <a:lnSpc>
                <a:spcPct val="100000"/>
              </a:lnSpc>
              <a:spcBef>
                <a:spcPts val="400"/>
              </a:spcBef>
              <a:buClr>
                <a:srgbClr val="9999cc"/>
              </a:buClr>
              <a:buSzPct val="70000"/>
              <a:buFont typeface="Wingdings" charset="2"/>
              <a:buChar char=""/>
            </a:pPr>
            <a:r>
              <a:rPr b="0" lang="fr-FR" sz="2000" spc="-1" strike="noStrike">
                <a:solidFill>
                  <a:schemeClr val="dk1"/>
                </a:solidFill>
                <a:latin typeface="Arial"/>
              </a:rPr>
              <a:t>Quatrième niveau</a:t>
            </a:r>
            <a:endParaRPr b="0" lang="fr-FR" sz="2000" spc="-1" strike="noStrike">
              <a:solidFill>
                <a:schemeClr val="dk1"/>
              </a:solidFill>
              <a:latin typeface="Arial"/>
            </a:endParaRPr>
          </a:p>
          <a:p>
            <a:pPr lvl="4" marL="2057400" indent="-228600">
              <a:lnSpc>
                <a:spcPct val="100000"/>
              </a:lnSpc>
              <a:spcBef>
                <a:spcPts val="400"/>
              </a:spcBef>
              <a:buClr>
                <a:srgbClr val="00007d"/>
              </a:buClr>
              <a:buFont typeface="Wingdings" charset="2"/>
              <a:buChar char=""/>
            </a:pPr>
            <a:r>
              <a:rPr b="0" lang="fr-FR" sz="2000" spc="-1" strike="noStrike">
                <a:solidFill>
                  <a:schemeClr val="dk1"/>
                </a:solidFill>
                <a:latin typeface="Arial"/>
              </a:rPr>
              <a:t>Cinquième niveau</a:t>
            </a:r>
            <a:endParaRPr b="0" lang="fr-FR" sz="2000" spc="-1" strike="noStrike">
              <a:solidFill>
                <a:schemeClr val="dk1"/>
              </a:solidFill>
              <a:latin typeface="Arial"/>
            </a:endParaRPr>
          </a:p>
        </p:txBody>
      </p:sp>
      <p:sp>
        <p:nvSpPr>
          <p:cNvPr id="58" name="PlaceHolder 3"/>
          <p:cNvSpPr>
            <a:spLocks noGrp="1"/>
          </p:cNvSpPr>
          <p:nvPr>
            <p:ph type="ftr" idx="7"/>
          </p:nvPr>
        </p:nvSpPr>
        <p:spPr>
          <a:xfrm>
            <a:off x="3124080" y="6248520"/>
            <a:ext cx="2895120" cy="456840"/>
          </a:xfrm>
          <a:prstGeom prst="rect">
            <a:avLst/>
          </a:prstGeom>
          <a:noFill/>
          <a:ln w="0">
            <a:noFill/>
          </a:ln>
        </p:spPr>
        <p:txBody>
          <a:bodyPr numCol="1" spcCol="0" lIns="91440" rIns="91440" tIns="45720" bIns="45720" anchor="b">
            <a:noAutofit/>
          </a:bodyPr>
          <a:lstStyle>
            <a:lvl1pPr indent="0" algn="ctr">
              <a:buNone/>
              <a:defRPr b="0" lang="en-US" sz="1400" spc="-1" strike="noStrike">
                <a:solidFill>
                  <a:srgbClr val="000000"/>
                </a:solidFill>
                <a:latin typeface="Calibri"/>
              </a:defRPr>
            </a:lvl1pPr>
          </a:lstStyle>
          <a:p>
            <a:pPr indent="0" algn="ctr">
              <a:buNone/>
            </a:pPr>
            <a:r>
              <a:rPr b="0" lang="en-US" sz="1400" spc="-1" strike="noStrike">
                <a:solidFill>
                  <a:srgbClr val="000000"/>
                </a:solidFill>
                <a:latin typeface="Calibri"/>
              </a:rPr>
              <a:t>&lt;footer&gt;</a:t>
            </a:r>
            <a:endParaRPr b="0" lang="en-US" sz="1400" spc="-1" strike="noStrike">
              <a:solidFill>
                <a:srgbClr val="000000"/>
              </a:solidFill>
              <a:latin typeface="Calibri"/>
            </a:endParaRPr>
          </a:p>
        </p:txBody>
      </p:sp>
      <p:sp>
        <p:nvSpPr>
          <p:cNvPr id="59" name="PlaceHolder 4"/>
          <p:cNvSpPr>
            <a:spLocks noGrp="1"/>
          </p:cNvSpPr>
          <p:nvPr>
            <p:ph type="sldNum" idx="8"/>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4574C153-44D6-4BE3-8FC6-10F66B49339F}"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sp>
        <p:nvSpPr>
          <p:cNvPr id="60" name="PlaceHolder 5"/>
          <p:cNvSpPr>
            <a:spLocks noGrp="1"/>
          </p:cNvSpPr>
          <p:nvPr>
            <p:ph type="dt" idx="9"/>
          </p:nvPr>
        </p:nvSpPr>
        <p:spPr>
          <a:xfrm>
            <a:off x="457200" y="6245280"/>
            <a:ext cx="2133360" cy="475920"/>
          </a:xfrm>
          <a:prstGeom prst="rect">
            <a:avLst/>
          </a:prstGeom>
          <a:noFill/>
          <a:ln w="0">
            <a:noFill/>
          </a:ln>
        </p:spPr>
        <p:txBody>
          <a:bodyPr numCol="1" spcCol="0" lIns="91440" rIns="91440" tIns="45720" bIns="45720" anchor="b">
            <a:noAutofit/>
          </a:bodyPr>
          <a:lstStyle>
            <a:lvl1pPr indent="0" defTabSz="914400">
              <a:lnSpc>
                <a:spcPct val="100000"/>
              </a:lnSpc>
              <a:buNone/>
              <a:defRPr b="0" lang="fr-FR" sz="1200" spc="-1" strike="noStrike">
                <a:solidFill>
                  <a:srgbClr val="000000"/>
                </a:solidFill>
                <a:latin typeface="Arial"/>
              </a:defRPr>
            </a:lvl1pPr>
          </a:lstStyle>
          <a:p>
            <a:pPr indent="0" defTabSz="914400">
              <a:lnSpc>
                <a:spcPct val="100000"/>
              </a:lnSpc>
              <a:buNone/>
            </a:pPr>
            <a:r>
              <a:rPr b="0" lang="fr-FR" sz="1200" spc="-1" strike="noStrike">
                <a:solidFill>
                  <a:srgbClr val="000000"/>
                </a:solidFill>
                <a:latin typeface="Arial"/>
              </a:rPr>
              <a:t>&lt;date/time&gt;</a:t>
            </a:r>
            <a:endParaRPr b="0" lang="en-US" sz="120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Contenu">
    <p:bg>
      <p:bgPr>
        <a:solidFill>
          <a:schemeClr val="lt1"/>
        </a:solidFill>
      </p:bgPr>
    </p:bg>
    <p:spTree>
      <p:nvGrpSpPr>
        <p:cNvPr id="1" name=""/>
        <p:cNvGrpSpPr/>
        <p:nvPr/>
      </p:nvGrpSpPr>
      <p:grpSpPr>
        <a:xfrm>
          <a:off x="0" y="0"/>
          <a:ext cx="0" cy="0"/>
          <a:chOff x="0" y="0"/>
          <a:chExt cx="0" cy="0"/>
        </a:xfrm>
      </p:grpSpPr>
      <p:grpSp>
        <p:nvGrpSpPr>
          <p:cNvPr id="61" name="Group 4"/>
          <p:cNvGrpSpPr/>
          <p:nvPr/>
        </p:nvGrpSpPr>
        <p:grpSpPr>
          <a:xfrm>
            <a:off x="0" y="0"/>
            <a:ext cx="9143640" cy="545760"/>
            <a:chOff x="0" y="0"/>
            <a:chExt cx="9143640" cy="545760"/>
          </a:xfrm>
        </p:grpSpPr>
        <p:sp>
          <p:nvSpPr>
            <p:cNvPr id="62" name="Rectangle 5"/>
            <p:cNvSpPr/>
            <p:nvPr/>
          </p:nvSpPr>
          <p:spPr>
            <a:xfrm>
              <a:off x="0" y="0"/>
              <a:ext cx="285480" cy="533160"/>
            </a:xfrm>
            <a:prstGeom prst="rect">
              <a:avLst/>
            </a:prstGeom>
            <a:gradFill rotWithShape="0">
              <a:gsLst>
                <a:gs pos="0">
                  <a:srgbClr val="cccce6"/>
                </a:gs>
                <a:gs pos="100000">
                  <a:srgbClr val="ffffff"/>
                </a:gs>
              </a:gsLst>
              <a:lin ang="0"/>
            </a:gradFill>
            <a:ln w="9525">
              <a:noFill/>
            </a:ln>
          </p:spPr>
          <p:style>
            <a:lnRef idx="0"/>
            <a:fillRef idx="0"/>
            <a:effectRef idx="0"/>
            <a:fontRef idx="minor"/>
          </p:style>
          <p:txBody>
            <a:bodyPr wrap="none" lIns="90000" rIns="90000" tIns="45000" bIns="45000" anchor="ctr">
              <a:noAutofit/>
            </a:bodyPr>
            <a:p>
              <a:pPr algn="ctr" defTabSz="914400">
                <a:lnSpc>
                  <a:spcPct val="100000"/>
                </a:lnSpc>
              </a:pPr>
              <a:endParaRPr b="0" lang="fr-FR" sz="2400" spc="-1" strike="noStrike">
                <a:solidFill>
                  <a:srgbClr val="000000"/>
                </a:solidFill>
                <a:latin typeface="Times New Roman"/>
              </a:endParaRPr>
            </a:p>
          </p:txBody>
        </p:sp>
        <p:sp>
          <p:nvSpPr>
            <p:cNvPr id="63" name="Rectangle 6"/>
            <p:cNvSpPr/>
            <p:nvPr/>
          </p:nvSpPr>
          <p:spPr>
            <a:xfrm>
              <a:off x="412920" y="135000"/>
              <a:ext cx="8730720" cy="274320"/>
            </a:xfrm>
            <a:prstGeom prst="rect">
              <a:avLst/>
            </a:prstGeom>
            <a:gradFill rotWithShape="0">
              <a:gsLst>
                <a:gs pos="0">
                  <a:srgbClr val="00007d"/>
                </a:gs>
                <a:gs pos="100000">
                  <a:srgbClr val="ffffff"/>
                </a:gs>
              </a:gsLst>
              <a:lin ang="0"/>
            </a:gra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64" name="Rectangle 7"/>
            <p:cNvSpPr/>
            <p:nvPr/>
          </p:nvSpPr>
          <p:spPr>
            <a:xfrm>
              <a:off x="409680" y="135000"/>
              <a:ext cx="137880" cy="14076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65" name="Rectangle 8"/>
            <p:cNvSpPr/>
            <p:nvPr/>
          </p:nvSpPr>
          <p:spPr>
            <a:xfrm>
              <a:off x="547560" y="0"/>
              <a:ext cx="139320" cy="13788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66" name="Rectangle 9"/>
            <p:cNvSpPr/>
            <p:nvPr/>
          </p:nvSpPr>
          <p:spPr>
            <a:xfrm>
              <a:off x="547560" y="135000"/>
              <a:ext cx="139320" cy="14076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sp>
          <p:nvSpPr>
            <p:cNvPr id="67" name="Rectangle 10"/>
            <p:cNvSpPr/>
            <p:nvPr/>
          </p:nvSpPr>
          <p:spPr>
            <a:xfrm>
              <a:off x="274680" y="274680"/>
              <a:ext cx="134640" cy="13788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68" name="Rectangle 11"/>
            <p:cNvSpPr/>
            <p:nvPr/>
          </p:nvSpPr>
          <p:spPr>
            <a:xfrm>
              <a:off x="131760" y="136440"/>
              <a:ext cx="142560" cy="137880"/>
            </a:xfrm>
            <a:prstGeom prst="rect">
              <a:avLst/>
            </a:prstGeom>
            <a:solidFill>
              <a:schemeClr val="bg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69" name="Rectangle 12"/>
            <p:cNvSpPr/>
            <p:nvPr/>
          </p:nvSpPr>
          <p:spPr>
            <a:xfrm>
              <a:off x="409680" y="271440"/>
              <a:ext cx="137880" cy="13788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sp>
          <p:nvSpPr>
            <p:cNvPr id="70" name="Rectangle 13"/>
            <p:cNvSpPr/>
            <p:nvPr/>
          </p:nvSpPr>
          <p:spPr>
            <a:xfrm>
              <a:off x="274680" y="409680"/>
              <a:ext cx="134640" cy="13608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grpSp>
      <p:sp>
        <p:nvSpPr>
          <p:cNvPr id="71" name="PlaceHolder 1"/>
          <p:cNvSpPr>
            <a:spLocks noGrp="1"/>
          </p:cNvSpPr>
          <p:nvPr>
            <p:ph type="body"/>
          </p:nvPr>
        </p:nvSpPr>
        <p:spPr>
          <a:xfrm>
            <a:off x="457200" y="457200"/>
            <a:ext cx="8229240" cy="5409720"/>
          </a:xfrm>
          <a:prstGeom prst="rect">
            <a:avLst/>
          </a:prstGeom>
          <a:noFill/>
          <a:ln w="9360">
            <a:noFill/>
          </a:ln>
        </p:spPr>
        <p:txBody>
          <a:bodyPr numCol="1" spcCol="0" lIns="91440" rIns="91440" tIns="45720" bIns="45720" anchor="t">
            <a:noAutofit/>
          </a:bodyPr>
          <a:p>
            <a:pPr indent="0" defTabSz="914400">
              <a:lnSpc>
                <a:spcPct val="100000"/>
              </a:lnSpc>
              <a:buNone/>
            </a:pPr>
            <a:r>
              <a:rPr b="0" lang="fr-FR" sz="1800" spc="-1" strike="noStrike">
                <a:solidFill>
                  <a:schemeClr val="dk1"/>
                </a:solidFill>
                <a:latin typeface="Arial"/>
              </a:rPr>
              <a:t>Modifiez les styles du texte du masque</a:t>
            </a:r>
            <a:endParaRPr b="0" lang="fr-FR" sz="1800" spc="-1" strike="noStrike">
              <a:solidFill>
                <a:schemeClr val="dk1"/>
              </a:solidFill>
              <a:latin typeface="Arial"/>
            </a:endParaRPr>
          </a:p>
          <a:p>
            <a:pPr marL="457200" indent="0" defTabSz="914400">
              <a:lnSpc>
                <a:spcPct val="100000"/>
              </a:lnSpc>
              <a:buNone/>
            </a:pPr>
            <a:r>
              <a:rPr b="0" lang="fr-FR" sz="1800" spc="-1" strike="noStrike">
                <a:solidFill>
                  <a:schemeClr val="dk1"/>
                </a:solidFill>
                <a:latin typeface="Arial"/>
              </a:rPr>
              <a:t>Deuxième niveau</a:t>
            </a:r>
            <a:endParaRPr b="0" lang="fr-FR" sz="1800" spc="-1" strike="noStrike">
              <a:solidFill>
                <a:schemeClr val="dk1"/>
              </a:solidFill>
              <a:latin typeface="Arial"/>
            </a:endParaRPr>
          </a:p>
          <a:p>
            <a:pPr marL="914400" indent="0" defTabSz="914400">
              <a:lnSpc>
                <a:spcPct val="100000"/>
              </a:lnSpc>
              <a:buNone/>
            </a:pPr>
            <a:r>
              <a:rPr b="0" lang="fr-FR" sz="1800" spc="-1" strike="noStrike">
                <a:solidFill>
                  <a:schemeClr val="dk1"/>
                </a:solidFill>
                <a:latin typeface="Arial"/>
              </a:rPr>
              <a:t>Troisième niveau</a:t>
            </a:r>
            <a:endParaRPr b="0" lang="fr-FR" sz="1800" spc="-1" strike="noStrike">
              <a:solidFill>
                <a:schemeClr val="dk1"/>
              </a:solidFill>
              <a:latin typeface="Arial"/>
            </a:endParaRPr>
          </a:p>
          <a:p>
            <a:pPr marL="1371600" indent="0" defTabSz="914400">
              <a:lnSpc>
                <a:spcPct val="100000"/>
              </a:lnSpc>
              <a:buNone/>
            </a:pPr>
            <a:r>
              <a:rPr b="0" lang="fr-FR" sz="1800" spc="-1" strike="noStrike">
                <a:solidFill>
                  <a:schemeClr val="dk1"/>
                </a:solidFill>
                <a:latin typeface="Arial"/>
              </a:rPr>
              <a:t>Quatrième niveau</a:t>
            </a:r>
            <a:endParaRPr b="0" lang="fr-FR" sz="1800" spc="-1" strike="noStrike">
              <a:solidFill>
                <a:schemeClr val="dk1"/>
              </a:solidFill>
              <a:latin typeface="Arial"/>
            </a:endParaRPr>
          </a:p>
          <a:p>
            <a:pPr marL="1828800" indent="0" defTabSz="914400">
              <a:lnSpc>
                <a:spcPct val="100000"/>
              </a:lnSpc>
              <a:buNone/>
            </a:pPr>
            <a:r>
              <a:rPr b="0" lang="fr-FR" sz="1800" spc="-1" strike="noStrike">
                <a:solidFill>
                  <a:schemeClr val="dk1"/>
                </a:solidFill>
                <a:latin typeface="Arial"/>
              </a:rPr>
              <a:t>Cinquième niveau</a:t>
            </a:r>
            <a:endParaRPr b="0" lang="fr-FR" sz="1800" spc="-1" strike="noStrike">
              <a:solidFill>
                <a:schemeClr val="dk1"/>
              </a:solidFill>
              <a:latin typeface="Arial"/>
            </a:endParaRPr>
          </a:p>
        </p:txBody>
      </p:sp>
      <p:sp>
        <p:nvSpPr>
          <p:cNvPr id="72" name="PlaceHolder 2"/>
          <p:cNvSpPr>
            <a:spLocks noGrp="1"/>
          </p:cNvSpPr>
          <p:nvPr>
            <p:ph type="ftr" idx="10"/>
          </p:nvPr>
        </p:nvSpPr>
        <p:spPr>
          <a:xfrm>
            <a:off x="3124080" y="6248520"/>
            <a:ext cx="2895120" cy="456840"/>
          </a:xfrm>
          <a:prstGeom prst="rect">
            <a:avLst/>
          </a:prstGeom>
          <a:noFill/>
          <a:ln w="0">
            <a:noFill/>
          </a:ln>
        </p:spPr>
        <p:txBody>
          <a:bodyPr numCol="1" spcCol="0" lIns="91440" rIns="91440" tIns="45720" bIns="45720" anchor="b">
            <a:noAutofit/>
          </a:bodyPr>
          <a:lstStyle>
            <a:lvl1pPr indent="0" algn="ctr">
              <a:buNone/>
              <a:defRPr b="0" lang="en-US" sz="1400" spc="-1" strike="noStrike">
                <a:solidFill>
                  <a:srgbClr val="000000"/>
                </a:solidFill>
                <a:latin typeface="Calibri"/>
              </a:defRPr>
            </a:lvl1pPr>
          </a:lstStyle>
          <a:p>
            <a:pPr indent="0" algn="ctr">
              <a:buNone/>
            </a:pPr>
            <a:r>
              <a:rPr b="0" lang="en-US" sz="1400" spc="-1" strike="noStrike">
                <a:solidFill>
                  <a:srgbClr val="000000"/>
                </a:solidFill>
                <a:latin typeface="Calibri"/>
              </a:rPr>
              <a:t>&lt;footer&gt;</a:t>
            </a:r>
            <a:endParaRPr b="0" lang="en-US" sz="1400" spc="-1" strike="noStrike">
              <a:solidFill>
                <a:srgbClr val="000000"/>
              </a:solidFill>
              <a:latin typeface="Calibri"/>
            </a:endParaRPr>
          </a:p>
        </p:txBody>
      </p:sp>
      <p:sp>
        <p:nvSpPr>
          <p:cNvPr id="73" name="PlaceHolder 3"/>
          <p:cNvSpPr>
            <a:spLocks noGrp="1"/>
          </p:cNvSpPr>
          <p:nvPr>
            <p:ph type="sldNum" idx="11"/>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8F2220D4-A90F-4E19-A3F5-EB22F5126B8A}"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sp>
        <p:nvSpPr>
          <p:cNvPr id="74" name="PlaceHolder 4"/>
          <p:cNvSpPr>
            <a:spLocks noGrp="1"/>
          </p:cNvSpPr>
          <p:nvPr>
            <p:ph type="dt" idx="12"/>
          </p:nvPr>
        </p:nvSpPr>
        <p:spPr>
          <a:xfrm>
            <a:off x="457200" y="6245280"/>
            <a:ext cx="2133360" cy="475920"/>
          </a:xfrm>
          <a:prstGeom prst="rect">
            <a:avLst/>
          </a:prstGeom>
          <a:noFill/>
          <a:ln w="0">
            <a:noFill/>
          </a:ln>
        </p:spPr>
        <p:txBody>
          <a:bodyPr numCol="1" spcCol="0" lIns="91440" rIns="91440" tIns="45720" bIns="45720" anchor="b">
            <a:noAutofit/>
          </a:bodyPr>
          <a:lstStyle>
            <a:lvl1pPr indent="0" defTabSz="914400">
              <a:lnSpc>
                <a:spcPct val="100000"/>
              </a:lnSpc>
              <a:buNone/>
              <a:defRPr b="0" lang="fr-FR" sz="1200" spc="-1" strike="noStrike">
                <a:solidFill>
                  <a:srgbClr val="000000"/>
                </a:solidFill>
                <a:latin typeface="Arial"/>
              </a:defRPr>
            </a:lvl1pPr>
          </a:lstStyle>
          <a:p>
            <a:pPr indent="0" defTabSz="914400">
              <a:lnSpc>
                <a:spcPct val="100000"/>
              </a:lnSpc>
              <a:buNone/>
            </a:pPr>
            <a:r>
              <a:rPr b="0" lang="fr-FR" sz="1200" spc="-1" strike="noStrike">
                <a:solidFill>
                  <a:srgbClr val="000000"/>
                </a:solidFill>
                <a:latin typeface="Arial"/>
              </a:rPr>
              <a:t>&lt;date/time&gt;</a:t>
            </a:r>
            <a:endParaRPr b="0" lang="en-US" sz="120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re et contenu">
    <p:bg>
      <p:bgPr>
        <a:solidFill>
          <a:schemeClr val="lt1"/>
        </a:solidFill>
      </p:bgPr>
    </p:bg>
    <p:spTree>
      <p:nvGrpSpPr>
        <p:cNvPr id="1" name=""/>
        <p:cNvGrpSpPr/>
        <p:nvPr/>
      </p:nvGrpSpPr>
      <p:grpSpPr>
        <a:xfrm>
          <a:off x="0" y="0"/>
          <a:ext cx="0" cy="0"/>
          <a:chOff x="0" y="0"/>
          <a:chExt cx="0" cy="0"/>
        </a:xfrm>
      </p:grpSpPr>
      <p:grpSp>
        <p:nvGrpSpPr>
          <p:cNvPr id="75" name="Group 4"/>
          <p:cNvGrpSpPr/>
          <p:nvPr/>
        </p:nvGrpSpPr>
        <p:grpSpPr>
          <a:xfrm>
            <a:off x="0" y="0"/>
            <a:ext cx="9143640" cy="545760"/>
            <a:chOff x="0" y="0"/>
            <a:chExt cx="9143640" cy="545760"/>
          </a:xfrm>
        </p:grpSpPr>
        <p:sp>
          <p:nvSpPr>
            <p:cNvPr id="76" name="Rectangle 5"/>
            <p:cNvSpPr/>
            <p:nvPr/>
          </p:nvSpPr>
          <p:spPr>
            <a:xfrm>
              <a:off x="0" y="0"/>
              <a:ext cx="285480" cy="533160"/>
            </a:xfrm>
            <a:prstGeom prst="rect">
              <a:avLst/>
            </a:prstGeom>
            <a:gradFill rotWithShape="0">
              <a:gsLst>
                <a:gs pos="0">
                  <a:srgbClr val="cccce6"/>
                </a:gs>
                <a:gs pos="100000">
                  <a:srgbClr val="ffffff"/>
                </a:gs>
              </a:gsLst>
              <a:lin ang="0"/>
            </a:gradFill>
            <a:ln w="9525">
              <a:noFill/>
            </a:ln>
          </p:spPr>
          <p:style>
            <a:lnRef idx="0"/>
            <a:fillRef idx="0"/>
            <a:effectRef idx="0"/>
            <a:fontRef idx="minor"/>
          </p:style>
          <p:txBody>
            <a:bodyPr wrap="none" lIns="90000" rIns="90000" tIns="45000" bIns="45000" anchor="ctr">
              <a:noAutofit/>
            </a:bodyPr>
            <a:p>
              <a:pPr algn="ctr" defTabSz="914400">
                <a:lnSpc>
                  <a:spcPct val="100000"/>
                </a:lnSpc>
              </a:pPr>
              <a:endParaRPr b="0" lang="fr-FR" sz="2400" spc="-1" strike="noStrike">
                <a:solidFill>
                  <a:srgbClr val="000000"/>
                </a:solidFill>
                <a:latin typeface="Times New Roman"/>
              </a:endParaRPr>
            </a:p>
          </p:txBody>
        </p:sp>
        <p:sp>
          <p:nvSpPr>
            <p:cNvPr id="77" name="Rectangle 6"/>
            <p:cNvSpPr/>
            <p:nvPr/>
          </p:nvSpPr>
          <p:spPr>
            <a:xfrm>
              <a:off x="412920" y="135000"/>
              <a:ext cx="8730720" cy="274320"/>
            </a:xfrm>
            <a:prstGeom prst="rect">
              <a:avLst/>
            </a:prstGeom>
            <a:gradFill rotWithShape="0">
              <a:gsLst>
                <a:gs pos="0">
                  <a:srgbClr val="00007d"/>
                </a:gs>
                <a:gs pos="100000">
                  <a:srgbClr val="ffffff"/>
                </a:gs>
              </a:gsLst>
              <a:lin ang="0"/>
            </a:gra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78" name="Rectangle 7"/>
            <p:cNvSpPr/>
            <p:nvPr/>
          </p:nvSpPr>
          <p:spPr>
            <a:xfrm>
              <a:off x="409680" y="135000"/>
              <a:ext cx="137880" cy="14076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79" name="Rectangle 8"/>
            <p:cNvSpPr/>
            <p:nvPr/>
          </p:nvSpPr>
          <p:spPr>
            <a:xfrm>
              <a:off x="547560" y="0"/>
              <a:ext cx="139320" cy="13788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80" name="Rectangle 9"/>
            <p:cNvSpPr/>
            <p:nvPr/>
          </p:nvSpPr>
          <p:spPr>
            <a:xfrm>
              <a:off x="547560" y="135000"/>
              <a:ext cx="139320" cy="14076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sp>
          <p:nvSpPr>
            <p:cNvPr id="81" name="Rectangle 10"/>
            <p:cNvSpPr/>
            <p:nvPr/>
          </p:nvSpPr>
          <p:spPr>
            <a:xfrm>
              <a:off x="274680" y="274680"/>
              <a:ext cx="134640" cy="13788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82" name="Rectangle 11"/>
            <p:cNvSpPr/>
            <p:nvPr/>
          </p:nvSpPr>
          <p:spPr>
            <a:xfrm>
              <a:off x="131760" y="136440"/>
              <a:ext cx="142560" cy="137880"/>
            </a:xfrm>
            <a:prstGeom prst="rect">
              <a:avLst/>
            </a:prstGeom>
            <a:solidFill>
              <a:schemeClr val="bg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83" name="Rectangle 12"/>
            <p:cNvSpPr/>
            <p:nvPr/>
          </p:nvSpPr>
          <p:spPr>
            <a:xfrm>
              <a:off x="409680" y="271440"/>
              <a:ext cx="137880" cy="13788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sp>
          <p:nvSpPr>
            <p:cNvPr id="84" name="Rectangle 13"/>
            <p:cNvSpPr/>
            <p:nvPr/>
          </p:nvSpPr>
          <p:spPr>
            <a:xfrm>
              <a:off x="274680" y="409680"/>
              <a:ext cx="134640" cy="13608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grpSp>
      <p:sp>
        <p:nvSpPr>
          <p:cNvPr id="85" name="PlaceHolder 1"/>
          <p:cNvSpPr>
            <a:spLocks noGrp="1"/>
          </p:cNvSpPr>
          <p:nvPr>
            <p:ph type="title"/>
          </p:nvPr>
        </p:nvSpPr>
        <p:spPr>
          <a:xfrm>
            <a:off x="457200" y="457200"/>
            <a:ext cx="8229240" cy="1371240"/>
          </a:xfrm>
          <a:prstGeom prst="rect">
            <a:avLst/>
          </a:prstGeom>
          <a:noFill/>
          <a:ln w="9360">
            <a:noFill/>
          </a:ln>
        </p:spPr>
        <p:txBody>
          <a:bodyPr numCol="1" spcCol="0" lIns="91440" rIns="91440" tIns="45720" bIns="45720" anchor="ctr">
            <a:noAutofit/>
          </a:bodyPr>
          <a:p>
            <a:pPr indent="0">
              <a:lnSpc>
                <a:spcPct val="100000"/>
              </a:lnSpc>
              <a:buNone/>
            </a:pPr>
            <a:r>
              <a:rPr b="0" lang="fr-FR" sz="4400" spc="-1" strike="noStrike">
                <a:solidFill>
                  <a:schemeClr val="dk1"/>
                </a:solidFill>
                <a:latin typeface="Arial"/>
              </a:rPr>
              <a:t>Modifiez le style du titre</a:t>
            </a:r>
            <a:endParaRPr b="0" lang="fr-FR" sz="4400" spc="-1" strike="noStrike">
              <a:solidFill>
                <a:schemeClr val="dk1"/>
              </a:solidFill>
              <a:latin typeface="Arial"/>
            </a:endParaRPr>
          </a:p>
        </p:txBody>
      </p:sp>
      <p:sp>
        <p:nvSpPr>
          <p:cNvPr id="86" name="PlaceHolder 2"/>
          <p:cNvSpPr>
            <a:spLocks noGrp="1"/>
          </p:cNvSpPr>
          <p:nvPr>
            <p:ph type="body"/>
          </p:nvPr>
        </p:nvSpPr>
        <p:spPr>
          <a:xfrm>
            <a:off x="457200" y="1981080"/>
            <a:ext cx="8229240" cy="3885840"/>
          </a:xfrm>
          <a:prstGeom prst="rect">
            <a:avLst/>
          </a:prstGeom>
          <a:noFill/>
          <a:ln w="9360">
            <a:noFill/>
          </a:ln>
        </p:spPr>
        <p:txBody>
          <a:bodyPr numCol="1" spcCol="0" lIns="91440" rIns="91440" tIns="45720" bIns="45720" anchor="t">
            <a:noAutofit/>
          </a:bodyPr>
          <a:p>
            <a:pPr marL="343080" indent="-343080">
              <a:lnSpc>
                <a:spcPct val="100000"/>
              </a:lnSpc>
              <a:spcBef>
                <a:spcPts val="641"/>
              </a:spcBef>
              <a:buClr>
                <a:srgbClr val="00007d"/>
              </a:buClr>
              <a:buSzPct val="75000"/>
              <a:buFont typeface="Wingdings" charset="2"/>
              <a:buChar char=""/>
            </a:pPr>
            <a:r>
              <a:rPr b="0" lang="fr-FR" sz="3200" spc="-1" strike="noStrike">
                <a:solidFill>
                  <a:schemeClr val="dk1"/>
                </a:solidFill>
                <a:latin typeface="Arial"/>
              </a:rPr>
              <a:t>Modifiez les styles du texte du masque</a:t>
            </a:r>
            <a:endParaRPr b="0" lang="fr-FR" sz="3200" spc="-1" strike="noStrike">
              <a:solidFill>
                <a:schemeClr val="dk1"/>
              </a:solidFill>
              <a:latin typeface="Arial"/>
            </a:endParaRPr>
          </a:p>
          <a:p>
            <a:pPr lvl="1" marL="743040" indent="-285840">
              <a:lnSpc>
                <a:spcPct val="100000"/>
              </a:lnSpc>
              <a:spcBef>
                <a:spcPts val="561"/>
              </a:spcBef>
              <a:buClr>
                <a:srgbClr val="9999cc"/>
              </a:buClr>
              <a:buSzPct val="80000"/>
              <a:buFont typeface="Wingdings" charset="2"/>
              <a:buChar char=""/>
            </a:pPr>
            <a:r>
              <a:rPr b="0" lang="fr-FR" sz="2800" spc="-1" strike="noStrike">
                <a:solidFill>
                  <a:schemeClr val="dk1"/>
                </a:solidFill>
                <a:latin typeface="Arial"/>
              </a:rPr>
              <a:t>Deuxième niveau</a:t>
            </a:r>
            <a:endParaRPr b="0" lang="fr-FR" sz="2800" spc="-1" strike="noStrike">
              <a:solidFill>
                <a:schemeClr val="dk1"/>
              </a:solidFill>
              <a:latin typeface="Arial"/>
            </a:endParaRPr>
          </a:p>
          <a:p>
            <a:pPr lvl="2" marL="1143000" indent="-228600">
              <a:lnSpc>
                <a:spcPct val="100000"/>
              </a:lnSpc>
              <a:spcBef>
                <a:spcPts val="479"/>
              </a:spcBef>
              <a:buClr>
                <a:srgbClr val="00007d"/>
              </a:buClr>
              <a:buSzPct val="65000"/>
              <a:buFont typeface="Wingdings" charset="2"/>
              <a:buChar char=""/>
            </a:pPr>
            <a:r>
              <a:rPr b="0" lang="fr-FR" sz="2400" spc="-1" strike="noStrike">
                <a:solidFill>
                  <a:schemeClr val="dk1"/>
                </a:solidFill>
                <a:latin typeface="Arial"/>
              </a:rPr>
              <a:t>Troisième niveau</a:t>
            </a:r>
            <a:endParaRPr b="0" lang="fr-FR" sz="2400" spc="-1" strike="noStrike">
              <a:solidFill>
                <a:schemeClr val="dk1"/>
              </a:solidFill>
              <a:latin typeface="Arial"/>
            </a:endParaRPr>
          </a:p>
          <a:p>
            <a:pPr lvl="3" marL="1600200" indent="-228600">
              <a:lnSpc>
                <a:spcPct val="100000"/>
              </a:lnSpc>
              <a:spcBef>
                <a:spcPts val="400"/>
              </a:spcBef>
              <a:buClr>
                <a:srgbClr val="9999cc"/>
              </a:buClr>
              <a:buSzPct val="70000"/>
              <a:buFont typeface="Wingdings" charset="2"/>
              <a:buChar char=""/>
            </a:pPr>
            <a:r>
              <a:rPr b="0" lang="fr-FR" sz="2000" spc="-1" strike="noStrike">
                <a:solidFill>
                  <a:schemeClr val="dk1"/>
                </a:solidFill>
                <a:latin typeface="Arial"/>
              </a:rPr>
              <a:t>Quatrième niveau</a:t>
            </a:r>
            <a:endParaRPr b="0" lang="fr-FR" sz="2000" spc="-1" strike="noStrike">
              <a:solidFill>
                <a:schemeClr val="dk1"/>
              </a:solidFill>
              <a:latin typeface="Arial"/>
            </a:endParaRPr>
          </a:p>
          <a:p>
            <a:pPr lvl="4" marL="2057400" indent="-228600">
              <a:lnSpc>
                <a:spcPct val="100000"/>
              </a:lnSpc>
              <a:spcBef>
                <a:spcPts val="400"/>
              </a:spcBef>
              <a:buClr>
                <a:srgbClr val="00007d"/>
              </a:buClr>
              <a:buFont typeface="Wingdings" charset="2"/>
              <a:buChar char=""/>
            </a:pPr>
            <a:r>
              <a:rPr b="0" lang="fr-FR" sz="2000" spc="-1" strike="noStrike">
                <a:solidFill>
                  <a:schemeClr val="dk1"/>
                </a:solidFill>
                <a:latin typeface="Arial"/>
              </a:rPr>
              <a:t>Cinquième niveau</a:t>
            </a:r>
            <a:endParaRPr b="0" lang="fr-FR" sz="2000" spc="-1" strike="noStrike">
              <a:solidFill>
                <a:schemeClr val="dk1"/>
              </a:solidFill>
              <a:latin typeface="Arial"/>
            </a:endParaRPr>
          </a:p>
        </p:txBody>
      </p:sp>
      <p:sp>
        <p:nvSpPr>
          <p:cNvPr id="87" name="PlaceHolder 3"/>
          <p:cNvSpPr>
            <a:spLocks noGrp="1"/>
          </p:cNvSpPr>
          <p:nvPr>
            <p:ph type="ftr" idx="13"/>
          </p:nvPr>
        </p:nvSpPr>
        <p:spPr>
          <a:xfrm>
            <a:off x="3124080" y="6248520"/>
            <a:ext cx="2895120" cy="456840"/>
          </a:xfrm>
          <a:prstGeom prst="rect">
            <a:avLst/>
          </a:prstGeom>
          <a:noFill/>
          <a:ln w="0">
            <a:noFill/>
          </a:ln>
        </p:spPr>
        <p:txBody>
          <a:bodyPr numCol="1" spcCol="0" lIns="91440" rIns="91440" tIns="45720" bIns="45720" anchor="b">
            <a:noAutofit/>
          </a:bodyPr>
          <a:lstStyle>
            <a:lvl1pPr indent="0" algn="ctr">
              <a:buNone/>
              <a:defRPr b="0" lang="en-US" sz="1400" spc="-1" strike="noStrike">
                <a:solidFill>
                  <a:srgbClr val="000000"/>
                </a:solidFill>
                <a:latin typeface="Calibri"/>
              </a:defRPr>
            </a:lvl1pPr>
          </a:lstStyle>
          <a:p>
            <a:pPr indent="0" algn="ctr">
              <a:buNone/>
            </a:pPr>
            <a:r>
              <a:rPr b="0" lang="en-US" sz="1400" spc="-1" strike="noStrike">
                <a:solidFill>
                  <a:srgbClr val="000000"/>
                </a:solidFill>
                <a:latin typeface="Calibri"/>
              </a:rPr>
              <a:t>&lt;footer&gt;</a:t>
            </a:r>
            <a:endParaRPr b="0" lang="en-US" sz="1400" spc="-1" strike="noStrike">
              <a:solidFill>
                <a:srgbClr val="000000"/>
              </a:solidFill>
              <a:latin typeface="Calibri"/>
            </a:endParaRPr>
          </a:p>
        </p:txBody>
      </p:sp>
      <p:sp>
        <p:nvSpPr>
          <p:cNvPr id="88" name="PlaceHolder 4"/>
          <p:cNvSpPr>
            <a:spLocks noGrp="1"/>
          </p:cNvSpPr>
          <p:nvPr>
            <p:ph type="sldNum" idx="14"/>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A68F7820-DC76-4A2B-8621-C885CAA2F394}"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sp>
        <p:nvSpPr>
          <p:cNvPr id="89" name="PlaceHolder 5"/>
          <p:cNvSpPr>
            <a:spLocks noGrp="1"/>
          </p:cNvSpPr>
          <p:nvPr>
            <p:ph type="dt" idx="15"/>
          </p:nvPr>
        </p:nvSpPr>
        <p:spPr>
          <a:xfrm>
            <a:off x="457200" y="6245280"/>
            <a:ext cx="2133360" cy="475920"/>
          </a:xfrm>
          <a:prstGeom prst="rect">
            <a:avLst/>
          </a:prstGeom>
          <a:noFill/>
          <a:ln w="0">
            <a:noFill/>
          </a:ln>
        </p:spPr>
        <p:txBody>
          <a:bodyPr numCol="1" spcCol="0" lIns="91440" rIns="91440" tIns="45720" bIns="45720" anchor="b">
            <a:noAutofit/>
          </a:bodyPr>
          <a:lstStyle>
            <a:lvl1pPr indent="0" defTabSz="914400">
              <a:lnSpc>
                <a:spcPct val="100000"/>
              </a:lnSpc>
              <a:buNone/>
              <a:defRPr b="0" lang="fr-FR" sz="1200" spc="-1" strike="noStrike">
                <a:solidFill>
                  <a:srgbClr val="000000"/>
                </a:solidFill>
                <a:latin typeface="Arial"/>
              </a:defRPr>
            </a:lvl1pPr>
          </a:lstStyle>
          <a:p>
            <a:pPr indent="0" defTabSz="914400">
              <a:lnSpc>
                <a:spcPct val="100000"/>
              </a:lnSpc>
              <a:buNone/>
            </a:pPr>
            <a:r>
              <a:rPr b="0" lang="fr-FR" sz="1200" spc="-1" strike="noStrike">
                <a:solidFill>
                  <a:srgbClr val="000000"/>
                </a:solidFill>
                <a:latin typeface="Arial"/>
              </a:rPr>
              <a:t>&lt;date/time&gt;</a:t>
            </a:r>
            <a:endParaRPr b="0" lang="en-US" sz="1200" spc="-1" strike="noStrike">
              <a:solidFill>
                <a:srgbClr val="000000"/>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 de section">
    <p:bg>
      <p:bgPr>
        <a:solidFill>
          <a:schemeClr val="lt1"/>
        </a:solidFill>
      </p:bgPr>
    </p:bg>
    <p:spTree>
      <p:nvGrpSpPr>
        <p:cNvPr id="1" name=""/>
        <p:cNvGrpSpPr/>
        <p:nvPr/>
      </p:nvGrpSpPr>
      <p:grpSpPr>
        <a:xfrm>
          <a:off x="0" y="0"/>
          <a:ext cx="0" cy="0"/>
          <a:chOff x="0" y="0"/>
          <a:chExt cx="0" cy="0"/>
        </a:xfrm>
      </p:grpSpPr>
      <p:grpSp>
        <p:nvGrpSpPr>
          <p:cNvPr id="90" name="Group 4"/>
          <p:cNvGrpSpPr/>
          <p:nvPr/>
        </p:nvGrpSpPr>
        <p:grpSpPr>
          <a:xfrm>
            <a:off x="0" y="0"/>
            <a:ext cx="9143640" cy="545760"/>
            <a:chOff x="0" y="0"/>
            <a:chExt cx="9143640" cy="545760"/>
          </a:xfrm>
        </p:grpSpPr>
        <p:sp>
          <p:nvSpPr>
            <p:cNvPr id="91" name="Rectangle 5"/>
            <p:cNvSpPr/>
            <p:nvPr/>
          </p:nvSpPr>
          <p:spPr>
            <a:xfrm>
              <a:off x="0" y="0"/>
              <a:ext cx="285480" cy="533160"/>
            </a:xfrm>
            <a:prstGeom prst="rect">
              <a:avLst/>
            </a:prstGeom>
            <a:gradFill rotWithShape="0">
              <a:gsLst>
                <a:gs pos="0">
                  <a:srgbClr val="cccce6"/>
                </a:gs>
                <a:gs pos="100000">
                  <a:srgbClr val="ffffff"/>
                </a:gs>
              </a:gsLst>
              <a:lin ang="0"/>
            </a:gradFill>
            <a:ln w="9525">
              <a:noFill/>
            </a:ln>
          </p:spPr>
          <p:style>
            <a:lnRef idx="0"/>
            <a:fillRef idx="0"/>
            <a:effectRef idx="0"/>
            <a:fontRef idx="minor"/>
          </p:style>
          <p:txBody>
            <a:bodyPr wrap="none" lIns="90000" rIns="90000" tIns="45000" bIns="45000" anchor="ctr">
              <a:noAutofit/>
            </a:bodyPr>
            <a:p>
              <a:pPr algn="ctr" defTabSz="914400">
                <a:lnSpc>
                  <a:spcPct val="100000"/>
                </a:lnSpc>
              </a:pPr>
              <a:endParaRPr b="0" lang="fr-FR" sz="2400" spc="-1" strike="noStrike">
                <a:solidFill>
                  <a:srgbClr val="000000"/>
                </a:solidFill>
                <a:latin typeface="Times New Roman"/>
              </a:endParaRPr>
            </a:p>
          </p:txBody>
        </p:sp>
        <p:sp>
          <p:nvSpPr>
            <p:cNvPr id="92" name="Rectangle 6"/>
            <p:cNvSpPr/>
            <p:nvPr/>
          </p:nvSpPr>
          <p:spPr>
            <a:xfrm>
              <a:off x="412920" y="135000"/>
              <a:ext cx="8730720" cy="274320"/>
            </a:xfrm>
            <a:prstGeom prst="rect">
              <a:avLst/>
            </a:prstGeom>
            <a:gradFill rotWithShape="0">
              <a:gsLst>
                <a:gs pos="0">
                  <a:srgbClr val="00007d"/>
                </a:gs>
                <a:gs pos="100000">
                  <a:srgbClr val="ffffff"/>
                </a:gs>
              </a:gsLst>
              <a:lin ang="0"/>
            </a:gra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93" name="Rectangle 7"/>
            <p:cNvSpPr/>
            <p:nvPr/>
          </p:nvSpPr>
          <p:spPr>
            <a:xfrm>
              <a:off x="409680" y="135000"/>
              <a:ext cx="137880" cy="14076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94" name="Rectangle 8"/>
            <p:cNvSpPr/>
            <p:nvPr/>
          </p:nvSpPr>
          <p:spPr>
            <a:xfrm>
              <a:off x="547560" y="0"/>
              <a:ext cx="139320" cy="13788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95" name="Rectangle 9"/>
            <p:cNvSpPr/>
            <p:nvPr/>
          </p:nvSpPr>
          <p:spPr>
            <a:xfrm>
              <a:off x="547560" y="135000"/>
              <a:ext cx="139320" cy="14076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sp>
          <p:nvSpPr>
            <p:cNvPr id="96" name="Rectangle 10"/>
            <p:cNvSpPr/>
            <p:nvPr/>
          </p:nvSpPr>
          <p:spPr>
            <a:xfrm>
              <a:off x="274680" y="274680"/>
              <a:ext cx="134640" cy="13788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97" name="Rectangle 11"/>
            <p:cNvSpPr/>
            <p:nvPr/>
          </p:nvSpPr>
          <p:spPr>
            <a:xfrm>
              <a:off x="131760" y="136440"/>
              <a:ext cx="142560" cy="137880"/>
            </a:xfrm>
            <a:prstGeom prst="rect">
              <a:avLst/>
            </a:prstGeom>
            <a:solidFill>
              <a:schemeClr val="bg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98" name="Rectangle 12"/>
            <p:cNvSpPr/>
            <p:nvPr/>
          </p:nvSpPr>
          <p:spPr>
            <a:xfrm>
              <a:off x="409680" y="271440"/>
              <a:ext cx="137880" cy="13788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sp>
          <p:nvSpPr>
            <p:cNvPr id="99" name="Rectangle 13"/>
            <p:cNvSpPr/>
            <p:nvPr/>
          </p:nvSpPr>
          <p:spPr>
            <a:xfrm>
              <a:off x="274680" y="409680"/>
              <a:ext cx="134640" cy="13608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grpSp>
      <p:sp>
        <p:nvSpPr>
          <p:cNvPr id="100" name="PlaceHolder 1"/>
          <p:cNvSpPr>
            <a:spLocks noGrp="1"/>
          </p:cNvSpPr>
          <p:nvPr>
            <p:ph type="title"/>
          </p:nvPr>
        </p:nvSpPr>
        <p:spPr>
          <a:xfrm>
            <a:off x="722520" y="4406760"/>
            <a:ext cx="7772040" cy="1361880"/>
          </a:xfrm>
          <a:prstGeom prst="rect">
            <a:avLst/>
          </a:prstGeom>
          <a:noFill/>
          <a:ln w="9360">
            <a:noFill/>
          </a:ln>
        </p:spPr>
        <p:txBody>
          <a:bodyPr numCol="1" spcCol="0" lIns="91440" rIns="91440" tIns="45720" bIns="45720" anchor="t">
            <a:noAutofit/>
          </a:bodyPr>
          <a:p>
            <a:pPr indent="0">
              <a:lnSpc>
                <a:spcPct val="100000"/>
              </a:lnSpc>
              <a:buNone/>
            </a:pPr>
            <a:r>
              <a:rPr b="1" lang="fr-FR" sz="4000" spc="-1" strike="noStrike" cap="all">
                <a:solidFill>
                  <a:schemeClr val="dk1"/>
                </a:solidFill>
                <a:latin typeface="Arial"/>
              </a:rPr>
              <a:t>Modifiez le style du titre</a:t>
            </a:r>
            <a:endParaRPr b="0" lang="fr-FR" sz="4000" spc="-1" strike="noStrike">
              <a:solidFill>
                <a:schemeClr val="dk1"/>
              </a:solidFill>
              <a:latin typeface="Arial"/>
            </a:endParaRPr>
          </a:p>
        </p:txBody>
      </p:sp>
      <p:sp>
        <p:nvSpPr>
          <p:cNvPr id="101" name="PlaceHolder 2"/>
          <p:cNvSpPr>
            <a:spLocks noGrp="1"/>
          </p:cNvSpPr>
          <p:nvPr>
            <p:ph type="body"/>
          </p:nvPr>
        </p:nvSpPr>
        <p:spPr>
          <a:xfrm>
            <a:off x="722520" y="2906640"/>
            <a:ext cx="7772040" cy="1499760"/>
          </a:xfrm>
          <a:prstGeom prst="rect">
            <a:avLst/>
          </a:prstGeom>
          <a:noFill/>
          <a:ln w="9360">
            <a:noFill/>
          </a:ln>
        </p:spPr>
        <p:txBody>
          <a:bodyPr numCol="1" spcCol="0" lIns="91440" rIns="91440" tIns="45720" bIns="45720" anchor="b">
            <a:noAutofit/>
          </a:bodyPr>
          <a:p>
            <a:pPr indent="0">
              <a:lnSpc>
                <a:spcPct val="100000"/>
              </a:lnSpc>
              <a:spcBef>
                <a:spcPts val="400"/>
              </a:spcBef>
              <a:buNone/>
              <a:tabLst>
                <a:tab algn="l" pos="0"/>
              </a:tabLst>
            </a:pPr>
            <a:r>
              <a:rPr b="0" lang="fr-FR" sz="2000" spc="-1" strike="noStrike">
                <a:solidFill>
                  <a:schemeClr val="dk1"/>
                </a:solidFill>
                <a:latin typeface="Arial"/>
              </a:rPr>
              <a:t>Modifiez les styles du texte du masque</a:t>
            </a:r>
            <a:endParaRPr b="0" lang="fr-FR" sz="2000" spc="-1" strike="noStrike">
              <a:solidFill>
                <a:schemeClr val="dk1"/>
              </a:solidFill>
              <a:latin typeface="Arial"/>
            </a:endParaRPr>
          </a:p>
        </p:txBody>
      </p:sp>
      <p:sp>
        <p:nvSpPr>
          <p:cNvPr id="102" name="PlaceHolder 3"/>
          <p:cNvSpPr>
            <a:spLocks noGrp="1"/>
          </p:cNvSpPr>
          <p:nvPr>
            <p:ph type="ftr" idx="16"/>
          </p:nvPr>
        </p:nvSpPr>
        <p:spPr>
          <a:xfrm>
            <a:off x="3124080" y="6248520"/>
            <a:ext cx="2895120" cy="456840"/>
          </a:xfrm>
          <a:prstGeom prst="rect">
            <a:avLst/>
          </a:prstGeom>
          <a:noFill/>
          <a:ln w="0">
            <a:noFill/>
          </a:ln>
        </p:spPr>
        <p:txBody>
          <a:bodyPr numCol="1" spcCol="0" lIns="91440" rIns="91440" tIns="45720" bIns="45720" anchor="b">
            <a:noAutofit/>
          </a:bodyPr>
          <a:lstStyle>
            <a:lvl1pPr indent="0" algn="ctr">
              <a:buNone/>
              <a:defRPr b="0" lang="en-US" sz="1400" spc="-1" strike="noStrike">
                <a:solidFill>
                  <a:srgbClr val="000000"/>
                </a:solidFill>
                <a:latin typeface="Calibri"/>
              </a:defRPr>
            </a:lvl1pPr>
          </a:lstStyle>
          <a:p>
            <a:pPr indent="0" algn="ctr">
              <a:buNone/>
            </a:pPr>
            <a:r>
              <a:rPr b="0" lang="en-US" sz="1400" spc="-1" strike="noStrike">
                <a:solidFill>
                  <a:srgbClr val="000000"/>
                </a:solidFill>
                <a:latin typeface="Calibri"/>
              </a:rPr>
              <a:t>&lt;footer&gt;</a:t>
            </a:r>
            <a:endParaRPr b="0" lang="en-US" sz="1400" spc="-1" strike="noStrike">
              <a:solidFill>
                <a:srgbClr val="000000"/>
              </a:solidFill>
              <a:latin typeface="Calibri"/>
            </a:endParaRPr>
          </a:p>
        </p:txBody>
      </p:sp>
      <p:sp>
        <p:nvSpPr>
          <p:cNvPr id="103" name="PlaceHolder 4"/>
          <p:cNvSpPr>
            <a:spLocks noGrp="1"/>
          </p:cNvSpPr>
          <p:nvPr>
            <p:ph type="sldNum" idx="17"/>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B0B73EDB-E847-4109-9F14-62990493AABE}"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sp>
        <p:nvSpPr>
          <p:cNvPr id="104" name="PlaceHolder 5"/>
          <p:cNvSpPr>
            <a:spLocks noGrp="1"/>
          </p:cNvSpPr>
          <p:nvPr>
            <p:ph type="dt" idx="18"/>
          </p:nvPr>
        </p:nvSpPr>
        <p:spPr>
          <a:xfrm>
            <a:off x="457200" y="6245280"/>
            <a:ext cx="2133360" cy="475920"/>
          </a:xfrm>
          <a:prstGeom prst="rect">
            <a:avLst/>
          </a:prstGeom>
          <a:noFill/>
          <a:ln w="0">
            <a:noFill/>
          </a:ln>
        </p:spPr>
        <p:txBody>
          <a:bodyPr numCol="1" spcCol="0" lIns="91440" rIns="91440" tIns="45720" bIns="45720" anchor="b">
            <a:noAutofit/>
          </a:bodyPr>
          <a:lstStyle>
            <a:lvl1pPr indent="0" defTabSz="914400">
              <a:lnSpc>
                <a:spcPct val="100000"/>
              </a:lnSpc>
              <a:buNone/>
              <a:defRPr b="0" lang="fr-FR" sz="1200" spc="-1" strike="noStrike">
                <a:solidFill>
                  <a:srgbClr val="000000"/>
                </a:solidFill>
                <a:latin typeface="Arial"/>
              </a:defRPr>
            </a:lvl1pPr>
          </a:lstStyle>
          <a:p>
            <a:pPr indent="0" defTabSz="914400">
              <a:lnSpc>
                <a:spcPct val="100000"/>
              </a:lnSpc>
              <a:buNone/>
            </a:pPr>
            <a:r>
              <a:rPr b="0" lang="fr-FR" sz="1200" spc="-1" strike="noStrike">
                <a:solidFill>
                  <a:srgbClr val="000000"/>
                </a:solidFill>
                <a:latin typeface="Arial"/>
              </a:rPr>
              <a:t>&lt;date/time&gt;</a:t>
            </a:r>
            <a:endParaRPr b="0" lang="en-US" sz="1200" spc="-1" strike="noStrike">
              <a:solidFill>
                <a:srgbClr val="000000"/>
              </a:solidFill>
              <a:latin typeface="Calibri"/>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ux contenus">
    <p:bg>
      <p:bgPr>
        <a:solidFill>
          <a:schemeClr val="lt1"/>
        </a:solidFill>
      </p:bgPr>
    </p:bg>
    <p:spTree>
      <p:nvGrpSpPr>
        <p:cNvPr id="1" name=""/>
        <p:cNvGrpSpPr/>
        <p:nvPr/>
      </p:nvGrpSpPr>
      <p:grpSpPr>
        <a:xfrm>
          <a:off x="0" y="0"/>
          <a:ext cx="0" cy="0"/>
          <a:chOff x="0" y="0"/>
          <a:chExt cx="0" cy="0"/>
        </a:xfrm>
      </p:grpSpPr>
      <p:grpSp>
        <p:nvGrpSpPr>
          <p:cNvPr id="105" name="Group 4"/>
          <p:cNvGrpSpPr/>
          <p:nvPr/>
        </p:nvGrpSpPr>
        <p:grpSpPr>
          <a:xfrm>
            <a:off x="0" y="0"/>
            <a:ext cx="9143640" cy="545760"/>
            <a:chOff x="0" y="0"/>
            <a:chExt cx="9143640" cy="545760"/>
          </a:xfrm>
        </p:grpSpPr>
        <p:sp>
          <p:nvSpPr>
            <p:cNvPr id="106" name="Rectangle 5"/>
            <p:cNvSpPr/>
            <p:nvPr/>
          </p:nvSpPr>
          <p:spPr>
            <a:xfrm>
              <a:off x="0" y="0"/>
              <a:ext cx="285480" cy="533160"/>
            </a:xfrm>
            <a:prstGeom prst="rect">
              <a:avLst/>
            </a:prstGeom>
            <a:gradFill rotWithShape="0">
              <a:gsLst>
                <a:gs pos="0">
                  <a:srgbClr val="cccce6"/>
                </a:gs>
                <a:gs pos="100000">
                  <a:srgbClr val="ffffff"/>
                </a:gs>
              </a:gsLst>
              <a:lin ang="0"/>
            </a:gradFill>
            <a:ln w="9525">
              <a:noFill/>
            </a:ln>
          </p:spPr>
          <p:style>
            <a:lnRef idx="0"/>
            <a:fillRef idx="0"/>
            <a:effectRef idx="0"/>
            <a:fontRef idx="minor"/>
          </p:style>
          <p:txBody>
            <a:bodyPr wrap="none" lIns="90000" rIns="90000" tIns="45000" bIns="45000" anchor="ctr">
              <a:noAutofit/>
            </a:bodyPr>
            <a:p>
              <a:pPr algn="ctr" defTabSz="914400">
                <a:lnSpc>
                  <a:spcPct val="100000"/>
                </a:lnSpc>
              </a:pPr>
              <a:endParaRPr b="0" lang="fr-FR" sz="2400" spc="-1" strike="noStrike">
                <a:solidFill>
                  <a:srgbClr val="000000"/>
                </a:solidFill>
                <a:latin typeface="Times New Roman"/>
              </a:endParaRPr>
            </a:p>
          </p:txBody>
        </p:sp>
        <p:sp>
          <p:nvSpPr>
            <p:cNvPr id="107" name="Rectangle 6"/>
            <p:cNvSpPr/>
            <p:nvPr/>
          </p:nvSpPr>
          <p:spPr>
            <a:xfrm>
              <a:off x="412920" y="135000"/>
              <a:ext cx="8730720" cy="274320"/>
            </a:xfrm>
            <a:prstGeom prst="rect">
              <a:avLst/>
            </a:prstGeom>
            <a:gradFill rotWithShape="0">
              <a:gsLst>
                <a:gs pos="0">
                  <a:srgbClr val="00007d"/>
                </a:gs>
                <a:gs pos="100000">
                  <a:srgbClr val="ffffff"/>
                </a:gs>
              </a:gsLst>
              <a:lin ang="0"/>
            </a:gra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108" name="Rectangle 7"/>
            <p:cNvSpPr/>
            <p:nvPr/>
          </p:nvSpPr>
          <p:spPr>
            <a:xfrm>
              <a:off x="409680" y="135000"/>
              <a:ext cx="137880" cy="14076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109" name="Rectangle 8"/>
            <p:cNvSpPr/>
            <p:nvPr/>
          </p:nvSpPr>
          <p:spPr>
            <a:xfrm>
              <a:off x="547560" y="0"/>
              <a:ext cx="139320" cy="13788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110" name="Rectangle 9"/>
            <p:cNvSpPr/>
            <p:nvPr/>
          </p:nvSpPr>
          <p:spPr>
            <a:xfrm>
              <a:off x="547560" y="135000"/>
              <a:ext cx="139320" cy="14076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sp>
          <p:nvSpPr>
            <p:cNvPr id="111" name="Rectangle 10"/>
            <p:cNvSpPr/>
            <p:nvPr/>
          </p:nvSpPr>
          <p:spPr>
            <a:xfrm>
              <a:off x="274680" y="274680"/>
              <a:ext cx="134640" cy="13788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112" name="Rectangle 11"/>
            <p:cNvSpPr/>
            <p:nvPr/>
          </p:nvSpPr>
          <p:spPr>
            <a:xfrm>
              <a:off x="131760" y="136440"/>
              <a:ext cx="142560" cy="137880"/>
            </a:xfrm>
            <a:prstGeom prst="rect">
              <a:avLst/>
            </a:prstGeom>
            <a:solidFill>
              <a:schemeClr val="bg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113" name="Rectangle 12"/>
            <p:cNvSpPr/>
            <p:nvPr/>
          </p:nvSpPr>
          <p:spPr>
            <a:xfrm>
              <a:off x="409680" y="271440"/>
              <a:ext cx="137880" cy="13788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sp>
          <p:nvSpPr>
            <p:cNvPr id="114" name="Rectangle 13"/>
            <p:cNvSpPr/>
            <p:nvPr/>
          </p:nvSpPr>
          <p:spPr>
            <a:xfrm>
              <a:off x="274680" y="409680"/>
              <a:ext cx="134640" cy="13608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grpSp>
      <p:sp>
        <p:nvSpPr>
          <p:cNvPr id="115" name="PlaceHolder 1"/>
          <p:cNvSpPr>
            <a:spLocks noGrp="1"/>
          </p:cNvSpPr>
          <p:nvPr>
            <p:ph type="title"/>
          </p:nvPr>
        </p:nvSpPr>
        <p:spPr>
          <a:xfrm>
            <a:off x="457200" y="457200"/>
            <a:ext cx="8229240" cy="1371240"/>
          </a:xfrm>
          <a:prstGeom prst="rect">
            <a:avLst/>
          </a:prstGeom>
          <a:noFill/>
          <a:ln w="9360">
            <a:noFill/>
          </a:ln>
        </p:spPr>
        <p:txBody>
          <a:bodyPr numCol="1" spcCol="0" lIns="91440" rIns="91440" tIns="45720" bIns="45720" anchor="ctr">
            <a:noAutofit/>
          </a:bodyPr>
          <a:p>
            <a:pPr indent="0">
              <a:lnSpc>
                <a:spcPct val="100000"/>
              </a:lnSpc>
              <a:buNone/>
            </a:pPr>
            <a:r>
              <a:rPr b="0" lang="fr-FR" sz="4400" spc="-1" strike="noStrike">
                <a:solidFill>
                  <a:schemeClr val="dk1"/>
                </a:solidFill>
                <a:latin typeface="Arial"/>
              </a:rPr>
              <a:t>Modifiez le style du titre</a:t>
            </a:r>
            <a:endParaRPr b="0" lang="fr-FR" sz="4400" spc="-1" strike="noStrike">
              <a:solidFill>
                <a:schemeClr val="dk1"/>
              </a:solidFill>
              <a:latin typeface="Arial"/>
            </a:endParaRPr>
          </a:p>
        </p:txBody>
      </p:sp>
      <p:sp>
        <p:nvSpPr>
          <p:cNvPr id="116" name="PlaceHolder 2"/>
          <p:cNvSpPr>
            <a:spLocks noGrp="1"/>
          </p:cNvSpPr>
          <p:nvPr>
            <p:ph type="body"/>
          </p:nvPr>
        </p:nvSpPr>
        <p:spPr>
          <a:xfrm>
            <a:off x="457200" y="1981080"/>
            <a:ext cx="4046760" cy="3885840"/>
          </a:xfrm>
          <a:prstGeom prst="rect">
            <a:avLst/>
          </a:prstGeom>
          <a:noFill/>
          <a:ln w="9360">
            <a:noFill/>
          </a:ln>
        </p:spPr>
        <p:txBody>
          <a:bodyPr numCol="1" spcCol="0" lIns="91440" rIns="91440" tIns="45720" bIns="45720" anchor="t">
            <a:noAutofit/>
          </a:bodyPr>
          <a:p>
            <a:pPr marL="343080" indent="-343080">
              <a:lnSpc>
                <a:spcPct val="100000"/>
              </a:lnSpc>
              <a:spcBef>
                <a:spcPts val="561"/>
              </a:spcBef>
              <a:buClr>
                <a:srgbClr val="00007d"/>
              </a:buClr>
              <a:buSzPct val="75000"/>
              <a:buFont typeface="Wingdings" charset="2"/>
              <a:buChar char=""/>
            </a:pPr>
            <a:r>
              <a:rPr b="0" lang="fr-FR" sz="2800" spc="-1" strike="noStrike">
                <a:solidFill>
                  <a:schemeClr val="dk1"/>
                </a:solidFill>
                <a:latin typeface="Arial"/>
              </a:rPr>
              <a:t>Modifiez les styles du texte du masque</a:t>
            </a:r>
            <a:endParaRPr b="0" lang="fr-FR" sz="2800" spc="-1" strike="noStrike">
              <a:solidFill>
                <a:schemeClr val="dk1"/>
              </a:solidFill>
              <a:latin typeface="Arial"/>
            </a:endParaRPr>
          </a:p>
          <a:p>
            <a:pPr lvl="1" marL="743040" indent="-285840">
              <a:lnSpc>
                <a:spcPct val="100000"/>
              </a:lnSpc>
              <a:spcBef>
                <a:spcPts val="479"/>
              </a:spcBef>
              <a:buClr>
                <a:srgbClr val="9999cc"/>
              </a:buClr>
              <a:buSzPct val="80000"/>
              <a:buFont typeface="Wingdings" charset="2"/>
              <a:buChar char=""/>
            </a:pPr>
            <a:r>
              <a:rPr b="0" lang="fr-FR" sz="2400" spc="-1" strike="noStrike">
                <a:solidFill>
                  <a:schemeClr val="dk1"/>
                </a:solidFill>
                <a:latin typeface="Arial"/>
              </a:rPr>
              <a:t>Deuxième niveau</a:t>
            </a:r>
            <a:endParaRPr b="0" lang="fr-FR" sz="2400" spc="-1" strike="noStrike">
              <a:solidFill>
                <a:schemeClr val="dk1"/>
              </a:solidFill>
              <a:latin typeface="Arial"/>
            </a:endParaRPr>
          </a:p>
          <a:p>
            <a:pPr lvl="2" marL="1143000" indent="-228600">
              <a:lnSpc>
                <a:spcPct val="100000"/>
              </a:lnSpc>
              <a:spcBef>
                <a:spcPts val="400"/>
              </a:spcBef>
              <a:buClr>
                <a:srgbClr val="00007d"/>
              </a:buClr>
              <a:buSzPct val="65000"/>
              <a:buFont typeface="Wingdings" charset="2"/>
              <a:buChar char=""/>
            </a:pPr>
            <a:r>
              <a:rPr b="0" lang="fr-FR" sz="2000" spc="-1" strike="noStrike">
                <a:solidFill>
                  <a:schemeClr val="dk1"/>
                </a:solidFill>
                <a:latin typeface="Arial"/>
              </a:rPr>
              <a:t>Troisième niveau</a:t>
            </a:r>
            <a:endParaRPr b="0" lang="fr-FR" sz="2000" spc="-1" strike="noStrike">
              <a:solidFill>
                <a:schemeClr val="dk1"/>
              </a:solidFill>
              <a:latin typeface="Arial"/>
            </a:endParaRPr>
          </a:p>
          <a:p>
            <a:pPr lvl="3" marL="1600200" indent="-228600">
              <a:lnSpc>
                <a:spcPct val="100000"/>
              </a:lnSpc>
              <a:spcBef>
                <a:spcPts val="360"/>
              </a:spcBef>
              <a:buClr>
                <a:srgbClr val="9999cc"/>
              </a:buClr>
              <a:buSzPct val="70000"/>
              <a:buFont typeface="Wingdings" charset="2"/>
              <a:buChar char=""/>
            </a:pPr>
            <a:r>
              <a:rPr b="0" lang="fr-FR" sz="1800" spc="-1" strike="noStrike">
                <a:solidFill>
                  <a:schemeClr val="dk1"/>
                </a:solidFill>
                <a:latin typeface="Arial"/>
              </a:rPr>
              <a:t>Quatrième niveau</a:t>
            </a:r>
            <a:endParaRPr b="0" lang="fr-FR" sz="1800" spc="-1" strike="noStrike">
              <a:solidFill>
                <a:schemeClr val="dk1"/>
              </a:solidFill>
              <a:latin typeface="Arial"/>
            </a:endParaRPr>
          </a:p>
          <a:p>
            <a:pPr lvl="4" marL="2057400" indent="-228600">
              <a:lnSpc>
                <a:spcPct val="100000"/>
              </a:lnSpc>
              <a:spcBef>
                <a:spcPts val="360"/>
              </a:spcBef>
              <a:buClr>
                <a:srgbClr val="00007d"/>
              </a:buClr>
              <a:buFont typeface="Wingdings" charset="2"/>
              <a:buChar char=""/>
            </a:pPr>
            <a:r>
              <a:rPr b="0" lang="fr-FR" sz="1800" spc="-1" strike="noStrike">
                <a:solidFill>
                  <a:schemeClr val="dk1"/>
                </a:solidFill>
                <a:latin typeface="Arial"/>
              </a:rPr>
              <a:t>Cinquième niveau</a:t>
            </a:r>
            <a:endParaRPr b="0" lang="fr-FR" sz="1800" spc="-1" strike="noStrike">
              <a:solidFill>
                <a:schemeClr val="dk1"/>
              </a:solidFill>
              <a:latin typeface="Arial"/>
            </a:endParaRPr>
          </a:p>
        </p:txBody>
      </p:sp>
      <p:sp>
        <p:nvSpPr>
          <p:cNvPr id="117" name="PlaceHolder 3"/>
          <p:cNvSpPr>
            <a:spLocks noGrp="1"/>
          </p:cNvSpPr>
          <p:nvPr>
            <p:ph type="body"/>
          </p:nvPr>
        </p:nvSpPr>
        <p:spPr>
          <a:xfrm>
            <a:off x="4639680" y="1981080"/>
            <a:ext cx="4046760" cy="3885840"/>
          </a:xfrm>
          <a:prstGeom prst="rect">
            <a:avLst/>
          </a:prstGeom>
          <a:noFill/>
          <a:ln w="9360">
            <a:noFill/>
          </a:ln>
        </p:spPr>
        <p:txBody>
          <a:bodyPr numCol="1" spcCol="0" lIns="91440" rIns="91440" tIns="45720" bIns="45720" anchor="t">
            <a:noAutofit/>
          </a:bodyPr>
          <a:p>
            <a:pPr marL="343080" indent="-343080">
              <a:lnSpc>
                <a:spcPct val="100000"/>
              </a:lnSpc>
              <a:spcBef>
                <a:spcPts val="561"/>
              </a:spcBef>
              <a:buClr>
                <a:srgbClr val="00007d"/>
              </a:buClr>
              <a:buSzPct val="75000"/>
              <a:buFont typeface="Wingdings" charset="2"/>
              <a:buChar char=""/>
            </a:pPr>
            <a:r>
              <a:rPr b="0" lang="fr-FR" sz="2800" spc="-1" strike="noStrike">
                <a:solidFill>
                  <a:schemeClr val="dk1"/>
                </a:solidFill>
                <a:latin typeface="Arial"/>
              </a:rPr>
              <a:t>Modifiez les styles du texte du masque</a:t>
            </a:r>
            <a:endParaRPr b="0" lang="fr-FR" sz="2800" spc="-1" strike="noStrike">
              <a:solidFill>
                <a:schemeClr val="dk1"/>
              </a:solidFill>
              <a:latin typeface="Arial"/>
            </a:endParaRPr>
          </a:p>
          <a:p>
            <a:pPr lvl="1" marL="743040" indent="-285840">
              <a:lnSpc>
                <a:spcPct val="100000"/>
              </a:lnSpc>
              <a:spcBef>
                <a:spcPts val="479"/>
              </a:spcBef>
              <a:buClr>
                <a:srgbClr val="9999cc"/>
              </a:buClr>
              <a:buSzPct val="80000"/>
              <a:buFont typeface="Wingdings" charset="2"/>
              <a:buChar char=""/>
            </a:pPr>
            <a:r>
              <a:rPr b="0" lang="fr-FR" sz="2400" spc="-1" strike="noStrike">
                <a:solidFill>
                  <a:schemeClr val="dk1"/>
                </a:solidFill>
                <a:latin typeface="Arial"/>
              </a:rPr>
              <a:t>Deuxième niveau</a:t>
            </a:r>
            <a:endParaRPr b="0" lang="fr-FR" sz="2400" spc="-1" strike="noStrike">
              <a:solidFill>
                <a:schemeClr val="dk1"/>
              </a:solidFill>
              <a:latin typeface="Arial"/>
            </a:endParaRPr>
          </a:p>
          <a:p>
            <a:pPr lvl="2" marL="1143000" indent="-228600">
              <a:lnSpc>
                <a:spcPct val="100000"/>
              </a:lnSpc>
              <a:spcBef>
                <a:spcPts val="400"/>
              </a:spcBef>
              <a:buClr>
                <a:srgbClr val="00007d"/>
              </a:buClr>
              <a:buSzPct val="65000"/>
              <a:buFont typeface="Wingdings" charset="2"/>
              <a:buChar char=""/>
            </a:pPr>
            <a:r>
              <a:rPr b="0" lang="fr-FR" sz="2000" spc="-1" strike="noStrike">
                <a:solidFill>
                  <a:schemeClr val="dk1"/>
                </a:solidFill>
                <a:latin typeface="Arial"/>
              </a:rPr>
              <a:t>Troisième niveau</a:t>
            </a:r>
            <a:endParaRPr b="0" lang="fr-FR" sz="2000" spc="-1" strike="noStrike">
              <a:solidFill>
                <a:schemeClr val="dk1"/>
              </a:solidFill>
              <a:latin typeface="Arial"/>
            </a:endParaRPr>
          </a:p>
          <a:p>
            <a:pPr lvl="3" marL="1600200" indent="-228600">
              <a:lnSpc>
                <a:spcPct val="100000"/>
              </a:lnSpc>
              <a:spcBef>
                <a:spcPts val="360"/>
              </a:spcBef>
              <a:buClr>
                <a:srgbClr val="9999cc"/>
              </a:buClr>
              <a:buSzPct val="70000"/>
              <a:buFont typeface="Wingdings" charset="2"/>
              <a:buChar char=""/>
            </a:pPr>
            <a:r>
              <a:rPr b="0" lang="fr-FR" sz="1800" spc="-1" strike="noStrike">
                <a:solidFill>
                  <a:schemeClr val="dk1"/>
                </a:solidFill>
                <a:latin typeface="Arial"/>
              </a:rPr>
              <a:t>Quatrième niveau</a:t>
            </a:r>
            <a:endParaRPr b="0" lang="fr-FR" sz="1800" spc="-1" strike="noStrike">
              <a:solidFill>
                <a:schemeClr val="dk1"/>
              </a:solidFill>
              <a:latin typeface="Arial"/>
            </a:endParaRPr>
          </a:p>
          <a:p>
            <a:pPr lvl="4" marL="2057400" indent="-228600">
              <a:lnSpc>
                <a:spcPct val="100000"/>
              </a:lnSpc>
              <a:spcBef>
                <a:spcPts val="360"/>
              </a:spcBef>
              <a:buClr>
                <a:srgbClr val="00007d"/>
              </a:buClr>
              <a:buFont typeface="Wingdings" charset="2"/>
              <a:buChar char=""/>
            </a:pPr>
            <a:r>
              <a:rPr b="0" lang="fr-FR" sz="1800" spc="-1" strike="noStrike">
                <a:solidFill>
                  <a:schemeClr val="dk1"/>
                </a:solidFill>
                <a:latin typeface="Arial"/>
              </a:rPr>
              <a:t>Cinquième niveau</a:t>
            </a:r>
            <a:endParaRPr b="0" lang="fr-FR" sz="1800" spc="-1" strike="noStrike">
              <a:solidFill>
                <a:schemeClr val="dk1"/>
              </a:solidFill>
              <a:latin typeface="Arial"/>
            </a:endParaRPr>
          </a:p>
        </p:txBody>
      </p:sp>
      <p:sp>
        <p:nvSpPr>
          <p:cNvPr id="118" name="PlaceHolder 4"/>
          <p:cNvSpPr>
            <a:spLocks noGrp="1"/>
          </p:cNvSpPr>
          <p:nvPr>
            <p:ph type="ftr" idx="19"/>
          </p:nvPr>
        </p:nvSpPr>
        <p:spPr>
          <a:xfrm>
            <a:off x="3124080" y="6248520"/>
            <a:ext cx="2895120" cy="456840"/>
          </a:xfrm>
          <a:prstGeom prst="rect">
            <a:avLst/>
          </a:prstGeom>
          <a:noFill/>
          <a:ln w="0">
            <a:noFill/>
          </a:ln>
        </p:spPr>
        <p:txBody>
          <a:bodyPr numCol="1" spcCol="0" lIns="91440" rIns="91440" tIns="45720" bIns="45720" anchor="b">
            <a:noAutofit/>
          </a:bodyPr>
          <a:lstStyle>
            <a:lvl1pPr indent="0" algn="ctr">
              <a:buNone/>
              <a:defRPr b="0" lang="en-US" sz="1400" spc="-1" strike="noStrike">
                <a:solidFill>
                  <a:srgbClr val="000000"/>
                </a:solidFill>
                <a:latin typeface="Calibri"/>
              </a:defRPr>
            </a:lvl1pPr>
          </a:lstStyle>
          <a:p>
            <a:pPr indent="0" algn="ctr">
              <a:buNone/>
            </a:pPr>
            <a:r>
              <a:rPr b="0" lang="en-US" sz="1400" spc="-1" strike="noStrike">
                <a:solidFill>
                  <a:srgbClr val="000000"/>
                </a:solidFill>
                <a:latin typeface="Calibri"/>
              </a:rPr>
              <a:t>&lt;footer&gt;</a:t>
            </a:r>
            <a:endParaRPr b="0" lang="en-US" sz="1400" spc="-1" strike="noStrike">
              <a:solidFill>
                <a:srgbClr val="000000"/>
              </a:solidFill>
              <a:latin typeface="Calibri"/>
            </a:endParaRPr>
          </a:p>
        </p:txBody>
      </p:sp>
      <p:sp>
        <p:nvSpPr>
          <p:cNvPr id="119" name="PlaceHolder 5"/>
          <p:cNvSpPr>
            <a:spLocks noGrp="1"/>
          </p:cNvSpPr>
          <p:nvPr>
            <p:ph type="sldNum" idx="20"/>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630E4641-26D9-4B74-BB21-499333264CC2}"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sp>
        <p:nvSpPr>
          <p:cNvPr id="120" name="PlaceHolder 6"/>
          <p:cNvSpPr>
            <a:spLocks noGrp="1"/>
          </p:cNvSpPr>
          <p:nvPr>
            <p:ph type="dt" idx="21"/>
          </p:nvPr>
        </p:nvSpPr>
        <p:spPr>
          <a:xfrm>
            <a:off x="457200" y="6245280"/>
            <a:ext cx="2133360" cy="475920"/>
          </a:xfrm>
          <a:prstGeom prst="rect">
            <a:avLst/>
          </a:prstGeom>
          <a:noFill/>
          <a:ln w="0">
            <a:noFill/>
          </a:ln>
        </p:spPr>
        <p:txBody>
          <a:bodyPr numCol="1" spcCol="0" lIns="91440" rIns="91440" tIns="45720" bIns="45720" anchor="b">
            <a:noAutofit/>
          </a:bodyPr>
          <a:lstStyle>
            <a:lvl1pPr indent="0" defTabSz="914400">
              <a:lnSpc>
                <a:spcPct val="100000"/>
              </a:lnSpc>
              <a:buNone/>
              <a:defRPr b="0" lang="fr-FR" sz="1200" spc="-1" strike="noStrike">
                <a:solidFill>
                  <a:srgbClr val="000000"/>
                </a:solidFill>
                <a:latin typeface="Arial"/>
              </a:defRPr>
            </a:lvl1pPr>
          </a:lstStyle>
          <a:p>
            <a:pPr indent="0" defTabSz="914400">
              <a:lnSpc>
                <a:spcPct val="100000"/>
              </a:lnSpc>
              <a:buNone/>
            </a:pPr>
            <a:r>
              <a:rPr b="0" lang="fr-FR" sz="1200" spc="-1" strike="noStrike">
                <a:solidFill>
                  <a:srgbClr val="000000"/>
                </a:solidFill>
                <a:latin typeface="Arial"/>
              </a:rPr>
              <a:t>&lt;date/time&gt;</a:t>
            </a:r>
            <a:endParaRPr b="0" lang="en-US" sz="120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aison">
    <p:bg>
      <p:bgPr>
        <a:solidFill>
          <a:schemeClr val="lt1"/>
        </a:solidFill>
      </p:bgPr>
    </p:bg>
    <p:spTree>
      <p:nvGrpSpPr>
        <p:cNvPr id="1" name=""/>
        <p:cNvGrpSpPr/>
        <p:nvPr/>
      </p:nvGrpSpPr>
      <p:grpSpPr>
        <a:xfrm>
          <a:off x="0" y="0"/>
          <a:ext cx="0" cy="0"/>
          <a:chOff x="0" y="0"/>
          <a:chExt cx="0" cy="0"/>
        </a:xfrm>
      </p:grpSpPr>
      <p:grpSp>
        <p:nvGrpSpPr>
          <p:cNvPr id="121" name="Group 4"/>
          <p:cNvGrpSpPr/>
          <p:nvPr/>
        </p:nvGrpSpPr>
        <p:grpSpPr>
          <a:xfrm>
            <a:off x="0" y="0"/>
            <a:ext cx="9143640" cy="545760"/>
            <a:chOff x="0" y="0"/>
            <a:chExt cx="9143640" cy="545760"/>
          </a:xfrm>
        </p:grpSpPr>
        <p:sp>
          <p:nvSpPr>
            <p:cNvPr id="122" name="Rectangle 5"/>
            <p:cNvSpPr/>
            <p:nvPr/>
          </p:nvSpPr>
          <p:spPr>
            <a:xfrm>
              <a:off x="0" y="0"/>
              <a:ext cx="285480" cy="533160"/>
            </a:xfrm>
            <a:prstGeom prst="rect">
              <a:avLst/>
            </a:prstGeom>
            <a:gradFill rotWithShape="0">
              <a:gsLst>
                <a:gs pos="0">
                  <a:srgbClr val="cccce6"/>
                </a:gs>
                <a:gs pos="100000">
                  <a:srgbClr val="ffffff"/>
                </a:gs>
              </a:gsLst>
              <a:lin ang="0"/>
            </a:gradFill>
            <a:ln w="9525">
              <a:noFill/>
            </a:ln>
          </p:spPr>
          <p:style>
            <a:lnRef idx="0"/>
            <a:fillRef idx="0"/>
            <a:effectRef idx="0"/>
            <a:fontRef idx="minor"/>
          </p:style>
          <p:txBody>
            <a:bodyPr wrap="none" lIns="90000" rIns="90000" tIns="45000" bIns="45000" anchor="ctr">
              <a:noAutofit/>
            </a:bodyPr>
            <a:p>
              <a:pPr algn="ctr" defTabSz="914400">
                <a:lnSpc>
                  <a:spcPct val="100000"/>
                </a:lnSpc>
              </a:pPr>
              <a:endParaRPr b="0" lang="fr-FR" sz="2400" spc="-1" strike="noStrike">
                <a:solidFill>
                  <a:srgbClr val="000000"/>
                </a:solidFill>
                <a:latin typeface="Times New Roman"/>
              </a:endParaRPr>
            </a:p>
          </p:txBody>
        </p:sp>
        <p:sp>
          <p:nvSpPr>
            <p:cNvPr id="123" name="Rectangle 6"/>
            <p:cNvSpPr/>
            <p:nvPr/>
          </p:nvSpPr>
          <p:spPr>
            <a:xfrm>
              <a:off x="412920" y="135000"/>
              <a:ext cx="8730720" cy="274320"/>
            </a:xfrm>
            <a:prstGeom prst="rect">
              <a:avLst/>
            </a:prstGeom>
            <a:gradFill rotWithShape="0">
              <a:gsLst>
                <a:gs pos="0">
                  <a:srgbClr val="00007d"/>
                </a:gs>
                <a:gs pos="100000">
                  <a:srgbClr val="ffffff"/>
                </a:gs>
              </a:gsLst>
              <a:lin ang="0"/>
            </a:gra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124" name="Rectangle 7"/>
            <p:cNvSpPr/>
            <p:nvPr/>
          </p:nvSpPr>
          <p:spPr>
            <a:xfrm>
              <a:off x="409680" y="135000"/>
              <a:ext cx="137880" cy="14076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125" name="Rectangle 8"/>
            <p:cNvSpPr/>
            <p:nvPr/>
          </p:nvSpPr>
          <p:spPr>
            <a:xfrm>
              <a:off x="547560" y="0"/>
              <a:ext cx="139320" cy="13788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126" name="Rectangle 9"/>
            <p:cNvSpPr/>
            <p:nvPr/>
          </p:nvSpPr>
          <p:spPr>
            <a:xfrm>
              <a:off x="547560" y="135000"/>
              <a:ext cx="139320" cy="14076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sp>
          <p:nvSpPr>
            <p:cNvPr id="127" name="Rectangle 10"/>
            <p:cNvSpPr/>
            <p:nvPr/>
          </p:nvSpPr>
          <p:spPr>
            <a:xfrm>
              <a:off x="274680" y="274680"/>
              <a:ext cx="134640" cy="13788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128" name="Rectangle 11"/>
            <p:cNvSpPr/>
            <p:nvPr/>
          </p:nvSpPr>
          <p:spPr>
            <a:xfrm>
              <a:off x="131760" y="136440"/>
              <a:ext cx="142560" cy="137880"/>
            </a:xfrm>
            <a:prstGeom prst="rect">
              <a:avLst/>
            </a:prstGeom>
            <a:solidFill>
              <a:schemeClr val="bg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129" name="Rectangle 12"/>
            <p:cNvSpPr/>
            <p:nvPr/>
          </p:nvSpPr>
          <p:spPr>
            <a:xfrm>
              <a:off x="409680" y="271440"/>
              <a:ext cx="137880" cy="13788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sp>
          <p:nvSpPr>
            <p:cNvPr id="130" name="Rectangle 13"/>
            <p:cNvSpPr/>
            <p:nvPr/>
          </p:nvSpPr>
          <p:spPr>
            <a:xfrm>
              <a:off x="274680" y="409680"/>
              <a:ext cx="134640" cy="13608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grpSp>
      <p:sp>
        <p:nvSpPr>
          <p:cNvPr id="131" name="PlaceHolder 1"/>
          <p:cNvSpPr>
            <a:spLocks noGrp="1"/>
          </p:cNvSpPr>
          <p:nvPr>
            <p:ph type="title"/>
          </p:nvPr>
        </p:nvSpPr>
        <p:spPr>
          <a:xfrm>
            <a:off x="457200" y="274680"/>
            <a:ext cx="8229240" cy="1142640"/>
          </a:xfrm>
          <a:prstGeom prst="rect">
            <a:avLst/>
          </a:prstGeom>
          <a:noFill/>
          <a:ln w="9360">
            <a:noFill/>
          </a:ln>
        </p:spPr>
        <p:txBody>
          <a:bodyPr numCol="1" spcCol="0" lIns="91440" rIns="91440" tIns="45720" bIns="45720" anchor="ctr">
            <a:noAutofit/>
          </a:bodyPr>
          <a:p>
            <a:pPr indent="0">
              <a:lnSpc>
                <a:spcPct val="100000"/>
              </a:lnSpc>
              <a:buNone/>
            </a:pPr>
            <a:r>
              <a:rPr b="0" lang="fr-FR" sz="4400" spc="-1" strike="noStrike">
                <a:solidFill>
                  <a:schemeClr val="dk1"/>
                </a:solidFill>
                <a:latin typeface="Arial"/>
              </a:rPr>
              <a:t>Modifiez le style du titre</a:t>
            </a:r>
            <a:endParaRPr b="0" lang="fr-FR" sz="4400" spc="-1" strike="noStrike">
              <a:solidFill>
                <a:schemeClr val="dk1"/>
              </a:solidFill>
              <a:latin typeface="Arial"/>
            </a:endParaRPr>
          </a:p>
        </p:txBody>
      </p:sp>
      <p:sp>
        <p:nvSpPr>
          <p:cNvPr id="132" name="PlaceHolder 2"/>
          <p:cNvSpPr>
            <a:spLocks noGrp="1"/>
          </p:cNvSpPr>
          <p:nvPr>
            <p:ph type="body"/>
          </p:nvPr>
        </p:nvSpPr>
        <p:spPr>
          <a:xfrm>
            <a:off x="457200" y="1535040"/>
            <a:ext cx="4039560" cy="639360"/>
          </a:xfrm>
          <a:prstGeom prst="rect">
            <a:avLst/>
          </a:prstGeom>
          <a:noFill/>
          <a:ln w="9360">
            <a:noFill/>
          </a:ln>
        </p:spPr>
        <p:txBody>
          <a:bodyPr numCol="1" spcCol="0" lIns="91440" rIns="91440" tIns="45720" bIns="45720" anchor="b">
            <a:noAutofit/>
          </a:bodyPr>
          <a:p>
            <a:pPr indent="0">
              <a:lnSpc>
                <a:spcPct val="100000"/>
              </a:lnSpc>
              <a:spcBef>
                <a:spcPts val="479"/>
              </a:spcBef>
              <a:buNone/>
              <a:tabLst>
                <a:tab algn="l" pos="0"/>
              </a:tabLst>
            </a:pPr>
            <a:r>
              <a:rPr b="1" lang="fr-FR" sz="2400" spc="-1" strike="noStrike">
                <a:solidFill>
                  <a:schemeClr val="dk1"/>
                </a:solidFill>
                <a:latin typeface="Arial"/>
              </a:rPr>
              <a:t>Modifiez les styles du texte du masque</a:t>
            </a:r>
            <a:endParaRPr b="0" lang="fr-FR" sz="2400" spc="-1" strike="noStrike">
              <a:solidFill>
                <a:schemeClr val="dk1"/>
              </a:solidFill>
              <a:latin typeface="Arial"/>
            </a:endParaRPr>
          </a:p>
        </p:txBody>
      </p:sp>
      <p:sp>
        <p:nvSpPr>
          <p:cNvPr id="133" name="PlaceHolder 3"/>
          <p:cNvSpPr>
            <a:spLocks noGrp="1"/>
          </p:cNvSpPr>
          <p:nvPr>
            <p:ph type="body"/>
          </p:nvPr>
        </p:nvSpPr>
        <p:spPr>
          <a:xfrm>
            <a:off x="457200" y="2174760"/>
            <a:ext cx="4039560" cy="3951000"/>
          </a:xfrm>
          <a:prstGeom prst="rect">
            <a:avLst/>
          </a:prstGeom>
          <a:noFill/>
          <a:ln w="9360">
            <a:noFill/>
          </a:ln>
        </p:spPr>
        <p:txBody>
          <a:bodyPr numCol="1" spcCol="0" lIns="91440" rIns="91440" tIns="45720" bIns="45720" anchor="t">
            <a:noAutofit/>
          </a:bodyPr>
          <a:p>
            <a:pPr marL="343080" indent="-343080">
              <a:lnSpc>
                <a:spcPct val="100000"/>
              </a:lnSpc>
              <a:spcBef>
                <a:spcPts val="479"/>
              </a:spcBef>
              <a:buClr>
                <a:srgbClr val="00007d"/>
              </a:buClr>
              <a:buSzPct val="75000"/>
              <a:buFont typeface="Wingdings" charset="2"/>
              <a:buChar char=""/>
            </a:pPr>
            <a:r>
              <a:rPr b="0" lang="fr-FR" sz="2400" spc="-1" strike="noStrike">
                <a:solidFill>
                  <a:schemeClr val="dk1"/>
                </a:solidFill>
                <a:latin typeface="Arial"/>
              </a:rPr>
              <a:t>Modifiez les styles du texte du masque</a:t>
            </a:r>
            <a:endParaRPr b="0" lang="fr-FR" sz="2400" spc="-1" strike="noStrike">
              <a:solidFill>
                <a:schemeClr val="dk1"/>
              </a:solidFill>
              <a:latin typeface="Arial"/>
            </a:endParaRPr>
          </a:p>
          <a:p>
            <a:pPr lvl="1" marL="743040" indent="-285840">
              <a:lnSpc>
                <a:spcPct val="100000"/>
              </a:lnSpc>
              <a:spcBef>
                <a:spcPts val="400"/>
              </a:spcBef>
              <a:buClr>
                <a:srgbClr val="9999cc"/>
              </a:buClr>
              <a:buSzPct val="80000"/>
              <a:buFont typeface="Wingdings" charset="2"/>
              <a:buChar char=""/>
            </a:pPr>
            <a:r>
              <a:rPr b="0" lang="fr-FR" sz="2000" spc="-1" strike="noStrike">
                <a:solidFill>
                  <a:schemeClr val="dk1"/>
                </a:solidFill>
                <a:latin typeface="Arial"/>
              </a:rPr>
              <a:t>Deuxième niveau</a:t>
            </a:r>
            <a:endParaRPr b="0" lang="fr-FR" sz="2000" spc="-1" strike="noStrike">
              <a:solidFill>
                <a:schemeClr val="dk1"/>
              </a:solidFill>
              <a:latin typeface="Arial"/>
            </a:endParaRPr>
          </a:p>
          <a:p>
            <a:pPr lvl="2" marL="1143000" indent="-228600">
              <a:lnSpc>
                <a:spcPct val="100000"/>
              </a:lnSpc>
              <a:spcBef>
                <a:spcPts val="360"/>
              </a:spcBef>
              <a:buClr>
                <a:srgbClr val="00007d"/>
              </a:buClr>
              <a:buSzPct val="65000"/>
              <a:buFont typeface="Wingdings" charset="2"/>
              <a:buChar char=""/>
            </a:pPr>
            <a:r>
              <a:rPr b="0" lang="fr-FR" sz="1800" spc="-1" strike="noStrike">
                <a:solidFill>
                  <a:schemeClr val="dk1"/>
                </a:solidFill>
                <a:latin typeface="Arial"/>
              </a:rPr>
              <a:t>Troisième niveau</a:t>
            </a:r>
            <a:endParaRPr b="0" lang="fr-FR" sz="1800" spc="-1" strike="noStrike">
              <a:solidFill>
                <a:schemeClr val="dk1"/>
              </a:solidFill>
              <a:latin typeface="Arial"/>
            </a:endParaRPr>
          </a:p>
          <a:p>
            <a:pPr lvl="3" marL="1600200" indent="-228600">
              <a:lnSpc>
                <a:spcPct val="100000"/>
              </a:lnSpc>
              <a:spcBef>
                <a:spcPts val="320"/>
              </a:spcBef>
              <a:buClr>
                <a:srgbClr val="9999cc"/>
              </a:buClr>
              <a:buSzPct val="70000"/>
              <a:buFont typeface="Wingdings" charset="2"/>
              <a:buChar char=""/>
            </a:pPr>
            <a:r>
              <a:rPr b="0" lang="fr-FR" sz="1600" spc="-1" strike="noStrike">
                <a:solidFill>
                  <a:schemeClr val="dk1"/>
                </a:solidFill>
                <a:latin typeface="Arial"/>
              </a:rPr>
              <a:t>Quatrième niveau</a:t>
            </a:r>
            <a:endParaRPr b="0" lang="fr-FR" sz="1600" spc="-1" strike="noStrike">
              <a:solidFill>
                <a:schemeClr val="dk1"/>
              </a:solidFill>
              <a:latin typeface="Arial"/>
            </a:endParaRPr>
          </a:p>
          <a:p>
            <a:pPr lvl="4" marL="2057400" indent="-228600">
              <a:lnSpc>
                <a:spcPct val="100000"/>
              </a:lnSpc>
              <a:spcBef>
                <a:spcPts val="320"/>
              </a:spcBef>
              <a:buClr>
                <a:srgbClr val="00007d"/>
              </a:buClr>
              <a:buFont typeface="Wingdings" charset="2"/>
              <a:buChar char=""/>
            </a:pPr>
            <a:r>
              <a:rPr b="0" lang="fr-FR" sz="1600" spc="-1" strike="noStrike">
                <a:solidFill>
                  <a:schemeClr val="dk1"/>
                </a:solidFill>
                <a:latin typeface="Arial"/>
              </a:rPr>
              <a:t>Cinquième niveau</a:t>
            </a:r>
            <a:endParaRPr b="0" lang="fr-FR" sz="1600" spc="-1" strike="noStrike">
              <a:solidFill>
                <a:schemeClr val="dk1"/>
              </a:solidFill>
              <a:latin typeface="Arial"/>
            </a:endParaRPr>
          </a:p>
        </p:txBody>
      </p:sp>
      <p:sp>
        <p:nvSpPr>
          <p:cNvPr id="134" name="PlaceHolder 4"/>
          <p:cNvSpPr>
            <a:spLocks noGrp="1"/>
          </p:cNvSpPr>
          <p:nvPr>
            <p:ph type="body"/>
          </p:nvPr>
        </p:nvSpPr>
        <p:spPr>
          <a:xfrm>
            <a:off x="4645440" y="1535040"/>
            <a:ext cx="4041000" cy="639360"/>
          </a:xfrm>
          <a:prstGeom prst="rect">
            <a:avLst/>
          </a:prstGeom>
          <a:noFill/>
          <a:ln w="9360">
            <a:noFill/>
          </a:ln>
        </p:spPr>
        <p:txBody>
          <a:bodyPr numCol="1" spcCol="0" lIns="91440" rIns="91440" tIns="45720" bIns="45720" anchor="b">
            <a:noAutofit/>
          </a:bodyPr>
          <a:p>
            <a:pPr indent="0">
              <a:lnSpc>
                <a:spcPct val="100000"/>
              </a:lnSpc>
              <a:spcBef>
                <a:spcPts val="479"/>
              </a:spcBef>
              <a:buNone/>
              <a:tabLst>
                <a:tab algn="l" pos="0"/>
              </a:tabLst>
            </a:pPr>
            <a:r>
              <a:rPr b="1" lang="fr-FR" sz="2400" spc="-1" strike="noStrike">
                <a:solidFill>
                  <a:schemeClr val="dk1"/>
                </a:solidFill>
                <a:latin typeface="Arial"/>
              </a:rPr>
              <a:t>Modifiez les styles du texte du masque</a:t>
            </a:r>
            <a:endParaRPr b="0" lang="fr-FR" sz="2400" spc="-1" strike="noStrike">
              <a:solidFill>
                <a:schemeClr val="dk1"/>
              </a:solidFill>
              <a:latin typeface="Arial"/>
            </a:endParaRPr>
          </a:p>
        </p:txBody>
      </p:sp>
      <p:sp>
        <p:nvSpPr>
          <p:cNvPr id="135" name="PlaceHolder 5"/>
          <p:cNvSpPr>
            <a:spLocks noGrp="1"/>
          </p:cNvSpPr>
          <p:nvPr>
            <p:ph type="body"/>
          </p:nvPr>
        </p:nvSpPr>
        <p:spPr>
          <a:xfrm>
            <a:off x="4645440" y="2174760"/>
            <a:ext cx="4041000" cy="3951000"/>
          </a:xfrm>
          <a:prstGeom prst="rect">
            <a:avLst/>
          </a:prstGeom>
          <a:noFill/>
          <a:ln w="9360">
            <a:noFill/>
          </a:ln>
        </p:spPr>
        <p:txBody>
          <a:bodyPr numCol="1" spcCol="0" lIns="91440" rIns="91440" tIns="45720" bIns="45720" anchor="t">
            <a:noAutofit/>
          </a:bodyPr>
          <a:p>
            <a:pPr marL="343080" indent="-343080">
              <a:lnSpc>
                <a:spcPct val="100000"/>
              </a:lnSpc>
              <a:spcBef>
                <a:spcPts val="479"/>
              </a:spcBef>
              <a:buClr>
                <a:srgbClr val="00007d"/>
              </a:buClr>
              <a:buSzPct val="75000"/>
              <a:buFont typeface="Wingdings" charset="2"/>
              <a:buChar char=""/>
            </a:pPr>
            <a:r>
              <a:rPr b="0" lang="fr-FR" sz="2400" spc="-1" strike="noStrike">
                <a:solidFill>
                  <a:schemeClr val="dk1"/>
                </a:solidFill>
                <a:latin typeface="Arial"/>
              </a:rPr>
              <a:t>Modifiez les styles du texte du masque</a:t>
            </a:r>
            <a:endParaRPr b="0" lang="fr-FR" sz="2400" spc="-1" strike="noStrike">
              <a:solidFill>
                <a:schemeClr val="dk1"/>
              </a:solidFill>
              <a:latin typeface="Arial"/>
            </a:endParaRPr>
          </a:p>
          <a:p>
            <a:pPr lvl="1" marL="743040" indent="-285840">
              <a:lnSpc>
                <a:spcPct val="100000"/>
              </a:lnSpc>
              <a:spcBef>
                <a:spcPts val="400"/>
              </a:spcBef>
              <a:buClr>
                <a:srgbClr val="9999cc"/>
              </a:buClr>
              <a:buSzPct val="80000"/>
              <a:buFont typeface="Wingdings" charset="2"/>
              <a:buChar char=""/>
            </a:pPr>
            <a:r>
              <a:rPr b="0" lang="fr-FR" sz="2000" spc="-1" strike="noStrike">
                <a:solidFill>
                  <a:schemeClr val="dk1"/>
                </a:solidFill>
                <a:latin typeface="Arial"/>
              </a:rPr>
              <a:t>Deuxième niveau</a:t>
            </a:r>
            <a:endParaRPr b="0" lang="fr-FR" sz="2000" spc="-1" strike="noStrike">
              <a:solidFill>
                <a:schemeClr val="dk1"/>
              </a:solidFill>
              <a:latin typeface="Arial"/>
            </a:endParaRPr>
          </a:p>
          <a:p>
            <a:pPr lvl="2" marL="1143000" indent="-228600">
              <a:lnSpc>
                <a:spcPct val="100000"/>
              </a:lnSpc>
              <a:spcBef>
                <a:spcPts val="360"/>
              </a:spcBef>
              <a:buClr>
                <a:srgbClr val="00007d"/>
              </a:buClr>
              <a:buSzPct val="65000"/>
              <a:buFont typeface="Wingdings" charset="2"/>
              <a:buChar char=""/>
            </a:pPr>
            <a:r>
              <a:rPr b="0" lang="fr-FR" sz="1800" spc="-1" strike="noStrike">
                <a:solidFill>
                  <a:schemeClr val="dk1"/>
                </a:solidFill>
                <a:latin typeface="Arial"/>
              </a:rPr>
              <a:t>Troisième niveau</a:t>
            </a:r>
            <a:endParaRPr b="0" lang="fr-FR" sz="1800" spc="-1" strike="noStrike">
              <a:solidFill>
                <a:schemeClr val="dk1"/>
              </a:solidFill>
              <a:latin typeface="Arial"/>
            </a:endParaRPr>
          </a:p>
          <a:p>
            <a:pPr lvl="3" marL="1600200" indent="-228600">
              <a:lnSpc>
                <a:spcPct val="100000"/>
              </a:lnSpc>
              <a:spcBef>
                <a:spcPts val="320"/>
              </a:spcBef>
              <a:buClr>
                <a:srgbClr val="9999cc"/>
              </a:buClr>
              <a:buSzPct val="70000"/>
              <a:buFont typeface="Wingdings" charset="2"/>
              <a:buChar char=""/>
            </a:pPr>
            <a:r>
              <a:rPr b="0" lang="fr-FR" sz="1600" spc="-1" strike="noStrike">
                <a:solidFill>
                  <a:schemeClr val="dk1"/>
                </a:solidFill>
                <a:latin typeface="Arial"/>
              </a:rPr>
              <a:t>Quatrième niveau</a:t>
            </a:r>
            <a:endParaRPr b="0" lang="fr-FR" sz="1600" spc="-1" strike="noStrike">
              <a:solidFill>
                <a:schemeClr val="dk1"/>
              </a:solidFill>
              <a:latin typeface="Arial"/>
            </a:endParaRPr>
          </a:p>
          <a:p>
            <a:pPr lvl="4" marL="2057400" indent="-228600">
              <a:lnSpc>
                <a:spcPct val="100000"/>
              </a:lnSpc>
              <a:spcBef>
                <a:spcPts val="320"/>
              </a:spcBef>
              <a:buClr>
                <a:srgbClr val="00007d"/>
              </a:buClr>
              <a:buFont typeface="Wingdings" charset="2"/>
              <a:buChar char=""/>
            </a:pPr>
            <a:r>
              <a:rPr b="0" lang="fr-FR" sz="1600" spc="-1" strike="noStrike">
                <a:solidFill>
                  <a:schemeClr val="dk1"/>
                </a:solidFill>
                <a:latin typeface="Arial"/>
              </a:rPr>
              <a:t>Cinquième niveau</a:t>
            </a:r>
            <a:endParaRPr b="0" lang="fr-FR" sz="1600" spc="-1" strike="noStrike">
              <a:solidFill>
                <a:schemeClr val="dk1"/>
              </a:solidFill>
              <a:latin typeface="Arial"/>
            </a:endParaRPr>
          </a:p>
        </p:txBody>
      </p:sp>
      <p:sp>
        <p:nvSpPr>
          <p:cNvPr id="136" name="PlaceHolder 6"/>
          <p:cNvSpPr>
            <a:spLocks noGrp="1"/>
          </p:cNvSpPr>
          <p:nvPr>
            <p:ph type="ftr" idx="22"/>
          </p:nvPr>
        </p:nvSpPr>
        <p:spPr>
          <a:xfrm>
            <a:off x="3124080" y="6248520"/>
            <a:ext cx="2895120" cy="456840"/>
          </a:xfrm>
          <a:prstGeom prst="rect">
            <a:avLst/>
          </a:prstGeom>
          <a:noFill/>
          <a:ln w="0">
            <a:noFill/>
          </a:ln>
        </p:spPr>
        <p:txBody>
          <a:bodyPr numCol="1" spcCol="0" lIns="91440" rIns="91440" tIns="45720" bIns="45720" anchor="b">
            <a:noAutofit/>
          </a:bodyPr>
          <a:lstStyle>
            <a:lvl1pPr indent="0" algn="ctr">
              <a:buNone/>
              <a:defRPr b="0" lang="en-US" sz="1400" spc="-1" strike="noStrike">
                <a:solidFill>
                  <a:srgbClr val="000000"/>
                </a:solidFill>
                <a:latin typeface="Calibri"/>
              </a:defRPr>
            </a:lvl1pPr>
          </a:lstStyle>
          <a:p>
            <a:pPr indent="0" algn="ctr">
              <a:buNone/>
            </a:pPr>
            <a:r>
              <a:rPr b="0" lang="en-US" sz="1400" spc="-1" strike="noStrike">
                <a:solidFill>
                  <a:srgbClr val="000000"/>
                </a:solidFill>
                <a:latin typeface="Calibri"/>
              </a:rPr>
              <a:t>&lt;footer&gt;</a:t>
            </a:r>
            <a:endParaRPr b="0" lang="en-US" sz="1400" spc="-1" strike="noStrike">
              <a:solidFill>
                <a:srgbClr val="000000"/>
              </a:solidFill>
              <a:latin typeface="Calibri"/>
            </a:endParaRPr>
          </a:p>
        </p:txBody>
      </p:sp>
      <p:sp>
        <p:nvSpPr>
          <p:cNvPr id="137" name="PlaceHolder 7"/>
          <p:cNvSpPr>
            <a:spLocks noGrp="1"/>
          </p:cNvSpPr>
          <p:nvPr>
            <p:ph type="sldNum" idx="23"/>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C31E9081-00FF-4C52-BD3E-DF918F7DAAF0}"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sp>
        <p:nvSpPr>
          <p:cNvPr id="138" name="PlaceHolder 8"/>
          <p:cNvSpPr>
            <a:spLocks noGrp="1"/>
          </p:cNvSpPr>
          <p:nvPr>
            <p:ph type="dt" idx="24"/>
          </p:nvPr>
        </p:nvSpPr>
        <p:spPr>
          <a:xfrm>
            <a:off x="457200" y="6245280"/>
            <a:ext cx="2133360" cy="475920"/>
          </a:xfrm>
          <a:prstGeom prst="rect">
            <a:avLst/>
          </a:prstGeom>
          <a:noFill/>
          <a:ln w="0">
            <a:noFill/>
          </a:ln>
        </p:spPr>
        <p:txBody>
          <a:bodyPr numCol="1" spcCol="0" lIns="91440" rIns="91440" tIns="45720" bIns="45720" anchor="b">
            <a:noAutofit/>
          </a:bodyPr>
          <a:lstStyle>
            <a:lvl1pPr indent="0" defTabSz="914400">
              <a:lnSpc>
                <a:spcPct val="100000"/>
              </a:lnSpc>
              <a:buNone/>
              <a:defRPr b="0" lang="fr-FR" sz="1200" spc="-1" strike="noStrike">
                <a:solidFill>
                  <a:srgbClr val="000000"/>
                </a:solidFill>
                <a:latin typeface="Arial"/>
              </a:defRPr>
            </a:lvl1pPr>
          </a:lstStyle>
          <a:p>
            <a:pPr indent="0" defTabSz="914400">
              <a:lnSpc>
                <a:spcPct val="100000"/>
              </a:lnSpc>
              <a:buNone/>
            </a:pPr>
            <a:r>
              <a:rPr b="0" lang="fr-FR" sz="1200" spc="-1" strike="noStrike">
                <a:solidFill>
                  <a:srgbClr val="000000"/>
                </a:solidFill>
                <a:latin typeface="Arial"/>
              </a:rPr>
              <a:t>&lt;date/time&gt;</a:t>
            </a:r>
            <a:endParaRPr b="0" lang="en-US" sz="120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re seul">
    <p:bg>
      <p:bgPr>
        <a:solidFill>
          <a:schemeClr val="lt1"/>
        </a:solidFill>
      </p:bgPr>
    </p:bg>
    <p:spTree>
      <p:nvGrpSpPr>
        <p:cNvPr id="1" name=""/>
        <p:cNvGrpSpPr/>
        <p:nvPr/>
      </p:nvGrpSpPr>
      <p:grpSpPr>
        <a:xfrm>
          <a:off x="0" y="0"/>
          <a:ext cx="0" cy="0"/>
          <a:chOff x="0" y="0"/>
          <a:chExt cx="0" cy="0"/>
        </a:xfrm>
      </p:grpSpPr>
      <p:grpSp>
        <p:nvGrpSpPr>
          <p:cNvPr id="139" name="Group 4"/>
          <p:cNvGrpSpPr/>
          <p:nvPr/>
        </p:nvGrpSpPr>
        <p:grpSpPr>
          <a:xfrm>
            <a:off x="0" y="0"/>
            <a:ext cx="9143640" cy="545760"/>
            <a:chOff x="0" y="0"/>
            <a:chExt cx="9143640" cy="545760"/>
          </a:xfrm>
        </p:grpSpPr>
        <p:sp>
          <p:nvSpPr>
            <p:cNvPr id="140" name="Rectangle 5"/>
            <p:cNvSpPr/>
            <p:nvPr/>
          </p:nvSpPr>
          <p:spPr>
            <a:xfrm>
              <a:off x="0" y="0"/>
              <a:ext cx="285480" cy="533160"/>
            </a:xfrm>
            <a:prstGeom prst="rect">
              <a:avLst/>
            </a:prstGeom>
            <a:gradFill rotWithShape="0">
              <a:gsLst>
                <a:gs pos="0">
                  <a:srgbClr val="cccce6"/>
                </a:gs>
                <a:gs pos="100000">
                  <a:srgbClr val="ffffff"/>
                </a:gs>
              </a:gsLst>
              <a:lin ang="0"/>
            </a:gradFill>
            <a:ln w="9525">
              <a:noFill/>
            </a:ln>
          </p:spPr>
          <p:style>
            <a:lnRef idx="0"/>
            <a:fillRef idx="0"/>
            <a:effectRef idx="0"/>
            <a:fontRef idx="minor"/>
          </p:style>
          <p:txBody>
            <a:bodyPr wrap="none" lIns="90000" rIns="90000" tIns="45000" bIns="45000" anchor="ctr">
              <a:noAutofit/>
            </a:bodyPr>
            <a:p>
              <a:pPr algn="ctr" defTabSz="914400">
                <a:lnSpc>
                  <a:spcPct val="100000"/>
                </a:lnSpc>
              </a:pPr>
              <a:endParaRPr b="0" lang="fr-FR" sz="2400" spc="-1" strike="noStrike">
                <a:solidFill>
                  <a:srgbClr val="000000"/>
                </a:solidFill>
                <a:latin typeface="Times New Roman"/>
              </a:endParaRPr>
            </a:p>
          </p:txBody>
        </p:sp>
        <p:sp>
          <p:nvSpPr>
            <p:cNvPr id="141" name="Rectangle 6"/>
            <p:cNvSpPr/>
            <p:nvPr/>
          </p:nvSpPr>
          <p:spPr>
            <a:xfrm>
              <a:off x="412920" y="135000"/>
              <a:ext cx="8730720" cy="274320"/>
            </a:xfrm>
            <a:prstGeom prst="rect">
              <a:avLst/>
            </a:prstGeom>
            <a:gradFill rotWithShape="0">
              <a:gsLst>
                <a:gs pos="0">
                  <a:srgbClr val="00007d"/>
                </a:gs>
                <a:gs pos="100000">
                  <a:srgbClr val="ffffff"/>
                </a:gs>
              </a:gsLst>
              <a:lin ang="0"/>
            </a:gra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142" name="Rectangle 7"/>
            <p:cNvSpPr/>
            <p:nvPr/>
          </p:nvSpPr>
          <p:spPr>
            <a:xfrm>
              <a:off x="409680" y="135000"/>
              <a:ext cx="137880" cy="14076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143" name="Rectangle 8"/>
            <p:cNvSpPr/>
            <p:nvPr/>
          </p:nvSpPr>
          <p:spPr>
            <a:xfrm>
              <a:off x="547560" y="0"/>
              <a:ext cx="139320" cy="13788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144" name="Rectangle 9"/>
            <p:cNvSpPr/>
            <p:nvPr/>
          </p:nvSpPr>
          <p:spPr>
            <a:xfrm>
              <a:off x="547560" y="135000"/>
              <a:ext cx="139320" cy="14076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sp>
          <p:nvSpPr>
            <p:cNvPr id="145" name="Rectangle 10"/>
            <p:cNvSpPr/>
            <p:nvPr/>
          </p:nvSpPr>
          <p:spPr>
            <a:xfrm>
              <a:off x="274680" y="274680"/>
              <a:ext cx="134640" cy="13788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146" name="Rectangle 11"/>
            <p:cNvSpPr/>
            <p:nvPr/>
          </p:nvSpPr>
          <p:spPr>
            <a:xfrm>
              <a:off x="131760" y="136440"/>
              <a:ext cx="142560" cy="137880"/>
            </a:xfrm>
            <a:prstGeom prst="rect">
              <a:avLst/>
            </a:prstGeom>
            <a:solidFill>
              <a:schemeClr val="bg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147" name="Rectangle 12"/>
            <p:cNvSpPr/>
            <p:nvPr/>
          </p:nvSpPr>
          <p:spPr>
            <a:xfrm>
              <a:off x="409680" y="271440"/>
              <a:ext cx="137880" cy="13788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sp>
          <p:nvSpPr>
            <p:cNvPr id="148" name="Rectangle 13"/>
            <p:cNvSpPr/>
            <p:nvPr/>
          </p:nvSpPr>
          <p:spPr>
            <a:xfrm>
              <a:off x="274680" y="409680"/>
              <a:ext cx="134640" cy="13608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grpSp>
      <p:sp>
        <p:nvSpPr>
          <p:cNvPr id="149" name="PlaceHolder 1"/>
          <p:cNvSpPr>
            <a:spLocks noGrp="1"/>
          </p:cNvSpPr>
          <p:nvPr>
            <p:ph type="title"/>
          </p:nvPr>
        </p:nvSpPr>
        <p:spPr>
          <a:xfrm>
            <a:off x="457200" y="457200"/>
            <a:ext cx="8229240" cy="1371240"/>
          </a:xfrm>
          <a:prstGeom prst="rect">
            <a:avLst/>
          </a:prstGeom>
          <a:noFill/>
          <a:ln w="9360">
            <a:noFill/>
          </a:ln>
        </p:spPr>
        <p:txBody>
          <a:bodyPr numCol="1" spcCol="0" lIns="91440" rIns="91440" tIns="45720" bIns="45720" anchor="ctr">
            <a:noAutofit/>
          </a:bodyPr>
          <a:p>
            <a:pPr indent="0">
              <a:lnSpc>
                <a:spcPct val="100000"/>
              </a:lnSpc>
              <a:buNone/>
            </a:pPr>
            <a:r>
              <a:rPr b="0" lang="fr-FR" sz="4400" spc="-1" strike="noStrike">
                <a:solidFill>
                  <a:schemeClr val="dk1"/>
                </a:solidFill>
                <a:latin typeface="Arial"/>
              </a:rPr>
              <a:t>Modifiez le style du titre</a:t>
            </a:r>
            <a:endParaRPr b="0" lang="fr-FR" sz="4400" spc="-1" strike="noStrike">
              <a:solidFill>
                <a:schemeClr val="dk1"/>
              </a:solidFill>
              <a:latin typeface="Arial"/>
            </a:endParaRPr>
          </a:p>
        </p:txBody>
      </p:sp>
      <p:sp>
        <p:nvSpPr>
          <p:cNvPr id="150" name="PlaceHolder 2"/>
          <p:cNvSpPr>
            <a:spLocks noGrp="1"/>
          </p:cNvSpPr>
          <p:nvPr>
            <p:ph type="ftr" idx="25"/>
          </p:nvPr>
        </p:nvSpPr>
        <p:spPr>
          <a:xfrm>
            <a:off x="3124080" y="6248520"/>
            <a:ext cx="2895120" cy="456840"/>
          </a:xfrm>
          <a:prstGeom prst="rect">
            <a:avLst/>
          </a:prstGeom>
          <a:noFill/>
          <a:ln w="0">
            <a:noFill/>
          </a:ln>
        </p:spPr>
        <p:txBody>
          <a:bodyPr numCol="1" spcCol="0" lIns="91440" rIns="91440" tIns="45720" bIns="45720" anchor="b">
            <a:noAutofit/>
          </a:bodyPr>
          <a:lstStyle>
            <a:lvl1pPr indent="0" algn="ctr">
              <a:buNone/>
              <a:defRPr b="0" lang="en-US" sz="1400" spc="-1" strike="noStrike">
                <a:solidFill>
                  <a:srgbClr val="000000"/>
                </a:solidFill>
                <a:latin typeface="Calibri"/>
              </a:defRPr>
            </a:lvl1pPr>
          </a:lstStyle>
          <a:p>
            <a:pPr indent="0" algn="ctr">
              <a:buNone/>
            </a:pPr>
            <a:r>
              <a:rPr b="0" lang="en-US" sz="1400" spc="-1" strike="noStrike">
                <a:solidFill>
                  <a:srgbClr val="000000"/>
                </a:solidFill>
                <a:latin typeface="Calibri"/>
              </a:rPr>
              <a:t>&lt;footer&gt;</a:t>
            </a:r>
            <a:endParaRPr b="0" lang="en-US" sz="1400" spc="-1" strike="noStrike">
              <a:solidFill>
                <a:srgbClr val="000000"/>
              </a:solidFill>
              <a:latin typeface="Calibri"/>
            </a:endParaRPr>
          </a:p>
        </p:txBody>
      </p:sp>
      <p:sp>
        <p:nvSpPr>
          <p:cNvPr id="151" name="PlaceHolder 3"/>
          <p:cNvSpPr>
            <a:spLocks noGrp="1"/>
          </p:cNvSpPr>
          <p:nvPr>
            <p:ph type="sldNum" idx="26"/>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FE87B03C-BAFB-4797-A221-DB4DE5CFD123}"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sp>
        <p:nvSpPr>
          <p:cNvPr id="152" name="PlaceHolder 4"/>
          <p:cNvSpPr>
            <a:spLocks noGrp="1"/>
          </p:cNvSpPr>
          <p:nvPr>
            <p:ph type="dt" idx="27"/>
          </p:nvPr>
        </p:nvSpPr>
        <p:spPr>
          <a:xfrm>
            <a:off x="457200" y="6245280"/>
            <a:ext cx="2133360" cy="475920"/>
          </a:xfrm>
          <a:prstGeom prst="rect">
            <a:avLst/>
          </a:prstGeom>
          <a:noFill/>
          <a:ln w="0">
            <a:noFill/>
          </a:ln>
        </p:spPr>
        <p:txBody>
          <a:bodyPr numCol="1" spcCol="0" lIns="91440" rIns="91440" tIns="45720" bIns="45720" anchor="b">
            <a:noAutofit/>
          </a:bodyPr>
          <a:lstStyle>
            <a:lvl1pPr indent="0" defTabSz="914400">
              <a:lnSpc>
                <a:spcPct val="100000"/>
              </a:lnSpc>
              <a:buNone/>
              <a:defRPr b="0" lang="fr-FR" sz="1200" spc="-1" strike="noStrike">
                <a:solidFill>
                  <a:srgbClr val="000000"/>
                </a:solidFill>
                <a:latin typeface="Arial"/>
              </a:defRPr>
            </a:lvl1pPr>
          </a:lstStyle>
          <a:p>
            <a:pPr indent="0" defTabSz="914400">
              <a:lnSpc>
                <a:spcPct val="100000"/>
              </a:lnSpc>
              <a:buNone/>
            </a:pPr>
            <a:r>
              <a:rPr b="0" lang="fr-FR" sz="1200" spc="-1" strike="noStrike">
                <a:solidFill>
                  <a:srgbClr val="000000"/>
                </a:solidFill>
                <a:latin typeface="Arial"/>
              </a:rPr>
              <a:t>&lt;date/time&gt;</a:t>
            </a:r>
            <a:endParaRPr b="0" lang="en-US" sz="120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ide">
    <p:bg>
      <p:bgPr>
        <a:solidFill>
          <a:schemeClr val="lt1"/>
        </a:solidFill>
      </p:bgPr>
    </p:bg>
    <p:spTree>
      <p:nvGrpSpPr>
        <p:cNvPr id="1" name=""/>
        <p:cNvGrpSpPr/>
        <p:nvPr/>
      </p:nvGrpSpPr>
      <p:grpSpPr>
        <a:xfrm>
          <a:off x="0" y="0"/>
          <a:ext cx="0" cy="0"/>
          <a:chOff x="0" y="0"/>
          <a:chExt cx="0" cy="0"/>
        </a:xfrm>
      </p:grpSpPr>
      <p:grpSp>
        <p:nvGrpSpPr>
          <p:cNvPr id="153" name="Group 4"/>
          <p:cNvGrpSpPr/>
          <p:nvPr/>
        </p:nvGrpSpPr>
        <p:grpSpPr>
          <a:xfrm>
            <a:off x="0" y="0"/>
            <a:ext cx="9143640" cy="545760"/>
            <a:chOff x="0" y="0"/>
            <a:chExt cx="9143640" cy="545760"/>
          </a:xfrm>
        </p:grpSpPr>
        <p:sp>
          <p:nvSpPr>
            <p:cNvPr id="154" name="Rectangle 5"/>
            <p:cNvSpPr/>
            <p:nvPr/>
          </p:nvSpPr>
          <p:spPr>
            <a:xfrm>
              <a:off x="0" y="0"/>
              <a:ext cx="285480" cy="533160"/>
            </a:xfrm>
            <a:prstGeom prst="rect">
              <a:avLst/>
            </a:prstGeom>
            <a:gradFill rotWithShape="0">
              <a:gsLst>
                <a:gs pos="0">
                  <a:srgbClr val="cccce6"/>
                </a:gs>
                <a:gs pos="100000">
                  <a:srgbClr val="ffffff"/>
                </a:gs>
              </a:gsLst>
              <a:lin ang="0"/>
            </a:gradFill>
            <a:ln w="9525">
              <a:noFill/>
            </a:ln>
          </p:spPr>
          <p:style>
            <a:lnRef idx="0"/>
            <a:fillRef idx="0"/>
            <a:effectRef idx="0"/>
            <a:fontRef idx="minor"/>
          </p:style>
          <p:txBody>
            <a:bodyPr wrap="none" lIns="90000" rIns="90000" tIns="45000" bIns="45000" anchor="ctr">
              <a:noAutofit/>
            </a:bodyPr>
            <a:p>
              <a:pPr algn="ctr" defTabSz="914400">
                <a:lnSpc>
                  <a:spcPct val="100000"/>
                </a:lnSpc>
              </a:pPr>
              <a:endParaRPr b="0" lang="fr-FR" sz="2400" spc="-1" strike="noStrike">
                <a:solidFill>
                  <a:srgbClr val="000000"/>
                </a:solidFill>
                <a:latin typeface="Times New Roman"/>
              </a:endParaRPr>
            </a:p>
          </p:txBody>
        </p:sp>
        <p:sp>
          <p:nvSpPr>
            <p:cNvPr id="155" name="Rectangle 6"/>
            <p:cNvSpPr/>
            <p:nvPr/>
          </p:nvSpPr>
          <p:spPr>
            <a:xfrm>
              <a:off x="412920" y="135000"/>
              <a:ext cx="8730720" cy="274320"/>
            </a:xfrm>
            <a:prstGeom prst="rect">
              <a:avLst/>
            </a:prstGeom>
            <a:gradFill rotWithShape="0">
              <a:gsLst>
                <a:gs pos="0">
                  <a:srgbClr val="00007d"/>
                </a:gs>
                <a:gs pos="100000">
                  <a:srgbClr val="ffffff"/>
                </a:gs>
              </a:gsLst>
              <a:lin ang="0"/>
            </a:gra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156" name="Rectangle 7"/>
            <p:cNvSpPr/>
            <p:nvPr/>
          </p:nvSpPr>
          <p:spPr>
            <a:xfrm>
              <a:off x="409680" y="135000"/>
              <a:ext cx="137880" cy="14076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157" name="Rectangle 8"/>
            <p:cNvSpPr/>
            <p:nvPr/>
          </p:nvSpPr>
          <p:spPr>
            <a:xfrm>
              <a:off x="547560" y="0"/>
              <a:ext cx="139320" cy="13788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158" name="Rectangle 9"/>
            <p:cNvSpPr/>
            <p:nvPr/>
          </p:nvSpPr>
          <p:spPr>
            <a:xfrm>
              <a:off x="547560" y="135000"/>
              <a:ext cx="139320" cy="14076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sp>
          <p:nvSpPr>
            <p:cNvPr id="159" name="Rectangle 10"/>
            <p:cNvSpPr/>
            <p:nvPr/>
          </p:nvSpPr>
          <p:spPr>
            <a:xfrm>
              <a:off x="274680" y="274680"/>
              <a:ext cx="134640" cy="13788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160" name="Rectangle 11"/>
            <p:cNvSpPr/>
            <p:nvPr/>
          </p:nvSpPr>
          <p:spPr>
            <a:xfrm>
              <a:off x="131760" y="136440"/>
              <a:ext cx="142560" cy="137880"/>
            </a:xfrm>
            <a:prstGeom prst="rect">
              <a:avLst/>
            </a:prstGeom>
            <a:solidFill>
              <a:schemeClr val="bg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161" name="Rectangle 12"/>
            <p:cNvSpPr/>
            <p:nvPr/>
          </p:nvSpPr>
          <p:spPr>
            <a:xfrm>
              <a:off x="409680" y="271440"/>
              <a:ext cx="137880" cy="13788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sp>
          <p:nvSpPr>
            <p:cNvPr id="162" name="Rectangle 13"/>
            <p:cNvSpPr/>
            <p:nvPr/>
          </p:nvSpPr>
          <p:spPr>
            <a:xfrm>
              <a:off x="274680" y="409680"/>
              <a:ext cx="134640" cy="13608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grpSp>
      <p:sp>
        <p:nvSpPr>
          <p:cNvPr id="163" name="PlaceHolder 1"/>
          <p:cNvSpPr>
            <a:spLocks noGrp="1"/>
          </p:cNvSpPr>
          <p:nvPr>
            <p:ph type="ftr" idx="28"/>
          </p:nvPr>
        </p:nvSpPr>
        <p:spPr>
          <a:xfrm>
            <a:off x="3124080" y="6248520"/>
            <a:ext cx="2895120" cy="456840"/>
          </a:xfrm>
          <a:prstGeom prst="rect">
            <a:avLst/>
          </a:prstGeom>
          <a:noFill/>
          <a:ln w="0">
            <a:noFill/>
          </a:ln>
        </p:spPr>
        <p:txBody>
          <a:bodyPr numCol="1" spcCol="0" lIns="91440" rIns="91440" tIns="45720" bIns="45720" anchor="b">
            <a:noAutofit/>
          </a:bodyPr>
          <a:lstStyle>
            <a:lvl1pPr indent="0" algn="ctr">
              <a:buNone/>
              <a:defRPr b="0" lang="en-US" sz="1400" spc="-1" strike="noStrike">
                <a:solidFill>
                  <a:srgbClr val="000000"/>
                </a:solidFill>
                <a:latin typeface="Calibri"/>
              </a:defRPr>
            </a:lvl1pPr>
          </a:lstStyle>
          <a:p>
            <a:pPr indent="0" algn="ctr">
              <a:buNone/>
            </a:pPr>
            <a:r>
              <a:rPr b="0" lang="en-US" sz="1400" spc="-1" strike="noStrike">
                <a:solidFill>
                  <a:srgbClr val="000000"/>
                </a:solidFill>
                <a:latin typeface="Calibri"/>
              </a:rPr>
              <a:t>&lt;footer&gt;</a:t>
            </a:r>
            <a:endParaRPr b="0" lang="en-US" sz="1400" spc="-1" strike="noStrike">
              <a:solidFill>
                <a:srgbClr val="000000"/>
              </a:solidFill>
              <a:latin typeface="Calibri"/>
            </a:endParaRPr>
          </a:p>
        </p:txBody>
      </p:sp>
      <p:sp>
        <p:nvSpPr>
          <p:cNvPr id="164" name="PlaceHolder 2"/>
          <p:cNvSpPr>
            <a:spLocks noGrp="1"/>
          </p:cNvSpPr>
          <p:nvPr>
            <p:ph type="sldNum" idx="29"/>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A5413DFE-3D8B-4B2F-B4CE-FDCDE0B8BC74}"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sp>
        <p:nvSpPr>
          <p:cNvPr id="165" name="PlaceHolder 3"/>
          <p:cNvSpPr>
            <a:spLocks noGrp="1"/>
          </p:cNvSpPr>
          <p:nvPr>
            <p:ph type="dt" idx="30"/>
          </p:nvPr>
        </p:nvSpPr>
        <p:spPr>
          <a:xfrm>
            <a:off x="457200" y="6245280"/>
            <a:ext cx="2133360" cy="475920"/>
          </a:xfrm>
          <a:prstGeom prst="rect">
            <a:avLst/>
          </a:prstGeom>
          <a:noFill/>
          <a:ln w="0">
            <a:noFill/>
          </a:ln>
        </p:spPr>
        <p:txBody>
          <a:bodyPr numCol="1" spcCol="0" lIns="91440" rIns="91440" tIns="45720" bIns="45720" anchor="b">
            <a:noAutofit/>
          </a:bodyPr>
          <a:lstStyle>
            <a:lvl1pPr indent="0" defTabSz="914400">
              <a:lnSpc>
                <a:spcPct val="100000"/>
              </a:lnSpc>
              <a:buNone/>
              <a:defRPr b="0" lang="fr-FR" sz="1200" spc="-1" strike="noStrike">
                <a:solidFill>
                  <a:srgbClr val="000000"/>
                </a:solidFill>
                <a:latin typeface="Arial"/>
              </a:defRPr>
            </a:lvl1pPr>
          </a:lstStyle>
          <a:p>
            <a:pPr indent="0" defTabSz="914400">
              <a:lnSpc>
                <a:spcPct val="100000"/>
              </a:lnSpc>
              <a:buNone/>
            </a:pPr>
            <a:r>
              <a:rPr b="0" lang="fr-FR" sz="1200" spc="-1" strike="noStrike">
                <a:solidFill>
                  <a:srgbClr val="000000"/>
                </a:solidFill>
                <a:latin typeface="Arial"/>
              </a:rPr>
              <a:t>&lt;date/time&gt;</a:t>
            </a:r>
            <a:endParaRPr b="0" lang="en-US" sz="1200" spc="-1" strike="noStrike">
              <a:solidFill>
                <a:srgbClr val="000000"/>
              </a:solidFill>
              <a:latin typeface="Calibri"/>
            </a:endParaRPr>
          </a:p>
        </p:txBody>
      </p:sp>
      <p:sp>
        <p:nvSpPr>
          <p:cNvPr id="166"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fr-FR" sz="1800" spc="-1" strike="noStrike">
                <a:solidFill>
                  <a:schemeClr val="dk1"/>
                </a:solidFill>
                <a:latin typeface="Arial"/>
              </a:rPr>
              <a:t>Double-tap to edit the title text format</a:t>
            </a:r>
            <a:endParaRPr b="0" lang="fr-FR" sz="1800" spc="-1" strike="noStrike">
              <a:solidFill>
                <a:schemeClr val="dk1"/>
              </a:solidFill>
              <a:latin typeface="Arial"/>
            </a:endParaRPr>
          </a:p>
        </p:txBody>
      </p:sp>
      <p:sp>
        <p:nvSpPr>
          <p:cNvPr id="167"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3200" spc="-1" strike="noStrike">
                <a:solidFill>
                  <a:schemeClr val="dk1"/>
                </a:solidFill>
                <a:latin typeface="Arial"/>
              </a:rPr>
              <a:t>Double-tap to edit the outline text format</a:t>
            </a:r>
            <a:endParaRPr b="0" lang="fr-FR" sz="3200" spc="-1" strike="noStrike">
              <a:solidFill>
                <a:schemeClr val="dk1"/>
              </a:solidFill>
              <a:latin typeface="Arial"/>
            </a:endParaRPr>
          </a:p>
          <a:p>
            <a:pPr lvl="1" marL="864000" indent="-324000">
              <a:spcBef>
                <a:spcPts val="1134"/>
              </a:spcBef>
              <a:buClr>
                <a:srgbClr val="000000"/>
              </a:buClr>
              <a:buSzPct val="75000"/>
              <a:buFont typeface="Symbol" charset="2"/>
              <a:buChar char=""/>
            </a:pPr>
            <a:r>
              <a:rPr b="0" lang="fr-FR" sz="2400" spc="-1" strike="noStrike">
                <a:solidFill>
                  <a:schemeClr val="dk1"/>
                </a:solidFill>
                <a:latin typeface="Arial"/>
              </a:rPr>
              <a:t>Second Outline Level</a:t>
            </a:r>
            <a:endParaRPr b="0" lang="fr-FR" sz="2400" spc="-1" strike="noStrike">
              <a:solidFill>
                <a:schemeClr val="dk1"/>
              </a:solidFill>
              <a:latin typeface="Arial"/>
            </a:endParaRPr>
          </a:p>
          <a:p>
            <a:pPr lvl="2" marL="1296000" indent="-288000">
              <a:spcBef>
                <a:spcPts val="850"/>
              </a:spcBef>
              <a:buClr>
                <a:srgbClr val="000000"/>
              </a:buClr>
              <a:buSzPct val="45000"/>
              <a:buFont typeface="Wingdings" charset="2"/>
              <a:buChar char=""/>
            </a:pPr>
            <a:r>
              <a:rPr b="0" lang="fr-FR" sz="2000" spc="-1" strike="noStrike">
                <a:solidFill>
                  <a:schemeClr val="dk1"/>
                </a:solidFill>
                <a:latin typeface="Arial"/>
              </a:rPr>
              <a:t>Third Outline Level</a:t>
            </a:r>
            <a:endParaRPr b="0" lang="fr-FR" sz="2000" spc="-1" strike="noStrike">
              <a:solidFill>
                <a:schemeClr val="dk1"/>
              </a:solidFill>
              <a:latin typeface="Arial"/>
            </a:endParaRPr>
          </a:p>
          <a:p>
            <a:pPr lvl="3" marL="1728000" indent="-216000">
              <a:spcBef>
                <a:spcPts val="567"/>
              </a:spcBef>
              <a:buClr>
                <a:srgbClr val="000000"/>
              </a:buClr>
              <a:buSzPct val="75000"/>
              <a:buFont typeface="Symbol" charset="2"/>
              <a:buChar char=""/>
            </a:pPr>
            <a:r>
              <a:rPr b="0" lang="fr-FR" sz="2000" spc="-1" strike="noStrike">
                <a:solidFill>
                  <a:schemeClr val="dk1"/>
                </a:solidFill>
                <a:latin typeface="Arial"/>
              </a:rPr>
              <a:t>Fourth Outline Level</a:t>
            </a:r>
            <a:endParaRPr b="0" lang="fr-FR" sz="2000" spc="-1" strike="noStrike">
              <a:solidFill>
                <a:schemeClr val="dk1"/>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chemeClr val="dk1"/>
                </a:solidFill>
                <a:latin typeface="Arial"/>
              </a:rPr>
              <a:t>Fifth Outline Level</a:t>
            </a:r>
            <a:endParaRPr b="0" lang="fr-FR" sz="2000" spc="-1" strike="noStrike">
              <a:solidFill>
                <a:schemeClr val="dk1"/>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chemeClr val="dk1"/>
                </a:solidFill>
                <a:latin typeface="Arial"/>
              </a:rPr>
              <a:t>Sixth Outline Level</a:t>
            </a:r>
            <a:endParaRPr b="0" lang="fr-FR" sz="2000" spc="-1" strike="noStrike">
              <a:solidFill>
                <a:schemeClr val="dk1"/>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chemeClr val="dk1"/>
                </a:solidFill>
                <a:latin typeface="Arial"/>
              </a:rPr>
              <a:t>Seventh Outline Level</a:t>
            </a:r>
            <a:endParaRPr b="0" lang="fr-FR" sz="2000" spc="-1" strike="noStrike">
              <a:solidFill>
                <a:schemeClr val="dk1"/>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u avec légende">
    <p:bg>
      <p:bgPr>
        <a:solidFill>
          <a:schemeClr val="lt1"/>
        </a:solidFill>
      </p:bgPr>
    </p:bg>
    <p:spTree>
      <p:nvGrpSpPr>
        <p:cNvPr id="1" name=""/>
        <p:cNvGrpSpPr/>
        <p:nvPr/>
      </p:nvGrpSpPr>
      <p:grpSpPr>
        <a:xfrm>
          <a:off x="0" y="0"/>
          <a:ext cx="0" cy="0"/>
          <a:chOff x="0" y="0"/>
          <a:chExt cx="0" cy="0"/>
        </a:xfrm>
      </p:grpSpPr>
      <p:grpSp>
        <p:nvGrpSpPr>
          <p:cNvPr id="168" name="Group 4"/>
          <p:cNvGrpSpPr/>
          <p:nvPr/>
        </p:nvGrpSpPr>
        <p:grpSpPr>
          <a:xfrm>
            <a:off x="0" y="0"/>
            <a:ext cx="9143640" cy="545760"/>
            <a:chOff x="0" y="0"/>
            <a:chExt cx="9143640" cy="545760"/>
          </a:xfrm>
        </p:grpSpPr>
        <p:sp>
          <p:nvSpPr>
            <p:cNvPr id="169" name="Rectangle 5"/>
            <p:cNvSpPr/>
            <p:nvPr/>
          </p:nvSpPr>
          <p:spPr>
            <a:xfrm>
              <a:off x="0" y="0"/>
              <a:ext cx="285480" cy="533160"/>
            </a:xfrm>
            <a:prstGeom prst="rect">
              <a:avLst/>
            </a:prstGeom>
            <a:gradFill rotWithShape="0">
              <a:gsLst>
                <a:gs pos="0">
                  <a:srgbClr val="cccce6"/>
                </a:gs>
                <a:gs pos="100000">
                  <a:srgbClr val="ffffff"/>
                </a:gs>
              </a:gsLst>
              <a:lin ang="0"/>
            </a:gradFill>
            <a:ln w="9525">
              <a:noFill/>
            </a:ln>
          </p:spPr>
          <p:style>
            <a:lnRef idx="0"/>
            <a:fillRef idx="0"/>
            <a:effectRef idx="0"/>
            <a:fontRef idx="minor"/>
          </p:style>
          <p:txBody>
            <a:bodyPr wrap="none" lIns="90000" rIns="90000" tIns="45000" bIns="45000" anchor="ctr">
              <a:noAutofit/>
            </a:bodyPr>
            <a:p>
              <a:pPr algn="ctr" defTabSz="914400">
                <a:lnSpc>
                  <a:spcPct val="100000"/>
                </a:lnSpc>
              </a:pPr>
              <a:endParaRPr b="0" lang="fr-FR" sz="2400" spc="-1" strike="noStrike">
                <a:solidFill>
                  <a:srgbClr val="000000"/>
                </a:solidFill>
                <a:latin typeface="Times New Roman"/>
              </a:endParaRPr>
            </a:p>
          </p:txBody>
        </p:sp>
        <p:sp>
          <p:nvSpPr>
            <p:cNvPr id="170" name="Rectangle 6"/>
            <p:cNvSpPr/>
            <p:nvPr/>
          </p:nvSpPr>
          <p:spPr>
            <a:xfrm>
              <a:off x="412920" y="135000"/>
              <a:ext cx="8730720" cy="274320"/>
            </a:xfrm>
            <a:prstGeom prst="rect">
              <a:avLst/>
            </a:prstGeom>
            <a:gradFill rotWithShape="0">
              <a:gsLst>
                <a:gs pos="0">
                  <a:srgbClr val="00007d"/>
                </a:gs>
                <a:gs pos="100000">
                  <a:srgbClr val="ffffff"/>
                </a:gs>
              </a:gsLst>
              <a:lin ang="0"/>
            </a:gra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171" name="Rectangle 7"/>
            <p:cNvSpPr/>
            <p:nvPr/>
          </p:nvSpPr>
          <p:spPr>
            <a:xfrm>
              <a:off x="409680" y="135000"/>
              <a:ext cx="137880" cy="14076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172" name="Rectangle 8"/>
            <p:cNvSpPr/>
            <p:nvPr/>
          </p:nvSpPr>
          <p:spPr>
            <a:xfrm>
              <a:off x="547560" y="0"/>
              <a:ext cx="139320" cy="13788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173" name="Rectangle 9"/>
            <p:cNvSpPr/>
            <p:nvPr/>
          </p:nvSpPr>
          <p:spPr>
            <a:xfrm>
              <a:off x="547560" y="135000"/>
              <a:ext cx="139320" cy="14076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sp>
          <p:nvSpPr>
            <p:cNvPr id="174" name="Rectangle 10"/>
            <p:cNvSpPr/>
            <p:nvPr/>
          </p:nvSpPr>
          <p:spPr>
            <a:xfrm>
              <a:off x="274680" y="274680"/>
              <a:ext cx="134640" cy="13788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175" name="Rectangle 11"/>
            <p:cNvSpPr/>
            <p:nvPr/>
          </p:nvSpPr>
          <p:spPr>
            <a:xfrm>
              <a:off x="131760" y="136440"/>
              <a:ext cx="142560" cy="137880"/>
            </a:xfrm>
            <a:prstGeom prst="rect">
              <a:avLst/>
            </a:prstGeom>
            <a:solidFill>
              <a:schemeClr val="bg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176" name="Rectangle 12"/>
            <p:cNvSpPr/>
            <p:nvPr/>
          </p:nvSpPr>
          <p:spPr>
            <a:xfrm>
              <a:off x="409680" y="271440"/>
              <a:ext cx="137880" cy="13788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sp>
          <p:nvSpPr>
            <p:cNvPr id="177" name="Rectangle 13"/>
            <p:cNvSpPr/>
            <p:nvPr/>
          </p:nvSpPr>
          <p:spPr>
            <a:xfrm>
              <a:off x="274680" y="409680"/>
              <a:ext cx="134640" cy="13608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grpSp>
      <p:sp>
        <p:nvSpPr>
          <p:cNvPr id="178" name="PlaceHolder 1"/>
          <p:cNvSpPr>
            <a:spLocks noGrp="1"/>
          </p:cNvSpPr>
          <p:nvPr>
            <p:ph type="title"/>
          </p:nvPr>
        </p:nvSpPr>
        <p:spPr>
          <a:xfrm>
            <a:off x="457200" y="272880"/>
            <a:ext cx="3008160" cy="1161720"/>
          </a:xfrm>
          <a:prstGeom prst="rect">
            <a:avLst/>
          </a:prstGeom>
          <a:noFill/>
          <a:ln w="9360">
            <a:noFill/>
          </a:ln>
        </p:spPr>
        <p:txBody>
          <a:bodyPr numCol="1" spcCol="0" lIns="91440" rIns="91440" tIns="45720" bIns="45720" anchor="b">
            <a:noAutofit/>
          </a:bodyPr>
          <a:p>
            <a:pPr indent="0">
              <a:lnSpc>
                <a:spcPct val="100000"/>
              </a:lnSpc>
              <a:buNone/>
            </a:pPr>
            <a:r>
              <a:rPr b="1" lang="fr-FR" sz="2000" spc="-1" strike="noStrike">
                <a:solidFill>
                  <a:schemeClr val="dk1"/>
                </a:solidFill>
                <a:latin typeface="Arial"/>
              </a:rPr>
              <a:t>Modifiez le style du titre</a:t>
            </a:r>
            <a:endParaRPr b="0" lang="fr-FR" sz="2000" spc="-1" strike="noStrike">
              <a:solidFill>
                <a:schemeClr val="dk1"/>
              </a:solidFill>
              <a:latin typeface="Arial"/>
            </a:endParaRPr>
          </a:p>
        </p:txBody>
      </p:sp>
      <p:sp>
        <p:nvSpPr>
          <p:cNvPr id="179" name="PlaceHolder 2"/>
          <p:cNvSpPr>
            <a:spLocks noGrp="1"/>
          </p:cNvSpPr>
          <p:nvPr>
            <p:ph type="body"/>
          </p:nvPr>
        </p:nvSpPr>
        <p:spPr>
          <a:xfrm>
            <a:off x="3575880" y="272880"/>
            <a:ext cx="5110560" cy="5852880"/>
          </a:xfrm>
          <a:prstGeom prst="rect">
            <a:avLst/>
          </a:prstGeom>
          <a:noFill/>
          <a:ln w="9360">
            <a:noFill/>
          </a:ln>
        </p:spPr>
        <p:txBody>
          <a:bodyPr numCol="1" spcCol="0" lIns="91440" rIns="91440" tIns="45720" bIns="45720" anchor="t">
            <a:noAutofit/>
          </a:bodyPr>
          <a:p>
            <a:pPr marL="343080" indent="-343080">
              <a:lnSpc>
                <a:spcPct val="100000"/>
              </a:lnSpc>
              <a:spcBef>
                <a:spcPts val="641"/>
              </a:spcBef>
              <a:buClr>
                <a:srgbClr val="00007d"/>
              </a:buClr>
              <a:buSzPct val="75000"/>
              <a:buFont typeface="Wingdings" charset="2"/>
              <a:buChar char=""/>
            </a:pPr>
            <a:r>
              <a:rPr b="0" lang="fr-FR" sz="3200" spc="-1" strike="noStrike">
                <a:solidFill>
                  <a:schemeClr val="dk1"/>
                </a:solidFill>
                <a:latin typeface="Arial"/>
              </a:rPr>
              <a:t>Modifiez les styles du texte du masque</a:t>
            </a:r>
            <a:endParaRPr b="0" lang="fr-FR" sz="3200" spc="-1" strike="noStrike">
              <a:solidFill>
                <a:schemeClr val="dk1"/>
              </a:solidFill>
              <a:latin typeface="Arial"/>
            </a:endParaRPr>
          </a:p>
          <a:p>
            <a:pPr lvl="1" marL="743040" indent="-285840">
              <a:lnSpc>
                <a:spcPct val="100000"/>
              </a:lnSpc>
              <a:spcBef>
                <a:spcPts val="561"/>
              </a:spcBef>
              <a:buClr>
                <a:srgbClr val="9999cc"/>
              </a:buClr>
              <a:buSzPct val="80000"/>
              <a:buFont typeface="Wingdings" charset="2"/>
              <a:buChar char=""/>
            </a:pPr>
            <a:r>
              <a:rPr b="0" lang="fr-FR" sz="2800" spc="-1" strike="noStrike">
                <a:solidFill>
                  <a:schemeClr val="dk1"/>
                </a:solidFill>
                <a:latin typeface="Arial"/>
              </a:rPr>
              <a:t>Deuxième niveau</a:t>
            </a:r>
            <a:endParaRPr b="0" lang="fr-FR" sz="2800" spc="-1" strike="noStrike">
              <a:solidFill>
                <a:schemeClr val="dk1"/>
              </a:solidFill>
              <a:latin typeface="Arial"/>
            </a:endParaRPr>
          </a:p>
          <a:p>
            <a:pPr lvl="2" marL="1143000" indent="-228600">
              <a:lnSpc>
                <a:spcPct val="100000"/>
              </a:lnSpc>
              <a:spcBef>
                <a:spcPts val="479"/>
              </a:spcBef>
              <a:buClr>
                <a:srgbClr val="00007d"/>
              </a:buClr>
              <a:buSzPct val="65000"/>
              <a:buFont typeface="Wingdings" charset="2"/>
              <a:buChar char=""/>
            </a:pPr>
            <a:r>
              <a:rPr b="0" lang="fr-FR" sz="2400" spc="-1" strike="noStrike">
                <a:solidFill>
                  <a:schemeClr val="dk1"/>
                </a:solidFill>
                <a:latin typeface="Arial"/>
              </a:rPr>
              <a:t>Troisième niveau</a:t>
            </a:r>
            <a:endParaRPr b="0" lang="fr-FR" sz="2400" spc="-1" strike="noStrike">
              <a:solidFill>
                <a:schemeClr val="dk1"/>
              </a:solidFill>
              <a:latin typeface="Arial"/>
            </a:endParaRPr>
          </a:p>
          <a:p>
            <a:pPr lvl="3" marL="1600200" indent="-228600">
              <a:lnSpc>
                <a:spcPct val="100000"/>
              </a:lnSpc>
              <a:spcBef>
                <a:spcPts val="400"/>
              </a:spcBef>
              <a:buClr>
                <a:srgbClr val="9999cc"/>
              </a:buClr>
              <a:buSzPct val="70000"/>
              <a:buFont typeface="Wingdings" charset="2"/>
              <a:buChar char=""/>
            </a:pPr>
            <a:r>
              <a:rPr b="0" lang="fr-FR" sz="2000" spc="-1" strike="noStrike">
                <a:solidFill>
                  <a:schemeClr val="dk1"/>
                </a:solidFill>
                <a:latin typeface="Arial"/>
              </a:rPr>
              <a:t>Quatrième niveau</a:t>
            </a:r>
            <a:endParaRPr b="0" lang="fr-FR" sz="2000" spc="-1" strike="noStrike">
              <a:solidFill>
                <a:schemeClr val="dk1"/>
              </a:solidFill>
              <a:latin typeface="Arial"/>
            </a:endParaRPr>
          </a:p>
          <a:p>
            <a:pPr lvl="4" marL="2057400" indent="-228600">
              <a:lnSpc>
                <a:spcPct val="100000"/>
              </a:lnSpc>
              <a:spcBef>
                <a:spcPts val="400"/>
              </a:spcBef>
              <a:buClr>
                <a:srgbClr val="00007d"/>
              </a:buClr>
              <a:buFont typeface="Wingdings" charset="2"/>
              <a:buChar char=""/>
            </a:pPr>
            <a:r>
              <a:rPr b="0" lang="fr-FR" sz="2000" spc="-1" strike="noStrike">
                <a:solidFill>
                  <a:schemeClr val="dk1"/>
                </a:solidFill>
                <a:latin typeface="Arial"/>
              </a:rPr>
              <a:t>Cinquième niveau</a:t>
            </a:r>
            <a:endParaRPr b="0" lang="fr-FR" sz="2000" spc="-1" strike="noStrike">
              <a:solidFill>
                <a:schemeClr val="dk1"/>
              </a:solidFill>
              <a:latin typeface="Arial"/>
            </a:endParaRPr>
          </a:p>
        </p:txBody>
      </p:sp>
      <p:sp>
        <p:nvSpPr>
          <p:cNvPr id="180" name="PlaceHolder 3"/>
          <p:cNvSpPr>
            <a:spLocks noGrp="1"/>
          </p:cNvSpPr>
          <p:nvPr>
            <p:ph type="body"/>
          </p:nvPr>
        </p:nvSpPr>
        <p:spPr>
          <a:xfrm>
            <a:off x="457200" y="1434960"/>
            <a:ext cx="3008160" cy="4690800"/>
          </a:xfrm>
          <a:prstGeom prst="rect">
            <a:avLst/>
          </a:prstGeom>
          <a:noFill/>
          <a:ln w="9360">
            <a:noFill/>
          </a:ln>
        </p:spPr>
        <p:txBody>
          <a:bodyPr numCol="1" spcCol="0" lIns="91440" rIns="91440" tIns="45720" bIns="45720" anchor="t">
            <a:noAutofit/>
          </a:bodyPr>
          <a:p>
            <a:pPr indent="0">
              <a:lnSpc>
                <a:spcPct val="100000"/>
              </a:lnSpc>
              <a:spcBef>
                <a:spcPts val="281"/>
              </a:spcBef>
              <a:buNone/>
              <a:tabLst>
                <a:tab algn="l" pos="0"/>
              </a:tabLst>
            </a:pPr>
            <a:r>
              <a:rPr b="0" lang="fr-FR" sz="1400" spc="-1" strike="noStrike">
                <a:solidFill>
                  <a:schemeClr val="dk1"/>
                </a:solidFill>
                <a:latin typeface="Arial"/>
              </a:rPr>
              <a:t>Modifiez les styles du texte du masque</a:t>
            </a:r>
            <a:endParaRPr b="0" lang="fr-FR" sz="1400" spc="-1" strike="noStrike">
              <a:solidFill>
                <a:schemeClr val="dk1"/>
              </a:solidFill>
              <a:latin typeface="Arial"/>
            </a:endParaRPr>
          </a:p>
        </p:txBody>
      </p:sp>
      <p:sp>
        <p:nvSpPr>
          <p:cNvPr id="181" name="PlaceHolder 4"/>
          <p:cNvSpPr>
            <a:spLocks noGrp="1"/>
          </p:cNvSpPr>
          <p:nvPr>
            <p:ph type="ftr" idx="31"/>
          </p:nvPr>
        </p:nvSpPr>
        <p:spPr>
          <a:xfrm>
            <a:off x="3124080" y="6248520"/>
            <a:ext cx="2895120" cy="456840"/>
          </a:xfrm>
          <a:prstGeom prst="rect">
            <a:avLst/>
          </a:prstGeom>
          <a:noFill/>
          <a:ln w="0">
            <a:noFill/>
          </a:ln>
        </p:spPr>
        <p:txBody>
          <a:bodyPr numCol="1" spcCol="0" lIns="91440" rIns="91440" tIns="45720" bIns="45720" anchor="b">
            <a:noAutofit/>
          </a:bodyPr>
          <a:lstStyle>
            <a:lvl1pPr indent="0" algn="ctr">
              <a:buNone/>
              <a:defRPr b="0" lang="en-US" sz="1400" spc="-1" strike="noStrike">
                <a:solidFill>
                  <a:srgbClr val="000000"/>
                </a:solidFill>
                <a:latin typeface="Calibri"/>
              </a:defRPr>
            </a:lvl1pPr>
          </a:lstStyle>
          <a:p>
            <a:pPr indent="0" algn="ctr">
              <a:buNone/>
            </a:pPr>
            <a:r>
              <a:rPr b="0" lang="en-US" sz="1400" spc="-1" strike="noStrike">
                <a:solidFill>
                  <a:srgbClr val="000000"/>
                </a:solidFill>
                <a:latin typeface="Calibri"/>
              </a:rPr>
              <a:t>&lt;footer&gt;</a:t>
            </a:r>
            <a:endParaRPr b="0" lang="en-US" sz="1400" spc="-1" strike="noStrike">
              <a:solidFill>
                <a:srgbClr val="000000"/>
              </a:solidFill>
              <a:latin typeface="Calibri"/>
            </a:endParaRPr>
          </a:p>
        </p:txBody>
      </p:sp>
      <p:sp>
        <p:nvSpPr>
          <p:cNvPr id="182" name="PlaceHolder 5"/>
          <p:cNvSpPr>
            <a:spLocks noGrp="1"/>
          </p:cNvSpPr>
          <p:nvPr>
            <p:ph type="sldNum" idx="32"/>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0A8A225F-1605-4719-8A37-9DB4D22494E2}"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sp>
        <p:nvSpPr>
          <p:cNvPr id="183" name="PlaceHolder 6"/>
          <p:cNvSpPr>
            <a:spLocks noGrp="1"/>
          </p:cNvSpPr>
          <p:nvPr>
            <p:ph type="dt" idx="33"/>
          </p:nvPr>
        </p:nvSpPr>
        <p:spPr>
          <a:xfrm>
            <a:off x="457200" y="6245280"/>
            <a:ext cx="2133360" cy="475920"/>
          </a:xfrm>
          <a:prstGeom prst="rect">
            <a:avLst/>
          </a:prstGeom>
          <a:noFill/>
          <a:ln w="0">
            <a:noFill/>
          </a:ln>
        </p:spPr>
        <p:txBody>
          <a:bodyPr numCol="1" spcCol="0" lIns="91440" rIns="91440" tIns="45720" bIns="45720" anchor="b">
            <a:noAutofit/>
          </a:bodyPr>
          <a:lstStyle>
            <a:lvl1pPr indent="0" defTabSz="914400">
              <a:lnSpc>
                <a:spcPct val="100000"/>
              </a:lnSpc>
              <a:buNone/>
              <a:defRPr b="0" lang="fr-FR" sz="1200" spc="-1" strike="noStrike">
                <a:solidFill>
                  <a:srgbClr val="000000"/>
                </a:solidFill>
                <a:latin typeface="Arial"/>
              </a:defRPr>
            </a:lvl1pPr>
          </a:lstStyle>
          <a:p>
            <a:pPr indent="0" defTabSz="914400">
              <a:lnSpc>
                <a:spcPct val="100000"/>
              </a:lnSpc>
              <a:buNone/>
            </a:pPr>
            <a:r>
              <a:rPr b="0" lang="fr-FR" sz="1200" spc="-1" strike="noStrike">
                <a:solidFill>
                  <a:srgbClr val="000000"/>
                </a:solidFill>
                <a:latin typeface="Arial"/>
              </a:rPr>
              <a:t>&lt;date/time&gt;</a:t>
            </a:r>
            <a:endParaRPr b="0" lang="en-US" sz="120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 avec légende">
    <p:bg>
      <p:bgPr>
        <a:solidFill>
          <a:schemeClr val="lt1"/>
        </a:solidFill>
      </p:bgPr>
    </p:bg>
    <p:spTree>
      <p:nvGrpSpPr>
        <p:cNvPr id="1" name=""/>
        <p:cNvGrpSpPr/>
        <p:nvPr/>
      </p:nvGrpSpPr>
      <p:grpSpPr>
        <a:xfrm>
          <a:off x="0" y="0"/>
          <a:ext cx="0" cy="0"/>
          <a:chOff x="0" y="0"/>
          <a:chExt cx="0" cy="0"/>
        </a:xfrm>
      </p:grpSpPr>
      <p:grpSp>
        <p:nvGrpSpPr>
          <p:cNvPr id="184" name="Group 4"/>
          <p:cNvGrpSpPr/>
          <p:nvPr/>
        </p:nvGrpSpPr>
        <p:grpSpPr>
          <a:xfrm>
            <a:off x="0" y="0"/>
            <a:ext cx="9143640" cy="545760"/>
            <a:chOff x="0" y="0"/>
            <a:chExt cx="9143640" cy="545760"/>
          </a:xfrm>
        </p:grpSpPr>
        <p:sp>
          <p:nvSpPr>
            <p:cNvPr id="185" name="Rectangle 5"/>
            <p:cNvSpPr/>
            <p:nvPr/>
          </p:nvSpPr>
          <p:spPr>
            <a:xfrm>
              <a:off x="0" y="0"/>
              <a:ext cx="285480" cy="533160"/>
            </a:xfrm>
            <a:prstGeom prst="rect">
              <a:avLst/>
            </a:prstGeom>
            <a:gradFill rotWithShape="0">
              <a:gsLst>
                <a:gs pos="0">
                  <a:srgbClr val="cccce6"/>
                </a:gs>
                <a:gs pos="100000">
                  <a:srgbClr val="ffffff"/>
                </a:gs>
              </a:gsLst>
              <a:lin ang="0"/>
            </a:gradFill>
            <a:ln w="9525">
              <a:noFill/>
            </a:ln>
          </p:spPr>
          <p:style>
            <a:lnRef idx="0"/>
            <a:fillRef idx="0"/>
            <a:effectRef idx="0"/>
            <a:fontRef idx="minor"/>
          </p:style>
          <p:txBody>
            <a:bodyPr wrap="none" lIns="90000" rIns="90000" tIns="45000" bIns="45000" anchor="ctr">
              <a:noAutofit/>
            </a:bodyPr>
            <a:p>
              <a:pPr algn="ctr" defTabSz="914400">
                <a:lnSpc>
                  <a:spcPct val="100000"/>
                </a:lnSpc>
              </a:pPr>
              <a:endParaRPr b="0" lang="fr-FR" sz="2400" spc="-1" strike="noStrike">
                <a:solidFill>
                  <a:srgbClr val="000000"/>
                </a:solidFill>
                <a:latin typeface="Times New Roman"/>
              </a:endParaRPr>
            </a:p>
          </p:txBody>
        </p:sp>
        <p:sp>
          <p:nvSpPr>
            <p:cNvPr id="186" name="Rectangle 6"/>
            <p:cNvSpPr/>
            <p:nvPr/>
          </p:nvSpPr>
          <p:spPr>
            <a:xfrm>
              <a:off x="412920" y="135000"/>
              <a:ext cx="8730720" cy="274320"/>
            </a:xfrm>
            <a:prstGeom prst="rect">
              <a:avLst/>
            </a:prstGeom>
            <a:gradFill rotWithShape="0">
              <a:gsLst>
                <a:gs pos="0">
                  <a:srgbClr val="00007d"/>
                </a:gs>
                <a:gs pos="100000">
                  <a:srgbClr val="ffffff"/>
                </a:gs>
              </a:gsLst>
              <a:lin ang="0"/>
            </a:gra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187" name="Rectangle 7"/>
            <p:cNvSpPr/>
            <p:nvPr/>
          </p:nvSpPr>
          <p:spPr>
            <a:xfrm>
              <a:off x="409680" y="135000"/>
              <a:ext cx="137880" cy="14076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188" name="Rectangle 8"/>
            <p:cNvSpPr/>
            <p:nvPr/>
          </p:nvSpPr>
          <p:spPr>
            <a:xfrm>
              <a:off x="547560" y="0"/>
              <a:ext cx="139320" cy="13788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189" name="Rectangle 9"/>
            <p:cNvSpPr/>
            <p:nvPr/>
          </p:nvSpPr>
          <p:spPr>
            <a:xfrm>
              <a:off x="547560" y="135000"/>
              <a:ext cx="139320" cy="14076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sp>
          <p:nvSpPr>
            <p:cNvPr id="190" name="Rectangle 10"/>
            <p:cNvSpPr/>
            <p:nvPr/>
          </p:nvSpPr>
          <p:spPr>
            <a:xfrm>
              <a:off x="274680" y="274680"/>
              <a:ext cx="134640" cy="13788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191" name="Rectangle 11"/>
            <p:cNvSpPr/>
            <p:nvPr/>
          </p:nvSpPr>
          <p:spPr>
            <a:xfrm>
              <a:off x="131760" y="136440"/>
              <a:ext cx="142560" cy="137880"/>
            </a:xfrm>
            <a:prstGeom prst="rect">
              <a:avLst/>
            </a:prstGeom>
            <a:solidFill>
              <a:schemeClr val="bg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192" name="Rectangle 12"/>
            <p:cNvSpPr/>
            <p:nvPr/>
          </p:nvSpPr>
          <p:spPr>
            <a:xfrm>
              <a:off x="409680" y="271440"/>
              <a:ext cx="137880" cy="13788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sp>
          <p:nvSpPr>
            <p:cNvPr id="193" name="Rectangle 13"/>
            <p:cNvSpPr/>
            <p:nvPr/>
          </p:nvSpPr>
          <p:spPr>
            <a:xfrm>
              <a:off x="274680" y="409680"/>
              <a:ext cx="134640" cy="13608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grpSp>
      <p:sp>
        <p:nvSpPr>
          <p:cNvPr id="194" name="PlaceHolder 1"/>
          <p:cNvSpPr>
            <a:spLocks noGrp="1"/>
          </p:cNvSpPr>
          <p:nvPr>
            <p:ph type="title"/>
          </p:nvPr>
        </p:nvSpPr>
        <p:spPr>
          <a:xfrm>
            <a:off x="1792080" y="4800600"/>
            <a:ext cx="5486040" cy="566280"/>
          </a:xfrm>
          <a:prstGeom prst="rect">
            <a:avLst/>
          </a:prstGeom>
          <a:noFill/>
          <a:ln w="9360">
            <a:noFill/>
          </a:ln>
        </p:spPr>
        <p:txBody>
          <a:bodyPr numCol="1" spcCol="0" lIns="91440" rIns="91440" tIns="45720" bIns="45720" anchor="b">
            <a:noAutofit/>
          </a:bodyPr>
          <a:p>
            <a:pPr indent="0">
              <a:lnSpc>
                <a:spcPct val="100000"/>
              </a:lnSpc>
              <a:buNone/>
            </a:pPr>
            <a:r>
              <a:rPr b="1" lang="fr-FR" sz="2000" spc="-1" strike="noStrike">
                <a:solidFill>
                  <a:schemeClr val="dk1"/>
                </a:solidFill>
                <a:latin typeface="Arial"/>
              </a:rPr>
              <a:t>Modifiez le style du titre</a:t>
            </a:r>
            <a:endParaRPr b="0" lang="fr-FR" sz="2000" spc="-1" strike="noStrike">
              <a:solidFill>
                <a:schemeClr val="dk1"/>
              </a:solidFill>
              <a:latin typeface="Arial"/>
            </a:endParaRPr>
          </a:p>
        </p:txBody>
      </p:sp>
      <p:sp>
        <p:nvSpPr>
          <p:cNvPr id="195" name="PlaceHolder 2"/>
          <p:cNvSpPr>
            <a:spLocks noGrp="1"/>
          </p:cNvSpPr>
          <p:nvPr>
            <p:ph type="body"/>
          </p:nvPr>
        </p:nvSpPr>
        <p:spPr>
          <a:xfrm>
            <a:off x="179208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fr-FR" sz="3200" spc="-1" strike="noStrike">
                <a:solidFill>
                  <a:schemeClr val="dk1"/>
                </a:solidFill>
                <a:latin typeface="Arial"/>
              </a:rPr>
              <a:t>Double-tap to edit the outline text format</a:t>
            </a:r>
            <a:endParaRPr b="0" lang="fr-FR" sz="3200" spc="-1" strike="noStrike">
              <a:solidFill>
                <a:schemeClr val="dk1"/>
              </a:solidFill>
              <a:latin typeface="Arial"/>
            </a:endParaRPr>
          </a:p>
          <a:p>
            <a:pPr lvl="1" marL="864000" indent="-324000">
              <a:spcBef>
                <a:spcPts val="1134"/>
              </a:spcBef>
              <a:buClr>
                <a:srgbClr val="000000"/>
              </a:buClr>
              <a:buSzPct val="75000"/>
              <a:buFont typeface="Symbol" charset="2"/>
              <a:buChar char=""/>
            </a:pPr>
            <a:r>
              <a:rPr b="0" lang="fr-FR" sz="3200" spc="-1" strike="noStrike">
                <a:solidFill>
                  <a:schemeClr val="dk1"/>
                </a:solidFill>
                <a:latin typeface="Arial"/>
              </a:rPr>
              <a:t>Second Outline Level</a:t>
            </a:r>
            <a:endParaRPr b="0" lang="fr-FR" sz="3200" spc="-1" strike="noStrike">
              <a:solidFill>
                <a:schemeClr val="dk1"/>
              </a:solidFill>
              <a:latin typeface="Arial"/>
            </a:endParaRPr>
          </a:p>
          <a:p>
            <a:pPr lvl="2" marL="1296000" indent="-288000">
              <a:spcBef>
                <a:spcPts val="850"/>
              </a:spcBef>
              <a:buClr>
                <a:srgbClr val="000000"/>
              </a:buClr>
              <a:buSzPct val="45000"/>
              <a:buFont typeface="Wingdings" charset="2"/>
              <a:buChar char=""/>
            </a:pPr>
            <a:r>
              <a:rPr b="0" lang="fr-FR" sz="3200" spc="-1" strike="noStrike">
                <a:solidFill>
                  <a:schemeClr val="dk1"/>
                </a:solidFill>
                <a:latin typeface="Arial"/>
              </a:rPr>
              <a:t>Third Outline Level</a:t>
            </a:r>
            <a:endParaRPr b="0" lang="fr-FR" sz="3200" spc="-1" strike="noStrike">
              <a:solidFill>
                <a:schemeClr val="dk1"/>
              </a:solidFill>
              <a:latin typeface="Arial"/>
            </a:endParaRPr>
          </a:p>
          <a:p>
            <a:pPr lvl="3" marL="1728000" indent="-216000">
              <a:spcBef>
                <a:spcPts val="567"/>
              </a:spcBef>
              <a:buClr>
                <a:srgbClr val="000000"/>
              </a:buClr>
              <a:buSzPct val="75000"/>
              <a:buFont typeface="Symbol" charset="2"/>
              <a:buChar char=""/>
            </a:pPr>
            <a:r>
              <a:rPr b="0" lang="fr-FR" sz="3200" spc="-1" strike="noStrike">
                <a:solidFill>
                  <a:schemeClr val="dk1"/>
                </a:solidFill>
                <a:latin typeface="Arial"/>
              </a:rPr>
              <a:t>Fourth Outline Level</a:t>
            </a:r>
            <a:endParaRPr b="0" lang="fr-FR" sz="3200" spc="-1" strike="noStrike">
              <a:solidFill>
                <a:schemeClr val="dk1"/>
              </a:solidFill>
              <a:latin typeface="Arial"/>
            </a:endParaRPr>
          </a:p>
          <a:p>
            <a:pPr lvl="4" marL="2160000" indent="-216000">
              <a:spcBef>
                <a:spcPts val="283"/>
              </a:spcBef>
              <a:buClr>
                <a:srgbClr val="000000"/>
              </a:buClr>
              <a:buSzPct val="45000"/>
              <a:buFont typeface="Wingdings" charset="2"/>
              <a:buChar char=""/>
            </a:pPr>
            <a:r>
              <a:rPr b="0" lang="fr-FR" sz="3200" spc="-1" strike="noStrike">
                <a:solidFill>
                  <a:schemeClr val="dk1"/>
                </a:solidFill>
                <a:latin typeface="Arial"/>
              </a:rPr>
              <a:t>Fifth Outline Level</a:t>
            </a:r>
            <a:endParaRPr b="0" lang="fr-FR" sz="3200" spc="-1" strike="noStrike">
              <a:solidFill>
                <a:schemeClr val="dk1"/>
              </a:solidFill>
              <a:latin typeface="Arial"/>
            </a:endParaRPr>
          </a:p>
          <a:p>
            <a:pPr lvl="5" marL="2592000" indent="-216000">
              <a:spcBef>
                <a:spcPts val="283"/>
              </a:spcBef>
              <a:buClr>
                <a:srgbClr val="000000"/>
              </a:buClr>
              <a:buSzPct val="45000"/>
              <a:buFont typeface="Wingdings" charset="2"/>
              <a:buChar char=""/>
            </a:pPr>
            <a:r>
              <a:rPr b="0" lang="fr-FR" sz="3200" spc="-1" strike="noStrike">
                <a:solidFill>
                  <a:schemeClr val="dk1"/>
                </a:solidFill>
                <a:latin typeface="Arial"/>
              </a:rPr>
              <a:t>Sixth Outline Level</a:t>
            </a:r>
            <a:endParaRPr b="0" lang="fr-FR" sz="3200" spc="-1" strike="noStrike">
              <a:solidFill>
                <a:schemeClr val="dk1"/>
              </a:solidFill>
              <a:latin typeface="Arial"/>
            </a:endParaRPr>
          </a:p>
          <a:p>
            <a:pPr lvl="6" marL="3024000" indent="-216000">
              <a:spcBef>
                <a:spcPts val="283"/>
              </a:spcBef>
              <a:buClr>
                <a:srgbClr val="000000"/>
              </a:buClr>
              <a:buSzPct val="45000"/>
              <a:buFont typeface="Wingdings" charset="2"/>
              <a:buChar char=""/>
            </a:pPr>
            <a:r>
              <a:rPr b="0" lang="fr-FR" sz="3200" spc="-1" strike="noStrike">
                <a:solidFill>
                  <a:schemeClr val="dk1"/>
                </a:solidFill>
                <a:latin typeface="Arial"/>
              </a:rPr>
              <a:t>Seventh Outline Level</a:t>
            </a:r>
            <a:endParaRPr b="0" lang="fr-FR" sz="3200" spc="-1" strike="noStrike">
              <a:solidFill>
                <a:schemeClr val="dk1"/>
              </a:solidFill>
              <a:latin typeface="Arial"/>
            </a:endParaRPr>
          </a:p>
        </p:txBody>
      </p:sp>
      <p:sp>
        <p:nvSpPr>
          <p:cNvPr id="196" name="PlaceHolder 3"/>
          <p:cNvSpPr>
            <a:spLocks noGrp="1"/>
          </p:cNvSpPr>
          <p:nvPr>
            <p:ph type="body"/>
          </p:nvPr>
        </p:nvSpPr>
        <p:spPr>
          <a:xfrm>
            <a:off x="1792080" y="5367240"/>
            <a:ext cx="5486040" cy="804600"/>
          </a:xfrm>
          <a:prstGeom prst="rect">
            <a:avLst/>
          </a:prstGeom>
          <a:noFill/>
          <a:ln w="9360">
            <a:noFill/>
          </a:ln>
        </p:spPr>
        <p:txBody>
          <a:bodyPr numCol="1" spcCol="0" lIns="91440" rIns="91440" tIns="45720" bIns="45720" anchor="t">
            <a:noAutofit/>
          </a:bodyPr>
          <a:p>
            <a:pPr indent="0">
              <a:lnSpc>
                <a:spcPct val="100000"/>
              </a:lnSpc>
              <a:spcBef>
                <a:spcPts val="281"/>
              </a:spcBef>
              <a:buNone/>
              <a:tabLst>
                <a:tab algn="l" pos="0"/>
              </a:tabLst>
            </a:pPr>
            <a:r>
              <a:rPr b="0" lang="fr-FR" sz="1400" spc="-1" strike="noStrike">
                <a:solidFill>
                  <a:schemeClr val="dk1"/>
                </a:solidFill>
                <a:latin typeface="Arial"/>
              </a:rPr>
              <a:t>Modifiez les styles du texte du masque</a:t>
            </a:r>
            <a:endParaRPr b="0" lang="fr-FR" sz="1400" spc="-1" strike="noStrike">
              <a:solidFill>
                <a:schemeClr val="dk1"/>
              </a:solidFill>
              <a:latin typeface="Arial"/>
            </a:endParaRPr>
          </a:p>
        </p:txBody>
      </p:sp>
      <p:sp>
        <p:nvSpPr>
          <p:cNvPr id="197" name="PlaceHolder 4"/>
          <p:cNvSpPr>
            <a:spLocks noGrp="1"/>
          </p:cNvSpPr>
          <p:nvPr>
            <p:ph type="ftr" idx="34"/>
          </p:nvPr>
        </p:nvSpPr>
        <p:spPr>
          <a:xfrm>
            <a:off x="3124080" y="6248520"/>
            <a:ext cx="2895120" cy="456840"/>
          </a:xfrm>
          <a:prstGeom prst="rect">
            <a:avLst/>
          </a:prstGeom>
          <a:noFill/>
          <a:ln w="0">
            <a:noFill/>
          </a:ln>
        </p:spPr>
        <p:txBody>
          <a:bodyPr numCol="1" spcCol="0" lIns="91440" rIns="91440" tIns="45720" bIns="45720" anchor="b">
            <a:noAutofit/>
          </a:bodyPr>
          <a:lstStyle>
            <a:lvl1pPr indent="0" algn="ctr">
              <a:buNone/>
              <a:defRPr b="0" lang="en-US" sz="1400" spc="-1" strike="noStrike">
                <a:solidFill>
                  <a:srgbClr val="000000"/>
                </a:solidFill>
                <a:latin typeface="Calibri"/>
              </a:defRPr>
            </a:lvl1pPr>
          </a:lstStyle>
          <a:p>
            <a:pPr indent="0" algn="ctr">
              <a:buNone/>
            </a:pPr>
            <a:r>
              <a:rPr b="0" lang="en-US" sz="1400" spc="-1" strike="noStrike">
                <a:solidFill>
                  <a:srgbClr val="000000"/>
                </a:solidFill>
                <a:latin typeface="Calibri"/>
              </a:rPr>
              <a:t>&lt;footer&gt;</a:t>
            </a:r>
            <a:endParaRPr b="0" lang="en-US" sz="1400" spc="-1" strike="noStrike">
              <a:solidFill>
                <a:srgbClr val="000000"/>
              </a:solidFill>
              <a:latin typeface="Calibri"/>
            </a:endParaRPr>
          </a:p>
        </p:txBody>
      </p:sp>
      <p:sp>
        <p:nvSpPr>
          <p:cNvPr id="198" name="PlaceHolder 5"/>
          <p:cNvSpPr>
            <a:spLocks noGrp="1"/>
          </p:cNvSpPr>
          <p:nvPr>
            <p:ph type="sldNum" idx="35"/>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25A9B7BA-E67B-4DCC-8C94-BFBD87A5BE69}"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sp>
        <p:nvSpPr>
          <p:cNvPr id="199" name="PlaceHolder 6"/>
          <p:cNvSpPr>
            <a:spLocks noGrp="1"/>
          </p:cNvSpPr>
          <p:nvPr>
            <p:ph type="dt" idx="36"/>
          </p:nvPr>
        </p:nvSpPr>
        <p:spPr>
          <a:xfrm>
            <a:off x="457200" y="6245280"/>
            <a:ext cx="2133360" cy="475920"/>
          </a:xfrm>
          <a:prstGeom prst="rect">
            <a:avLst/>
          </a:prstGeom>
          <a:noFill/>
          <a:ln w="0">
            <a:noFill/>
          </a:ln>
        </p:spPr>
        <p:txBody>
          <a:bodyPr numCol="1" spcCol="0" lIns="91440" rIns="91440" tIns="45720" bIns="45720" anchor="b">
            <a:noAutofit/>
          </a:bodyPr>
          <a:lstStyle>
            <a:lvl1pPr indent="0" defTabSz="914400">
              <a:lnSpc>
                <a:spcPct val="100000"/>
              </a:lnSpc>
              <a:buNone/>
              <a:defRPr b="0" lang="fr-FR" sz="1200" spc="-1" strike="noStrike">
                <a:solidFill>
                  <a:srgbClr val="000000"/>
                </a:solidFill>
                <a:latin typeface="Arial"/>
              </a:defRPr>
            </a:lvl1pPr>
          </a:lstStyle>
          <a:p>
            <a:pPr indent="0" defTabSz="914400">
              <a:lnSpc>
                <a:spcPct val="100000"/>
              </a:lnSpc>
              <a:buNone/>
            </a:pPr>
            <a:r>
              <a:rPr b="0" lang="fr-FR" sz="1200" spc="-1" strike="noStrike">
                <a:solidFill>
                  <a:srgbClr val="000000"/>
                </a:solidFill>
                <a:latin typeface="Arial"/>
              </a:rPr>
              <a:t>&lt;date/time&gt;</a:t>
            </a:r>
            <a:endParaRPr b="0" lang="en-US" sz="1200" spc="-1" strike="noStrike">
              <a:solidFill>
                <a:srgbClr val="000000"/>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0" name="Group 4"/>
          <p:cNvGrpSpPr/>
          <p:nvPr/>
        </p:nvGrpSpPr>
        <p:grpSpPr>
          <a:xfrm>
            <a:off x="0" y="0"/>
            <a:ext cx="9143640" cy="545760"/>
            <a:chOff x="0" y="0"/>
            <a:chExt cx="9143640" cy="545760"/>
          </a:xfrm>
        </p:grpSpPr>
        <p:sp>
          <p:nvSpPr>
            <p:cNvPr id="1" name="Rectangle 5"/>
            <p:cNvSpPr/>
            <p:nvPr/>
          </p:nvSpPr>
          <p:spPr>
            <a:xfrm>
              <a:off x="0" y="0"/>
              <a:ext cx="285480" cy="533160"/>
            </a:xfrm>
            <a:prstGeom prst="rect">
              <a:avLst/>
            </a:prstGeom>
            <a:gradFill rotWithShape="0">
              <a:gsLst>
                <a:gs pos="0">
                  <a:srgbClr val="cccce6"/>
                </a:gs>
                <a:gs pos="100000">
                  <a:srgbClr val="ffffff"/>
                </a:gs>
              </a:gsLst>
              <a:lin ang="0"/>
            </a:gradFill>
            <a:ln w="9525">
              <a:noFill/>
            </a:ln>
          </p:spPr>
          <p:style>
            <a:lnRef idx="0"/>
            <a:fillRef idx="0"/>
            <a:effectRef idx="0"/>
            <a:fontRef idx="minor"/>
          </p:style>
          <p:txBody>
            <a:bodyPr wrap="none" lIns="90000" rIns="90000" tIns="45000" bIns="45000" anchor="ctr">
              <a:noAutofit/>
            </a:bodyPr>
            <a:p>
              <a:pPr algn="ctr" defTabSz="914400">
                <a:lnSpc>
                  <a:spcPct val="100000"/>
                </a:lnSpc>
              </a:pPr>
              <a:endParaRPr b="0" lang="fr-FR" sz="2400" spc="-1" strike="noStrike">
                <a:solidFill>
                  <a:srgbClr val="000000"/>
                </a:solidFill>
                <a:latin typeface="Times New Roman"/>
              </a:endParaRPr>
            </a:p>
          </p:txBody>
        </p:sp>
        <p:sp>
          <p:nvSpPr>
            <p:cNvPr id="2" name="Rectangle 6"/>
            <p:cNvSpPr/>
            <p:nvPr/>
          </p:nvSpPr>
          <p:spPr>
            <a:xfrm>
              <a:off x="412920" y="135000"/>
              <a:ext cx="8730720" cy="274320"/>
            </a:xfrm>
            <a:prstGeom prst="rect">
              <a:avLst/>
            </a:prstGeom>
            <a:gradFill rotWithShape="0">
              <a:gsLst>
                <a:gs pos="0">
                  <a:srgbClr val="00007d"/>
                </a:gs>
                <a:gs pos="100000">
                  <a:srgbClr val="ffffff"/>
                </a:gs>
              </a:gsLst>
              <a:lin ang="0"/>
            </a:gra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3" name="Rectangle 7"/>
            <p:cNvSpPr/>
            <p:nvPr/>
          </p:nvSpPr>
          <p:spPr>
            <a:xfrm>
              <a:off x="409680" y="135000"/>
              <a:ext cx="137880" cy="14076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4" name="Rectangle 8"/>
            <p:cNvSpPr/>
            <p:nvPr/>
          </p:nvSpPr>
          <p:spPr>
            <a:xfrm>
              <a:off x="547560" y="0"/>
              <a:ext cx="139320" cy="13788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5" name="Rectangle 9"/>
            <p:cNvSpPr/>
            <p:nvPr/>
          </p:nvSpPr>
          <p:spPr>
            <a:xfrm>
              <a:off x="547560" y="135000"/>
              <a:ext cx="139320" cy="14076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sp>
          <p:nvSpPr>
            <p:cNvPr id="6" name="Rectangle 10"/>
            <p:cNvSpPr/>
            <p:nvPr/>
          </p:nvSpPr>
          <p:spPr>
            <a:xfrm>
              <a:off x="274680" y="274680"/>
              <a:ext cx="134640" cy="13788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666699"/>
                </a:solidFill>
                <a:latin typeface="Arial"/>
              </a:endParaRPr>
            </a:p>
          </p:txBody>
        </p:sp>
        <p:sp>
          <p:nvSpPr>
            <p:cNvPr id="7" name="Rectangle 11"/>
            <p:cNvSpPr/>
            <p:nvPr/>
          </p:nvSpPr>
          <p:spPr>
            <a:xfrm>
              <a:off x="131760" y="136440"/>
              <a:ext cx="142560" cy="137880"/>
            </a:xfrm>
            <a:prstGeom prst="rect">
              <a:avLst/>
            </a:prstGeom>
            <a:solidFill>
              <a:schemeClr val="bg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8" name="Rectangle 12"/>
            <p:cNvSpPr/>
            <p:nvPr/>
          </p:nvSpPr>
          <p:spPr>
            <a:xfrm>
              <a:off x="409680" y="271440"/>
              <a:ext cx="137880" cy="13788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sp>
          <p:nvSpPr>
            <p:cNvPr id="9" name="Rectangle 13"/>
            <p:cNvSpPr/>
            <p:nvPr/>
          </p:nvSpPr>
          <p:spPr>
            <a:xfrm>
              <a:off x="274680" y="409680"/>
              <a:ext cx="134640" cy="13608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1800" spc="-1" strike="noStrike">
                <a:solidFill>
                  <a:srgbClr val="9999cc"/>
                </a:solidFill>
                <a:latin typeface="Arial"/>
              </a:endParaRPr>
            </a:p>
          </p:txBody>
        </p:sp>
      </p:grpSp>
      <p:grpSp>
        <p:nvGrpSpPr>
          <p:cNvPr id="10" name="Group 2"/>
          <p:cNvGrpSpPr/>
          <p:nvPr/>
        </p:nvGrpSpPr>
        <p:grpSpPr>
          <a:xfrm>
            <a:off x="0" y="0"/>
            <a:ext cx="9143640" cy="6857640"/>
            <a:chOff x="0" y="0"/>
            <a:chExt cx="9143640" cy="6857640"/>
          </a:xfrm>
        </p:grpSpPr>
        <p:sp>
          <p:nvSpPr>
            <p:cNvPr id="11" name="Rectangle 3"/>
            <p:cNvSpPr/>
            <p:nvPr/>
          </p:nvSpPr>
          <p:spPr>
            <a:xfrm>
              <a:off x="0" y="0"/>
              <a:ext cx="3504960" cy="6857640"/>
            </a:xfrm>
            <a:prstGeom prst="rect">
              <a:avLst/>
            </a:prstGeom>
            <a:gradFill rotWithShape="0">
              <a:gsLst>
                <a:gs pos="0">
                  <a:srgbClr val="cccce6"/>
                </a:gs>
                <a:gs pos="100000">
                  <a:srgbClr val="ffffff"/>
                </a:gs>
              </a:gsLst>
              <a:lin ang="0"/>
            </a:gradFill>
            <a:ln w="9525">
              <a:noFill/>
            </a:ln>
          </p:spPr>
          <p:style>
            <a:lnRef idx="0"/>
            <a:fillRef idx="0"/>
            <a:effectRef idx="0"/>
            <a:fontRef idx="minor"/>
          </p:style>
          <p:txBody>
            <a:bodyPr wrap="none" lIns="90000" rIns="90000" tIns="45000" bIns="45000" anchor="ctr">
              <a:noAutofit/>
            </a:bodyPr>
            <a:p>
              <a:pPr algn="ctr" defTabSz="914400">
                <a:lnSpc>
                  <a:spcPct val="100000"/>
                </a:lnSpc>
              </a:pPr>
              <a:endParaRPr b="0" lang="fr-FR" sz="2400" spc="-1" strike="noStrike">
                <a:solidFill>
                  <a:srgbClr val="000000"/>
                </a:solidFill>
                <a:latin typeface="Times New Roman"/>
              </a:endParaRPr>
            </a:p>
          </p:txBody>
        </p:sp>
        <p:sp>
          <p:nvSpPr>
            <p:cNvPr id="12" name="Rectangle 4"/>
            <p:cNvSpPr/>
            <p:nvPr/>
          </p:nvSpPr>
          <p:spPr>
            <a:xfrm>
              <a:off x="1716120" y="1690560"/>
              <a:ext cx="7427520" cy="2533320"/>
            </a:xfrm>
            <a:prstGeom prst="rect">
              <a:avLst/>
            </a:prstGeom>
            <a:solidFill>
              <a:schemeClr val="bg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grpSp>
          <p:nvGrpSpPr>
            <p:cNvPr id="13" name="Group 5"/>
            <p:cNvGrpSpPr/>
            <p:nvPr/>
          </p:nvGrpSpPr>
          <p:grpSpPr>
            <a:xfrm>
              <a:off x="0" y="1066680"/>
              <a:ext cx="2866680" cy="3157560"/>
              <a:chOff x="0" y="1066680"/>
              <a:chExt cx="2866680" cy="3157560"/>
            </a:xfrm>
          </p:grpSpPr>
          <p:sp>
            <p:nvSpPr>
              <p:cNvPr id="14" name="Rectangle 6"/>
              <p:cNvSpPr/>
              <p:nvPr/>
            </p:nvSpPr>
            <p:spPr>
              <a:xfrm>
                <a:off x="573120" y="3583080"/>
                <a:ext cx="577440" cy="64116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15" name="Rectangle 7"/>
              <p:cNvSpPr/>
              <p:nvPr/>
            </p:nvSpPr>
            <p:spPr>
              <a:xfrm>
                <a:off x="1716120" y="1690560"/>
                <a:ext cx="576000" cy="64260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16" name="Rectangle 8"/>
              <p:cNvSpPr/>
              <p:nvPr/>
            </p:nvSpPr>
            <p:spPr>
              <a:xfrm>
                <a:off x="2281320" y="1066680"/>
                <a:ext cx="585360" cy="63468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17" name="Rectangle 9"/>
              <p:cNvSpPr/>
              <p:nvPr/>
            </p:nvSpPr>
            <p:spPr>
              <a:xfrm>
                <a:off x="1141560" y="3583080"/>
                <a:ext cx="583920" cy="641160"/>
              </a:xfrm>
              <a:prstGeom prst="rect">
                <a:avLst/>
              </a:prstGeom>
              <a:solidFill>
                <a:schemeClr val="bg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18" name="Rectangle 10"/>
              <p:cNvSpPr/>
              <p:nvPr/>
            </p:nvSpPr>
            <p:spPr>
              <a:xfrm>
                <a:off x="2281320" y="1690560"/>
                <a:ext cx="585360" cy="64260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19" name="Rectangle 11"/>
              <p:cNvSpPr/>
              <p:nvPr/>
            </p:nvSpPr>
            <p:spPr>
              <a:xfrm>
                <a:off x="1141560" y="2324160"/>
                <a:ext cx="583920" cy="63288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20" name="Rectangle 12"/>
              <p:cNvSpPr/>
              <p:nvPr/>
            </p:nvSpPr>
            <p:spPr>
              <a:xfrm>
                <a:off x="0" y="2324160"/>
                <a:ext cx="582120" cy="632880"/>
              </a:xfrm>
              <a:prstGeom prst="rect">
                <a:avLst/>
              </a:prstGeom>
              <a:solidFill>
                <a:schemeClr val="bg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21" name="Rectangle 13"/>
              <p:cNvSpPr/>
              <p:nvPr/>
            </p:nvSpPr>
            <p:spPr>
              <a:xfrm>
                <a:off x="1716120" y="2324160"/>
                <a:ext cx="576000" cy="63288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22" name="Rectangle 14"/>
              <p:cNvSpPr/>
              <p:nvPr/>
            </p:nvSpPr>
            <p:spPr>
              <a:xfrm>
                <a:off x="573120" y="2948040"/>
                <a:ext cx="577440" cy="644040"/>
              </a:xfrm>
              <a:prstGeom prst="rect">
                <a:avLst/>
              </a:prstGeom>
              <a:solidFill>
                <a:schemeClr val="folHlink"/>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sp>
            <p:nvSpPr>
              <p:cNvPr id="23" name="Rectangle 15"/>
              <p:cNvSpPr/>
              <p:nvPr/>
            </p:nvSpPr>
            <p:spPr>
              <a:xfrm>
                <a:off x="1141560" y="2948040"/>
                <a:ext cx="583920" cy="644040"/>
              </a:xfrm>
              <a:prstGeom prst="rect">
                <a:avLst/>
              </a:prstGeom>
              <a:solidFill>
                <a:schemeClr val="accent2"/>
              </a:solidFill>
              <a:ln w="9525">
                <a:noFill/>
              </a:ln>
            </p:spPr>
            <p:style>
              <a:lnRef idx="0"/>
              <a:fillRef idx="0"/>
              <a:effectRef idx="0"/>
              <a:fontRef idx="minor"/>
            </p:style>
            <p:txBody>
              <a:bodyPr lIns="90000" rIns="90000" tIns="45000" bIns="45000" anchor="t">
                <a:noAutofit/>
              </a:bodyPr>
              <a:p>
                <a:pPr defTabSz="914400">
                  <a:lnSpc>
                    <a:spcPct val="100000"/>
                  </a:lnSpc>
                </a:pPr>
                <a:endParaRPr b="0" lang="fr-FR" sz="2400" spc="-1" strike="noStrike">
                  <a:solidFill>
                    <a:srgbClr val="000000"/>
                  </a:solidFill>
                  <a:latin typeface="Times New Roman"/>
                </a:endParaRPr>
              </a:p>
            </p:txBody>
          </p:sp>
        </p:grpSp>
      </p:grpSp>
      <p:sp>
        <p:nvSpPr>
          <p:cNvPr id="24" name="PlaceHolder 1"/>
          <p:cNvSpPr>
            <a:spLocks noGrp="1"/>
          </p:cNvSpPr>
          <p:nvPr>
            <p:ph type="title"/>
          </p:nvPr>
        </p:nvSpPr>
        <p:spPr>
          <a:xfrm>
            <a:off x="2971800" y="1828800"/>
            <a:ext cx="6019560" cy="2209320"/>
          </a:xfrm>
          <a:prstGeom prst="rect">
            <a:avLst/>
          </a:prstGeom>
          <a:noFill/>
          <a:ln w="9360">
            <a:noFill/>
          </a:ln>
        </p:spPr>
        <p:txBody>
          <a:bodyPr numCol="1" spcCol="0" lIns="91440" rIns="91440" tIns="45720" bIns="45720" anchor="ctr">
            <a:noAutofit/>
          </a:bodyPr>
          <a:p>
            <a:pPr indent="0">
              <a:lnSpc>
                <a:spcPct val="100000"/>
              </a:lnSpc>
              <a:buNone/>
            </a:pPr>
            <a:r>
              <a:rPr b="0" lang="fr-FR" sz="5000" spc="-1" strike="noStrike">
                <a:solidFill>
                  <a:srgbClr val="ffffff"/>
                </a:solidFill>
                <a:latin typeface="Arial"/>
              </a:rPr>
              <a:t>Cliquez pour modifier le style du titre</a:t>
            </a:r>
            <a:endParaRPr b="0" lang="fr-FR" sz="5000" spc="-1" strike="noStrike">
              <a:solidFill>
                <a:schemeClr val="dk1"/>
              </a:solidFill>
              <a:latin typeface="Arial"/>
            </a:endParaRPr>
          </a:p>
        </p:txBody>
      </p:sp>
      <p:sp>
        <p:nvSpPr>
          <p:cNvPr id="25" name="PlaceHolder 2"/>
          <p:cNvSpPr>
            <a:spLocks noGrp="1"/>
          </p:cNvSpPr>
          <p:nvPr>
            <p:ph type="dt" idx="1"/>
          </p:nvPr>
        </p:nvSpPr>
        <p:spPr>
          <a:xfrm>
            <a:off x="457200" y="6248520"/>
            <a:ext cx="2133360" cy="456840"/>
          </a:xfrm>
          <a:prstGeom prst="rect">
            <a:avLst/>
          </a:prstGeom>
          <a:noFill/>
          <a:ln w="0">
            <a:noFill/>
          </a:ln>
        </p:spPr>
        <p:txBody>
          <a:bodyPr numCol="1" spcCol="0" lIns="91440" rIns="91440" tIns="45720" bIns="45720" anchor="b">
            <a:noAutofit/>
          </a:bodyPr>
          <a:lstStyle>
            <a:lvl1pPr indent="0" defTabSz="914400">
              <a:lnSpc>
                <a:spcPct val="100000"/>
              </a:lnSpc>
              <a:buNone/>
              <a:defRPr b="0" lang="fr-FR" sz="1200" spc="-1" strike="noStrike">
                <a:solidFill>
                  <a:srgbClr val="000000"/>
                </a:solidFill>
                <a:latin typeface="Arial"/>
              </a:defRPr>
            </a:lvl1pPr>
          </a:lstStyle>
          <a:p>
            <a:pPr indent="0" defTabSz="914400">
              <a:lnSpc>
                <a:spcPct val="100000"/>
              </a:lnSpc>
              <a:buNone/>
            </a:pPr>
            <a:r>
              <a:rPr b="0" lang="fr-FR" sz="1200" spc="-1" strike="noStrike">
                <a:solidFill>
                  <a:srgbClr val="000000"/>
                </a:solidFill>
                <a:latin typeface="Arial"/>
              </a:rPr>
              <a:t>&lt;date/time&gt;</a:t>
            </a:r>
            <a:endParaRPr b="0" lang="en-US" sz="1200" spc="-1" strike="noStrike">
              <a:solidFill>
                <a:srgbClr val="000000"/>
              </a:solidFill>
              <a:latin typeface="Calibri"/>
            </a:endParaRPr>
          </a:p>
        </p:txBody>
      </p:sp>
      <p:sp>
        <p:nvSpPr>
          <p:cNvPr id="26" name="PlaceHolder 3"/>
          <p:cNvSpPr>
            <a:spLocks noGrp="1"/>
          </p:cNvSpPr>
          <p:nvPr>
            <p:ph type="ftr" idx="2"/>
          </p:nvPr>
        </p:nvSpPr>
        <p:spPr>
          <a:xfrm>
            <a:off x="3124080" y="6248520"/>
            <a:ext cx="2895120" cy="456840"/>
          </a:xfrm>
          <a:prstGeom prst="rect">
            <a:avLst/>
          </a:prstGeom>
          <a:noFill/>
          <a:ln w="0">
            <a:noFill/>
          </a:ln>
        </p:spPr>
        <p:txBody>
          <a:bodyPr numCol="1" spcCol="0" lIns="91440" rIns="91440" tIns="45720" bIns="45720" anchor="b">
            <a:noAutofit/>
          </a:bodyPr>
          <a:lstStyle>
            <a:lvl1pPr indent="0" algn="ctr">
              <a:buNone/>
              <a:defRPr b="0" lang="en-US" sz="1400" spc="-1" strike="noStrike">
                <a:solidFill>
                  <a:srgbClr val="000000"/>
                </a:solidFill>
                <a:latin typeface="Calibri"/>
              </a:defRPr>
            </a:lvl1pPr>
          </a:lstStyle>
          <a:p>
            <a:pPr indent="0" algn="ctr">
              <a:buNone/>
            </a:pPr>
            <a:r>
              <a:rPr b="0" lang="en-US" sz="1400" spc="-1" strike="noStrike">
                <a:solidFill>
                  <a:srgbClr val="000000"/>
                </a:solidFill>
                <a:latin typeface="Calibri"/>
              </a:rPr>
              <a:t>&lt;footer&gt;</a:t>
            </a:r>
            <a:endParaRPr b="0" lang="en-US" sz="1400" spc="-1" strike="noStrike">
              <a:solidFill>
                <a:srgbClr val="000000"/>
              </a:solidFill>
              <a:latin typeface="Calibri"/>
            </a:endParaRPr>
          </a:p>
        </p:txBody>
      </p:sp>
      <p:sp>
        <p:nvSpPr>
          <p:cNvPr id="27" name="PlaceHolder 4"/>
          <p:cNvSpPr>
            <a:spLocks noGrp="1"/>
          </p:cNvSpPr>
          <p:nvPr>
            <p:ph type="sldNum" idx="3"/>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D67E553F-A942-486B-AB6E-08518AF8C932}"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sp>
        <p:nvSpPr>
          <p:cNvPr id="28"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3200" spc="-1" strike="noStrike">
                <a:solidFill>
                  <a:schemeClr val="dk1"/>
                </a:solidFill>
                <a:latin typeface="Arial"/>
              </a:rPr>
              <a:t>Double-tap to edit the outline text format</a:t>
            </a:r>
            <a:endParaRPr b="0" lang="fr-FR" sz="3200" spc="-1" strike="noStrike">
              <a:solidFill>
                <a:schemeClr val="dk1"/>
              </a:solidFill>
              <a:latin typeface="Arial"/>
            </a:endParaRPr>
          </a:p>
          <a:p>
            <a:pPr lvl="1" marL="864000" indent="-324000">
              <a:spcBef>
                <a:spcPts val="1134"/>
              </a:spcBef>
              <a:buClr>
                <a:srgbClr val="000000"/>
              </a:buClr>
              <a:buSzPct val="75000"/>
              <a:buFont typeface="Symbol" charset="2"/>
              <a:buChar char=""/>
            </a:pPr>
            <a:r>
              <a:rPr b="0" lang="fr-FR" sz="2400" spc="-1" strike="noStrike">
                <a:solidFill>
                  <a:schemeClr val="dk1"/>
                </a:solidFill>
                <a:latin typeface="Arial"/>
              </a:rPr>
              <a:t>Second Outline Level</a:t>
            </a:r>
            <a:endParaRPr b="0" lang="fr-FR" sz="2400" spc="-1" strike="noStrike">
              <a:solidFill>
                <a:schemeClr val="dk1"/>
              </a:solidFill>
              <a:latin typeface="Arial"/>
            </a:endParaRPr>
          </a:p>
          <a:p>
            <a:pPr lvl="2" marL="1296000" indent="-288000">
              <a:spcBef>
                <a:spcPts val="850"/>
              </a:spcBef>
              <a:buClr>
                <a:srgbClr val="000000"/>
              </a:buClr>
              <a:buSzPct val="45000"/>
              <a:buFont typeface="Wingdings" charset="2"/>
              <a:buChar char=""/>
            </a:pPr>
            <a:r>
              <a:rPr b="0" lang="fr-FR" sz="2000" spc="-1" strike="noStrike">
                <a:solidFill>
                  <a:schemeClr val="dk1"/>
                </a:solidFill>
                <a:latin typeface="Arial"/>
              </a:rPr>
              <a:t>Third Outline Level</a:t>
            </a:r>
            <a:endParaRPr b="0" lang="fr-FR" sz="2000" spc="-1" strike="noStrike">
              <a:solidFill>
                <a:schemeClr val="dk1"/>
              </a:solidFill>
              <a:latin typeface="Arial"/>
            </a:endParaRPr>
          </a:p>
          <a:p>
            <a:pPr lvl="3" marL="1728000" indent="-216000">
              <a:spcBef>
                <a:spcPts val="567"/>
              </a:spcBef>
              <a:buClr>
                <a:srgbClr val="000000"/>
              </a:buClr>
              <a:buSzPct val="75000"/>
              <a:buFont typeface="Symbol" charset="2"/>
              <a:buChar char=""/>
            </a:pPr>
            <a:r>
              <a:rPr b="0" lang="fr-FR" sz="2000" spc="-1" strike="noStrike">
                <a:solidFill>
                  <a:schemeClr val="dk1"/>
                </a:solidFill>
                <a:latin typeface="Arial"/>
              </a:rPr>
              <a:t>Fourth Outline Level</a:t>
            </a:r>
            <a:endParaRPr b="0" lang="fr-FR" sz="2000" spc="-1" strike="noStrike">
              <a:solidFill>
                <a:schemeClr val="dk1"/>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chemeClr val="dk1"/>
                </a:solidFill>
                <a:latin typeface="Arial"/>
              </a:rPr>
              <a:t>Fifth Outline Level</a:t>
            </a:r>
            <a:endParaRPr b="0" lang="fr-FR" sz="2000" spc="-1" strike="noStrike">
              <a:solidFill>
                <a:schemeClr val="dk1"/>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chemeClr val="dk1"/>
                </a:solidFill>
                <a:latin typeface="Arial"/>
              </a:rPr>
              <a:t>Sixth Outline Level</a:t>
            </a:r>
            <a:endParaRPr b="0" lang="fr-FR" sz="2000" spc="-1" strike="noStrike">
              <a:solidFill>
                <a:schemeClr val="dk1"/>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chemeClr val="dk1"/>
                </a:solidFill>
                <a:latin typeface="Arial"/>
              </a:rPr>
              <a:t>Seventh Outline Level</a:t>
            </a:r>
            <a:endParaRPr b="0" lang="fr-FR" sz="2000" spc="-1" strike="noStrike">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gif"/><Relationship Id="rId2" Type="http://schemas.openxmlformats.org/officeDocument/2006/relationships/image" Target="../media/image2.gif"/><Relationship Id="rId3" Type="http://schemas.openxmlformats.org/officeDocument/2006/relationships/image" Target="../media/image2.gif"/><Relationship Id="rId4" Type="http://schemas.openxmlformats.org/officeDocument/2006/relationships/image" Target="../media/image2.gif"/><Relationship Id="rId5" Type="http://schemas.openxmlformats.org/officeDocument/2006/relationships/image" Target="../media/image2.gif"/><Relationship Id="rId6" Type="http://schemas.openxmlformats.org/officeDocument/2006/relationships/image" Target="../media/image2.gif"/><Relationship Id="rId7" Type="http://schemas.openxmlformats.org/officeDocument/2006/relationships/slideLayout" Target="../slideLayouts/slideLayout10.xml"/><Relationship Id="rId8"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gif"/><Relationship Id="rId2" Type="http://schemas.openxmlformats.org/officeDocument/2006/relationships/image" Target="../media/image2.gif"/><Relationship Id="rId3" Type="http://schemas.openxmlformats.org/officeDocument/2006/relationships/image" Target="../media/image2.gif"/><Relationship Id="rId4" Type="http://schemas.openxmlformats.org/officeDocument/2006/relationships/image" Target="../media/image2.gif"/><Relationship Id="rId5" Type="http://schemas.openxmlformats.org/officeDocument/2006/relationships/slideLayout" Target="../slideLayouts/slideLayout10.xml"/><Relationship Id="rId6"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0.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0.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0.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0.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0.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slideLayout" Target="../slideLayouts/slideLayout10.xml"/><Relationship Id="rId6"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8.png"/><Relationship Id="rId3" Type="http://schemas.openxmlformats.org/officeDocument/2006/relationships/image" Target="../media/image9.gif"/><Relationship Id="rId4" Type="http://schemas.openxmlformats.org/officeDocument/2006/relationships/slideLayout" Target="../slideLayouts/slideLayout10.xml"/><Relationship Id="rId5"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0.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3.png"/><Relationship Id="rId3" Type="http://schemas.openxmlformats.org/officeDocument/2006/relationships/slideLayout" Target="../slideLayouts/slideLayout10.xml"/>
</Relationships>
</file>

<file path=ppt/slides/_rels/slide17.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slideLayout" Target="../slideLayouts/slideLayout10.xml"/><Relationship Id="rId4"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3.png"/><Relationship Id="rId3" Type="http://schemas.openxmlformats.org/officeDocument/2006/relationships/slideLayout" Target="../slideLayouts/slideLayout10.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0.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0.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3.png"/><Relationship Id="rId3" Type="http://schemas.openxmlformats.org/officeDocument/2006/relationships/slideLayout" Target="../slideLayouts/slideLayout10.xml"/>
</Relationships>
</file>

<file path=ppt/slides/_rels/slide2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slideLayout" Target="../slideLayouts/slideLayout10.xml"/>
</Relationships>
</file>

<file path=ppt/slides/_rels/slide2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slideLayout" Target="../slideLayouts/slideLayout10.xml"/>
</Relationships>
</file>

<file path=ppt/slides/_rels/slide2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1.png"/><Relationship Id="rId3" Type="http://schemas.openxmlformats.org/officeDocument/2006/relationships/slideLayout" Target="../slideLayouts/slideLayout10.xml"/>
</Relationships>
</file>

<file path=ppt/slides/_rels/slide2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subTitle"/>
          </p:nvPr>
        </p:nvSpPr>
        <p:spPr>
          <a:xfrm>
            <a:off x="1945080" y="2000160"/>
            <a:ext cx="6984360" cy="2190240"/>
          </a:xfrm>
          <a:prstGeom prst="rect">
            <a:avLst/>
          </a:prstGeom>
          <a:noFill/>
          <a:ln w="9360">
            <a:noFill/>
          </a:ln>
        </p:spPr>
        <p:txBody>
          <a:bodyPr numCol="1" spcCol="0" lIns="91440" rIns="91440" tIns="45720" bIns="45720" anchor="t">
            <a:noAutofit/>
          </a:bodyPr>
          <a:p>
            <a:pPr algn="ctr">
              <a:lnSpc>
                <a:spcPct val="80000"/>
              </a:lnSpc>
              <a:spcBef>
                <a:spcPts val="1080"/>
              </a:spcBef>
              <a:tabLst>
                <a:tab algn="l" pos="0"/>
              </a:tabLst>
            </a:pPr>
            <a:r>
              <a:rPr b="1" lang="fr-FR" sz="5400" spc="-1" strike="noStrike">
                <a:solidFill>
                  <a:schemeClr val="lt1"/>
                </a:solidFill>
                <a:latin typeface="Times New Roman"/>
              </a:rPr>
              <a:t>Introduction à la </a:t>
            </a:r>
            <a:endParaRPr b="0" lang="en-US" sz="5400" spc="-1" strike="noStrike">
              <a:solidFill>
                <a:srgbClr val="000000"/>
              </a:solidFill>
              <a:latin typeface="Calibri"/>
            </a:endParaRPr>
          </a:p>
          <a:p>
            <a:pPr algn="ctr">
              <a:lnSpc>
                <a:spcPct val="80000"/>
              </a:lnSpc>
              <a:spcBef>
                <a:spcPts val="1080"/>
              </a:spcBef>
              <a:tabLst>
                <a:tab algn="l" pos="0"/>
              </a:tabLst>
            </a:pPr>
            <a:r>
              <a:rPr b="1" lang="fr-FR" sz="5400" spc="-1" strike="noStrike">
                <a:solidFill>
                  <a:schemeClr val="lt1"/>
                </a:solidFill>
                <a:latin typeface="Times New Roman"/>
              </a:rPr>
              <a:t>pharmacologie</a:t>
            </a:r>
            <a:endParaRPr b="0" lang="en-US" sz="5400" spc="-1" strike="noStrike">
              <a:solidFill>
                <a:srgbClr val="000000"/>
              </a:solidFill>
              <a:latin typeface="Calibri"/>
            </a:endParaRPr>
          </a:p>
          <a:p>
            <a:pPr>
              <a:lnSpc>
                <a:spcPct val="80000"/>
              </a:lnSpc>
              <a:spcBef>
                <a:spcPts val="680"/>
              </a:spcBef>
              <a:tabLst>
                <a:tab algn="l" pos="0"/>
              </a:tabLst>
            </a:pPr>
            <a:endParaRPr b="0" lang="en-US" sz="3400" spc="-1" strike="noStrike">
              <a:solidFill>
                <a:srgbClr val="000000"/>
              </a:solidFill>
              <a:latin typeface="Calibri"/>
            </a:endParaRPr>
          </a:p>
          <a:p>
            <a:pPr>
              <a:lnSpc>
                <a:spcPct val="80000"/>
              </a:lnSpc>
              <a:spcBef>
                <a:spcPts val="420"/>
              </a:spcBef>
              <a:tabLst>
                <a:tab algn="l" pos="0"/>
              </a:tabLst>
            </a:pPr>
            <a:endParaRPr b="0" lang="en-US" sz="2100" spc="-1" strike="noStrike">
              <a:solidFill>
                <a:srgbClr val="000000"/>
              </a:solidFill>
              <a:latin typeface="Calibri"/>
            </a:endParaRPr>
          </a:p>
        </p:txBody>
      </p:sp>
      <p:sp>
        <p:nvSpPr>
          <p:cNvPr id="207" name="ZoneTexte 4"/>
          <p:cNvSpPr/>
          <p:nvPr/>
        </p:nvSpPr>
        <p:spPr>
          <a:xfrm rot="3600">
            <a:off x="1828800" y="5032440"/>
            <a:ext cx="5256360" cy="8211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fr-FR" sz="2400" spc="-1" strike="noStrike">
                <a:solidFill>
                  <a:schemeClr val="accent6">
                    <a:lumMod val="75000"/>
                  </a:schemeClr>
                </a:solidFill>
                <a:latin typeface="Times New Roman"/>
              </a:rPr>
              <a:t>Dr A . AYADI Maitre de conférences  en pharmacologie</a:t>
            </a:r>
            <a:endParaRPr b="0" lang="en-US" sz="2400" spc="-1" strike="noStrike">
              <a:solidFill>
                <a:srgbClr val="000000"/>
              </a:solidFill>
              <a:latin typeface="Calibri"/>
            </a:endParaRPr>
          </a:p>
        </p:txBody>
      </p:sp>
      <p:sp>
        <p:nvSpPr>
          <p:cNvPr id="208" name="PlaceHolder 2"/>
          <p:cNvSpPr>
            <a:spLocks noGrp="1"/>
          </p:cNvSpPr>
          <p:nvPr>
            <p:ph type="dt" idx="40"/>
          </p:nvPr>
        </p:nvSpPr>
        <p:spPr>
          <a:xfrm>
            <a:off x="457200" y="6248520"/>
            <a:ext cx="2133360" cy="456840"/>
          </a:xfrm>
          <a:prstGeom prst="rect">
            <a:avLst/>
          </a:prstGeom>
          <a:noFill/>
          <a:ln w="0">
            <a:noFill/>
          </a:ln>
        </p:spPr>
        <p:txBody>
          <a:bodyPr numCol="1" spcCol="0" lIns="91440" rIns="91440" tIns="45720" bIns="45720" anchor="b">
            <a:noAutofit/>
          </a:bodyPr>
          <a:lstStyle>
            <a:lvl1pPr indent="0" defTabSz="914400">
              <a:lnSpc>
                <a:spcPct val="100000"/>
              </a:lnSpc>
              <a:buNone/>
              <a:defRPr b="0" lang="fr-FR" sz="1200" spc="-1" strike="noStrike">
                <a:solidFill>
                  <a:srgbClr val="000000"/>
                </a:solidFill>
                <a:latin typeface="Arial"/>
              </a:defRPr>
            </a:lvl1pPr>
          </a:lstStyle>
          <a:p>
            <a:pPr indent="0" defTabSz="914400">
              <a:lnSpc>
                <a:spcPct val="100000"/>
              </a:lnSpc>
              <a:buNone/>
            </a:pPr>
            <a:fld id="{3DE55128-F12F-4C62-9065-000B4488F7B1}" type="datetime1">
              <a:rPr b="0" lang="fr-FR" sz="1200" spc="-1" strike="noStrike">
                <a:solidFill>
                  <a:srgbClr val="000000"/>
                </a:solidFill>
                <a:latin typeface="Arial"/>
              </a:rPr>
              <a:t>27/05/2025</a:t>
            </a:fld>
            <a:endParaRPr b="0" lang="en-US" sz="1200" spc="-1" strike="noStrike">
              <a:solidFill>
                <a:srgbClr val="000000"/>
              </a:solidFill>
              <a:latin typeface="Calibri"/>
            </a:endParaRPr>
          </a:p>
        </p:txBody>
      </p:sp>
      <p:sp>
        <p:nvSpPr>
          <p:cNvPr id="209" name="PlaceHolder 3"/>
          <p:cNvSpPr>
            <a:spLocks noGrp="1"/>
          </p:cNvSpPr>
          <p:nvPr>
            <p:ph type="sldNum" idx="41"/>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2A921138-090E-4307-B2B4-07AEB73CB5BB}"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sp>
        <p:nvSpPr>
          <p:cNvPr id="210" name="Rectangle 1"/>
          <p:cNvSpPr/>
          <p:nvPr/>
        </p:nvSpPr>
        <p:spPr>
          <a:xfrm>
            <a:off x="214200" y="218520"/>
            <a:ext cx="8786520" cy="821880"/>
          </a:xfrm>
          <a:prstGeom prst="rect">
            <a:avLst/>
          </a:prstGeom>
          <a:noFill/>
          <a:ln w="9525">
            <a:noFill/>
          </a:ln>
        </p:spPr>
        <p:style>
          <a:lnRef idx="0"/>
          <a:fillRef idx="0"/>
          <a:effectRef idx="0"/>
          <a:fontRef idx="minor"/>
        </p:style>
        <p:txBody>
          <a:bodyPr numCol="1" spcCol="0" anchor="ctr">
            <a:spAutoFit/>
          </a:bodyPr>
          <a:p>
            <a:pPr algn="ctr" defTabSz="914400">
              <a:lnSpc>
                <a:spcPct val="100000"/>
              </a:lnSpc>
              <a:tabLst>
                <a:tab algn="l" pos="0"/>
              </a:tabLst>
            </a:pPr>
            <a:r>
              <a:rPr b="1" lang="fr-FR" sz="1600" spc="-1" strike="noStrike">
                <a:solidFill>
                  <a:schemeClr val="dk2"/>
                </a:solidFill>
                <a:latin typeface="Simplified Arabic"/>
                <a:ea typeface="Calibri"/>
              </a:rPr>
              <a:t>Ministère de l’enseignement supérieur et de la recherche scientifique</a:t>
            </a:r>
            <a:br>
              <a:rPr sz="1600"/>
            </a:br>
            <a:r>
              <a:rPr b="1" lang="fr-FR" sz="1600" spc="-1" strike="noStrike">
                <a:solidFill>
                  <a:schemeClr val="dk2"/>
                </a:solidFill>
                <a:latin typeface="Simplified Arabic"/>
                <a:ea typeface="Calibri"/>
              </a:rPr>
              <a:t>Faculté de médecine de Constantine</a:t>
            </a:r>
            <a:br>
              <a:rPr sz="1600"/>
            </a:br>
            <a:r>
              <a:rPr b="1" lang="fr-FR" sz="1600" spc="-1" strike="noStrike">
                <a:solidFill>
                  <a:schemeClr val="dk2"/>
                </a:solidFill>
                <a:latin typeface="Simplified Arabic"/>
                <a:ea typeface="Calibri"/>
              </a:rPr>
              <a:t>Département de Pharmacie</a:t>
            </a:r>
            <a:r>
              <a:rPr b="1" lang="fr-FR" sz="1600" spc="-1" strike="noStrike">
                <a:solidFill>
                  <a:schemeClr val="dk2"/>
                </a:solidFill>
                <a:latin typeface="Simplified Arabic"/>
                <a:ea typeface="Calibri"/>
              </a:rPr>
              <a:t>	</a:t>
            </a:r>
            <a:endParaRPr b="0" lang="en-US" sz="16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Rectangle 4"/>
          <p:cNvSpPr/>
          <p:nvPr/>
        </p:nvSpPr>
        <p:spPr>
          <a:xfrm>
            <a:off x="1600200" y="2057400"/>
            <a:ext cx="6500520" cy="252864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endParaRPr b="0" lang="en-US" sz="3200" spc="-1" strike="noStrike">
              <a:solidFill>
                <a:srgbClr val="000000"/>
              </a:solidFill>
              <a:latin typeface="Calibri"/>
            </a:endParaRPr>
          </a:p>
          <a:p>
            <a:pPr algn="ctr" defTabSz="914400">
              <a:lnSpc>
                <a:spcPct val="100000"/>
              </a:lnSpc>
            </a:pPr>
            <a:endParaRPr b="0" lang="en-US" sz="3200" spc="-1" strike="noStrike">
              <a:solidFill>
                <a:srgbClr val="000000"/>
              </a:solidFill>
              <a:latin typeface="Calibri"/>
            </a:endParaRPr>
          </a:p>
          <a:p>
            <a:pPr algn="ctr" defTabSz="914400">
              <a:lnSpc>
                <a:spcPct val="100000"/>
              </a:lnSpc>
            </a:pPr>
            <a:r>
              <a:rPr b="0" lang="fr-FR" sz="2400" spc="-1" strike="noStrike">
                <a:solidFill>
                  <a:schemeClr val="dk1"/>
                </a:solidFill>
                <a:latin typeface="Times New Roman"/>
              </a:rPr>
              <a:t>mot grec </a:t>
            </a:r>
            <a:r>
              <a:rPr b="0" i="1" lang="fr-FR" sz="2400" spc="-1" strike="noStrike">
                <a:solidFill>
                  <a:schemeClr val="dk1"/>
                </a:solidFill>
                <a:latin typeface="Times New Roman"/>
              </a:rPr>
              <a:t>“ </a:t>
            </a:r>
            <a:r>
              <a:rPr b="1" i="1" lang="fr-FR" sz="2800" spc="-1" strike="noStrike">
                <a:solidFill>
                  <a:schemeClr val="accent6">
                    <a:lumMod val="50000"/>
                  </a:schemeClr>
                </a:solidFill>
                <a:latin typeface="Times New Roman"/>
              </a:rPr>
              <a:t>Pharmakon</a:t>
            </a:r>
            <a:r>
              <a:rPr b="0" i="1" lang="fr-FR" sz="2400" spc="-1" strike="noStrike">
                <a:solidFill>
                  <a:schemeClr val="dk1"/>
                </a:solidFill>
                <a:latin typeface="Times New Roman"/>
              </a:rPr>
              <a:t> ” </a:t>
            </a:r>
            <a:r>
              <a:rPr b="0" lang="fr-FR" sz="2400" spc="-1" strike="noStrike">
                <a:solidFill>
                  <a:schemeClr val="dk1"/>
                </a:solidFill>
                <a:latin typeface="Times New Roman"/>
              </a:rPr>
              <a:t>qui veut dire remède mais aussi  drogue</a:t>
            </a:r>
            <a:endParaRPr b="0" lang="en-US" sz="2400" spc="-1" strike="noStrike">
              <a:solidFill>
                <a:srgbClr val="000000"/>
              </a:solidFill>
              <a:latin typeface="Calibri"/>
            </a:endParaRPr>
          </a:p>
          <a:p>
            <a:pPr algn="ctr" defTabSz="914400">
              <a:lnSpc>
                <a:spcPct val="100000"/>
              </a:lnSpc>
            </a:pPr>
            <a:endParaRPr b="0" lang="en-US" sz="2400" spc="-1" strike="noStrike">
              <a:solidFill>
                <a:srgbClr val="000000"/>
              </a:solidFill>
              <a:latin typeface="Calibri"/>
            </a:endParaRPr>
          </a:p>
          <a:p>
            <a:pPr defTabSz="914400">
              <a:lnSpc>
                <a:spcPct val="100000"/>
              </a:lnSpc>
            </a:pPr>
            <a:r>
              <a:rPr b="0" lang="fr-FR" sz="2000" spc="-1" strike="noStrike">
                <a:solidFill>
                  <a:schemeClr val="dk1"/>
                </a:solidFill>
                <a:latin typeface="Arial"/>
              </a:rPr>
              <a:t>     </a:t>
            </a:r>
            <a:endParaRPr b="0" lang="en-US" sz="2000" spc="-1" strike="noStrike">
              <a:solidFill>
                <a:srgbClr val="000000"/>
              </a:solidFill>
              <a:latin typeface="Calibri"/>
            </a:endParaRPr>
          </a:p>
        </p:txBody>
      </p:sp>
      <p:sp>
        <p:nvSpPr>
          <p:cNvPr id="212" name="Rectangle 2"/>
          <p:cNvSpPr/>
          <p:nvPr/>
        </p:nvSpPr>
        <p:spPr>
          <a:xfrm>
            <a:off x="5350320" y="2129760"/>
            <a:ext cx="293760" cy="57744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endParaRPr b="0" lang="en-US" sz="1800" spc="-1" strike="noStrike">
              <a:solidFill>
                <a:srgbClr val="000000"/>
              </a:solidFill>
              <a:latin typeface="Calibri"/>
            </a:endParaRPr>
          </a:p>
        </p:txBody>
      </p:sp>
      <p:sp>
        <p:nvSpPr>
          <p:cNvPr id="213" name="Rectangle 3"/>
          <p:cNvSpPr/>
          <p:nvPr/>
        </p:nvSpPr>
        <p:spPr>
          <a:xfrm>
            <a:off x="4690080" y="2143080"/>
            <a:ext cx="412560" cy="57744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endParaRPr b="0" lang="en-US" sz="1800" spc="-1" strike="noStrike">
              <a:solidFill>
                <a:srgbClr val="000000"/>
              </a:solidFill>
              <a:latin typeface="Calibri"/>
            </a:endParaRPr>
          </a:p>
        </p:txBody>
      </p:sp>
      <p:sp>
        <p:nvSpPr>
          <p:cNvPr id="214" name="ZoneTexte 5"/>
          <p:cNvSpPr/>
          <p:nvPr/>
        </p:nvSpPr>
        <p:spPr>
          <a:xfrm>
            <a:off x="3658320" y="2514600"/>
            <a:ext cx="1446120" cy="57744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fr-FR" sz="3200" spc="-1" strike="noStrike">
                <a:solidFill>
                  <a:schemeClr val="dk1"/>
                </a:solidFill>
                <a:latin typeface="Times New Roman"/>
              </a:rPr>
              <a:t>Science</a:t>
            </a:r>
            <a:endParaRPr b="0" lang="en-US" sz="3200" spc="-1" strike="noStrike">
              <a:solidFill>
                <a:srgbClr val="000000"/>
              </a:solidFill>
              <a:latin typeface="Calibri"/>
            </a:endParaRPr>
          </a:p>
        </p:txBody>
      </p:sp>
      <p:sp>
        <p:nvSpPr>
          <p:cNvPr id="215" name="ZoneTexte 8"/>
          <p:cNvSpPr/>
          <p:nvPr/>
        </p:nvSpPr>
        <p:spPr>
          <a:xfrm>
            <a:off x="2786040" y="500040"/>
            <a:ext cx="3312000" cy="638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fr-FR" sz="3600" spc="-1" strike="noStrike">
                <a:solidFill>
                  <a:srgbClr val="d60093"/>
                </a:solidFill>
                <a:latin typeface="Times New Roman"/>
              </a:rPr>
              <a:t>Définition</a:t>
            </a:r>
            <a:endParaRPr b="0" lang="en-US" sz="3600" spc="-1" strike="noStrike">
              <a:solidFill>
                <a:srgbClr val="000000"/>
              </a:solidFill>
              <a:latin typeface="Calibri"/>
            </a:endParaRPr>
          </a:p>
        </p:txBody>
      </p:sp>
      <p:sp>
        <p:nvSpPr>
          <p:cNvPr id="216" name="PlaceHolder 1"/>
          <p:cNvSpPr>
            <a:spLocks noGrp="1"/>
          </p:cNvSpPr>
          <p:nvPr>
            <p:ph type="sldNum" idx="42"/>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A08555E3-3CD8-4580-B3D4-4EC1DB20C6B3}"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sp>
        <p:nvSpPr>
          <p:cNvPr id="217" name="Rectangle 16"/>
          <p:cNvSpPr/>
          <p:nvPr/>
        </p:nvSpPr>
        <p:spPr>
          <a:xfrm>
            <a:off x="2972520" y="2057400"/>
            <a:ext cx="3113280" cy="57744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fr-FR" sz="3200" spc="-1" strike="noStrike">
                <a:solidFill>
                  <a:srgbClr val="ff0000"/>
                </a:solidFill>
                <a:latin typeface="Times New Roman"/>
              </a:rPr>
              <a:t>Pharmacologie =</a:t>
            </a:r>
            <a:endParaRPr b="0" lang="en-US" sz="3200" spc="-1" strike="noStrike">
              <a:solidFill>
                <a:srgbClr val="000000"/>
              </a:solidFill>
              <a:latin typeface="Calibri"/>
            </a:endParaRPr>
          </a:p>
        </p:txBody>
      </p:sp>
      <p:pic>
        <p:nvPicPr>
          <p:cNvPr id="218" name="Picture 2" descr=""/>
          <p:cNvPicPr/>
          <p:nvPr/>
        </p:nvPicPr>
        <p:blipFill>
          <a:blip r:embed="rId1"/>
          <a:stretch/>
        </p:blipFill>
        <p:spPr>
          <a:xfrm>
            <a:off x="0" y="1571760"/>
            <a:ext cx="1785600" cy="3742920"/>
          </a:xfrm>
          <a:prstGeom prst="rect">
            <a:avLst/>
          </a:prstGeom>
          <a:noFill/>
          <a:ln w="9525">
            <a:noFill/>
          </a:ln>
        </p:spPr>
      </p:pic>
      <p:sp>
        <p:nvSpPr>
          <p:cNvPr id="219" name="Rectangle 17"/>
          <p:cNvSpPr/>
          <p:nvPr/>
        </p:nvSpPr>
        <p:spPr>
          <a:xfrm>
            <a:off x="214200" y="4857840"/>
            <a:ext cx="8429400" cy="118692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0" lang="fr-FR" sz="2400" spc="-1" strike="noStrike">
                <a:solidFill>
                  <a:schemeClr val="dk1"/>
                </a:solidFill>
                <a:latin typeface="Times New Roman"/>
              </a:rPr>
              <a:t>« </a:t>
            </a:r>
            <a:r>
              <a:rPr b="1" lang="fr-FR" sz="2400" spc="-1" strike="noStrike">
                <a:solidFill>
                  <a:srgbClr val="ff0000"/>
                </a:solidFill>
                <a:latin typeface="Times New Roman"/>
              </a:rPr>
              <a:t>La pharmacologie </a:t>
            </a:r>
            <a:r>
              <a:rPr b="0" lang="fr-FR" sz="2400" spc="-1" strike="noStrike">
                <a:solidFill>
                  <a:schemeClr val="dk1"/>
                </a:solidFill>
                <a:latin typeface="Times New Roman"/>
              </a:rPr>
              <a:t>est la science des « </a:t>
            </a:r>
            <a:r>
              <a:rPr b="1" lang="fr-FR" sz="2400" spc="-1" strike="noStrike">
                <a:solidFill>
                  <a:schemeClr val="dk1"/>
                </a:solidFill>
                <a:latin typeface="Times New Roman"/>
              </a:rPr>
              <a:t>drogues </a:t>
            </a:r>
            <a:r>
              <a:rPr b="0" lang="fr-FR" sz="2400" spc="-1" strike="noStrike">
                <a:solidFill>
                  <a:schemeClr val="dk1"/>
                </a:solidFill>
                <a:latin typeface="Times New Roman"/>
              </a:rPr>
              <a:t>» (le mot </a:t>
            </a:r>
            <a:r>
              <a:rPr b="1" lang="fr-FR" sz="2400" spc="-1" strike="noStrike" u="sng">
                <a:solidFill>
                  <a:schemeClr val="dk1"/>
                </a:solidFill>
                <a:uFillTx/>
                <a:latin typeface="Times New Roman"/>
              </a:rPr>
              <a:t>drogue</a:t>
            </a:r>
            <a:r>
              <a:rPr b="0" lang="fr-FR" sz="2400" spc="-1" strike="noStrike">
                <a:solidFill>
                  <a:schemeClr val="dk1"/>
                </a:solidFill>
                <a:latin typeface="Times New Roman"/>
              </a:rPr>
              <a:t> étant pris dans le sens large de « </a:t>
            </a:r>
            <a:r>
              <a:rPr b="1" lang="fr-FR" sz="2400" spc="-1" strike="noStrike">
                <a:solidFill>
                  <a:srgbClr val="00b050"/>
                </a:solidFill>
                <a:latin typeface="Times New Roman"/>
              </a:rPr>
              <a:t>toute substance chimique biologiquement active</a:t>
            </a:r>
            <a:r>
              <a:rPr b="1" lang="fr-FR" sz="2400" spc="-1" strike="noStrike">
                <a:solidFill>
                  <a:schemeClr val="dk1"/>
                </a:solidFill>
                <a:latin typeface="Times New Roman"/>
              </a:rPr>
              <a:t>»</a:t>
            </a:r>
            <a:r>
              <a:rPr b="0" lang="fr-FR" sz="2400" spc="-1" strike="noStrike">
                <a:solidFill>
                  <a:schemeClr val="dk1"/>
                </a:solidFill>
                <a:latin typeface="Times New Roman"/>
              </a:rPr>
              <a:t>).</a:t>
            </a:r>
            <a:r>
              <a:rPr b="1" lang="fr-FR" sz="2400" spc="-1" strike="noStrike">
                <a:solidFill>
                  <a:schemeClr val="dk1"/>
                </a:solidFill>
                <a:latin typeface="Times New Roman"/>
              </a:rPr>
              <a:t> </a:t>
            </a:r>
            <a:endParaRPr b="0" lang="en-US" sz="2400" spc="-1" strike="noStrike">
              <a:solidFill>
                <a:srgbClr val="000000"/>
              </a:solidFill>
              <a:latin typeface="Calibri"/>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5" presetSubtype="10">
                                  <p:stCondLst>
                                    <p:cond delay="0"/>
                                  </p:stCondLst>
                                  <p:childTnLst>
                                    <p:set>
                                      <p:cBhvr>
                                        <p:cTn id="6" dur="1" fill="hold">
                                          <p:stCondLst>
                                            <p:cond delay="0"/>
                                          </p:stCondLst>
                                        </p:cTn>
                                        <p:tgtEl>
                                          <p:spTgt spid="217"/>
                                        </p:tgtEl>
                                        <p:attrNameLst>
                                          <p:attrName>style.visibility</p:attrName>
                                        </p:attrNameLst>
                                      </p:cBhvr>
                                      <p:to>
                                        <p:strVal val="visible"/>
                                      </p:to>
                                    </p:set>
                                    <p:animEffect filter="checkerboard(across)" transition="in">
                                      <p:cBhvr additive="repl">
                                        <p:cTn id="7" dur="500"/>
                                        <p:tgtEl>
                                          <p:spTgt spid="217"/>
                                        </p:tgtEl>
                                      </p:cBhvr>
                                    </p:animEffect>
                                  </p:childTnLst>
                                </p:cTn>
                              </p:par>
                            </p:childTnLst>
                          </p:cTn>
                        </p:par>
                      </p:childTnLst>
                    </p:cTn>
                  </p:par>
                  <p:par>
                    <p:cTn id="8" fill="hold">
                      <p:stCondLst>
                        <p:cond delay="indefinite"/>
                      </p:stCondLst>
                      <p:childTnLst>
                        <p:par>
                          <p:cTn id="9" fill="hold">
                            <p:stCondLst>
                              <p:cond delay="0"/>
                            </p:stCondLst>
                            <p:childTnLst>
                              <p:par>
                                <p:cTn id="10" nodeType="clickEffect" fill="hold" presetClass="exit" presetID="5" presetSubtype="10">
                                  <p:stCondLst>
                                    <p:cond delay="0"/>
                                  </p:stCondLst>
                                  <p:childTnLst>
                                    <p:animEffect filter="checkerboard(across)" transition="out">
                                      <p:cBhvr additive="repl">
                                        <p:cTn id="11" dur="500"/>
                                        <p:tgtEl>
                                          <p:spTgt spid="217"/>
                                        </p:tgtEl>
                                      </p:cBhvr>
                                    </p:animEffect>
                                    <p:set>
                                      <p:cBhvr>
                                        <p:cTn id="12" dur="1" fill="hold">
                                          <p:stCondLst>
                                            <p:cond delay="499"/>
                                          </p:stCondLst>
                                        </p:cTn>
                                        <p:tgtEl>
                                          <p:spTgt spid="217"/>
                                        </p:tgtEl>
                                        <p:attrNameLst>
                                          <p:attrName>style.visibility</p:attrName>
                                        </p:attrNameLst>
                                      </p:cBhvr>
                                      <p:to>
                                        <p:strVal val="hidden"/>
                                      </p:to>
                                    </p:set>
                                  </p:childTnLst>
                                </p:cTn>
                              </p:par>
                              <p:par>
                                <p:cTn id="13" nodeType="withEffect" fill="hold" presetClass="entr" presetID="5" presetSubtype="10">
                                  <p:stCondLst>
                                    <p:cond delay="0"/>
                                  </p:stCondLst>
                                  <p:childTnLst>
                                    <p:set>
                                      <p:cBhvr>
                                        <p:cTn id="14" dur="1" fill="hold">
                                          <p:stCondLst>
                                            <p:cond delay="0"/>
                                          </p:stCondLst>
                                        </p:cTn>
                                        <p:tgtEl>
                                          <p:spTgt spid="211">
                                            <p:txEl>
                                              <p:pRg st="0" end="0"/>
                                            </p:txEl>
                                          </p:spTgt>
                                        </p:tgtEl>
                                        <p:attrNameLst>
                                          <p:attrName>style.visibility</p:attrName>
                                        </p:attrNameLst>
                                      </p:cBhvr>
                                      <p:to>
                                        <p:strVal val="visible"/>
                                      </p:to>
                                    </p:set>
                                    <p:animEffect filter="checkerboard(across)" transition="in">
                                      <p:cBhvr additive="repl">
                                        <p:cTn id="15" dur="500"/>
                                        <p:tgtEl>
                                          <p:spTgt spid="211">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nodeType="clickEffect" fill="hold" presetClass="entr" presetID="55">
                                  <p:stCondLst>
                                    <p:cond delay="0"/>
                                  </p:stCondLst>
                                  <p:childTnLst>
                                    <p:set>
                                      <p:cBhvr>
                                        <p:cTn id="19" dur="1" fill="hold">
                                          <p:stCondLst>
                                            <p:cond delay="0"/>
                                          </p:stCondLst>
                                        </p:cTn>
                                        <p:tgtEl>
                                          <p:spTgt spid="211">
                                            <p:txEl>
                                              <p:pRg st="2" end="2"/>
                                            </p:txEl>
                                          </p:spTgt>
                                        </p:tgtEl>
                                        <p:attrNameLst>
                                          <p:attrName>style.visibility</p:attrName>
                                        </p:attrNameLst>
                                      </p:cBhvr>
                                      <p:to>
                                        <p:strVal val="visible"/>
                                      </p:to>
                                    </p:set>
                                    <p:anim calcmode="lin" valueType="num">
                                      <p:cBhvr additive="repl">
                                        <p:cTn id="20" dur="1000" fill="hold"/>
                                        <p:tgtEl>
                                          <p:spTgt spid="211">
                                            <p:txEl>
                                              <p:pRg st="2" end="2"/>
                                            </p:txEl>
                                          </p:spTgt>
                                        </p:tgtEl>
                                        <p:attrNameLst>
                                          <p:attrName>ppt_w</p:attrName>
                                        </p:attrNameLst>
                                      </p:cBhvr>
                                      <p:tavLst>
                                        <p:tav tm="0">
                                          <p:val>
                                            <p:strVal val="#ppt_w*0.70"/>
                                          </p:val>
                                        </p:tav>
                                        <p:tav tm="100000">
                                          <p:val>
                                            <p:strVal val="#ppt_w"/>
                                          </p:val>
                                        </p:tav>
                                      </p:tavLst>
                                    </p:anim>
                                    <p:anim calcmode="lin" valueType="num">
                                      <p:cBhvr additive="repl">
                                        <p:cTn id="21" dur="1000" fill="hold"/>
                                        <p:tgtEl>
                                          <p:spTgt spid="211">
                                            <p:txEl>
                                              <p:pRg st="2" end="2"/>
                                            </p:txEl>
                                          </p:spTgt>
                                        </p:tgtEl>
                                        <p:attrNameLst>
                                          <p:attrName>ppt_h</p:attrName>
                                        </p:attrNameLst>
                                      </p:cBhvr>
                                      <p:tavLst>
                                        <p:tav tm="0">
                                          <p:val>
                                            <p:strVal val="#ppt_h"/>
                                          </p:val>
                                        </p:tav>
                                        <p:tav tm="100000">
                                          <p:val>
                                            <p:strVal val="#ppt_h"/>
                                          </p:val>
                                        </p:tav>
                                      </p:tavLst>
                                    </p:anim>
                                    <p:animEffect filter="fade" transition="in">
                                      <p:cBhvr additive="repl">
                                        <p:cTn id="22" dur="1000"/>
                                        <p:tgtEl>
                                          <p:spTgt spid="21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nodeType="clickEffect" fill="hold" presetClass="exit" presetID="5" presetSubtype="10">
                                  <p:stCondLst>
                                    <p:cond delay="0"/>
                                  </p:stCondLst>
                                  <p:childTnLst>
                                    <p:animEffect filter="checkerboard(across)" transition="out">
                                      <p:cBhvr additive="repl">
                                        <p:cTn id="26" dur="500"/>
                                        <p:tgtEl>
                                          <p:spTgt spid="211">
                                            <p:txEl>
                                              <p:pRg st="2" end="2"/>
                                            </p:txEl>
                                          </p:spTgt>
                                        </p:tgtEl>
                                      </p:cBhvr>
                                    </p:animEffect>
                                    <p:set>
                                      <p:cBhvr>
                                        <p:cTn id="27" dur="1" fill="hold">
                                          <p:stCondLst>
                                            <p:cond delay="499"/>
                                          </p:stCondLst>
                                        </p:cTn>
                                        <p:tgtEl>
                                          <p:spTgt spid="211">
                                            <p:txEl>
                                              <p:pRg st="2" end="2"/>
                                            </p:txEl>
                                          </p:spTgt>
                                        </p:tgtEl>
                                        <p:attrNameLst>
                                          <p:attrName>style.visibility</p:attrName>
                                        </p:attrNameLst>
                                      </p:cBhvr>
                                      <p:to>
                                        <p:strVal val="hidden"/>
                                      </p:to>
                                    </p:set>
                                  </p:childTnLst>
                                </p:cTn>
                              </p:par>
                              <p:par>
                                <p:cTn id="28" nodeType="withEffect" fill="hold" presetClass="exit" presetID="5" presetSubtype="10">
                                  <p:stCondLst>
                                    <p:cond delay="0"/>
                                  </p:stCondLst>
                                  <p:childTnLst>
                                    <p:animEffect filter="checkerboard(across)" transition="out">
                                      <p:cBhvr additive="repl">
                                        <p:cTn id="29" dur="500"/>
                                        <p:tgtEl>
                                          <p:spTgt spid="211">
                                            <p:txEl>
                                              <p:pRg st="0" end="0"/>
                                            </p:txEl>
                                          </p:spTgt>
                                        </p:tgtEl>
                                      </p:cBhvr>
                                    </p:animEffect>
                                    <p:set>
                                      <p:cBhvr>
                                        <p:cTn id="30" dur="1" fill="hold">
                                          <p:stCondLst>
                                            <p:cond delay="499"/>
                                          </p:stCondLst>
                                        </p:cTn>
                                        <p:tgtEl>
                                          <p:spTgt spid="211">
                                            <p:txEl>
                                              <p:pRg st="0" end="0"/>
                                            </p:txEl>
                                          </p:spTgt>
                                        </p:tgtEl>
                                        <p:attrNameLst>
                                          <p:attrName>style.visibility</p:attrName>
                                        </p:attrNameLst>
                                      </p:cBhvr>
                                      <p:to>
                                        <p:strVal val="hidden"/>
                                      </p:to>
                                    </p:set>
                                  </p:childTnLst>
                                </p:cTn>
                              </p:par>
                              <p:par>
                                <p:cTn id="31" nodeType="withEffect" fill="hold" presetClass="entr" presetID="5" presetSubtype="5">
                                  <p:stCondLst>
                                    <p:cond delay="0"/>
                                  </p:stCondLst>
                                  <p:childTnLst>
                                    <p:set>
                                      <p:cBhvr>
                                        <p:cTn id="32" dur="1" fill="hold">
                                          <p:stCondLst>
                                            <p:cond delay="0"/>
                                          </p:stCondLst>
                                        </p:cTn>
                                        <p:tgtEl>
                                          <p:spTgt spid="213"/>
                                        </p:tgtEl>
                                        <p:attrNameLst>
                                          <p:attrName>style.visibility</p:attrName>
                                        </p:attrNameLst>
                                      </p:cBhvr>
                                      <p:to>
                                        <p:strVal val="visible"/>
                                      </p:to>
                                    </p:set>
                                    <p:animEffect filter="checkerboard(down)" transition="in">
                                      <p:cBhvr additive="repl">
                                        <p:cTn id="33" dur="500"/>
                                        <p:tgtEl>
                                          <p:spTgt spid="213"/>
                                        </p:tgtEl>
                                      </p:cBhvr>
                                    </p:animEffect>
                                  </p:childTnLst>
                                </p:cTn>
                              </p:par>
                              <p:par>
                                <p:cTn id="34" nodeType="withEffect" fill="hold" presetClass="entr" presetID="5" presetSubtype="5">
                                  <p:stCondLst>
                                    <p:cond delay="0"/>
                                  </p:stCondLst>
                                  <p:childTnLst>
                                    <p:set>
                                      <p:cBhvr>
                                        <p:cTn id="35" dur="1" fill="hold">
                                          <p:stCondLst>
                                            <p:cond delay="0"/>
                                          </p:stCondLst>
                                        </p:cTn>
                                        <p:tgtEl>
                                          <p:spTgt spid="212"/>
                                        </p:tgtEl>
                                        <p:attrNameLst>
                                          <p:attrName>style.visibility</p:attrName>
                                        </p:attrNameLst>
                                      </p:cBhvr>
                                      <p:to>
                                        <p:strVal val="visible"/>
                                      </p:to>
                                    </p:set>
                                    <p:animEffect filter="checkerboard(down)" transition="in">
                                      <p:cBhvr additive="repl">
                                        <p:cTn id="36" dur="500"/>
                                        <p:tgtEl>
                                          <p:spTgt spid="212"/>
                                        </p:tgtEl>
                                      </p:cBhvr>
                                    </p:animEffect>
                                  </p:childTnLst>
                                </p:cTn>
                              </p:par>
                              <p:par>
                                <p:cTn id="37" nodeType="withEffect" fill="hold" presetClass="entr" presetID="55">
                                  <p:stCondLst>
                                    <p:cond delay="0"/>
                                  </p:stCondLst>
                                  <p:childTnLst>
                                    <p:set>
                                      <p:cBhvr>
                                        <p:cTn id="38" dur="1" fill="hold">
                                          <p:stCondLst>
                                            <p:cond delay="0"/>
                                          </p:stCondLst>
                                        </p:cTn>
                                        <p:tgtEl>
                                          <p:spTgt spid="214"/>
                                        </p:tgtEl>
                                        <p:attrNameLst>
                                          <p:attrName>style.visibility</p:attrName>
                                        </p:attrNameLst>
                                      </p:cBhvr>
                                      <p:to>
                                        <p:strVal val="visible"/>
                                      </p:to>
                                    </p:set>
                                    <p:anim calcmode="lin" valueType="num">
                                      <p:cBhvr additive="repl">
                                        <p:cTn id="39" dur="1000" fill="hold"/>
                                        <p:tgtEl>
                                          <p:spTgt spid="214"/>
                                        </p:tgtEl>
                                        <p:attrNameLst>
                                          <p:attrName>ppt_w</p:attrName>
                                        </p:attrNameLst>
                                      </p:cBhvr>
                                      <p:tavLst>
                                        <p:tav tm="0">
                                          <p:val>
                                            <p:strVal val="#ppt_w*0.70"/>
                                          </p:val>
                                        </p:tav>
                                        <p:tav tm="100000">
                                          <p:val>
                                            <p:strVal val="#ppt_w"/>
                                          </p:val>
                                        </p:tav>
                                      </p:tavLst>
                                    </p:anim>
                                    <p:anim calcmode="lin" valueType="num">
                                      <p:cBhvr additive="repl">
                                        <p:cTn id="40" dur="1000" fill="hold"/>
                                        <p:tgtEl>
                                          <p:spTgt spid="214"/>
                                        </p:tgtEl>
                                        <p:attrNameLst>
                                          <p:attrName>ppt_h</p:attrName>
                                        </p:attrNameLst>
                                      </p:cBhvr>
                                      <p:tavLst>
                                        <p:tav tm="0">
                                          <p:val>
                                            <p:strVal val="#ppt_h"/>
                                          </p:val>
                                        </p:tav>
                                        <p:tav tm="100000">
                                          <p:val>
                                            <p:strVal val="#ppt_h"/>
                                          </p:val>
                                        </p:tav>
                                      </p:tavLst>
                                    </p:anim>
                                    <p:animEffect filter="fade" transition="in">
                                      <p:cBhvr additive="repl">
                                        <p:cTn id="41" dur="1000"/>
                                        <p:tgtEl>
                                          <p:spTgt spid="214"/>
                                        </p:tgtEl>
                                      </p:cBhvr>
                                    </p:animEffect>
                                  </p:childTnLst>
                                </p:cTn>
                              </p:par>
                            </p:childTnLst>
                          </p:cTn>
                        </p:par>
                      </p:childTnLst>
                    </p:cTn>
                  </p:par>
                  <p:par>
                    <p:cTn id="42" fill="hold">
                      <p:stCondLst>
                        <p:cond delay="indefinite"/>
                      </p:stCondLst>
                      <p:childTnLst>
                        <p:par>
                          <p:cTn id="43" fill="hold">
                            <p:stCondLst>
                              <p:cond delay="0"/>
                            </p:stCondLst>
                            <p:childTnLst>
                              <p:par>
                                <p:cTn id="44" nodeType="clickEffect" fill="hold" presetClass="entr" presetID="5" presetSubtype="10">
                                  <p:stCondLst>
                                    <p:cond delay="0"/>
                                  </p:stCondLst>
                                  <p:childTnLst>
                                    <p:set>
                                      <p:cBhvr>
                                        <p:cTn id="45" dur="1" fill="hold">
                                          <p:stCondLst>
                                            <p:cond delay="0"/>
                                          </p:stCondLst>
                                        </p:cTn>
                                        <p:tgtEl>
                                          <p:spTgt spid="219"/>
                                        </p:tgtEl>
                                        <p:attrNameLst>
                                          <p:attrName>style.visibility</p:attrName>
                                        </p:attrNameLst>
                                      </p:cBhvr>
                                      <p:to>
                                        <p:strVal val="visible"/>
                                      </p:to>
                                    </p:set>
                                    <p:animEffect filter="checkerboard(across)" transition="in">
                                      <p:cBhvr additive="repl">
                                        <p:cTn id="46" dur="500"/>
                                        <p:tgtEl>
                                          <p:spTgt spid="2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p:nvPr>
        </p:nvSpPr>
        <p:spPr>
          <a:xfrm>
            <a:off x="0" y="3048120"/>
            <a:ext cx="8892000" cy="1753920"/>
          </a:xfrm>
          <a:prstGeom prst="rect">
            <a:avLst/>
          </a:prstGeom>
          <a:noFill/>
          <a:ln w="9360">
            <a:noFill/>
          </a:ln>
        </p:spPr>
        <p:txBody>
          <a:bodyPr numCol="1" spcCol="0" lIns="91440" rIns="91440" tIns="45720" bIns="45720" anchor="t">
            <a:noAutofit/>
          </a:bodyPr>
          <a:p>
            <a:pPr marL="343080" indent="-343080" algn="just">
              <a:lnSpc>
                <a:spcPct val="100000"/>
              </a:lnSpc>
              <a:spcBef>
                <a:spcPts val="479"/>
              </a:spcBef>
              <a:buNone/>
              <a:tabLst>
                <a:tab algn="l" pos="0"/>
              </a:tabLst>
            </a:pPr>
            <a:r>
              <a:rPr b="0" lang="fr-FR" sz="2400" spc="-1" strike="noStrike">
                <a:solidFill>
                  <a:schemeClr val="dk1"/>
                </a:solidFill>
                <a:latin typeface="Times New Roman"/>
              </a:rPr>
              <a:t>     </a:t>
            </a:r>
            <a:r>
              <a:rPr b="0" lang="fr-FR" sz="2400" spc="-1" strike="noStrike">
                <a:solidFill>
                  <a:schemeClr val="dk1"/>
                </a:solidFill>
                <a:latin typeface="Times New Roman"/>
              </a:rPr>
              <a:t>La pharmacologie</a:t>
            </a:r>
            <a:r>
              <a:rPr b="1" lang="fr-FR" sz="2400" spc="-1" strike="noStrike">
                <a:solidFill>
                  <a:schemeClr val="dk1"/>
                </a:solidFill>
                <a:latin typeface="Times New Roman"/>
              </a:rPr>
              <a:t> </a:t>
            </a:r>
            <a:r>
              <a:rPr b="0" lang="fr-FR" sz="2400" spc="-1" strike="noStrike">
                <a:solidFill>
                  <a:schemeClr val="dk1"/>
                </a:solidFill>
                <a:latin typeface="Times New Roman"/>
              </a:rPr>
              <a:t>étudie les effets des produits biologiquement actifs sur l’organisme et comment ce dernier réagit à ces </a:t>
            </a:r>
            <a:r>
              <a:rPr b="1" lang="fr-FR" sz="2400" spc="-1" strike="noStrike">
                <a:solidFill>
                  <a:schemeClr val="dk1"/>
                </a:solidFill>
                <a:latin typeface="Times New Roman"/>
              </a:rPr>
              <a:t>drogues »</a:t>
            </a:r>
            <a:r>
              <a:rPr b="0" lang="fr-FR" sz="2400" spc="-1" strike="noStrike">
                <a:solidFill>
                  <a:schemeClr val="dk1"/>
                </a:solidFill>
                <a:latin typeface="Times New Roman"/>
              </a:rPr>
              <a:t>.</a:t>
            </a:r>
            <a:endParaRPr b="0" lang="fr-FR" sz="2400" spc="-1" strike="noStrike">
              <a:solidFill>
                <a:schemeClr val="dk1"/>
              </a:solidFill>
              <a:latin typeface="Arial"/>
            </a:endParaRPr>
          </a:p>
        </p:txBody>
      </p:sp>
      <p:sp>
        <p:nvSpPr>
          <p:cNvPr id="221" name="PlaceHolder 2"/>
          <p:cNvSpPr>
            <a:spLocks noGrp="1"/>
          </p:cNvSpPr>
          <p:nvPr>
            <p:ph type="sldNum" idx="43"/>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F69D78D3-2C72-4D5C-B40F-90249C5652DE}"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grpSp>
        <p:nvGrpSpPr>
          <p:cNvPr id="222" name="Groupe 6"/>
          <p:cNvGrpSpPr/>
          <p:nvPr/>
        </p:nvGrpSpPr>
        <p:grpSpPr>
          <a:xfrm>
            <a:off x="357120" y="4572000"/>
            <a:ext cx="8426160" cy="1380600"/>
            <a:chOff x="357120" y="4572000"/>
            <a:chExt cx="8426160" cy="1380600"/>
          </a:xfrm>
        </p:grpSpPr>
        <p:sp>
          <p:nvSpPr>
            <p:cNvPr id="223" name="Rectangle à coins arrondis 7"/>
            <p:cNvSpPr/>
            <p:nvPr/>
          </p:nvSpPr>
          <p:spPr>
            <a:xfrm>
              <a:off x="357120" y="4572000"/>
              <a:ext cx="8426160" cy="1380600"/>
            </a:xfrm>
            <a:prstGeom prst="roundRect">
              <a:avLst>
                <a:gd name="adj" fmla="val 10000"/>
              </a:avLst>
            </a:prstGeom>
            <a:solidFill>
              <a:srgbClr val="bfbfff"/>
            </a:solidFill>
            <a:ln w="0">
              <a:noFill/>
            </a:ln>
            <a:scene3d>
              <a:camera prst="orthographicFront"/>
              <a:lightRig rig="threePt" dir="t"/>
            </a:scene3d>
            <a:sp3d prstMaterial="translucentPowder">
              <a:bevelT prst="softRound" w="127000" h="25400"/>
            </a:sp3d>
          </p:spPr>
          <p:style>
            <a:lnRef idx="0">
              <a:schemeClr val="lt1">
                <a:hueOff val="0"/>
                <a:satOff val="0"/>
                <a:lumOff val="0"/>
                <a:alphaOff val="0"/>
              </a:schemeClr>
            </a:lnRef>
            <a:fillRef idx="1">
              <a:schemeClr val="accent1">
                <a:shade val="80000"/>
                <a:hueOff val="0"/>
                <a:satOff val="33949"/>
                <a:lumOff val="15106"/>
                <a:alphaOff val="0"/>
              </a:schemeClr>
            </a:fillRef>
            <a:effectRef idx="0">
              <a:schemeClr val="accent1">
                <a:shade val="80000"/>
                <a:hueOff val="0"/>
                <a:satOff val="33949"/>
                <a:lumOff val="15106"/>
                <a:alphaOff val="0"/>
              </a:schemeClr>
            </a:effectRef>
            <a:fontRef idx="minor"/>
          </p:style>
          <p:txBody>
            <a:bodyPr lIns="90000" rIns="90000" tIns="45000" bIns="45000" anchor="t">
              <a:noAutofit/>
            </a:bodyPr>
            <a:p>
              <a:endParaRPr b="0" lang="en-US" sz="1800" spc="-1" strike="noStrike">
                <a:solidFill>
                  <a:srgbClr val="000000"/>
                </a:solidFill>
                <a:latin typeface="Calibri"/>
              </a:endParaRPr>
            </a:p>
          </p:txBody>
        </p:sp>
        <p:sp>
          <p:nvSpPr>
            <p:cNvPr id="224" name="Rectangle 8"/>
            <p:cNvSpPr/>
            <p:nvPr/>
          </p:nvSpPr>
          <p:spPr>
            <a:xfrm>
              <a:off x="2217960" y="4572000"/>
              <a:ext cx="6565320" cy="1380600"/>
            </a:xfrm>
            <a:prstGeom prst="rect">
              <a:avLst/>
            </a:prstGeom>
            <a:noFill/>
            <a:ln w="0">
              <a:noFill/>
            </a:ln>
          </p:spPr>
          <p:style>
            <a:lnRef idx="0"/>
            <a:fillRef idx="0"/>
            <a:effectRef idx="0"/>
            <a:fontRef idx="minor"/>
          </p:style>
          <p:txBody>
            <a:bodyPr numCol="1" spcCol="1440" lIns="99000" rIns="99000" tIns="99000" bIns="99000" anchor="t">
              <a:noAutofit/>
            </a:bodyPr>
            <a:p>
              <a:pPr defTabSz="888840">
                <a:lnSpc>
                  <a:spcPct val="90000"/>
                </a:lnSpc>
                <a:spcAft>
                  <a:spcPts val="300"/>
                </a:spcAft>
              </a:pPr>
              <a:endParaRPr b="0" lang="fr-FR" sz="2000" spc="-1" strike="noStrike">
                <a:solidFill>
                  <a:schemeClr val="lt1"/>
                </a:solidFill>
                <a:latin typeface="Arial"/>
              </a:endParaRPr>
            </a:p>
          </p:txBody>
        </p:sp>
      </p:grpSp>
      <p:sp>
        <p:nvSpPr>
          <p:cNvPr id="225" name="Rectangle 9"/>
          <p:cNvSpPr/>
          <p:nvPr/>
        </p:nvSpPr>
        <p:spPr>
          <a:xfrm>
            <a:off x="571320" y="4667400"/>
            <a:ext cx="8000640" cy="8211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fr-FR" sz="2400" spc="-1" strike="noStrike">
                <a:solidFill>
                  <a:schemeClr val="dk1"/>
                </a:solidFill>
                <a:latin typeface="Times New Roman"/>
              </a:rPr>
              <a:t>"</a:t>
            </a:r>
            <a:r>
              <a:rPr b="1" i="1" lang="fr-FR" sz="2400" spc="-1" strike="noStrike">
                <a:solidFill>
                  <a:schemeClr val="dk1"/>
                </a:solidFill>
                <a:latin typeface="Times New Roman"/>
              </a:rPr>
              <a:t>La science des effets et du devenir dans l'organisme des médicaments. </a:t>
            </a:r>
            <a:endParaRPr b="0" lang="en-US" sz="2400" spc="-1" strike="noStrike">
              <a:solidFill>
                <a:srgbClr val="000000"/>
              </a:solidFill>
              <a:latin typeface="Calibri"/>
            </a:endParaRPr>
          </a:p>
        </p:txBody>
      </p:sp>
      <p:sp>
        <p:nvSpPr>
          <p:cNvPr id="226" name="ZoneTexte 10"/>
          <p:cNvSpPr/>
          <p:nvPr/>
        </p:nvSpPr>
        <p:spPr>
          <a:xfrm>
            <a:off x="2786040" y="500040"/>
            <a:ext cx="3312000" cy="638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fr-FR" sz="3600" spc="-1" strike="noStrike">
                <a:solidFill>
                  <a:srgbClr val="d60093"/>
                </a:solidFill>
                <a:latin typeface="Times New Roman"/>
              </a:rPr>
              <a:t>Définition</a:t>
            </a:r>
            <a:endParaRPr b="0" lang="en-US" sz="3600" spc="-1" strike="noStrike">
              <a:solidFill>
                <a:srgbClr val="000000"/>
              </a:solidFill>
              <a:latin typeface="Calibri"/>
            </a:endParaRPr>
          </a:p>
        </p:txBody>
      </p:sp>
      <p:grpSp>
        <p:nvGrpSpPr>
          <p:cNvPr id="227" name="Groupe 12"/>
          <p:cNvGrpSpPr/>
          <p:nvPr/>
        </p:nvGrpSpPr>
        <p:grpSpPr>
          <a:xfrm>
            <a:off x="431640" y="1523880"/>
            <a:ext cx="8640720" cy="934200"/>
            <a:chOff x="431640" y="1523880"/>
            <a:chExt cx="8640720" cy="934200"/>
          </a:xfrm>
        </p:grpSpPr>
        <p:sp>
          <p:nvSpPr>
            <p:cNvPr id="228" name="Rectangle à coins arrondis 13"/>
            <p:cNvSpPr/>
            <p:nvPr/>
          </p:nvSpPr>
          <p:spPr>
            <a:xfrm>
              <a:off x="431640" y="1523880"/>
              <a:ext cx="8640720" cy="934200"/>
            </a:xfrm>
            <a:prstGeom prst="roundRect">
              <a:avLst>
                <a:gd name="adj" fmla="val 10000"/>
              </a:avLst>
            </a:prstGeom>
            <a:solidFill>
              <a:srgbClr val="bfbfff"/>
            </a:solidFill>
            <a:ln w="0">
              <a:noFill/>
            </a:ln>
            <a:scene3d>
              <a:camera prst="orthographicFront"/>
              <a:lightRig rig="threePt" dir="t"/>
            </a:scene3d>
            <a:sp3d prstMaterial="translucentPowder">
              <a:bevelT prst="softRound" w="127000" h="25400"/>
            </a:sp3d>
          </p:spPr>
          <p:style>
            <a:lnRef idx="0">
              <a:schemeClr val="lt1">
                <a:hueOff val="0"/>
                <a:satOff val="0"/>
                <a:lumOff val="0"/>
                <a:alphaOff val="0"/>
              </a:schemeClr>
            </a:lnRef>
            <a:fillRef idx="1">
              <a:schemeClr val="accent1">
                <a:shade val="80000"/>
                <a:hueOff val="0"/>
                <a:satOff val="33949"/>
                <a:lumOff val="15106"/>
                <a:alphaOff val="0"/>
              </a:schemeClr>
            </a:fillRef>
            <a:effectRef idx="0">
              <a:schemeClr val="accent1">
                <a:shade val="80000"/>
                <a:hueOff val="0"/>
                <a:satOff val="33949"/>
                <a:lumOff val="15106"/>
                <a:alphaOff val="0"/>
              </a:schemeClr>
            </a:effectRef>
            <a:fontRef idx="minor"/>
          </p:style>
          <p:txBody>
            <a:bodyPr lIns="90000" rIns="90000" tIns="45000" bIns="45000" anchor="t">
              <a:noAutofit/>
            </a:bodyPr>
            <a:p>
              <a:endParaRPr b="0" lang="en-US" sz="1800" spc="-1" strike="noStrike">
                <a:solidFill>
                  <a:srgbClr val="000000"/>
                </a:solidFill>
                <a:latin typeface="Calibri"/>
              </a:endParaRPr>
            </a:p>
          </p:txBody>
        </p:sp>
        <p:sp>
          <p:nvSpPr>
            <p:cNvPr id="229" name="Rectangle 14"/>
            <p:cNvSpPr/>
            <p:nvPr/>
          </p:nvSpPr>
          <p:spPr>
            <a:xfrm>
              <a:off x="2340000" y="1523880"/>
              <a:ext cx="6732360" cy="934200"/>
            </a:xfrm>
            <a:prstGeom prst="rect">
              <a:avLst/>
            </a:prstGeom>
            <a:noFill/>
            <a:ln w="0">
              <a:noFill/>
            </a:ln>
          </p:spPr>
          <p:style>
            <a:lnRef idx="0"/>
            <a:fillRef idx="0"/>
            <a:effectRef idx="0"/>
            <a:fontRef idx="minor"/>
          </p:style>
          <p:txBody>
            <a:bodyPr numCol="1" spcCol="1440" lIns="99000" rIns="99000" tIns="99000" bIns="99000" anchor="t">
              <a:noAutofit/>
            </a:bodyPr>
            <a:p>
              <a:pPr defTabSz="1155600">
                <a:lnSpc>
                  <a:spcPct val="90000"/>
                </a:lnSpc>
                <a:spcAft>
                  <a:spcPts val="910"/>
                </a:spcAft>
              </a:pPr>
              <a:endParaRPr b="0" lang="en-US" sz="2600" spc="-1" strike="noStrike">
                <a:solidFill>
                  <a:srgbClr val="000000"/>
                </a:solidFill>
                <a:latin typeface="Calibri"/>
              </a:endParaRPr>
            </a:p>
            <a:p>
              <a:pPr defTabSz="888840">
                <a:lnSpc>
                  <a:spcPct val="90000"/>
                </a:lnSpc>
                <a:spcAft>
                  <a:spcPts val="300"/>
                </a:spcAft>
              </a:pPr>
              <a:endParaRPr b="0" lang="en-US" sz="2000" spc="-1" strike="noStrike">
                <a:solidFill>
                  <a:srgbClr val="000000"/>
                </a:solidFill>
                <a:latin typeface="Calibri"/>
              </a:endParaRPr>
            </a:p>
            <a:p>
              <a:pPr defTabSz="888840">
                <a:lnSpc>
                  <a:spcPct val="90000"/>
                </a:lnSpc>
                <a:spcAft>
                  <a:spcPts val="300"/>
                </a:spcAft>
              </a:pPr>
              <a:endParaRPr b="0" lang="en-US" sz="2000" spc="-1" strike="noStrike">
                <a:solidFill>
                  <a:srgbClr val="000000"/>
                </a:solidFill>
                <a:latin typeface="Calibri"/>
              </a:endParaRPr>
            </a:p>
          </p:txBody>
        </p:sp>
      </p:grpSp>
      <p:sp>
        <p:nvSpPr>
          <p:cNvPr id="230" name="Rectangle 15"/>
          <p:cNvSpPr/>
          <p:nvPr/>
        </p:nvSpPr>
        <p:spPr>
          <a:xfrm>
            <a:off x="467640" y="1523880"/>
            <a:ext cx="8676000" cy="57744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fr-FR" sz="3200" spc="-1" strike="noStrike">
                <a:solidFill>
                  <a:srgbClr val="ff0000"/>
                </a:solidFill>
                <a:latin typeface="Times New Roman"/>
              </a:rPr>
              <a:t>La pharmacologie est la science du médicament</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timing>
    <p:tnLst>
      <p:par>
        <p:cTn id="47" dur="indefinite" restart="never" nodeType="tmRoot">
          <p:childTnLst>
            <p:seq>
              <p:cTn id="48" dur="indefinite" nodeType="mainSeq">
                <p:childTnLst>
                  <p:par>
                    <p:cTn id="49" fill="hold">
                      <p:stCondLst>
                        <p:cond delay="indefinite"/>
                      </p:stCondLst>
                      <p:childTnLst>
                        <p:par>
                          <p:cTn id="50" fill="hold">
                            <p:stCondLst>
                              <p:cond delay="0"/>
                            </p:stCondLst>
                            <p:childTnLst>
                              <p:par>
                                <p:cTn id="51" nodeType="clickEffect" fill="hold" presetClass="entr" presetID="55">
                                  <p:stCondLst>
                                    <p:cond delay="0"/>
                                  </p:stCondLst>
                                  <p:childTnLst>
                                    <p:set>
                                      <p:cBhvr>
                                        <p:cTn id="52" dur="1" fill="hold">
                                          <p:stCondLst>
                                            <p:cond delay="0"/>
                                          </p:stCondLst>
                                        </p:cTn>
                                        <p:tgtEl>
                                          <p:spTgt spid="227"/>
                                        </p:tgtEl>
                                        <p:attrNameLst>
                                          <p:attrName>style.visibility</p:attrName>
                                        </p:attrNameLst>
                                      </p:cBhvr>
                                      <p:to>
                                        <p:strVal val="visible"/>
                                      </p:to>
                                    </p:set>
                                    <p:anim calcmode="lin" valueType="num">
                                      <p:cBhvr additive="repl">
                                        <p:cTn id="53" dur="1000" fill="hold"/>
                                        <p:tgtEl>
                                          <p:spTgt spid="227"/>
                                        </p:tgtEl>
                                        <p:attrNameLst>
                                          <p:attrName>ppt_w</p:attrName>
                                        </p:attrNameLst>
                                      </p:cBhvr>
                                      <p:tavLst>
                                        <p:tav tm="0">
                                          <p:val>
                                            <p:strVal val="#ppt_w*0.70"/>
                                          </p:val>
                                        </p:tav>
                                        <p:tav tm="100000">
                                          <p:val>
                                            <p:strVal val="#ppt_w"/>
                                          </p:val>
                                        </p:tav>
                                      </p:tavLst>
                                    </p:anim>
                                    <p:anim calcmode="lin" valueType="num">
                                      <p:cBhvr additive="repl">
                                        <p:cTn id="54" dur="1000" fill="hold"/>
                                        <p:tgtEl>
                                          <p:spTgt spid="227"/>
                                        </p:tgtEl>
                                        <p:attrNameLst>
                                          <p:attrName>ppt_h</p:attrName>
                                        </p:attrNameLst>
                                      </p:cBhvr>
                                      <p:tavLst>
                                        <p:tav tm="0">
                                          <p:val>
                                            <p:strVal val="#ppt_h"/>
                                          </p:val>
                                        </p:tav>
                                        <p:tav tm="100000">
                                          <p:val>
                                            <p:strVal val="#ppt_h"/>
                                          </p:val>
                                        </p:tav>
                                      </p:tavLst>
                                    </p:anim>
                                    <p:animEffect filter="fade" transition="in">
                                      <p:cBhvr additive="repl">
                                        <p:cTn id="55" dur="1000"/>
                                        <p:tgtEl>
                                          <p:spTgt spid="227"/>
                                        </p:tgtEl>
                                      </p:cBhvr>
                                    </p:animEffect>
                                  </p:childTnLst>
                                </p:cTn>
                              </p:par>
                              <p:par>
                                <p:cTn id="56" nodeType="withEffect" fill="hold" presetClass="entr" presetID="55">
                                  <p:stCondLst>
                                    <p:cond delay="0"/>
                                  </p:stCondLst>
                                  <p:childTnLst>
                                    <p:set>
                                      <p:cBhvr>
                                        <p:cTn id="57" dur="1" fill="hold">
                                          <p:stCondLst>
                                            <p:cond delay="0"/>
                                          </p:stCondLst>
                                        </p:cTn>
                                        <p:tgtEl>
                                          <p:spTgt spid="230"/>
                                        </p:tgtEl>
                                        <p:attrNameLst>
                                          <p:attrName>style.visibility</p:attrName>
                                        </p:attrNameLst>
                                      </p:cBhvr>
                                      <p:to>
                                        <p:strVal val="visible"/>
                                      </p:to>
                                    </p:set>
                                    <p:anim calcmode="lin" valueType="num">
                                      <p:cBhvr additive="repl">
                                        <p:cTn id="58" dur="1000" fill="hold"/>
                                        <p:tgtEl>
                                          <p:spTgt spid="230"/>
                                        </p:tgtEl>
                                        <p:attrNameLst>
                                          <p:attrName>ppt_w</p:attrName>
                                        </p:attrNameLst>
                                      </p:cBhvr>
                                      <p:tavLst>
                                        <p:tav tm="0">
                                          <p:val>
                                            <p:strVal val="#ppt_w*0.70"/>
                                          </p:val>
                                        </p:tav>
                                        <p:tav tm="100000">
                                          <p:val>
                                            <p:strVal val="#ppt_w"/>
                                          </p:val>
                                        </p:tav>
                                      </p:tavLst>
                                    </p:anim>
                                    <p:anim calcmode="lin" valueType="num">
                                      <p:cBhvr additive="repl">
                                        <p:cTn id="59" dur="1000" fill="hold"/>
                                        <p:tgtEl>
                                          <p:spTgt spid="230"/>
                                        </p:tgtEl>
                                        <p:attrNameLst>
                                          <p:attrName>ppt_h</p:attrName>
                                        </p:attrNameLst>
                                      </p:cBhvr>
                                      <p:tavLst>
                                        <p:tav tm="0">
                                          <p:val>
                                            <p:strVal val="#ppt_h"/>
                                          </p:val>
                                        </p:tav>
                                        <p:tav tm="100000">
                                          <p:val>
                                            <p:strVal val="#ppt_h"/>
                                          </p:val>
                                        </p:tav>
                                      </p:tavLst>
                                    </p:anim>
                                    <p:animEffect filter="fade" transition="in">
                                      <p:cBhvr additive="repl">
                                        <p:cTn id="60" dur="1000"/>
                                        <p:tgtEl>
                                          <p:spTgt spid="230"/>
                                        </p:tgtEl>
                                      </p:cBhvr>
                                    </p:animEffect>
                                  </p:childTnLst>
                                </p:cTn>
                              </p:par>
                            </p:childTnLst>
                          </p:cTn>
                        </p:par>
                      </p:childTnLst>
                    </p:cTn>
                  </p:par>
                  <p:par>
                    <p:cTn id="61" fill="hold">
                      <p:stCondLst>
                        <p:cond delay="indefinite"/>
                      </p:stCondLst>
                      <p:childTnLst>
                        <p:par>
                          <p:cTn id="62" fill="hold">
                            <p:stCondLst>
                              <p:cond delay="0"/>
                            </p:stCondLst>
                            <p:childTnLst>
                              <p:par>
                                <p:cTn id="63" nodeType="clickEffect" fill="hold" presetClass="entr" presetID="5" presetSubtype="10">
                                  <p:stCondLst>
                                    <p:cond delay="0"/>
                                  </p:stCondLst>
                                  <p:childTnLst>
                                    <p:set>
                                      <p:cBhvr>
                                        <p:cTn id="64" dur="1" fill="hold">
                                          <p:stCondLst>
                                            <p:cond delay="0"/>
                                          </p:stCondLst>
                                        </p:cTn>
                                        <p:tgtEl>
                                          <p:spTgt spid="220">
                                            <p:txEl>
                                              <p:pRg st="0" end="0"/>
                                            </p:txEl>
                                          </p:spTgt>
                                        </p:tgtEl>
                                        <p:attrNameLst>
                                          <p:attrName>style.visibility</p:attrName>
                                        </p:attrNameLst>
                                      </p:cBhvr>
                                      <p:to>
                                        <p:strVal val="visible"/>
                                      </p:to>
                                    </p:set>
                                    <p:animEffect filter="checkerboard(across)" transition="in">
                                      <p:cBhvr additive="repl">
                                        <p:cTn id="65" dur="500"/>
                                        <p:tgtEl>
                                          <p:spTgt spid="220">
                                            <p:txEl>
                                              <p:pRg st="0" end="0"/>
                                            </p:txEl>
                                          </p:spTgt>
                                        </p:tgtEl>
                                      </p:cBhvr>
                                    </p:animEffect>
                                  </p:childTnLst>
                                </p:cTn>
                              </p:par>
                            </p:childTnLst>
                          </p:cTn>
                        </p:par>
                      </p:childTnLst>
                    </p:cTn>
                  </p:par>
                  <p:par>
                    <p:cTn id="66" fill="hold">
                      <p:stCondLst>
                        <p:cond delay="indefinite"/>
                      </p:stCondLst>
                      <p:childTnLst>
                        <p:par>
                          <p:cTn id="67" fill="hold">
                            <p:stCondLst>
                              <p:cond delay="0"/>
                            </p:stCondLst>
                            <p:childTnLst>
                              <p:par>
                                <p:cTn id="68" nodeType="clickEffect" fill="hold" presetClass="entr" presetID="55">
                                  <p:stCondLst>
                                    <p:cond delay="0"/>
                                  </p:stCondLst>
                                  <p:childTnLst>
                                    <p:set>
                                      <p:cBhvr>
                                        <p:cTn id="69" dur="1" fill="hold">
                                          <p:stCondLst>
                                            <p:cond delay="0"/>
                                          </p:stCondLst>
                                        </p:cTn>
                                        <p:tgtEl>
                                          <p:spTgt spid="222"/>
                                        </p:tgtEl>
                                        <p:attrNameLst>
                                          <p:attrName>style.visibility</p:attrName>
                                        </p:attrNameLst>
                                      </p:cBhvr>
                                      <p:to>
                                        <p:strVal val="visible"/>
                                      </p:to>
                                    </p:set>
                                    <p:anim calcmode="lin" valueType="num">
                                      <p:cBhvr additive="repl">
                                        <p:cTn id="70" dur="1000" fill="hold"/>
                                        <p:tgtEl>
                                          <p:spTgt spid="222"/>
                                        </p:tgtEl>
                                        <p:attrNameLst>
                                          <p:attrName>ppt_w</p:attrName>
                                        </p:attrNameLst>
                                      </p:cBhvr>
                                      <p:tavLst>
                                        <p:tav tm="0">
                                          <p:val>
                                            <p:strVal val="#ppt_w*0.70"/>
                                          </p:val>
                                        </p:tav>
                                        <p:tav tm="100000">
                                          <p:val>
                                            <p:strVal val="#ppt_w"/>
                                          </p:val>
                                        </p:tav>
                                      </p:tavLst>
                                    </p:anim>
                                    <p:anim calcmode="lin" valueType="num">
                                      <p:cBhvr additive="repl">
                                        <p:cTn id="71" dur="1000" fill="hold"/>
                                        <p:tgtEl>
                                          <p:spTgt spid="222"/>
                                        </p:tgtEl>
                                        <p:attrNameLst>
                                          <p:attrName>ppt_h</p:attrName>
                                        </p:attrNameLst>
                                      </p:cBhvr>
                                      <p:tavLst>
                                        <p:tav tm="0">
                                          <p:val>
                                            <p:strVal val="#ppt_h"/>
                                          </p:val>
                                        </p:tav>
                                        <p:tav tm="100000">
                                          <p:val>
                                            <p:strVal val="#ppt_h"/>
                                          </p:val>
                                        </p:tav>
                                      </p:tavLst>
                                    </p:anim>
                                    <p:animEffect filter="fade" transition="in">
                                      <p:cBhvr additive="repl">
                                        <p:cTn id="72" dur="1000"/>
                                        <p:tgtEl>
                                          <p:spTgt spid="222"/>
                                        </p:tgtEl>
                                      </p:cBhvr>
                                    </p:animEffect>
                                  </p:childTnLst>
                                </p:cTn>
                              </p:par>
                              <p:par>
                                <p:cTn id="73" nodeType="withEffect" fill="hold" presetClass="entr" presetID="5" presetSubtype="10">
                                  <p:stCondLst>
                                    <p:cond delay="0"/>
                                  </p:stCondLst>
                                  <p:childTnLst>
                                    <p:set>
                                      <p:cBhvr>
                                        <p:cTn id="74" dur="1" fill="hold">
                                          <p:stCondLst>
                                            <p:cond delay="0"/>
                                          </p:stCondLst>
                                        </p:cTn>
                                        <p:tgtEl>
                                          <p:spTgt spid="225"/>
                                        </p:tgtEl>
                                        <p:attrNameLst>
                                          <p:attrName>style.visibility</p:attrName>
                                        </p:attrNameLst>
                                      </p:cBhvr>
                                      <p:to>
                                        <p:strVal val="visible"/>
                                      </p:to>
                                    </p:set>
                                    <p:animEffect filter="checkerboard(across)" transition="in">
                                      <p:cBhvr additive="repl">
                                        <p:cTn id="75" dur="500"/>
                                        <p:tgtEl>
                                          <p:spTgt spid="2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Rectangle 4"/>
          <p:cNvSpPr/>
          <p:nvPr/>
        </p:nvSpPr>
        <p:spPr>
          <a:xfrm>
            <a:off x="179640" y="982080"/>
            <a:ext cx="8784720" cy="484704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fr-FR" sz="3200" spc="-1" strike="noStrike">
                <a:solidFill>
                  <a:srgbClr val="ff0000"/>
                </a:solidFill>
                <a:latin typeface="Times New Roman"/>
              </a:rPr>
              <a:t>La pharmacologie est la science du médicament</a:t>
            </a:r>
            <a:endParaRPr b="0" lang="en-US" sz="3200" spc="-1" strike="noStrike">
              <a:solidFill>
                <a:srgbClr val="000000"/>
              </a:solidFill>
              <a:latin typeface="Calibri"/>
            </a:endParaRPr>
          </a:p>
          <a:p>
            <a:pPr algn="ctr" defTabSz="914400">
              <a:lnSpc>
                <a:spcPct val="100000"/>
              </a:lnSpc>
            </a:pPr>
            <a:endParaRPr b="0" lang="en-US" sz="2800" spc="-1" strike="noStrike">
              <a:solidFill>
                <a:srgbClr val="000000"/>
              </a:solidFill>
              <a:latin typeface="Calibri"/>
            </a:endParaRPr>
          </a:p>
          <a:p>
            <a:pPr marL="514440" indent="-514440" defTabSz="914400">
              <a:lnSpc>
                <a:spcPct val="150000"/>
              </a:lnSpc>
              <a:buClr>
                <a:srgbClr val="5b5b98"/>
              </a:buClr>
              <a:buFont typeface="Wingdings" charset="2"/>
              <a:buChar char=""/>
            </a:pPr>
            <a:r>
              <a:rPr b="1" lang="fr-FR" sz="2800" spc="-1" strike="noStrike">
                <a:solidFill>
                  <a:schemeClr val="accent4">
                    <a:lumMod val="50000"/>
                  </a:schemeClr>
                </a:solidFill>
                <a:latin typeface="Times New Roman"/>
              </a:rPr>
              <a:t>Devenir des médicaments dans l’organisme</a:t>
            </a:r>
            <a:endParaRPr b="0" lang="en-US" sz="2800" spc="-1" strike="noStrike">
              <a:solidFill>
                <a:srgbClr val="000000"/>
              </a:solidFill>
              <a:latin typeface="Calibri"/>
            </a:endParaRPr>
          </a:p>
          <a:p>
            <a:pPr marL="514440" indent="-514440" defTabSz="914400">
              <a:lnSpc>
                <a:spcPct val="150000"/>
              </a:lnSpc>
              <a:buClr>
                <a:srgbClr val="5b5b98"/>
              </a:buClr>
              <a:buFont typeface="Wingdings" charset="2"/>
              <a:buChar char=""/>
            </a:pPr>
            <a:r>
              <a:rPr b="1" lang="fr-FR" sz="2800" spc="-1" strike="noStrike">
                <a:solidFill>
                  <a:schemeClr val="accent4">
                    <a:lumMod val="50000"/>
                  </a:schemeClr>
                </a:solidFill>
                <a:latin typeface="Times New Roman"/>
              </a:rPr>
              <a:t>Identifier des cibles potentielles</a:t>
            </a:r>
            <a:endParaRPr b="0" lang="en-US" sz="2800" spc="-1" strike="noStrike">
              <a:solidFill>
                <a:srgbClr val="000000"/>
              </a:solidFill>
              <a:latin typeface="Calibri"/>
            </a:endParaRPr>
          </a:p>
          <a:p>
            <a:pPr marL="514440" indent="-514440" defTabSz="914400">
              <a:lnSpc>
                <a:spcPct val="150000"/>
              </a:lnSpc>
              <a:buClr>
                <a:srgbClr val="5b5b98"/>
              </a:buClr>
              <a:buFont typeface="Wingdings" charset="2"/>
              <a:buChar char=""/>
            </a:pPr>
            <a:r>
              <a:rPr b="1" lang="fr-FR" sz="2800" spc="-1" strike="noStrike">
                <a:solidFill>
                  <a:schemeClr val="accent4">
                    <a:lumMod val="50000"/>
                  </a:schemeClr>
                </a:solidFill>
                <a:latin typeface="Times New Roman"/>
              </a:rPr>
              <a:t>Identifier le mécanisme d’action</a:t>
            </a:r>
            <a:endParaRPr b="0" lang="en-US" sz="2800" spc="-1" strike="noStrike">
              <a:solidFill>
                <a:srgbClr val="000000"/>
              </a:solidFill>
              <a:latin typeface="Calibri"/>
            </a:endParaRPr>
          </a:p>
          <a:p>
            <a:pPr marL="514440" indent="-514440" defTabSz="914400">
              <a:lnSpc>
                <a:spcPct val="150000"/>
              </a:lnSpc>
              <a:buClr>
                <a:srgbClr val="5b5b98"/>
              </a:buClr>
              <a:buFont typeface="Wingdings" charset="2"/>
              <a:buChar char=""/>
            </a:pPr>
            <a:r>
              <a:rPr b="1" lang="fr-FR" sz="2800" spc="-1" strike="noStrike">
                <a:solidFill>
                  <a:schemeClr val="accent4">
                    <a:lumMod val="50000"/>
                  </a:schemeClr>
                </a:solidFill>
                <a:latin typeface="Times New Roman"/>
              </a:rPr>
              <a:t>Définir les conditions d’utilisation</a:t>
            </a:r>
            <a:endParaRPr b="0" lang="en-US" sz="2800" spc="-1" strike="noStrike">
              <a:solidFill>
                <a:srgbClr val="000000"/>
              </a:solidFill>
              <a:latin typeface="Calibri"/>
            </a:endParaRPr>
          </a:p>
          <a:p>
            <a:pPr marL="514440" indent="-514440" defTabSz="914400">
              <a:lnSpc>
                <a:spcPct val="150000"/>
              </a:lnSpc>
              <a:buClr>
                <a:srgbClr val="5b5b98"/>
              </a:buClr>
              <a:buFont typeface="Wingdings" charset="2"/>
              <a:buChar char=""/>
            </a:pPr>
            <a:r>
              <a:rPr b="1" lang="fr-FR" sz="2800" spc="-1" strike="noStrike">
                <a:solidFill>
                  <a:schemeClr val="accent4">
                    <a:lumMod val="50000"/>
                  </a:schemeClr>
                </a:solidFill>
                <a:latin typeface="Times New Roman"/>
              </a:rPr>
              <a:t>Evaluer l’efficacité (essais cliniques)</a:t>
            </a:r>
            <a:endParaRPr b="0" lang="en-US" sz="2800" spc="-1" strike="noStrike">
              <a:solidFill>
                <a:srgbClr val="000000"/>
              </a:solidFill>
              <a:latin typeface="Calibri"/>
            </a:endParaRPr>
          </a:p>
          <a:p>
            <a:pPr marL="514440" indent="-514440" defTabSz="914400">
              <a:lnSpc>
                <a:spcPct val="150000"/>
              </a:lnSpc>
              <a:buClr>
                <a:srgbClr val="5b5b98"/>
              </a:buClr>
              <a:buFont typeface="Wingdings" charset="2"/>
              <a:buChar char=""/>
            </a:pPr>
            <a:r>
              <a:rPr b="1" lang="fr-FR" sz="2800" spc="-1" strike="noStrike">
                <a:solidFill>
                  <a:schemeClr val="accent4">
                    <a:lumMod val="50000"/>
                  </a:schemeClr>
                </a:solidFill>
                <a:latin typeface="Times New Roman"/>
              </a:rPr>
              <a:t>Evaluer leur sécurité (pharmacovigilance)</a:t>
            </a:r>
            <a:endParaRPr b="0" lang="en-US" sz="2800" spc="-1" strike="noStrike">
              <a:solidFill>
                <a:srgbClr val="000000"/>
              </a:solidFill>
              <a:latin typeface="Calibri"/>
            </a:endParaRPr>
          </a:p>
        </p:txBody>
      </p:sp>
      <p:sp>
        <p:nvSpPr>
          <p:cNvPr id="232" name="PlaceHolder 1"/>
          <p:cNvSpPr>
            <a:spLocks noGrp="1"/>
          </p:cNvSpPr>
          <p:nvPr>
            <p:ph type="sldNum" idx="44"/>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B9584895-774F-420A-9546-541433E27498}"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Rectangle 1"/>
          <p:cNvSpPr/>
          <p:nvPr/>
        </p:nvSpPr>
        <p:spPr>
          <a:xfrm>
            <a:off x="0" y="883800"/>
            <a:ext cx="8964000" cy="5762880"/>
          </a:xfrm>
          <a:prstGeom prst="rect">
            <a:avLst/>
          </a:prstGeom>
          <a:noFill/>
          <a:ln w="9525">
            <a:noFill/>
          </a:ln>
        </p:spPr>
        <p:style>
          <a:lnRef idx="0"/>
          <a:fillRef idx="0"/>
          <a:effectRef idx="0"/>
          <a:fontRef idx="minor"/>
        </p:style>
        <p:txBody>
          <a:bodyPr numCol="1" spcCol="0" anchor="ctr">
            <a:spAutoFit/>
          </a:bodyPr>
          <a:p>
            <a:pPr algn="just" defTabSz="914400">
              <a:lnSpc>
                <a:spcPct val="100000"/>
              </a:lnSpc>
              <a:buSzPct val="100058"/>
              <a:buBlip>
                <a:blip r:embed="rId1"/>
              </a:buBlip>
            </a:pPr>
            <a:r>
              <a:rPr b="1" i="1" lang="fr-FR" sz="2800" spc="-1" strike="noStrike" u="sng">
                <a:solidFill>
                  <a:srgbClr val="d60093"/>
                </a:solidFill>
                <a:uFillTx/>
                <a:latin typeface="Times New Roman"/>
              </a:rPr>
              <a:t>Pharmacocinétique </a:t>
            </a:r>
            <a:r>
              <a:rPr b="1" i="1" lang="fr-FR" sz="2800" spc="-1" strike="noStrike">
                <a:solidFill>
                  <a:srgbClr val="d60093"/>
                </a:solidFill>
                <a:latin typeface="Times New Roman"/>
              </a:rPr>
              <a:t>: </a:t>
            </a:r>
            <a:r>
              <a:rPr b="0" lang="fr-FR" sz="2800" spc="-1" strike="noStrike">
                <a:solidFill>
                  <a:schemeClr val="dk1"/>
                </a:solidFill>
                <a:latin typeface="Times New Roman"/>
              </a:rPr>
              <a:t>étude de l’absorption, distribution, transformation et élimination des médicaments de l’organisme</a:t>
            </a:r>
            <a:endParaRPr b="0" lang="en-US" sz="2800" spc="-1" strike="noStrike">
              <a:solidFill>
                <a:srgbClr val="000000"/>
              </a:solidFill>
              <a:latin typeface="Calibri"/>
            </a:endParaRPr>
          </a:p>
          <a:p>
            <a:pPr algn="just" defTabSz="914400">
              <a:lnSpc>
                <a:spcPct val="100000"/>
              </a:lnSpc>
              <a:tabLst>
                <a:tab algn="l" pos="0"/>
              </a:tabLst>
            </a:pPr>
            <a:endParaRPr b="0" lang="en-US" sz="1200" spc="-1" strike="noStrike">
              <a:solidFill>
                <a:srgbClr val="000000"/>
              </a:solidFill>
              <a:latin typeface="Calibri"/>
            </a:endParaRPr>
          </a:p>
          <a:p>
            <a:pPr algn="just" defTabSz="914400">
              <a:lnSpc>
                <a:spcPct val="100000"/>
              </a:lnSpc>
              <a:buSzPct val="100058"/>
              <a:buBlip>
                <a:blip r:embed="rId2"/>
              </a:buBlip>
              <a:tabLst>
                <a:tab algn="l" pos="0"/>
              </a:tabLst>
            </a:pPr>
            <a:r>
              <a:rPr b="1" i="1" lang="fr-FR" sz="2800" spc="-1" strike="noStrike" u="sng">
                <a:solidFill>
                  <a:srgbClr val="d60093"/>
                </a:solidFill>
                <a:uFillTx/>
                <a:latin typeface="Times New Roman"/>
              </a:rPr>
              <a:t>Pharmacodynamie </a:t>
            </a:r>
            <a:r>
              <a:rPr b="0" lang="fr-FR" sz="2800" spc="-1" strike="noStrike">
                <a:solidFill>
                  <a:schemeClr val="accent6">
                    <a:lumMod val="50000"/>
                  </a:schemeClr>
                </a:solidFill>
                <a:latin typeface="Times New Roman"/>
              </a:rPr>
              <a:t>: </a:t>
            </a:r>
            <a:r>
              <a:rPr b="0" lang="fr-FR" sz="2800" spc="-1" strike="noStrike">
                <a:solidFill>
                  <a:schemeClr val="dk1"/>
                </a:solidFill>
                <a:latin typeface="Times New Roman"/>
              </a:rPr>
              <a:t>étude des effets des médicaments sur les êtres vivants.</a:t>
            </a:r>
            <a:endParaRPr b="0" lang="en-US" sz="2800" spc="-1" strike="noStrike">
              <a:solidFill>
                <a:srgbClr val="000000"/>
              </a:solidFill>
              <a:latin typeface="Calibri"/>
            </a:endParaRPr>
          </a:p>
          <a:p>
            <a:pPr algn="just" defTabSz="914400">
              <a:lnSpc>
                <a:spcPct val="100000"/>
              </a:lnSpc>
              <a:tabLst>
                <a:tab algn="l" pos="0"/>
              </a:tabLst>
            </a:pPr>
            <a:endParaRPr b="0" lang="en-US" sz="1200" spc="-1" strike="noStrike">
              <a:solidFill>
                <a:srgbClr val="000000"/>
              </a:solidFill>
              <a:latin typeface="Calibri"/>
            </a:endParaRPr>
          </a:p>
          <a:p>
            <a:pPr algn="just" defTabSz="914400">
              <a:lnSpc>
                <a:spcPct val="100000"/>
              </a:lnSpc>
              <a:buSzPct val="100058"/>
              <a:buBlip>
                <a:blip r:embed="rId3"/>
              </a:buBlip>
              <a:tabLst>
                <a:tab algn="l" pos="0"/>
              </a:tabLst>
            </a:pPr>
            <a:r>
              <a:rPr b="1" i="1" lang="fr-FR" sz="2800" spc="-1" strike="noStrike" u="sng">
                <a:solidFill>
                  <a:srgbClr val="d60093"/>
                </a:solidFill>
                <a:uFillTx/>
                <a:latin typeface="Times New Roman"/>
              </a:rPr>
              <a:t>Pharmacologie moléculaire</a:t>
            </a:r>
            <a:r>
              <a:rPr b="1" i="1" lang="fr-FR" sz="2800" spc="-1" strike="noStrike">
                <a:solidFill>
                  <a:srgbClr val="d60093"/>
                </a:solidFill>
                <a:latin typeface="Times New Roman"/>
              </a:rPr>
              <a:t> </a:t>
            </a:r>
            <a:r>
              <a:rPr b="0" lang="fr-FR" sz="2800" spc="-1" strike="noStrike">
                <a:solidFill>
                  <a:schemeClr val="accent6">
                    <a:lumMod val="50000"/>
                  </a:schemeClr>
                </a:solidFill>
                <a:latin typeface="Times New Roman"/>
              </a:rPr>
              <a:t>: </a:t>
            </a:r>
            <a:r>
              <a:rPr b="0" lang="fr-FR" sz="2800" spc="-1" strike="noStrike">
                <a:solidFill>
                  <a:schemeClr val="dk1"/>
                </a:solidFill>
                <a:latin typeface="Times New Roman"/>
              </a:rPr>
              <a:t>étude de l’interaction avec les biomolécules de l’organisme.</a:t>
            </a:r>
            <a:endParaRPr b="0" lang="en-US" sz="2800" spc="-1" strike="noStrike">
              <a:solidFill>
                <a:srgbClr val="000000"/>
              </a:solidFill>
              <a:latin typeface="Calibri"/>
            </a:endParaRPr>
          </a:p>
          <a:p>
            <a:pPr algn="just" defTabSz="914400">
              <a:lnSpc>
                <a:spcPct val="100000"/>
              </a:lnSpc>
              <a:tabLst>
                <a:tab algn="l" pos="0"/>
              </a:tabLst>
            </a:pPr>
            <a:endParaRPr b="0" lang="en-US" sz="1200" spc="-1" strike="noStrike">
              <a:solidFill>
                <a:srgbClr val="000000"/>
              </a:solidFill>
              <a:latin typeface="Calibri"/>
            </a:endParaRPr>
          </a:p>
          <a:p>
            <a:pPr algn="just" defTabSz="914400">
              <a:lnSpc>
                <a:spcPct val="100000"/>
              </a:lnSpc>
              <a:buSzPct val="100058"/>
              <a:buBlip>
                <a:blip r:embed="rId4"/>
              </a:buBlip>
              <a:tabLst>
                <a:tab algn="l" pos="0"/>
              </a:tabLst>
            </a:pPr>
            <a:r>
              <a:rPr b="0" lang="fr-FR" sz="2800" spc="-1" strike="noStrike" u="sng">
                <a:solidFill>
                  <a:srgbClr val="ff0000"/>
                </a:solidFill>
                <a:uFillTx/>
                <a:latin typeface="Times New Roman"/>
              </a:rPr>
              <a:t> </a:t>
            </a:r>
            <a:r>
              <a:rPr b="1" lang="fr-FR" sz="2800" spc="-1" strike="noStrike" u="sng">
                <a:solidFill>
                  <a:srgbClr val="d60093"/>
                </a:solidFill>
                <a:uFillTx/>
                <a:latin typeface="Times New Roman"/>
              </a:rPr>
              <a:t>Pharmacologie clinique </a:t>
            </a:r>
            <a:r>
              <a:rPr b="0" lang="fr-FR" sz="2800" spc="-1" strike="noStrike">
                <a:solidFill>
                  <a:srgbClr val="d60093"/>
                </a:solidFill>
                <a:latin typeface="Times New Roman"/>
              </a:rPr>
              <a:t>: </a:t>
            </a:r>
            <a:r>
              <a:rPr b="0" lang="fr-FR" sz="2800" spc="-1" strike="noStrike">
                <a:solidFill>
                  <a:schemeClr val="dk1"/>
                </a:solidFill>
                <a:latin typeface="Times New Roman"/>
              </a:rPr>
              <a:t>médicaments et êtres humains</a:t>
            </a:r>
            <a:endParaRPr b="0" lang="en-US" sz="2800" spc="-1" strike="noStrike">
              <a:solidFill>
                <a:srgbClr val="000000"/>
              </a:solidFill>
              <a:latin typeface="Calibri"/>
            </a:endParaRPr>
          </a:p>
          <a:p>
            <a:pPr algn="just" defTabSz="914400">
              <a:lnSpc>
                <a:spcPct val="100000"/>
              </a:lnSpc>
              <a:buSzPct val="100058"/>
              <a:buBlip>
                <a:blip r:embed="rId5"/>
              </a:buBlip>
              <a:tabLst>
                <a:tab algn="l" pos="0"/>
              </a:tabLst>
            </a:pPr>
            <a:r>
              <a:rPr b="0" lang="fr-FR" sz="2800" spc="-1" strike="noStrike">
                <a:solidFill>
                  <a:schemeClr val="dk1"/>
                </a:solidFill>
                <a:latin typeface="Times New Roman"/>
              </a:rPr>
              <a:t> </a:t>
            </a:r>
            <a:r>
              <a:rPr b="1" lang="fr-FR" sz="2800" spc="-1" strike="noStrike" u="sng">
                <a:solidFill>
                  <a:srgbClr val="d60093"/>
                </a:solidFill>
                <a:uFillTx/>
                <a:latin typeface="Times New Roman"/>
              </a:rPr>
              <a:t>Pharmacologie expérimentale:</a:t>
            </a:r>
            <a:r>
              <a:rPr b="0" lang="fr-FR" sz="2800" spc="-1" strike="noStrike">
                <a:solidFill>
                  <a:srgbClr val="d60093"/>
                </a:solidFill>
                <a:latin typeface="Times New Roman"/>
              </a:rPr>
              <a:t> </a:t>
            </a:r>
            <a:r>
              <a:rPr b="0" lang="fr-FR" sz="2800" spc="-1" strike="noStrike">
                <a:solidFill>
                  <a:schemeClr val="dk1"/>
                </a:solidFill>
                <a:latin typeface="Times New Roman"/>
              </a:rPr>
              <a:t>expérimentation des médicaments sur les animaux </a:t>
            </a:r>
            <a:endParaRPr b="0" lang="en-US" sz="2800" spc="-1" strike="noStrike">
              <a:solidFill>
                <a:srgbClr val="000000"/>
              </a:solidFill>
              <a:latin typeface="Calibri"/>
            </a:endParaRPr>
          </a:p>
          <a:p>
            <a:pPr algn="just" defTabSz="914400">
              <a:lnSpc>
                <a:spcPct val="100000"/>
              </a:lnSpc>
              <a:buSzPct val="100058"/>
              <a:buBlip>
                <a:blip r:embed="rId6"/>
              </a:buBlip>
              <a:tabLst>
                <a:tab algn="l" pos="0"/>
              </a:tabLst>
            </a:pPr>
            <a:r>
              <a:rPr b="0" lang="fr-FR" sz="2800" spc="-1" strike="noStrike">
                <a:solidFill>
                  <a:schemeClr val="dk1"/>
                </a:solidFill>
                <a:latin typeface="Times New Roman"/>
              </a:rPr>
              <a:t> </a:t>
            </a:r>
            <a:r>
              <a:rPr b="1" lang="fr-FR" sz="2800" spc="-1" strike="noStrike" u="sng">
                <a:solidFill>
                  <a:srgbClr val="d60093"/>
                </a:solidFill>
                <a:uFillTx/>
                <a:latin typeface="Times New Roman"/>
              </a:rPr>
              <a:t>Pharmacodépendance</a:t>
            </a:r>
            <a:r>
              <a:rPr b="1" lang="fr-FR" sz="2800" spc="-1" strike="noStrike">
                <a:solidFill>
                  <a:srgbClr val="d60093"/>
                </a:solidFill>
                <a:latin typeface="Times New Roman"/>
              </a:rPr>
              <a:t> :</a:t>
            </a:r>
            <a:r>
              <a:rPr b="0" lang="fr-FR" sz="2800" spc="-1" strike="noStrike">
                <a:solidFill>
                  <a:schemeClr val="dk1"/>
                </a:solidFill>
                <a:latin typeface="Times New Roman"/>
              </a:rPr>
              <a:t> dépendance à une substance psycho-active</a:t>
            </a:r>
            <a:endParaRPr b="0" lang="en-US" sz="2800" spc="-1" strike="noStrike">
              <a:solidFill>
                <a:srgbClr val="000000"/>
              </a:solidFill>
              <a:latin typeface="Calibri"/>
            </a:endParaRPr>
          </a:p>
        </p:txBody>
      </p:sp>
      <p:sp>
        <p:nvSpPr>
          <p:cNvPr id="234" name="PlaceHolder 1"/>
          <p:cNvSpPr>
            <a:spLocks noGrp="1"/>
          </p:cNvSpPr>
          <p:nvPr>
            <p:ph type="sldNum" idx="45"/>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21F26FFE-6B28-4284-9E31-FFD2C39C59B5}"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sp>
        <p:nvSpPr>
          <p:cNvPr id="235" name="Rectangle 5"/>
          <p:cNvSpPr/>
          <p:nvPr/>
        </p:nvSpPr>
        <p:spPr>
          <a:xfrm>
            <a:off x="285840" y="285840"/>
            <a:ext cx="8429400" cy="4554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fr-FR" sz="2400" spc="-1" strike="noStrike" u="sng">
                <a:solidFill>
                  <a:srgbClr val="ff0000"/>
                </a:solidFill>
                <a:uFillTx/>
                <a:latin typeface="Times New Roman"/>
              </a:rPr>
              <a:t>Pharmacologie</a:t>
            </a:r>
            <a:r>
              <a:rPr b="1" lang="fr-FR" sz="2400" spc="-1" strike="noStrike">
                <a:solidFill>
                  <a:srgbClr val="ff0000"/>
                </a:solidFill>
                <a:latin typeface="Times New Roman"/>
              </a:rPr>
              <a:t> = </a:t>
            </a:r>
            <a:r>
              <a:rPr b="1" lang="fr-FR" sz="2400" spc="-1" strike="noStrike" u="sng">
                <a:solidFill>
                  <a:srgbClr val="ff0000"/>
                </a:solidFill>
                <a:uFillTx/>
                <a:latin typeface="Times New Roman"/>
              </a:rPr>
              <a:t>«Science des médicaments» sans limitation</a:t>
            </a:r>
            <a:endParaRPr b="0" lang="en-US" sz="2400" spc="-1" strike="noStrike">
              <a:solidFill>
                <a:srgbClr val="000000"/>
              </a:solidFill>
              <a:latin typeface="Calibri"/>
            </a:endParaRPr>
          </a:p>
        </p:txBody>
      </p:sp>
    </p:spTree>
  </p:cSld>
  <p:transition>
    <p:wipe dir="r"/>
  </p:transition>
  <p:timing>
    <p:tnLst>
      <p:par>
        <p:cTn id="76" dur="indefinite" restart="never" nodeType="tmRoot">
          <p:childTnLst>
            <p:seq>
              <p:cTn id="77" dur="indefinite" nodeType="mainSeq">
                <p:childTnLst>
                  <p:par>
                    <p:cTn id="78" fill="hold">
                      <p:stCondLst>
                        <p:cond delay="indefinite"/>
                      </p:stCondLst>
                      <p:childTnLst>
                        <p:par>
                          <p:cTn id="79" fill="hold">
                            <p:stCondLst>
                              <p:cond delay="0"/>
                            </p:stCondLst>
                            <p:childTnLst>
                              <p:par>
                                <p:cTn id="80" nodeType="clickEffect" fill="hold" presetClass="entr" presetID="55">
                                  <p:stCondLst>
                                    <p:cond delay="0"/>
                                  </p:stCondLst>
                                  <p:childTnLst>
                                    <p:set>
                                      <p:cBhvr>
                                        <p:cTn id="81" dur="1" fill="hold">
                                          <p:stCondLst>
                                            <p:cond delay="0"/>
                                          </p:stCondLst>
                                        </p:cTn>
                                        <p:tgtEl>
                                          <p:spTgt spid="233">
                                            <p:txEl>
                                              <p:pRg st="2" end="2"/>
                                            </p:txEl>
                                          </p:spTgt>
                                        </p:tgtEl>
                                        <p:attrNameLst>
                                          <p:attrName>style.visibility</p:attrName>
                                        </p:attrNameLst>
                                      </p:cBhvr>
                                      <p:to>
                                        <p:strVal val="visible"/>
                                      </p:to>
                                    </p:set>
                                    <p:anim calcmode="lin" valueType="num">
                                      <p:cBhvr additive="repl">
                                        <p:cTn id="82" dur="1000" fill="hold"/>
                                        <p:tgtEl>
                                          <p:spTgt spid="233">
                                            <p:txEl>
                                              <p:pRg st="2" end="2"/>
                                            </p:txEl>
                                          </p:spTgt>
                                        </p:tgtEl>
                                        <p:attrNameLst>
                                          <p:attrName>ppt_w</p:attrName>
                                        </p:attrNameLst>
                                      </p:cBhvr>
                                      <p:tavLst>
                                        <p:tav tm="0">
                                          <p:val>
                                            <p:strVal val="#ppt_w*0.70"/>
                                          </p:val>
                                        </p:tav>
                                        <p:tav tm="100000">
                                          <p:val>
                                            <p:strVal val="#ppt_w"/>
                                          </p:val>
                                        </p:tav>
                                      </p:tavLst>
                                    </p:anim>
                                    <p:anim calcmode="lin" valueType="num">
                                      <p:cBhvr additive="repl">
                                        <p:cTn id="83" dur="1000" fill="hold"/>
                                        <p:tgtEl>
                                          <p:spTgt spid="233">
                                            <p:txEl>
                                              <p:pRg st="2" end="2"/>
                                            </p:txEl>
                                          </p:spTgt>
                                        </p:tgtEl>
                                        <p:attrNameLst>
                                          <p:attrName>ppt_h</p:attrName>
                                        </p:attrNameLst>
                                      </p:cBhvr>
                                      <p:tavLst>
                                        <p:tav tm="0">
                                          <p:val>
                                            <p:strVal val="#ppt_h"/>
                                          </p:val>
                                        </p:tav>
                                        <p:tav tm="100000">
                                          <p:val>
                                            <p:strVal val="#ppt_h"/>
                                          </p:val>
                                        </p:tav>
                                      </p:tavLst>
                                    </p:anim>
                                    <p:animEffect filter="fade" transition="in">
                                      <p:cBhvr additive="repl">
                                        <p:cTn id="84" dur="1000"/>
                                        <p:tgtEl>
                                          <p:spTgt spid="233">
                                            <p:txEl>
                                              <p:pRg st="2" end="2"/>
                                            </p:txEl>
                                          </p:spTgt>
                                        </p:tgtEl>
                                      </p:cBhvr>
                                    </p:animEffect>
                                  </p:childTnLst>
                                </p:cTn>
                              </p:par>
                            </p:childTnLst>
                          </p:cTn>
                        </p:par>
                      </p:childTnLst>
                    </p:cTn>
                  </p:par>
                  <p:par>
                    <p:cTn id="85" fill="hold">
                      <p:stCondLst>
                        <p:cond delay="indefinite"/>
                      </p:stCondLst>
                      <p:childTnLst>
                        <p:par>
                          <p:cTn id="86" fill="hold">
                            <p:stCondLst>
                              <p:cond delay="0"/>
                            </p:stCondLst>
                            <p:childTnLst>
                              <p:par>
                                <p:cTn id="87" nodeType="clickEffect" fill="hold" presetClass="entr" presetID="55">
                                  <p:stCondLst>
                                    <p:cond delay="0"/>
                                  </p:stCondLst>
                                  <p:childTnLst>
                                    <p:set>
                                      <p:cBhvr>
                                        <p:cTn id="88" dur="1" fill="hold">
                                          <p:stCondLst>
                                            <p:cond delay="0"/>
                                          </p:stCondLst>
                                        </p:cTn>
                                        <p:tgtEl>
                                          <p:spTgt spid="233">
                                            <p:txEl>
                                              <p:pRg st="4" end="4"/>
                                            </p:txEl>
                                          </p:spTgt>
                                        </p:tgtEl>
                                        <p:attrNameLst>
                                          <p:attrName>style.visibility</p:attrName>
                                        </p:attrNameLst>
                                      </p:cBhvr>
                                      <p:to>
                                        <p:strVal val="visible"/>
                                      </p:to>
                                    </p:set>
                                    <p:anim calcmode="lin" valueType="num">
                                      <p:cBhvr additive="repl">
                                        <p:cTn id="89" dur="1000" fill="hold"/>
                                        <p:tgtEl>
                                          <p:spTgt spid="233">
                                            <p:txEl>
                                              <p:pRg st="4" end="4"/>
                                            </p:txEl>
                                          </p:spTgt>
                                        </p:tgtEl>
                                        <p:attrNameLst>
                                          <p:attrName>ppt_w</p:attrName>
                                        </p:attrNameLst>
                                      </p:cBhvr>
                                      <p:tavLst>
                                        <p:tav tm="0">
                                          <p:val>
                                            <p:strVal val="#ppt_w*0.70"/>
                                          </p:val>
                                        </p:tav>
                                        <p:tav tm="100000">
                                          <p:val>
                                            <p:strVal val="#ppt_w"/>
                                          </p:val>
                                        </p:tav>
                                      </p:tavLst>
                                    </p:anim>
                                    <p:anim calcmode="lin" valueType="num">
                                      <p:cBhvr additive="repl">
                                        <p:cTn id="90" dur="1000" fill="hold"/>
                                        <p:tgtEl>
                                          <p:spTgt spid="233">
                                            <p:txEl>
                                              <p:pRg st="4" end="4"/>
                                            </p:txEl>
                                          </p:spTgt>
                                        </p:tgtEl>
                                        <p:attrNameLst>
                                          <p:attrName>ppt_h</p:attrName>
                                        </p:attrNameLst>
                                      </p:cBhvr>
                                      <p:tavLst>
                                        <p:tav tm="0">
                                          <p:val>
                                            <p:strVal val="#ppt_h"/>
                                          </p:val>
                                        </p:tav>
                                        <p:tav tm="100000">
                                          <p:val>
                                            <p:strVal val="#ppt_h"/>
                                          </p:val>
                                        </p:tav>
                                      </p:tavLst>
                                    </p:anim>
                                    <p:animEffect filter="fade" transition="in">
                                      <p:cBhvr additive="repl">
                                        <p:cTn id="91" dur="1000"/>
                                        <p:tgtEl>
                                          <p:spTgt spid="233">
                                            <p:txEl>
                                              <p:pRg st="4" end="4"/>
                                            </p:txEl>
                                          </p:spTgt>
                                        </p:tgtEl>
                                      </p:cBhvr>
                                    </p:animEffect>
                                  </p:childTnLst>
                                </p:cTn>
                              </p:par>
                            </p:childTnLst>
                          </p:cTn>
                        </p:par>
                      </p:childTnLst>
                    </p:cTn>
                  </p:par>
                  <p:par>
                    <p:cTn id="92" fill="hold">
                      <p:stCondLst>
                        <p:cond delay="indefinite"/>
                      </p:stCondLst>
                      <p:childTnLst>
                        <p:par>
                          <p:cTn id="93" fill="hold">
                            <p:stCondLst>
                              <p:cond delay="0"/>
                            </p:stCondLst>
                            <p:childTnLst>
                              <p:par>
                                <p:cTn id="94" nodeType="clickEffect" fill="hold" presetClass="entr" presetID="55">
                                  <p:stCondLst>
                                    <p:cond delay="0"/>
                                  </p:stCondLst>
                                  <p:childTnLst>
                                    <p:set>
                                      <p:cBhvr>
                                        <p:cTn id="95" dur="1" fill="hold">
                                          <p:stCondLst>
                                            <p:cond delay="0"/>
                                          </p:stCondLst>
                                        </p:cTn>
                                        <p:tgtEl>
                                          <p:spTgt spid="233">
                                            <p:txEl>
                                              <p:pRg st="6" end="6"/>
                                            </p:txEl>
                                          </p:spTgt>
                                        </p:tgtEl>
                                        <p:attrNameLst>
                                          <p:attrName>style.visibility</p:attrName>
                                        </p:attrNameLst>
                                      </p:cBhvr>
                                      <p:to>
                                        <p:strVal val="visible"/>
                                      </p:to>
                                    </p:set>
                                    <p:anim calcmode="lin" valueType="num">
                                      <p:cBhvr additive="repl">
                                        <p:cTn id="96" dur="1000" fill="hold"/>
                                        <p:tgtEl>
                                          <p:spTgt spid="233">
                                            <p:txEl>
                                              <p:pRg st="6" end="6"/>
                                            </p:txEl>
                                          </p:spTgt>
                                        </p:tgtEl>
                                        <p:attrNameLst>
                                          <p:attrName>ppt_w</p:attrName>
                                        </p:attrNameLst>
                                      </p:cBhvr>
                                      <p:tavLst>
                                        <p:tav tm="0">
                                          <p:val>
                                            <p:strVal val="#ppt_w*0.70"/>
                                          </p:val>
                                        </p:tav>
                                        <p:tav tm="100000">
                                          <p:val>
                                            <p:strVal val="#ppt_w"/>
                                          </p:val>
                                        </p:tav>
                                      </p:tavLst>
                                    </p:anim>
                                    <p:anim calcmode="lin" valueType="num">
                                      <p:cBhvr additive="repl">
                                        <p:cTn id="97" dur="1000" fill="hold"/>
                                        <p:tgtEl>
                                          <p:spTgt spid="233">
                                            <p:txEl>
                                              <p:pRg st="6" end="6"/>
                                            </p:txEl>
                                          </p:spTgt>
                                        </p:tgtEl>
                                        <p:attrNameLst>
                                          <p:attrName>ppt_h</p:attrName>
                                        </p:attrNameLst>
                                      </p:cBhvr>
                                      <p:tavLst>
                                        <p:tav tm="0">
                                          <p:val>
                                            <p:strVal val="#ppt_h"/>
                                          </p:val>
                                        </p:tav>
                                        <p:tav tm="100000">
                                          <p:val>
                                            <p:strVal val="#ppt_h"/>
                                          </p:val>
                                        </p:tav>
                                      </p:tavLst>
                                    </p:anim>
                                    <p:animEffect filter="fade" transition="in">
                                      <p:cBhvr additive="repl">
                                        <p:cTn id="98" dur="1000"/>
                                        <p:tgtEl>
                                          <p:spTgt spid="233">
                                            <p:txEl>
                                              <p:pRg st="6" end="6"/>
                                            </p:txEl>
                                          </p:spTgt>
                                        </p:tgtEl>
                                      </p:cBhvr>
                                    </p:animEffect>
                                  </p:childTnLst>
                                </p:cTn>
                              </p:par>
                            </p:childTnLst>
                          </p:cTn>
                        </p:par>
                      </p:childTnLst>
                    </p:cTn>
                  </p:par>
                  <p:par>
                    <p:cTn id="99" fill="hold">
                      <p:stCondLst>
                        <p:cond delay="indefinite"/>
                      </p:stCondLst>
                      <p:childTnLst>
                        <p:par>
                          <p:cTn id="100" fill="hold">
                            <p:stCondLst>
                              <p:cond delay="0"/>
                            </p:stCondLst>
                            <p:childTnLst>
                              <p:par>
                                <p:cTn id="101" nodeType="clickEffect" fill="hold" presetClass="entr" presetID="55">
                                  <p:stCondLst>
                                    <p:cond delay="0"/>
                                  </p:stCondLst>
                                  <p:childTnLst>
                                    <p:set>
                                      <p:cBhvr>
                                        <p:cTn id="102" dur="1" fill="hold">
                                          <p:stCondLst>
                                            <p:cond delay="0"/>
                                          </p:stCondLst>
                                        </p:cTn>
                                        <p:tgtEl>
                                          <p:spTgt spid="233">
                                            <p:txEl>
                                              <p:pRg st="7" end="7"/>
                                            </p:txEl>
                                          </p:spTgt>
                                        </p:tgtEl>
                                        <p:attrNameLst>
                                          <p:attrName>style.visibility</p:attrName>
                                        </p:attrNameLst>
                                      </p:cBhvr>
                                      <p:to>
                                        <p:strVal val="visible"/>
                                      </p:to>
                                    </p:set>
                                    <p:anim calcmode="lin" valueType="num">
                                      <p:cBhvr additive="repl">
                                        <p:cTn id="103" dur="1000" fill="hold"/>
                                        <p:tgtEl>
                                          <p:spTgt spid="233">
                                            <p:txEl>
                                              <p:pRg st="7" end="7"/>
                                            </p:txEl>
                                          </p:spTgt>
                                        </p:tgtEl>
                                        <p:attrNameLst>
                                          <p:attrName>ppt_w</p:attrName>
                                        </p:attrNameLst>
                                      </p:cBhvr>
                                      <p:tavLst>
                                        <p:tav tm="0">
                                          <p:val>
                                            <p:strVal val="#ppt_w*0.70"/>
                                          </p:val>
                                        </p:tav>
                                        <p:tav tm="100000">
                                          <p:val>
                                            <p:strVal val="#ppt_w"/>
                                          </p:val>
                                        </p:tav>
                                      </p:tavLst>
                                    </p:anim>
                                    <p:anim calcmode="lin" valueType="num">
                                      <p:cBhvr additive="repl">
                                        <p:cTn id="104" dur="1000" fill="hold"/>
                                        <p:tgtEl>
                                          <p:spTgt spid="233">
                                            <p:txEl>
                                              <p:pRg st="7" end="7"/>
                                            </p:txEl>
                                          </p:spTgt>
                                        </p:tgtEl>
                                        <p:attrNameLst>
                                          <p:attrName>ppt_h</p:attrName>
                                        </p:attrNameLst>
                                      </p:cBhvr>
                                      <p:tavLst>
                                        <p:tav tm="0">
                                          <p:val>
                                            <p:strVal val="#ppt_h"/>
                                          </p:val>
                                        </p:tav>
                                        <p:tav tm="100000">
                                          <p:val>
                                            <p:strVal val="#ppt_h"/>
                                          </p:val>
                                        </p:tav>
                                      </p:tavLst>
                                    </p:anim>
                                    <p:animEffect filter="fade" transition="in">
                                      <p:cBhvr additive="repl">
                                        <p:cTn id="105" dur="1000"/>
                                        <p:tgtEl>
                                          <p:spTgt spid="233">
                                            <p:txEl>
                                              <p:pRg st="7" end="7"/>
                                            </p:txEl>
                                          </p:spTgt>
                                        </p:tgtEl>
                                      </p:cBhvr>
                                    </p:animEffect>
                                  </p:childTnLst>
                                </p:cTn>
                              </p:par>
                            </p:childTnLst>
                          </p:cTn>
                        </p:par>
                      </p:childTnLst>
                    </p:cTn>
                  </p:par>
                  <p:par>
                    <p:cTn id="106" fill="hold">
                      <p:stCondLst>
                        <p:cond delay="indefinite"/>
                      </p:stCondLst>
                      <p:childTnLst>
                        <p:par>
                          <p:cTn id="107" fill="hold">
                            <p:stCondLst>
                              <p:cond delay="0"/>
                            </p:stCondLst>
                            <p:childTnLst>
                              <p:par>
                                <p:cTn id="108" nodeType="clickEffect" fill="hold" presetClass="entr" presetID="55">
                                  <p:stCondLst>
                                    <p:cond delay="0"/>
                                  </p:stCondLst>
                                  <p:childTnLst>
                                    <p:set>
                                      <p:cBhvr>
                                        <p:cTn id="109" dur="1" fill="hold">
                                          <p:stCondLst>
                                            <p:cond delay="0"/>
                                          </p:stCondLst>
                                        </p:cTn>
                                        <p:tgtEl>
                                          <p:spTgt spid="233">
                                            <p:txEl>
                                              <p:pRg st="8" end="8"/>
                                            </p:txEl>
                                          </p:spTgt>
                                        </p:tgtEl>
                                        <p:attrNameLst>
                                          <p:attrName>style.visibility</p:attrName>
                                        </p:attrNameLst>
                                      </p:cBhvr>
                                      <p:to>
                                        <p:strVal val="visible"/>
                                      </p:to>
                                    </p:set>
                                    <p:anim calcmode="lin" valueType="num">
                                      <p:cBhvr additive="repl">
                                        <p:cTn id="110" dur="1000" fill="hold"/>
                                        <p:tgtEl>
                                          <p:spTgt spid="233">
                                            <p:txEl>
                                              <p:pRg st="8" end="8"/>
                                            </p:txEl>
                                          </p:spTgt>
                                        </p:tgtEl>
                                        <p:attrNameLst>
                                          <p:attrName>ppt_w</p:attrName>
                                        </p:attrNameLst>
                                      </p:cBhvr>
                                      <p:tavLst>
                                        <p:tav tm="0">
                                          <p:val>
                                            <p:strVal val="#ppt_w*0.70"/>
                                          </p:val>
                                        </p:tav>
                                        <p:tav tm="100000">
                                          <p:val>
                                            <p:strVal val="#ppt_w"/>
                                          </p:val>
                                        </p:tav>
                                      </p:tavLst>
                                    </p:anim>
                                    <p:anim calcmode="lin" valueType="num">
                                      <p:cBhvr additive="repl">
                                        <p:cTn id="111" dur="1000" fill="hold"/>
                                        <p:tgtEl>
                                          <p:spTgt spid="233">
                                            <p:txEl>
                                              <p:pRg st="8" end="8"/>
                                            </p:txEl>
                                          </p:spTgt>
                                        </p:tgtEl>
                                        <p:attrNameLst>
                                          <p:attrName>ppt_h</p:attrName>
                                        </p:attrNameLst>
                                      </p:cBhvr>
                                      <p:tavLst>
                                        <p:tav tm="0">
                                          <p:val>
                                            <p:strVal val="#ppt_h"/>
                                          </p:val>
                                        </p:tav>
                                        <p:tav tm="100000">
                                          <p:val>
                                            <p:strVal val="#ppt_h"/>
                                          </p:val>
                                        </p:tav>
                                      </p:tavLst>
                                    </p:anim>
                                    <p:animEffect filter="fade" transition="in">
                                      <p:cBhvr additive="repl">
                                        <p:cTn id="112" dur="1000"/>
                                        <p:tgtEl>
                                          <p:spTgt spid="233">
                                            <p:txEl>
                                              <p:pRg st="8" end="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236" name="Rectangle 1"/>
          <p:cNvSpPr/>
          <p:nvPr/>
        </p:nvSpPr>
        <p:spPr>
          <a:xfrm>
            <a:off x="179640" y="980640"/>
            <a:ext cx="8496720" cy="441972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0" lang="fr-FR" sz="2800" spc="-1" strike="noStrike">
                <a:solidFill>
                  <a:schemeClr val="dk1"/>
                </a:solidFill>
                <a:latin typeface="Times New Roman"/>
              </a:rPr>
              <a:t>La pharmacologie doit être distinguée de la thérapeutique </a:t>
            </a:r>
            <a:endParaRPr b="0" lang="en-US" sz="2800" spc="-1" strike="noStrike">
              <a:solidFill>
                <a:srgbClr val="000000"/>
              </a:solidFill>
              <a:latin typeface="Calibri"/>
            </a:endParaRPr>
          </a:p>
          <a:p>
            <a:pPr algn="just" defTabSz="914400">
              <a:lnSpc>
                <a:spcPct val="100000"/>
              </a:lnSpc>
            </a:pPr>
            <a:endParaRPr b="0" lang="en-US" sz="1600" spc="-1" strike="noStrike">
              <a:solidFill>
                <a:srgbClr val="000000"/>
              </a:solidFill>
              <a:latin typeface="Calibri"/>
            </a:endParaRPr>
          </a:p>
          <a:p>
            <a:pPr indent="-216000" algn="just" defTabSz="914400">
              <a:lnSpc>
                <a:spcPct val="100000"/>
              </a:lnSpc>
              <a:buClr>
                <a:srgbClr val="ff0000"/>
              </a:buClr>
              <a:buFont typeface="Wingdings" charset="2"/>
              <a:buChar char=""/>
            </a:pPr>
            <a:r>
              <a:rPr b="1" lang="fr-FR" sz="2800" spc="-1" strike="noStrike">
                <a:solidFill>
                  <a:srgbClr val="ff0000"/>
                </a:solidFill>
                <a:latin typeface="Times New Roman"/>
              </a:rPr>
              <a:t> </a:t>
            </a:r>
            <a:r>
              <a:rPr b="1" lang="fr-FR" sz="2800" spc="-1" strike="noStrike" u="sng">
                <a:solidFill>
                  <a:srgbClr val="ff0000"/>
                </a:solidFill>
                <a:uFillTx/>
                <a:latin typeface="Times New Roman"/>
              </a:rPr>
              <a:t>La pharmacologie</a:t>
            </a:r>
            <a:r>
              <a:rPr b="1" lang="fr-FR" sz="2800" spc="-1" strike="noStrike">
                <a:solidFill>
                  <a:srgbClr val="ff0000"/>
                </a:solidFill>
                <a:latin typeface="Times New Roman"/>
              </a:rPr>
              <a:t>:</a:t>
            </a:r>
            <a:r>
              <a:rPr b="0" lang="fr-FR" sz="2800" spc="-1" strike="noStrike">
                <a:solidFill>
                  <a:schemeClr val="dk1"/>
                </a:solidFill>
                <a:latin typeface="Times New Roman"/>
              </a:rPr>
              <a:t> </a:t>
            </a:r>
            <a:r>
              <a:rPr b="0" lang="fr-FR" sz="2800" spc="-1" strike="noStrike">
                <a:solidFill>
                  <a:schemeClr val="accent6">
                    <a:lumMod val="50000"/>
                  </a:schemeClr>
                </a:solidFill>
                <a:latin typeface="Times New Roman"/>
              </a:rPr>
              <a:t>part des propriétés des médicaments et en déduit des indications et des contre-indications </a:t>
            </a:r>
            <a:endParaRPr b="0" lang="en-US" sz="2800" spc="-1" strike="noStrike">
              <a:solidFill>
                <a:srgbClr val="000000"/>
              </a:solidFill>
              <a:latin typeface="Calibri"/>
            </a:endParaRPr>
          </a:p>
          <a:p>
            <a:pPr algn="just" defTabSz="914400">
              <a:lnSpc>
                <a:spcPct val="100000"/>
              </a:lnSpc>
            </a:pPr>
            <a:endParaRPr b="0" lang="en-US" sz="1600" spc="-1" strike="noStrike">
              <a:solidFill>
                <a:srgbClr val="000000"/>
              </a:solidFill>
              <a:latin typeface="Calibri"/>
            </a:endParaRPr>
          </a:p>
          <a:p>
            <a:pPr indent="-216000" algn="just" defTabSz="914400">
              <a:lnSpc>
                <a:spcPct val="100000"/>
              </a:lnSpc>
              <a:buClr>
                <a:srgbClr val="5b5b98"/>
              </a:buClr>
              <a:buFont typeface="Wingdings" charset="2"/>
              <a:buChar char=""/>
            </a:pPr>
            <a:r>
              <a:rPr b="1" lang="fr-FR" sz="2800" spc="-1" strike="noStrike">
                <a:solidFill>
                  <a:schemeClr val="accent6">
                    <a:lumMod val="75000"/>
                  </a:schemeClr>
                </a:solidFill>
                <a:latin typeface="Times New Roman"/>
              </a:rPr>
              <a:t> </a:t>
            </a:r>
            <a:r>
              <a:rPr b="1" lang="fr-FR" sz="2800" spc="-1" strike="noStrike" u="sng">
                <a:solidFill>
                  <a:schemeClr val="accent6">
                    <a:lumMod val="75000"/>
                  </a:schemeClr>
                </a:solidFill>
                <a:uFillTx/>
                <a:latin typeface="Times New Roman"/>
              </a:rPr>
              <a:t>La thérapeutique</a:t>
            </a:r>
            <a:r>
              <a:rPr b="1" lang="fr-FR" sz="2800" spc="-1" strike="noStrike">
                <a:solidFill>
                  <a:schemeClr val="accent6">
                    <a:lumMod val="75000"/>
                  </a:schemeClr>
                </a:solidFill>
                <a:latin typeface="Times New Roman"/>
              </a:rPr>
              <a:t>:</a:t>
            </a:r>
            <a:r>
              <a:rPr b="0" lang="fr-FR" sz="2800" spc="-1" strike="noStrike">
                <a:solidFill>
                  <a:schemeClr val="dk1"/>
                </a:solidFill>
                <a:latin typeface="Times New Roman"/>
              </a:rPr>
              <a:t> concerne les choix stratégiques pour traiter un malade en fonction de son individualité et des armes disponibles (diététique, chirurgie, radiothérapie, kinésithérapie, homéopathie, thermalisme, phytothérapie, psychanalyse, psychothérapie….).</a:t>
            </a:r>
            <a:endParaRPr b="0" lang="en-US" sz="2800" spc="-1" strike="noStrike">
              <a:solidFill>
                <a:srgbClr val="000000"/>
              </a:solidFill>
              <a:latin typeface="Calibri"/>
            </a:endParaRPr>
          </a:p>
        </p:txBody>
      </p:sp>
      <p:sp>
        <p:nvSpPr>
          <p:cNvPr id="237" name="PlaceHolder 1"/>
          <p:cNvSpPr>
            <a:spLocks noGrp="1"/>
          </p:cNvSpPr>
          <p:nvPr>
            <p:ph type="sldNum" idx="46"/>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F4CED90F-CA3F-4FC6-B488-39DBE058E1E6}"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Rectangle 3"/>
          <p:cNvSpPr/>
          <p:nvPr/>
        </p:nvSpPr>
        <p:spPr>
          <a:xfrm>
            <a:off x="0" y="554400"/>
            <a:ext cx="8784720" cy="518220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endParaRPr b="0" lang="en-US" sz="1800" spc="-1" strike="noStrike">
              <a:solidFill>
                <a:srgbClr val="000000"/>
              </a:solidFill>
              <a:latin typeface="Calibri"/>
            </a:endParaRPr>
          </a:p>
          <a:p>
            <a:pPr indent="-216000" algn="just" defTabSz="914400">
              <a:lnSpc>
                <a:spcPct val="100000"/>
              </a:lnSpc>
              <a:buSzPct val="100058"/>
              <a:buBlip>
                <a:blip r:embed="rId1"/>
              </a:buBlip>
            </a:pPr>
            <a:r>
              <a:rPr b="1" i="1" lang="fr-FR" sz="2800" spc="-1" strike="noStrike" u="sng">
                <a:solidFill>
                  <a:srgbClr val="d60093"/>
                </a:solidFill>
                <a:uFillTx/>
                <a:latin typeface="Times New Roman"/>
              </a:rPr>
              <a:t>Pharmacogénétique</a:t>
            </a:r>
            <a:r>
              <a:rPr b="1" i="1" lang="fr-FR" sz="2800" spc="-1" strike="noStrike">
                <a:solidFill>
                  <a:srgbClr val="d60093"/>
                </a:solidFill>
                <a:latin typeface="Times New Roman"/>
              </a:rPr>
              <a:t> </a:t>
            </a:r>
            <a:r>
              <a:rPr b="0" lang="fr-FR" sz="2800" spc="-1" strike="noStrike">
                <a:solidFill>
                  <a:schemeClr val="accent6">
                    <a:lumMod val="50000"/>
                  </a:schemeClr>
                </a:solidFill>
                <a:latin typeface="Times New Roman"/>
              </a:rPr>
              <a:t>: </a:t>
            </a:r>
            <a:r>
              <a:rPr b="0" lang="fr-FR" sz="2800" spc="-1" strike="noStrike">
                <a:solidFill>
                  <a:schemeClr val="dk1"/>
                </a:solidFill>
                <a:latin typeface="Times New Roman"/>
              </a:rPr>
              <a:t>étude des médicaments qui peuvent avoir des cibles au niveau génique.</a:t>
            </a:r>
            <a:endParaRPr b="0" lang="en-US" sz="2800" spc="-1" strike="noStrike">
              <a:solidFill>
                <a:srgbClr val="000000"/>
              </a:solidFill>
              <a:latin typeface="Calibri"/>
            </a:endParaRPr>
          </a:p>
          <a:p>
            <a:pPr algn="just" defTabSz="914400">
              <a:lnSpc>
                <a:spcPct val="100000"/>
              </a:lnSpc>
            </a:pPr>
            <a:endParaRPr b="0" lang="en-US" sz="1800" spc="-1" strike="noStrike">
              <a:solidFill>
                <a:srgbClr val="000000"/>
              </a:solidFill>
              <a:latin typeface="Calibri"/>
            </a:endParaRPr>
          </a:p>
          <a:p>
            <a:pPr indent="-216000" algn="just" defTabSz="914400">
              <a:lnSpc>
                <a:spcPct val="100000"/>
              </a:lnSpc>
              <a:buSzPct val="100058"/>
              <a:buBlip>
                <a:blip r:embed="rId2"/>
              </a:buBlip>
            </a:pPr>
            <a:r>
              <a:rPr b="1" i="1" lang="fr-FR" sz="2800" spc="-1" strike="noStrike" u="sng">
                <a:solidFill>
                  <a:srgbClr val="d60093"/>
                </a:solidFill>
                <a:uFillTx/>
                <a:latin typeface="Times New Roman"/>
              </a:rPr>
              <a:t>Pharmacovigilance</a:t>
            </a:r>
            <a:r>
              <a:rPr b="0" lang="fr-FR" sz="2800" spc="-1" strike="noStrike">
                <a:solidFill>
                  <a:schemeClr val="accent6">
                    <a:lumMod val="50000"/>
                  </a:schemeClr>
                </a:solidFill>
                <a:latin typeface="Times New Roman"/>
              </a:rPr>
              <a:t> : </a:t>
            </a:r>
            <a:r>
              <a:rPr b="0" lang="fr-FR" sz="2800" spc="-1" strike="noStrike">
                <a:solidFill>
                  <a:schemeClr val="dk1"/>
                </a:solidFill>
                <a:latin typeface="Times New Roman"/>
              </a:rPr>
              <a:t>centralisation, contrôle et diffusion des informations sur les effets indésirables résultant de l'utilisation de médicaments.</a:t>
            </a:r>
            <a:endParaRPr b="0" lang="en-US" sz="2800" spc="-1" strike="noStrike">
              <a:solidFill>
                <a:srgbClr val="000000"/>
              </a:solidFill>
              <a:latin typeface="Calibri"/>
            </a:endParaRPr>
          </a:p>
          <a:p>
            <a:pPr algn="just" defTabSz="914400">
              <a:lnSpc>
                <a:spcPct val="100000"/>
              </a:lnSpc>
            </a:pPr>
            <a:endParaRPr b="0" lang="en-US" sz="1800" spc="-1" strike="noStrike">
              <a:solidFill>
                <a:srgbClr val="000000"/>
              </a:solidFill>
              <a:latin typeface="Calibri"/>
            </a:endParaRPr>
          </a:p>
          <a:p>
            <a:pPr indent="-216000" algn="just" defTabSz="914400">
              <a:lnSpc>
                <a:spcPct val="100000"/>
              </a:lnSpc>
              <a:buSzPct val="100058"/>
              <a:buBlip>
                <a:blip r:embed="rId3"/>
              </a:buBlip>
            </a:pPr>
            <a:r>
              <a:rPr b="1" i="1" lang="fr-FR" sz="2800" spc="-1" strike="noStrike" u="sng">
                <a:solidFill>
                  <a:srgbClr val="d60093"/>
                </a:solidFill>
                <a:uFillTx/>
                <a:latin typeface="Times New Roman"/>
              </a:rPr>
              <a:t>Pharmaco-économie</a:t>
            </a:r>
            <a:r>
              <a:rPr b="0" lang="fr-FR" sz="2800" spc="-1" strike="noStrike">
                <a:solidFill>
                  <a:schemeClr val="accent6">
                    <a:lumMod val="50000"/>
                  </a:schemeClr>
                </a:solidFill>
                <a:latin typeface="Times New Roman"/>
              </a:rPr>
              <a:t> : </a:t>
            </a:r>
            <a:r>
              <a:rPr b="0" lang="fr-FR" sz="2800" spc="-1" strike="noStrike">
                <a:solidFill>
                  <a:schemeClr val="dk1"/>
                </a:solidFill>
                <a:latin typeface="Times New Roman"/>
              </a:rPr>
              <a:t>analyse des coûts et conséquences des stratégies et des modalités de prise en charge des pathologies applicables au diagnostic, au traitement médicamenteux.</a:t>
            </a:r>
            <a:endParaRPr b="0" lang="en-US" sz="2800" spc="-1" strike="noStrike">
              <a:solidFill>
                <a:srgbClr val="000000"/>
              </a:solidFill>
              <a:latin typeface="Calibri"/>
            </a:endParaRPr>
          </a:p>
          <a:p>
            <a:pPr indent="-216000" algn="just" defTabSz="914400">
              <a:lnSpc>
                <a:spcPct val="100000"/>
              </a:lnSpc>
              <a:buSzPct val="100058"/>
              <a:buBlip>
                <a:blip r:embed="rId4"/>
              </a:buBlip>
            </a:pPr>
            <a:r>
              <a:rPr b="0" lang="fr-FR" sz="2800" spc="-1" strike="noStrike">
                <a:solidFill>
                  <a:schemeClr val="dk1"/>
                </a:solidFill>
                <a:latin typeface="Times New Roman"/>
              </a:rPr>
              <a:t> </a:t>
            </a:r>
            <a:r>
              <a:rPr b="1" lang="fr-FR" sz="2800" spc="-1" strike="noStrike" u="sng">
                <a:solidFill>
                  <a:srgbClr val="d60093"/>
                </a:solidFill>
                <a:uFillTx/>
                <a:latin typeface="Times New Roman"/>
              </a:rPr>
              <a:t>Pharmaco-épidémiologie </a:t>
            </a:r>
            <a:r>
              <a:rPr b="0" lang="fr-FR" sz="2800" spc="-1" strike="noStrike">
                <a:solidFill>
                  <a:srgbClr val="d60093"/>
                </a:solidFill>
                <a:latin typeface="Times New Roman"/>
              </a:rPr>
              <a:t>: </a:t>
            </a:r>
            <a:r>
              <a:rPr b="0" lang="fr-FR" sz="2800" spc="-1" strike="noStrike">
                <a:solidFill>
                  <a:schemeClr val="dk1"/>
                </a:solidFill>
                <a:latin typeface="Times New Roman"/>
              </a:rPr>
              <a:t>médicaments et populations </a:t>
            </a:r>
            <a:endParaRPr b="0" lang="en-US" sz="2800" spc="-1" strike="noStrike">
              <a:solidFill>
                <a:srgbClr val="000000"/>
              </a:solidFill>
              <a:latin typeface="Calibri"/>
            </a:endParaRPr>
          </a:p>
        </p:txBody>
      </p:sp>
      <p:sp>
        <p:nvSpPr>
          <p:cNvPr id="239" name="PlaceHolder 1"/>
          <p:cNvSpPr>
            <a:spLocks noGrp="1"/>
          </p:cNvSpPr>
          <p:nvPr>
            <p:ph type="sldNum" idx="47"/>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1BD65D4A-BF6F-470B-89E1-4A81B8282836}"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spTree>
  </p:cSld>
  <mc:AlternateContent>
    <mc:Choice Requires="p14">
      <p:transition spd="slow" p14:dur="2000"/>
    </mc:Choice>
    <mc:Fallback>
      <p:transition spd="slow"/>
    </mc:Fallback>
  </mc:AlternateContent>
  <p:timing>
    <p:tnLst>
      <p:par>
        <p:cTn id="113" dur="indefinite" restart="never" nodeType="tmRoot">
          <p:childTnLst>
            <p:seq>
              <p:cTn id="114" dur="indefinite" nodeType="mainSeq">
                <p:childTnLst>
                  <p:par>
                    <p:cTn id="115" fill="hold">
                      <p:stCondLst>
                        <p:cond delay="indefinite"/>
                      </p:stCondLst>
                      <p:childTnLst>
                        <p:par>
                          <p:cTn id="116" fill="hold">
                            <p:stCondLst>
                              <p:cond delay="0"/>
                            </p:stCondLst>
                            <p:childTnLst>
                              <p:par>
                                <p:cTn id="117" nodeType="clickEffect" fill="hold" presetClass="entr" presetID="5" presetSubtype="10">
                                  <p:stCondLst>
                                    <p:cond delay="0"/>
                                  </p:stCondLst>
                                  <p:childTnLst>
                                    <p:set>
                                      <p:cBhvr>
                                        <p:cTn id="118" dur="1" fill="hold">
                                          <p:stCondLst>
                                            <p:cond delay="0"/>
                                          </p:stCondLst>
                                        </p:cTn>
                                        <p:tgtEl>
                                          <p:spTgt spid="238">
                                            <p:txEl>
                                              <p:pRg st="1" end="1"/>
                                            </p:txEl>
                                          </p:spTgt>
                                        </p:tgtEl>
                                        <p:attrNameLst>
                                          <p:attrName>style.visibility</p:attrName>
                                        </p:attrNameLst>
                                      </p:cBhvr>
                                      <p:to>
                                        <p:strVal val="visible"/>
                                      </p:to>
                                    </p:set>
                                    <p:animEffect filter="checkerboard(across)" transition="in">
                                      <p:cBhvr additive="repl">
                                        <p:cTn id="119" dur="500"/>
                                        <p:tgtEl>
                                          <p:spTgt spid="238">
                                            <p:txEl>
                                              <p:pRg st="1" end="1"/>
                                            </p:txEl>
                                          </p:spTgt>
                                        </p:tgtEl>
                                      </p:cBhvr>
                                    </p:animEffect>
                                  </p:childTnLst>
                                </p:cTn>
                              </p:par>
                            </p:childTnLst>
                          </p:cTn>
                        </p:par>
                      </p:childTnLst>
                    </p:cTn>
                  </p:par>
                  <p:par>
                    <p:cTn id="120" fill="hold">
                      <p:stCondLst>
                        <p:cond delay="indefinite"/>
                      </p:stCondLst>
                      <p:childTnLst>
                        <p:par>
                          <p:cTn id="121" fill="hold">
                            <p:stCondLst>
                              <p:cond delay="0"/>
                            </p:stCondLst>
                            <p:childTnLst>
                              <p:par>
                                <p:cTn id="122" nodeType="clickEffect" fill="hold" presetClass="entr" presetID="5" presetSubtype="10">
                                  <p:stCondLst>
                                    <p:cond delay="0"/>
                                  </p:stCondLst>
                                  <p:childTnLst>
                                    <p:set>
                                      <p:cBhvr>
                                        <p:cTn id="123" dur="1" fill="hold">
                                          <p:stCondLst>
                                            <p:cond delay="0"/>
                                          </p:stCondLst>
                                        </p:cTn>
                                        <p:tgtEl>
                                          <p:spTgt spid="238">
                                            <p:txEl>
                                              <p:pRg st="3" end="3"/>
                                            </p:txEl>
                                          </p:spTgt>
                                        </p:tgtEl>
                                        <p:attrNameLst>
                                          <p:attrName>style.visibility</p:attrName>
                                        </p:attrNameLst>
                                      </p:cBhvr>
                                      <p:to>
                                        <p:strVal val="visible"/>
                                      </p:to>
                                    </p:set>
                                    <p:animEffect filter="checkerboard(across)" transition="in">
                                      <p:cBhvr additive="repl">
                                        <p:cTn id="124" dur="500"/>
                                        <p:tgtEl>
                                          <p:spTgt spid="238">
                                            <p:txEl>
                                              <p:pRg st="3" end="3"/>
                                            </p:txEl>
                                          </p:spTgt>
                                        </p:tgtEl>
                                      </p:cBhvr>
                                    </p:animEffect>
                                  </p:childTnLst>
                                </p:cTn>
                              </p:par>
                            </p:childTnLst>
                          </p:cTn>
                        </p:par>
                      </p:childTnLst>
                    </p:cTn>
                  </p:par>
                  <p:par>
                    <p:cTn id="125" fill="hold">
                      <p:stCondLst>
                        <p:cond delay="indefinite"/>
                      </p:stCondLst>
                      <p:childTnLst>
                        <p:par>
                          <p:cTn id="126" fill="hold">
                            <p:stCondLst>
                              <p:cond delay="0"/>
                            </p:stCondLst>
                            <p:childTnLst>
                              <p:par>
                                <p:cTn id="127" nodeType="clickEffect" fill="hold" presetClass="entr" presetID="5" presetSubtype="10">
                                  <p:stCondLst>
                                    <p:cond delay="0"/>
                                  </p:stCondLst>
                                  <p:childTnLst>
                                    <p:set>
                                      <p:cBhvr>
                                        <p:cTn id="128" dur="1" fill="hold">
                                          <p:stCondLst>
                                            <p:cond delay="0"/>
                                          </p:stCondLst>
                                        </p:cTn>
                                        <p:tgtEl>
                                          <p:spTgt spid="238">
                                            <p:txEl>
                                              <p:pRg st="5" end="5"/>
                                            </p:txEl>
                                          </p:spTgt>
                                        </p:tgtEl>
                                        <p:attrNameLst>
                                          <p:attrName>style.visibility</p:attrName>
                                        </p:attrNameLst>
                                      </p:cBhvr>
                                      <p:to>
                                        <p:strVal val="visible"/>
                                      </p:to>
                                    </p:set>
                                    <p:animEffect filter="checkerboard(across)" transition="in">
                                      <p:cBhvr additive="repl">
                                        <p:cTn id="129" dur="500"/>
                                        <p:tgtEl>
                                          <p:spTgt spid="238">
                                            <p:txEl>
                                              <p:pRg st="5" end="5"/>
                                            </p:txEl>
                                          </p:spTgt>
                                        </p:tgtEl>
                                      </p:cBhvr>
                                    </p:animEffect>
                                  </p:childTnLst>
                                </p:cTn>
                              </p:par>
                            </p:childTnLst>
                          </p:cTn>
                        </p:par>
                      </p:childTnLst>
                    </p:cTn>
                  </p:par>
                  <p:par>
                    <p:cTn id="130" fill="hold">
                      <p:stCondLst>
                        <p:cond delay="indefinite"/>
                      </p:stCondLst>
                      <p:childTnLst>
                        <p:par>
                          <p:cTn id="131" fill="hold">
                            <p:stCondLst>
                              <p:cond delay="0"/>
                            </p:stCondLst>
                            <p:childTnLst>
                              <p:par>
                                <p:cTn id="132" nodeType="clickEffect" fill="hold" presetClass="entr" presetID="5" presetSubtype="10">
                                  <p:stCondLst>
                                    <p:cond delay="0"/>
                                  </p:stCondLst>
                                  <p:childTnLst>
                                    <p:set>
                                      <p:cBhvr>
                                        <p:cTn id="133" dur="1" fill="hold">
                                          <p:stCondLst>
                                            <p:cond delay="0"/>
                                          </p:stCondLst>
                                        </p:cTn>
                                        <p:tgtEl>
                                          <p:spTgt spid="238">
                                            <p:txEl>
                                              <p:pRg st="6" end="6"/>
                                            </p:txEl>
                                          </p:spTgt>
                                        </p:tgtEl>
                                        <p:attrNameLst>
                                          <p:attrName>style.visibility</p:attrName>
                                        </p:attrNameLst>
                                      </p:cBhvr>
                                      <p:to>
                                        <p:strVal val="visible"/>
                                      </p:to>
                                    </p:set>
                                    <p:animEffect filter="checkerboard(across)" transition="in">
                                      <p:cBhvr additive="repl">
                                        <p:cTn id="134" dur="500"/>
                                        <p:tgtEl>
                                          <p:spTgt spid="238">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type="sldNum" idx="48"/>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EF25273C-7FDB-41A8-9313-1B0AC0EB7D02}"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pic>
        <p:nvPicPr>
          <p:cNvPr id="241" name="Picture 3" descr=""/>
          <p:cNvPicPr/>
          <p:nvPr/>
        </p:nvPicPr>
        <p:blipFill>
          <a:blip r:embed="rId1"/>
          <a:srcRect l="0" t="0" r="87691" b="0"/>
          <a:stretch/>
        </p:blipFill>
        <p:spPr>
          <a:xfrm>
            <a:off x="0" y="0"/>
            <a:ext cx="1071000" cy="1152000"/>
          </a:xfrm>
          <a:prstGeom prst="rect">
            <a:avLst/>
          </a:prstGeom>
          <a:noFill/>
          <a:ln w="9525">
            <a:noFill/>
          </a:ln>
        </p:spPr>
      </p:pic>
      <p:sp>
        <p:nvSpPr>
          <p:cNvPr id="242" name="Rectangle à coins arrondis 11"/>
          <p:cNvSpPr/>
          <p:nvPr/>
        </p:nvSpPr>
        <p:spPr>
          <a:xfrm>
            <a:off x="1000080" y="142920"/>
            <a:ext cx="7572240" cy="856800"/>
          </a:xfrm>
          <a:prstGeom prst="roundRect">
            <a:avLst>
              <a:gd name="adj" fmla="val 16667"/>
            </a:avLst>
          </a:prstGeom>
          <a:solidFill>
            <a:schemeClr val="accent2">
              <a:lumMod val="75000"/>
            </a:schemeClr>
          </a:soli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r>
              <a:rPr b="1" lang="fr-FR" sz="3200" spc="-1" strike="noStrike">
                <a:solidFill>
                  <a:srgbClr val="ffff00"/>
                </a:solidFill>
                <a:latin typeface="Times New Roman"/>
              </a:rPr>
              <a:t>Le médicament : Définition </a:t>
            </a:r>
            <a:endParaRPr b="0" lang="en-US" sz="3200" spc="-1" strike="noStrike">
              <a:solidFill>
                <a:srgbClr val="ffffff"/>
              </a:solidFill>
              <a:latin typeface="Calibri"/>
            </a:endParaRPr>
          </a:p>
        </p:txBody>
      </p:sp>
      <p:sp>
        <p:nvSpPr>
          <p:cNvPr id="243" name="Picture 4"/>
          <p:cNvSpPr/>
          <p:nvPr/>
        </p:nvSpPr>
        <p:spPr>
          <a:xfrm>
            <a:off x="0" y="3071880"/>
            <a:ext cx="1642680" cy="1285560"/>
          </a:xfrm>
          <a:prstGeom prst="ellipse">
            <a:avLst/>
          </a:prstGeom>
          <a:blipFill rotWithShape="0">
            <a:blip r:embed="rId2"/>
            <a:srcRect/>
            <a:stretch/>
          </a:blipFill>
          <a:ln w="9525">
            <a:solidFill>
              <a:srgbClr val="9999ff">
                <a:lumMod val="50000"/>
              </a:srgbClr>
            </a:solidFill>
            <a:miter/>
          </a:ln>
        </p:spPr>
        <p:style>
          <a:lnRef idx="0"/>
          <a:fillRef idx="0"/>
          <a:effectRef idx="0"/>
          <a:fontRef idx="minor"/>
        </p:style>
        <p:txBody>
          <a:bodyPr lIns="90000" rIns="90000" tIns="45000" bIns="45000" anchor="t">
            <a:noAutofit/>
          </a:bodyPr>
          <a:p>
            <a:endParaRPr b="0" lang="en-US" sz="1800" spc="-1" strike="noStrike">
              <a:solidFill>
                <a:srgbClr val="000000"/>
              </a:solidFill>
              <a:latin typeface="Calibri"/>
            </a:endParaRPr>
          </a:p>
        </p:txBody>
      </p:sp>
      <p:sp>
        <p:nvSpPr>
          <p:cNvPr id="244" name="Rectangle à coins arrondis 14"/>
          <p:cNvSpPr/>
          <p:nvPr/>
        </p:nvSpPr>
        <p:spPr>
          <a:xfrm>
            <a:off x="1571760" y="1498320"/>
            <a:ext cx="7357680" cy="4390920"/>
          </a:xfrm>
          <a:prstGeom prst="roundRect">
            <a:avLst>
              <a:gd name="adj" fmla="val 17910"/>
            </a:avLst>
          </a:prstGeom>
          <a:solidFill>
            <a:srgbClr val="ffffff"/>
          </a:solidFill>
          <a:ln>
            <a:solidFill>
              <a:srgbClr val="9999ff"/>
            </a:solidFill>
            <a:round/>
          </a:ln>
        </p:spPr>
        <p:style>
          <a:lnRef idx="2">
            <a:schemeClr val="accent1"/>
          </a:lnRef>
          <a:fillRef idx="1">
            <a:schemeClr val="lt1"/>
          </a:fillRef>
          <a:effectRef idx="0">
            <a:schemeClr val="accent1"/>
          </a:effectRef>
          <a:fontRef idx="minor"/>
        </p:style>
        <p:txBody>
          <a:bodyPr lIns="90000" rIns="90000" tIns="45000" bIns="45000" anchor="t">
            <a:spAutoFit/>
          </a:bodyPr>
          <a:p>
            <a:pPr algn="just" defTabSz="914400">
              <a:lnSpc>
                <a:spcPct val="150000"/>
              </a:lnSpc>
            </a:pPr>
            <a:r>
              <a:rPr b="0" lang="fr-FR" sz="2400" spc="-1" strike="noStrike">
                <a:solidFill>
                  <a:schemeClr val="dk1"/>
                </a:solidFill>
                <a:latin typeface="Times New Roman"/>
              </a:rPr>
              <a:t>Toute substance ou composition présentée comme possédant des propriétés </a:t>
            </a:r>
            <a:r>
              <a:rPr b="1" lang="fr-FR" sz="2400" spc="-1" strike="noStrike">
                <a:solidFill>
                  <a:srgbClr val="ff0000"/>
                </a:solidFill>
                <a:latin typeface="Times New Roman"/>
              </a:rPr>
              <a:t>curatives</a:t>
            </a:r>
            <a:r>
              <a:rPr b="0" lang="fr-FR" sz="2400" spc="-1" strike="noStrike">
                <a:solidFill>
                  <a:schemeClr val="dk1"/>
                </a:solidFill>
                <a:latin typeface="Times New Roman"/>
              </a:rPr>
              <a:t> ou </a:t>
            </a:r>
            <a:r>
              <a:rPr b="1" lang="fr-FR" sz="2400" spc="-1" strike="noStrike">
                <a:solidFill>
                  <a:srgbClr val="ff0000"/>
                </a:solidFill>
                <a:latin typeface="Times New Roman"/>
              </a:rPr>
              <a:t>préventives</a:t>
            </a:r>
            <a:r>
              <a:rPr b="0" lang="fr-FR" sz="2400" spc="-1" strike="noStrike">
                <a:solidFill>
                  <a:schemeClr val="dk1"/>
                </a:solidFill>
                <a:latin typeface="Times New Roman"/>
              </a:rPr>
              <a:t> à l’égard des maladies humaines ou animales, et tous produits pouvant être administrés à l’homme ou à l’animal en vue d’établir un </a:t>
            </a:r>
            <a:r>
              <a:rPr b="1" lang="fr-FR" sz="2400" spc="-1" strike="noStrike">
                <a:solidFill>
                  <a:srgbClr val="ff0000"/>
                </a:solidFill>
                <a:latin typeface="Times New Roman"/>
              </a:rPr>
              <a:t>diagnostic </a:t>
            </a:r>
            <a:r>
              <a:rPr b="0" lang="fr-FR" sz="2400" spc="-1" strike="noStrike">
                <a:solidFill>
                  <a:schemeClr val="dk1"/>
                </a:solidFill>
                <a:latin typeface="Times New Roman"/>
              </a:rPr>
              <a:t>médical ou de </a:t>
            </a:r>
            <a:r>
              <a:rPr b="1" lang="fr-FR" sz="2400" spc="-1" strike="noStrike">
                <a:solidFill>
                  <a:srgbClr val="ff0000"/>
                </a:solidFill>
                <a:latin typeface="Times New Roman"/>
              </a:rPr>
              <a:t>restaurer</a:t>
            </a:r>
            <a:r>
              <a:rPr b="0" lang="fr-FR" sz="2400" spc="-1" strike="noStrike">
                <a:solidFill>
                  <a:schemeClr val="dk1"/>
                </a:solidFill>
                <a:latin typeface="Times New Roman"/>
              </a:rPr>
              <a:t>, </a:t>
            </a:r>
            <a:r>
              <a:rPr b="1" lang="fr-FR" sz="2400" spc="-1" strike="noStrike">
                <a:solidFill>
                  <a:srgbClr val="ff0000"/>
                </a:solidFill>
                <a:latin typeface="Times New Roman"/>
              </a:rPr>
              <a:t>corriger </a:t>
            </a:r>
            <a:r>
              <a:rPr b="0" lang="fr-FR" sz="2400" spc="-1" strike="noStrike">
                <a:solidFill>
                  <a:schemeClr val="dk1"/>
                </a:solidFill>
                <a:latin typeface="Times New Roman"/>
              </a:rPr>
              <a:t>et </a:t>
            </a:r>
            <a:r>
              <a:rPr b="1" lang="fr-FR" sz="2400" spc="-1" strike="noStrike">
                <a:solidFill>
                  <a:srgbClr val="ff0000"/>
                </a:solidFill>
                <a:latin typeface="Times New Roman"/>
              </a:rPr>
              <a:t>modifier</a:t>
            </a:r>
            <a:r>
              <a:rPr b="0" lang="fr-FR" sz="2400" spc="-1" strike="noStrike">
                <a:solidFill>
                  <a:schemeClr val="dk1"/>
                </a:solidFill>
                <a:latin typeface="Times New Roman"/>
              </a:rPr>
              <a:t> ses fonctions physiologiques ;</a:t>
            </a:r>
            <a:endParaRPr b="0" lang="en-US" sz="24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sldNum" idx="49"/>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4A8EA491-5DF3-4C03-A8FF-EB97C7A9CCF0}"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pic>
        <p:nvPicPr>
          <p:cNvPr id="246" name="Picture 3" descr=""/>
          <p:cNvPicPr/>
          <p:nvPr/>
        </p:nvPicPr>
        <p:blipFill>
          <a:blip r:embed="rId1"/>
          <a:srcRect l="0" t="0" r="87691" b="0"/>
          <a:stretch/>
        </p:blipFill>
        <p:spPr>
          <a:xfrm>
            <a:off x="0" y="0"/>
            <a:ext cx="1071000" cy="1152000"/>
          </a:xfrm>
          <a:prstGeom prst="rect">
            <a:avLst/>
          </a:prstGeom>
          <a:noFill/>
          <a:ln w="9525">
            <a:noFill/>
          </a:ln>
        </p:spPr>
      </p:pic>
      <p:sp>
        <p:nvSpPr>
          <p:cNvPr id="247" name="Rectangle à coins arrondis 11"/>
          <p:cNvSpPr/>
          <p:nvPr/>
        </p:nvSpPr>
        <p:spPr>
          <a:xfrm>
            <a:off x="1000080" y="142920"/>
            <a:ext cx="7572240" cy="856800"/>
          </a:xfrm>
          <a:prstGeom prst="roundRect">
            <a:avLst>
              <a:gd name="adj" fmla="val 16667"/>
            </a:avLst>
          </a:prstGeom>
          <a:solidFill>
            <a:schemeClr val="accent2">
              <a:lumMod val="75000"/>
            </a:schemeClr>
          </a:soli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r>
              <a:rPr b="1" lang="fr-FR" sz="3200" spc="-1" strike="noStrike">
                <a:solidFill>
                  <a:srgbClr val="ffff00"/>
                </a:solidFill>
                <a:latin typeface="Times New Roman"/>
              </a:rPr>
              <a:t>Le médicament : Définition </a:t>
            </a:r>
            <a:endParaRPr b="0" lang="en-US" sz="3200" spc="-1" strike="noStrike">
              <a:solidFill>
                <a:srgbClr val="ffffff"/>
              </a:solidFill>
              <a:latin typeface="Calibri"/>
            </a:endParaRPr>
          </a:p>
        </p:txBody>
      </p:sp>
      <p:sp>
        <p:nvSpPr>
          <p:cNvPr id="248" name="Rectangle 6"/>
          <p:cNvSpPr/>
          <p:nvPr/>
        </p:nvSpPr>
        <p:spPr>
          <a:xfrm>
            <a:off x="428760" y="1428840"/>
            <a:ext cx="8460000" cy="43264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i="1" lang="fr-FR" sz="2400" spc="-1" strike="noStrike">
                <a:solidFill>
                  <a:schemeClr val="dk1"/>
                </a:solidFill>
                <a:latin typeface="Times New Roman"/>
              </a:rPr>
              <a:t> </a:t>
            </a:r>
            <a:r>
              <a:rPr b="1" i="1" lang="fr-FR" sz="2400" spc="-1" strike="noStrike">
                <a:solidFill>
                  <a:schemeClr val="dk1"/>
                </a:solidFill>
                <a:latin typeface="Times New Roman"/>
              </a:rPr>
              <a:t>OMS:</a:t>
            </a:r>
            <a:endParaRPr b="0" lang="en-US" sz="2400" spc="-1" strike="noStrike">
              <a:solidFill>
                <a:srgbClr val="000000"/>
              </a:solidFill>
              <a:latin typeface="Calibri"/>
            </a:endParaRPr>
          </a:p>
          <a:p>
            <a:pPr defTabSz="914400">
              <a:lnSpc>
                <a:spcPct val="100000"/>
              </a:lnSpc>
            </a:pPr>
            <a:endParaRPr b="0" lang="en-US" sz="1400" spc="-1" strike="noStrike">
              <a:solidFill>
                <a:srgbClr val="000000"/>
              </a:solidFill>
              <a:latin typeface="Calibri"/>
            </a:endParaRPr>
          </a:p>
          <a:p>
            <a:pPr algn="just" defTabSz="914400">
              <a:lnSpc>
                <a:spcPct val="200000"/>
              </a:lnSpc>
            </a:pPr>
            <a:r>
              <a:rPr b="0" lang="fr-FR" sz="2400" spc="-1" strike="noStrike">
                <a:solidFill>
                  <a:schemeClr val="dk1"/>
                </a:solidFill>
                <a:latin typeface="Times New Roman"/>
              </a:rPr>
              <a:t>On entend par </a:t>
            </a:r>
            <a:r>
              <a:rPr b="1" lang="fr-FR" sz="2400" spc="-1" strike="noStrike">
                <a:solidFill>
                  <a:schemeClr val="dk1"/>
                </a:solidFill>
                <a:latin typeface="Times New Roman"/>
              </a:rPr>
              <a:t>médicament à usage humain </a:t>
            </a:r>
            <a:r>
              <a:rPr b="0" lang="fr-FR" sz="2400" spc="-1" strike="noStrike">
                <a:solidFill>
                  <a:schemeClr val="dk1"/>
                </a:solidFill>
                <a:latin typeface="Times New Roman"/>
              </a:rPr>
              <a:t>toute substance ou association de substances à but </a:t>
            </a:r>
            <a:r>
              <a:rPr b="1" lang="fr-FR" sz="2400" spc="-1" strike="noStrike">
                <a:solidFill>
                  <a:srgbClr val="ff3bff"/>
                </a:solidFill>
                <a:latin typeface="Times New Roman"/>
              </a:rPr>
              <a:t>thérapeutique, prophylactique ou diagnostic, </a:t>
            </a:r>
            <a:r>
              <a:rPr b="0" lang="fr-FR" sz="2400" spc="-1" strike="noStrike">
                <a:solidFill>
                  <a:schemeClr val="dk1"/>
                </a:solidFill>
                <a:latin typeface="Times New Roman"/>
              </a:rPr>
              <a:t>ou destinée à modifier les fonctions physiologiques et présentée sous une forme pharmaceutique permettant son administration. </a:t>
            </a:r>
            <a:endParaRPr b="0" lang="en-US" sz="24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sldNum" idx="50"/>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92AE3A90-D2DE-4FB6-9674-F7E18705C190}"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pic>
        <p:nvPicPr>
          <p:cNvPr id="250" name="Picture 3" descr=""/>
          <p:cNvPicPr/>
          <p:nvPr/>
        </p:nvPicPr>
        <p:blipFill>
          <a:blip r:embed="rId1"/>
          <a:srcRect l="0" t="0" r="87691" b="0"/>
          <a:stretch/>
        </p:blipFill>
        <p:spPr>
          <a:xfrm>
            <a:off x="0" y="0"/>
            <a:ext cx="1071000" cy="1152000"/>
          </a:xfrm>
          <a:prstGeom prst="rect">
            <a:avLst/>
          </a:prstGeom>
          <a:noFill/>
          <a:ln w="9525">
            <a:noFill/>
          </a:ln>
        </p:spPr>
      </p:pic>
      <p:sp>
        <p:nvSpPr>
          <p:cNvPr id="251" name="Rectangle à coins arrondis 11"/>
          <p:cNvSpPr/>
          <p:nvPr/>
        </p:nvSpPr>
        <p:spPr>
          <a:xfrm>
            <a:off x="1000080" y="142920"/>
            <a:ext cx="7572240" cy="856800"/>
          </a:xfrm>
          <a:prstGeom prst="roundRect">
            <a:avLst>
              <a:gd name="adj" fmla="val 16667"/>
            </a:avLst>
          </a:prstGeom>
          <a:solidFill>
            <a:schemeClr val="accent2">
              <a:lumMod val="75000"/>
            </a:schemeClr>
          </a:soli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r>
              <a:rPr b="1" lang="fr-FR" sz="3200" spc="-1" strike="noStrike">
                <a:solidFill>
                  <a:srgbClr val="ffff00"/>
                </a:solidFill>
                <a:latin typeface="Times New Roman"/>
              </a:rPr>
              <a:t>Le médicament : Définition </a:t>
            </a:r>
            <a:endParaRPr b="0" lang="en-US" sz="3200" spc="-1" strike="noStrike">
              <a:solidFill>
                <a:srgbClr val="ffffff"/>
              </a:solidFill>
              <a:latin typeface="Calibri"/>
            </a:endParaRPr>
          </a:p>
        </p:txBody>
      </p:sp>
      <p:sp>
        <p:nvSpPr>
          <p:cNvPr id="252" name="Rectangle 7"/>
          <p:cNvSpPr/>
          <p:nvPr/>
        </p:nvSpPr>
        <p:spPr>
          <a:xfrm>
            <a:off x="323640" y="2061000"/>
            <a:ext cx="8424720" cy="301572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1" lang="fr-FR" sz="2400" spc="-1" strike="noStrike" u="sng">
                <a:solidFill>
                  <a:schemeClr val="dk1"/>
                </a:solidFill>
                <a:uFillTx/>
                <a:latin typeface="Times New Roman"/>
              </a:rPr>
              <a:t>Sont également assimilés à des médicaments</a:t>
            </a:r>
            <a:r>
              <a:rPr b="0" lang="fr-FR" sz="2400" spc="-1" strike="noStrike">
                <a:solidFill>
                  <a:schemeClr val="dk1"/>
                </a:solidFill>
                <a:latin typeface="Times New Roman"/>
              </a:rPr>
              <a:t> :</a:t>
            </a:r>
            <a:endParaRPr b="0" lang="en-US" sz="2400" spc="-1" strike="noStrike">
              <a:solidFill>
                <a:srgbClr val="000000"/>
              </a:solidFill>
              <a:latin typeface="Calibri"/>
            </a:endParaRPr>
          </a:p>
          <a:p>
            <a:pPr algn="just" defTabSz="914400">
              <a:lnSpc>
                <a:spcPct val="100000"/>
              </a:lnSpc>
            </a:pPr>
            <a:endParaRPr b="0" lang="en-US" sz="2400" spc="-1" strike="noStrike">
              <a:solidFill>
                <a:srgbClr val="000000"/>
              </a:solidFill>
              <a:latin typeface="Calibri"/>
            </a:endParaRPr>
          </a:p>
          <a:p>
            <a:pPr algn="just" defTabSz="914400">
              <a:lnSpc>
                <a:spcPct val="200000"/>
              </a:lnSpc>
            </a:pPr>
            <a:r>
              <a:rPr b="0" lang="fr-FR" sz="2400" spc="-1" strike="noStrike">
                <a:solidFill>
                  <a:schemeClr val="dk1"/>
                </a:solidFill>
                <a:latin typeface="Times New Roman"/>
              </a:rPr>
              <a:t>Les produits diététiques et produits cosmétiques contenant des substances vénéneuses lui conférant des propriétés curatives ou préventives à l’égard des maladies».</a:t>
            </a:r>
            <a:endParaRPr b="0" lang="en-US" sz="24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sldNum" idx="51"/>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8C722131-7E16-4997-9774-ADDE328CBC5C}"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pic>
        <p:nvPicPr>
          <p:cNvPr id="254" name="Picture 3" descr=""/>
          <p:cNvPicPr/>
          <p:nvPr/>
        </p:nvPicPr>
        <p:blipFill>
          <a:blip r:embed="rId1"/>
          <a:srcRect l="0" t="0" r="87691" b="0"/>
          <a:stretch/>
        </p:blipFill>
        <p:spPr>
          <a:xfrm>
            <a:off x="0" y="0"/>
            <a:ext cx="1071000" cy="1152000"/>
          </a:xfrm>
          <a:prstGeom prst="rect">
            <a:avLst/>
          </a:prstGeom>
          <a:noFill/>
          <a:ln w="9525">
            <a:noFill/>
          </a:ln>
        </p:spPr>
      </p:pic>
      <p:sp>
        <p:nvSpPr>
          <p:cNvPr id="255" name="Rectangle à coins arrondis 11"/>
          <p:cNvSpPr/>
          <p:nvPr/>
        </p:nvSpPr>
        <p:spPr>
          <a:xfrm>
            <a:off x="1000080" y="142920"/>
            <a:ext cx="7572240" cy="856800"/>
          </a:xfrm>
          <a:prstGeom prst="roundRect">
            <a:avLst>
              <a:gd name="adj" fmla="val 16667"/>
            </a:avLst>
          </a:prstGeom>
          <a:solidFill>
            <a:schemeClr val="accent2">
              <a:lumMod val="75000"/>
            </a:schemeClr>
          </a:soli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r>
              <a:rPr b="1" lang="fr-FR" sz="3200" spc="-1" strike="noStrike">
                <a:solidFill>
                  <a:srgbClr val="ffff00"/>
                </a:solidFill>
                <a:latin typeface="Times New Roman"/>
              </a:rPr>
              <a:t>Le médicament </a:t>
            </a:r>
            <a:endParaRPr b="0" lang="en-US" sz="3200" spc="-1" strike="noStrike">
              <a:solidFill>
                <a:srgbClr val="ffffff"/>
              </a:solidFill>
              <a:latin typeface="Calibri"/>
            </a:endParaRPr>
          </a:p>
        </p:txBody>
      </p:sp>
      <p:sp>
        <p:nvSpPr>
          <p:cNvPr id="256" name="Rectangle 6"/>
          <p:cNvSpPr/>
          <p:nvPr/>
        </p:nvSpPr>
        <p:spPr>
          <a:xfrm>
            <a:off x="285840" y="1214280"/>
            <a:ext cx="8496720" cy="5058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fr-FR" sz="2800" spc="-1" strike="noStrike">
                <a:solidFill>
                  <a:srgbClr val="ff0000"/>
                </a:solidFill>
                <a:latin typeface="Times New Roman"/>
              </a:rPr>
              <a:t>Les</a:t>
            </a:r>
            <a:r>
              <a:rPr b="1" lang="fr-FR" sz="2400" spc="-1" strike="noStrike">
                <a:solidFill>
                  <a:srgbClr val="ff0000"/>
                </a:solidFill>
                <a:latin typeface="Times New Roman"/>
              </a:rPr>
              <a:t> </a:t>
            </a:r>
            <a:r>
              <a:rPr b="1" lang="fr-FR" sz="2800" spc="-1" strike="noStrike">
                <a:solidFill>
                  <a:srgbClr val="ff0000"/>
                </a:solidFill>
                <a:latin typeface="Times New Roman"/>
              </a:rPr>
              <a:t>différentes catégories de médicaments</a:t>
            </a:r>
            <a:endParaRPr b="0" lang="en-US" sz="2800" spc="-1" strike="noStrike">
              <a:solidFill>
                <a:srgbClr val="000000"/>
              </a:solidFill>
              <a:latin typeface="Calibri"/>
            </a:endParaRPr>
          </a:p>
          <a:p>
            <a:pPr defTabSz="914400">
              <a:lnSpc>
                <a:spcPct val="100000"/>
              </a:lnSpc>
            </a:pPr>
            <a:endParaRPr b="0" lang="en-US" sz="1800" spc="-1" strike="noStrike">
              <a:solidFill>
                <a:srgbClr val="000000"/>
              </a:solidFill>
              <a:latin typeface="Calibri"/>
            </a:endParaRPr>
          </a:p>
          <a:p>
            <a:pPr indent="-216000" algn="just" defTabSz="914400">
              <a:lnSpc>
                <a:spcPct val="100000"/>
              </a:lnSpc>
              <a:buClr>
                <a:srgbClr val="ff0000"/>
              </a:buClr>
              <a:buFont typeface="Wingdings" charset="2"/>
              <a:buChar char=""/>
            </a:pPr>
            <a:r>
              <a:rPr b="1" lang="fr-FR" sz="2400" spc="-1" strike="noStrike" u="sng">
                <a:solidFill>
                  <a:schemeClr val="dk1"/>
                </a:solidFill>
                <a:uFillTx/>
                <a:latin typeface="Times New Roman"/>
              </a:rPr>
              <a:t>Préparation magistrale</a:t>
            </a:r>
            <a:r>
              <a:rPr b="0" lang="fr-FR" sz="2400" spc="-1" strike="noStrike">
                <a:solidFill>
                  <a:schemeClr val="dk1"/>
                </a:solidFill>
                <a:latin typeface="Times New Roman"/>
              </a:rPr>
              <a:t>:</a:t>
            </a:r>
            <a:r>
              <a:rPr b="0" lang="fr-FR" sz="2400" spc="-1" strike="noStrike">
                <a:solidFill>
                  <a:schemeClr val="dk1"/>
                </a:solidFill>
                <a:latin typeface="Arial"/>
              </a:rPr>
              <a:t> </a:t>
            </a:r>
            <a:r>
              <a:rPr b="0" lang="fr-FR" sz="2400" spc="-1" strike="noStrike">
                <a:solidFill>
                  <a:schemeClr val="dk1"/>
                </a:solidFill>
                <a:latin typeface="Times New Roman"/>
              </a:rPr>
              <a:t>médicament préparé extemporanément, sous prescription médicale qui en précise la formule détaillée et déstinée à un malade particulier.</a:t>
            </a:r>
            <a:endParaRPr b="0" lang="en-US" sz="2400" spc="-1" strike="noStrike">
              <a:solidFill>
                <a:srgbClr val="000000"/>
              </a:solidFill>
              <a:latin typeface="Calibri"/>
            </a:endParaRPr>
          </a:p>
          <a:p>
            <a:pPr algn="just" defTabSz="914400">
              <a:lnSpc>
                <a:spcPct val="100000"/>
              </a:lnSpc>
            </a:pPr>
            <a:endParaRPr b="0" lang="en-US" sz="2000" spc="-1" strike="noStrike">
              <a:solidFill>
                <a:srgbClr val="000000"/>
              </a:solidFill>
              <a:latin typeface="Calibri"/>
            </a:endParaRPr>
          </a:p>
          <a:p>
            <a:pPr indent="-216000" algn="just" defTabSz="914400">
              <a:lnSpc>
                <a:spcPct val="100000"/>
              </a:lnSpc>
              <a:buClr>
                <a:srgbClr val="ff0000"/>
              </a:buClr>
              <a:buFont typeface="Wingdings" charset="2"/>
              <a:buChar char=""/>
            </a:pPr>
            <a:r>
              <a:rPr b="1" lang="fr-FR" sz="2400" spc="-1" strike="noStrike" u="sng">
                <a:solidFill>
                  <a:schemeClr val="dk1"/>
                </a:solidFill>
                <a:uFillTx/>
                <a:latin typeface="Times New Roman"/>
              </a:rPr>
              <a:t>Préparation officinale</a:t>
            </a:r>
            <a:r>
              <a:rPr b="0" lang="fr-FR" sz="2400" spc="-1" strike="noStrike">
                <a:solidFill>
                  <a:schemeClr val="dk1"/>
                </a:solidFill>
                <a:latin typeface="Times New Roman"/>
              </a:rPr>
              <a:t> </a:t>
            </a:r>
            <a:r>
              <a:rPr b="0" lang="fr-FR" sz="2000" spc="-1" strike="noStrike">
                <a:solidFill>
                  <a:schemeClr val="dk1"/>
                </a:solidFill>
                <a:latin typeface="Times New Roman"/>
              </a:rPr>
              <a:t>: </a:t>
            </a:r>
            <a:r>
              <a:rPr b="0" lang="fr-FR" sz="2400" spc="-1" strike="noStrike">
                <a:solidFill>
                  <a:schemeClr val="dk1"/>
                </a:solidFill>
                <a:latin typeface="Times New Roman"/>
              </a:rPr>
              <a:t>tout médicament préparé en pharmacie, inscrit à la Pharmacopée ou au Formulaire National". La préparation </a:t>
            </a:r>
            <a:r>
              <a:rPr b="1" lang="fr-FR" sz="2400" spc="-1" strike="noStrike">
                <a:solidFill>
                  <a:schemeClr val="dk1"/>
                </a:solidFill>
                <a:latin typeface="Times New Roman"/>
              </a:rPr>
              <a:t>peut être faite à l’avance</a:t>
            </a:r>
            <a:r>
              <a:rPr b="0" lang="fr-FR" sz="2400" spc="-1" strike="noStrike">
                <a:solidFill>
                  <a:schemeClr val="dk1"/>
                </a:solidFill>
                <a:latin typeface="Times New Roman"/>
              </a:rPr>
              <a:t>(ex: soluté de Dakin, vaseline à l’oxyde de zinc,….).</a:t>
            </a:r>
            <a:endParaRPr b="0" lang="en-US" sz="2400" spc="-1" strike="noStrike">
              <a:solidFill>
                <a:srgbClr val="000000"/>
              </a:solidFill>
              <a:latin typeface="Calibri"/>
            </a:endParaRPr>
          </a:p>
          <a:p>
            <a:pPr algn="just" defTabSz="914400">
              <a:lnSpc>
                <a:spcPct val="100000"/>
              </a:lnSpc>
            </a:pPr>
            <a:endParaRPr b="0" lang="en-US" sz="2000" spc="-1" strike="noStrike">
              <a:solidFill>
                <a:srgbClr val="000000"/>
              </a:solidFill>
              <a:latin typeface="Calibri"/>
            </a:endParaRPr>
          </a:p>
          <a:p>
            <a:pPr indent="-216000" algn="just" defTabSz="914400">
              <a:lnSpc>
                <a:spcPct val="100000"/>
              </a:lnSpc>
              <a:buClr>
                <a:srgbClr val="ff0000"/>
              </a:buClr>
              <a:buFont typeface="Wingdings" charset="2"/>
              <a:buChar char=""/>
            </a:pPr>
            <a:r>
              <a:rPr b="1" lang="fr-FR" sz="2400" spc="-1" strike="noStrike" u="sng">
                <a:solidFill>
                  <a:schemeClr val="dk1"/>
                </a:solidFill>
                <a:uFillTx/>
                <a:latin typeface="Times New Roman"/>
              </a:rPr>
              <a:t>Préparation hospitalière</a:t>
            </a:r>
            <a:r>
              <a:rPr b="1" lang="fr-FR" sz="2400" spc="-1" strike="noStrike">
                <a:solidFill>
                  <a:schemeClr val="dk1"/>
                </a:solidFill>
                <a:latin typeface="Times New Roman"/>
              </a:rPr>
              <a:t>:</a:t>
            </a:r>
            <a:r>
              <a:rPr b="0" lang="fr-FR" sz="2400" spc="-1" strike="noStrike">
                <a:solidFill>
                  <a:schemeClr val="folHlink"/>
                </a:solidFill>
                <a:latin typeface="Arial"/>
              </a:rPr>
              <a:t> </a:t>
            </a:r>
            <a:r>
              <a:rPr b="0" lang="fr-FR" sz="2400" spc="-1" strike="noStrike">
                <a:solidFill>
                  <a:schemeClr val="dk1"/>
                </a:solidFill>
                <a:latin typeface="Times New Roman"/>
              </a:rPr>
              <a:t>préparation réalisée sous prescription hospitalière à l’avance ou extemporanément dans le cas ou il n’existe pas de spécialité pharmaceutique disponible ou adaptée.</a:t>
            </a:r>
            <a:endParaRPr b="0" lang="en-US" sz="2400" spc="-1" strike="noStrike">
              <a:solidFill>
                <a:srgbClr val="000000"/>
              </a:solidFill>
              <a:latin typeface="Calibri"/>
            </a:endParaRPr>
          </a:p>
        </p:txBody>
      </p:sp>
    </p:spTree>
  </p:cSld>
  <mc:AlternateContent>
    <mc:Choice Requires="p14">
      <p:transition spd="slow" p14:dur="2000"/>
    </mc:Choice>
    <mc:Fallback>
      <p:transition spd="slow"/>
    </mc:Fallback>
  </mc:AlternateContent>
  <p:timing>
    <p:tnLst>
      <p:par>
        <p:cTn id="135" dur="indefinite" restart="never" nodeType="tmRoot">
          <p:childTnLst>
            <p:seq>
              <p:cTn id="136" dur="indefinite" nodeType="mainSeq">
                <p:childTnLst>
                  <p:par>
                    <p:cTn id="137" fill="hold">
                      <p:stCondLst>
                        <p:cond delay="indefinite"/>
                      </p:stCondLst>
                      <p:childTnLst>
                        <p:par>
                          <p:cTn id="138" fill="hold">
                            <p:stCondLst>
                              <p:cond delay="0"/>
                            </p:stCondLst>
                            <p:childTnLst>
                              <p:par>
                                <p:cTn id="139" nodeType="clickEffect" fill="hold" presetClass="entr" presetID="5" presetSubtype="10">
                                  <p:stCondLst>
                                    <p:cond delay="0"/>
                                  </p:stCondLst>
                                  <p:childTnLst>
                                    <p:set>
                                      <p:cBhvr>
                                        <p:cTn id="140" dur="1" fill="hold">
                                          <p:stCondLst>
                                            <p:cond delay="0"/>
                                          </p:stCondLst>
                                        </p:cTn>
                                        <p:tgtEl>
                                          <p:spTgt spid="256">
                                            <p:txEl>
                                              <p:pRg st="2" end="2"/>
                                            </p:txEl>
                                          </p:spTgt>
                                        </p:tgtEl>
                                        <p:attrNameLst>
                                          <p:attrName>style.visibility</p:attrName>
                                        </p:attrNameLst>
                                      </p:cBhvr>
                                      <p:to>
                                        <p:strVal val="visible"/>
                                      </p:to>
                                    </p:set>
                                    <p:animEffect filter="checkerboard(across)" transition="in">
                                      <p:cBhvr additive="repl">
                                        <p:cTn id="141" dur="500"/>
                                        <p:tgtEl>
                                          <p:spTgt spid="256">
                                            <p:txEl>
                                              <p:pRg st="2" end="2"/>
                                            </p:txEl>
                                          </p:spTgt>
                                        </p:tgtEl>
                                      </p:cBhvr>
                                    </p:animEffect>
                                  </p:childTnLst>
                                </p:cTn>
                              </p:par>
                            </p:childTnLst>
                          </p:cTn>
                        </p:par>
                      </p:childTnLst>
                    </p:cTn>
                  </p:par>
                  <p:par>
                    <p:cTn id="142" fill="hold">
                      <p:stCondLst>
                        <p:cond delay="indefinite"/>
                      </p:stCondLst>
                      <p:childTnLst>
                        <p:par>
                          <p:cTn id="143" fill="hold">
                            <p:stCondLst>
                              <p:cond delay="0"/>
                            </p:stCondLst>
                            <p:childTnLst>
                              <p:par>
                                <p:cTn id="144" nodeType="clickEffect" fill="hold" presetClass="entr" presetID="5" presetSubtype="10">
                                  <p:stCondLst>
                                    <p:cond delay="0"/>
                                  </p:stCondLst>
                                  <p:childTnLst>
                                    <p:set>
                                      <p:cBhvr>
                                        <p:cTn id="145" dur="1" fill="hold">
                                          <p:stCondLst>
                                            <p:cond delay="0"/>
                                          </p:stCondLst>
                                        </p:cTn>
                                        <p:tgtEl>
                                          <p:spTgt spid="256">
                                            <p:txEl>
                                              <p:pRg st="4" end="4"/>
                                            </p:txEl>
                                          </p:spTgt>
                                        </p:tgtEl>
                                        <p:attrNameLst>
                                          <p:attrName>style.visibility</p:attrName>
                                        </p:attrNameLst>
                                      </p:cBhvr>
                                      <p:to>
                                        <p:strVal val="visible"/>
                                      </p:to>
                                    </p:set>
                                    <p:animEffect filter="checkerboard(across)" transition="in">
                                      <p:cBhvr additive="repl">
                                        <p:cTn id="146" dur="500"/>
                                        <p:tgtEl>
                                          <p:spTgt spid="256">
                                            <p:txEl>
                                              <p:pRg st="4" end="4"/>
                                            </p:txEl>
                                          </p:spTgt>
                                        </p:tgtEl>
                                      </p:cBhvr>
                                    </p:animEffect>
                                  </p:childTnLst>
                                </p:cTn>
                              </p:par>
                            </p:childTnLst>
                          </p:cTn>
                        </p:par>
                      </p:childTnLst>
                    </p:cTn>
                  </p:par>
                  <p:par>
                    <p:cTn id="147" fill="hold">
                      <p:stCondLst>
                        <p:cond delay="indefinite"/>
                      </p:stCondLst>
                      <p:childTnLst>
                        <p:par>
                          <p:cTn id="148" fill="hold">
                            <p:stCondLst>
                              <p:cond delay="0"/>
                            </p:stCondLst>
                            <p:childTnLst>
                              <p:par>
                                <p:cTn id="149" nodeType="clickEffect" fill="hold" presetClass="entr" presetID="5" presetSubtype="10">
                                  <p:stCondLst>
                                    <p:cond delay="0"/>
                                  </p:stCondLst>
                                  <p:childTnLst>
                                    <p:set>
                                      <p:cBhvr>
                                        <p:cTn id="150" dur="1" fill="hold">
                                          <p:stCondLst>
                                            <p:cond delay="0"/>
                                          </p:stCondLst>
                                        </p:cTn>
                                        <p:tgtEl>
                                          <p:spTgt spid="256">
                                            <p:txEl>
                                              <p:pRg st="6" end="6"/>
                                            </p:txEl>
                                          </p:spTgt>
                                        </p:tgtEl>
                                        <p:attrNameLst>
                                          <p:attrName>style.visibility</p:attrName>
                                        </p:attrNameLst>
                                      </p:cBhvr>
                                      <p:to>
                                        <p:strVal val="visible"/>
                                      </p:to>
                                    </p:set>
                                    <p:animEffect filter="checkerboard(across)" transition="in">
                                      <p:cBhvr additive="repl">
                                        <p:cTn id="151" dur="500"/>
                                        <p:tgtEl>
                                          <p:spTgt spid="256">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sldNum" idx="52"/>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08F1575F-B3DA-4E26-8992-012542D58A25}"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pic>
        <p:nvPicPr>
          <p:cNvPr id="258" name="Picture 3" descr=""/>
          <p:cNvPicPr/>
          <p:nvPr/>
        </p:nvPicPr>
        <p:blipFill>
          <a:blip r:embed="rId1"/>
          <a:srcRect l="0" t="0" r="87691" b="0"/>
          <a:stretch/>
        </p:blipFill>
        <p:spPr>
          <a:xfrm>
            <a:off x="0" y="0"/>
            <a:ext cx="1071000" cy="1152000"/>
          </a:xfrm>
          <a:prstGeom prst="rect">
            <a:avLst/>
          </a:prstGeom>
          <a:noFill/>
          <a:ln w="9525">
            <a:noFill/>
          </a:ln>
        </p:spPr>
      </p:pic>
      <p:sp>
        <p:nvSpPr>
          <p:cNvPr id="259" name="Rectangle à coins arrondis 11"/>
          <p:cNvSpPr/>
          <p:nvPr/>
        </p:nvSpPr>
        <p:spPr>
          <a:xfrm>
            <a:off x="1000080" y="142920"/>
            <a:ext cx="7572240" cy="856800"/>
          </a:xfrm>
          <a:prstGeom prst="roundRect">
            <a:avLst>
              <a:gd name="adj" fmla="val 16667"/>
            </a:avLst>
          </a:prstGeom>
          <a:solidFill>
            <a:schemeClr val="accent2">
              <a:lumMod val="75000"/>
            </a:schemeClr>
          </a:soli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r>
              <a:rPr b="1" lang="fr-FR" sz="3200" spc="-1" strike="noStrike">
                <a:solidFill>
                  <a:srgbClr val="ffff00"/>
                </a:solidFill>
                <a:latin typeface="Times New Roman"/>
              </a:rPr>
              <a:t>Le médicament </a:t>
            </a:r>
            <a:endParaRPr b="0" lang="en-US" sz="3200" spc="-1" strike="noStrike">
              <a:solidFill>
                <a:srgbClr val="ffffff"/>
              </a:solidFill>
              <a:latin typeface="Calibri"/>
            </a:endParaRPr>
          </a:p>
        </p:txBody>
      </p:sp>
      <p:sp>
        <p:nvSpPr>
          <p:cNvPr id="260" name="Rectangle 7"/>
          <p:cNvSpPr/>
          <p:nvPr/>
        </p:nvSpPr>
        <p:spPr>
          <a:xfrm>
            <a:off x="71280" y="1214280"/>
            <a:ext cx="8964000" cy="4540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fr-FR" sz="2800" spc="-1" strike="noStrike">
                <a:solidFill>
                  <a:srgbClr val="ff0000"/>
                </a:solidFill>
                <a:latin typeface="Times New Roman"/>
              </a:rPr>
              <a:t>Les différentes catégories de médicaments</a:t>
            </a:r>
            <a:endParaRPr b="0" lang="en-US" sz="2800" spc="-1" strike="noStrike">
              <a:solidFill>
                <a:srgbClr val="000000"/>
              </a:solidFill>
              <a:latin typeface="Calibri"/>
            </a:endParaRPr>
          </a:p>
          <a:p>
            <a:pPr defTabSz="914400">
              <a:lnSpc>
                <a:spcPct val="100000"/>
              </a:lnSpc>
            </a:pPr>
            <a:endParaRPr b="0" lang="en-US" sz="2800" spc="-1" strike="noStrike">
              <a:solidFill>
                <a:srgbClr val="000000"/>
              </a:solidFill>
              <a:latin typeface="Calibri"/>
            </a:endParaRPr>
          </a:p>
          <a:p>
            <a:pPr indent="-216000" algn="just" defTabSz="914400">
              <a:lnSpc>
                <a:spcPct val="100000"/>
              </a:lnSpc>
              <a:buClr>
                <a:srgbClr val="ff0000"/>
              </a:buClr>
              <a:buFont typeface="Wingdings" charset="2"/>
              <a:buChar char=""/>
            </a:pPr>
            <a:r>
              <a:rPr b="1" lang="fr-FR" sz="2400" spc="-1" strike="noStrike" u="sng">
                <a:solidFill>
                  <a:schemeClr val="dk1"/>
                </a:solidFill>
                <a:uFillTx/>
                <a:latin typeface="Times New Roman"/>
              </a:rPr>
              <a:t>Spécialité pharmaceutique</a:t>
            </a:r>
            <a:r>
              <a:rPr b="0" lang="fr-FR" sz="2400" spc="-1" strike="noStrike">
                <a:solidFill>
                  <a:schemeClr val="folHlink"/>
                </a:solidFill>
                <a:latin typeface="Arial"/>
              </a:rPr>
              <a:t>: </a:t>
            </a:r>
            <a:r>
              <a:rPr b="0" lang="fr-FR" sz="2400" spc="-1" strike="noStrike">
                <a:solidFill>
                  <a:schemeClr val="dk1"/>
                </a:solidFill>
                <a:latin typeface="Times New Roman"/>
              </a:rPr>
              <a:t>tout médicament préparé à l'avance, présenté sous un conditionnement particulier et caractérisé par une dénomination spéciale (</a:t>
            </a:r>
            <a:r>
              <a:rPr b="1" lang="fr-FR" sz="2400" spc="-1" strike="noStrike">
                <a:solidFill>
                  <a:schemeClr val="accent4">
                    <a:lumMod val="75000"/>
                  </a:schemeClr>
                </a:solidFill>
                <a:latin typeface="Times New Roman"/>
              </a:rPr>
              <a:t>DCI</a:t>
            </a:r>
            <a:r>
              <a:rPr b="0" lang="fr-FR" sz="2400" spc="-1" strike="noStrike">
                <a:solidFill>
                  <a:schemeClr val="dk1"/>
                </a:solidFill>
                <a:latin typeface="Times New Roman"/>
              </a:rPr>
              <a:t>)</a:t>
            </a:r>
            <a:r>
              <a:rPr b="1" lang="fr-FR" sz="2400" spc="-1" strike="noStrike">
                <a:solidFill>
                  <a:schemeClr val="dk1"/>
                </a:solidFill>
                <a:latin typeface="Times New Roman"/>
              </a:rPr>
              <a:t> de </a:t>
            </a:r>
            <a:r>
              <a:rPr b="0" lang="fr-FR" sz="2400" spc="-1" strike="noStrike">
                <a:solidFill>
                  <a:schemeClr val="dk1"/>
                </a:solidFill>
                <a:latin typeface="Times New Roman"/>
              </a:rPr>
              <a:t>la </a:t>
            </a:r>
            <a:r>
              <a:rPr b="1" lang="fr-FR" sz="2400" spc="-1" strike="noStrike">
                <a:solidFill>
                  <a:schemeClr val="dk1"/>
                </a:solidFill>
                <a:latin typeface="Times New Roman"/>
              </a:rPr>
              <a:t>molécule</a:t>
            </a:r>
            <a:r>
              <a:rPr b="0" lang="fr-FR" sz="2400" spc="-1" strike="noStrike">
                <a:solidFill>
                  <a:schemeClr val="dk1"/>
                </a:solidFill>
                <a:latin typeface="Times New Roman"/>
              </a:rPr>
              <a:t> = substance active</a:t>
            </a:r>
            <a:r>
              <a:rPr b="1" lang="fr-FR" sz="2400" spc="-1" strike="noStrike">
                <a:solidFill>
                  <a:schemeClr val="dk1"/>
                </a:solidFill>
                <a:latin typeface="Times New Roman"/>
              </a:rPr>
              <a:t>.</a:t>
            </a:r>
            <a:r>
              <a:rPr b="0" lang="fr-FR" sz="2400" spc="-1" strike="noStrike">
                <a:solidFill>
                  <a:schemeClr val="dk1"/>
                </a:solidFill>
                <a:latin typeface="Times New Roman"/>
              </a:rPr>
              <a:t> (princeps et générique)</a:t>
            </a:r>
            <a:endParaRPr b="0" lang="en-US" sz="2400" spc="-1" strike="noStrike">
              <a:solidFill>
                <a:srgbClr val="000000"/>
              </a:solidFill>
              <a:latin typeface="Calibri"/>
            </a:endParaRPr>
          </a:p>
          <a:p>
            <a:pPr defTabSz="914400">
              <a:lnSpc>
                <a:spcPct val="100000"/>
              </a:lnSpc>
            </a:pPr>
            <a:endParaRPr b="0" lang="en-US" sz="2000" spc="-1" strike="noStrike">
              <a:solidFill>
                <a:srgbClr val="000000"/>
              </a:solidFill>
              <a:latin typeface="Calibri"/>
            </a:endParaRPr>
          </a:p>
          <a:p>
            <a:pPr indent="-216000" defTabSz="914400">
              <a:lnSpc>
                <a:spcPct val="100000"/>
              </a:lnSpc>
              <a:buClr>
                <a:srgbClr val="ff0000"/>
              </a:buClr>
              <a:buFont typeface="Wingdings" charset="2"/>
              <a:buChar char=""/>
            </a:pPr>
            <a:r>
              <a:rPr b="0" lang="fr-FR" sz="2400" spc="-1" strike="noStrike">
                <a:solidFill>
                  <a:schemeClr val="dk1"/>
                </a:solidFill>
                <a:latin typeface="Times New Roman"/>
              </a:rPr>
              <a:t>Vaccin et les organismes génétiquement modifiés</a:t>
            </a:r>
            <a:endParaRPr b="0" lang="en-US" sz="2400" spc="-1" strike="noStrike">
              <a:solidFill>
                <a:srgbClr val="000000"/>
              </a:solidFill>
              <a:latin typeface="Calibri"/>
            </a:endParaRPr>
          </a:p>
          <a:p>
            <a:pPr indent="-216000" defTabSz="914400">
              <a:lnSpc>
                <a:spcPct val="100000"/>
              </a:lnSpc>
              <a:buClr>
                <a:srgbClr val="ff0000"/>
              </a:buClr>
              <a:buFont typeface="Wingdings" charset="2"/>
              <a:buChar char=""/>
            </a:pPr>
            <a:r>
              <a:rPr b="0" lang="fr-FR" sz="2400" spc="-1" strike="noStrike">
                <a:solidFill>
                  <a:schemeClr val="dk1"/>
                </a:solidFill>
                <a:latin typeface="Times New Roman"/>
              </a:rPr>
              <a:t> </a:t>
            </a:r>
            <a:r>
              <a:rPr b="0" lang="fr-FR" sz="2400" spc="-1" strike="noStrike">
                <a:solidFill>
                  <a:schemeClr val="dk1"/>
                </a:solidFill>
                <a:latin typeface="Times New Roman"/>
              </a:rPr>
              <a:t>Produit radio pharmaceutique </a:t>
            </a:r>
            <a:endParaRPr b="0" lang="en-US" sz="2400" spc="-1" strike="noStrike">
              <a:solidFill>
                <a:srgbClr val="000000"/>
              </a:solidFill>
              <a:latin typeface="Calibri"/>
            </a:endParaRPr>
          </a:p>
          <a:p>
            <a:pPr indent="-216000" defTabSz="914400">
              <a:lnSpc>
                <a:spcPct val="100000"/>
              </a:lnSpc>
              <a:buClr>
                <a:srgbClr val="ff0000"/>
              </a:buClr>
              <a:buFont typeface="Wingdings" charset="2"/>
              <a:buChar char=""/>
            </a:pPr>
            <a:r>
              <a:rPr b="0" lang="fr-FR" sz="2400" spc="-1" strike="noStrike">
                <a:solidFill>
                  <a:schemeClr val="dk1"/>
                </a:solidFill>
                <a:latin typeface="Times New Roman"/>
              </a:rPr>
              <a:t>Produit stable dérivé du sang ;</a:t>
            </a:r>
            <a:endParaRPr b="0" lang="en-US" sz="2400" spc="-1" strike="noStrike">
              <a:solidFill>
                <a:srgbClr val="000000"/>
              </a:solidFill>
              <a:latin typeface="Calibri"/>
            </a:endParaRPr>
          </a:p>
          <a:p>
            <a:pPr indent="-216000" defTabSz="914400">
              <a:lnSpc>
                <a:spcPct val="100000"/>
              </a:lnSpc>
              <a:buClr>
                <a:srgbClr val="ff0000"/>
              </a:buClr>
              <a:buFont typeface="Wingdings" charset="2"/>
              <a:buChar char=""/>
            </a:pPr>
            <a:r>
              <a:rPr b="0" lang="fr-FR" sz="2400" spc="-1" strike="noStrike">
                <a:solidFill>
                  <a:schemeClr val="dk1"/>
                </a:solidFill>
                <a:latin typeface="Times New Roman"/>
              </a:rPr>
              <a:t>Concentré d’hémodialyse ou solutés de dialyse péritonéale ;</a:t>
            </a:r>
            <a:endParaRPr b="0" lang="en-US" sz="2400" spc="-1" strike="noStrike">
              <a:solidFill>
                <a:srgbClr val="000000"/>
              </a:solidFill>
              <a:latin typeface="Calibri"/>
            </a:endParaRPr>
          </a:p>
          <a:p>
            <a:pPr indent="-216000" defTabSz="914400">
              <a:lnSpc>
                <a:spcPct val="100000"/>
              </a:lnSpc>
              <a:buClr>
                <a:srgbClr val="ff0000"/>
              </a:buClr>
              <a:buFont typeface="Wingdings" charset="2"/>
              <a:buChar char=""/>
            </a:pPr>
            <a:r>
              <a:rPr b="0" lang="fr-FR" sz="2400" spc="-1" strike="noStrike">
                <a:solidFill>
                  <a:schemeClr val="dk1"/>
                </a:solidFill>
                <a:latin typeface="Times New Roman"/>
              </a:rPr>
              <a:t>Les gaz médicaux.</a:t>
            </a:r>
            <a:endParaRPr b="0" lang="en-US" sz="24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sldNum" idx="53"/>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6FC76857-F6FD-4DE5-A7A0-9560026F7CDB}"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pic>
        <p:nvPicPr>
          <p:cNvPr id="262" name="Picture 3" descr=""/>
          <p:cNvPicPr/>
          <p:nvPr/>
        </p:nvPicPr>
        <p:blipFill>
          <a:blip r:embed="rId1"/>
          <a:srcRect l="0" t="0" r="87691" b="0"/>
          <a:stretch/>
        </p:blipFill>
        <p:spPr>
          <a:xfrm>
            <a:off x="0" y="0"/>
            <a:ext cx="1071000" cy="1152000"/>
          </a:xfrm>
          <a:prstGeom prst="rect">
            <a:avLst/>
          </a:prstGeom>
          <a:noFill/>
          <a:ln w="9525">
            <a:noFill/>
          </a:ln>
        </p:spPr>
      </p:pic>
      <p:sp>
        <p:nvSpPr>
          <p:cNvPr id="263" name="Rectangle à coins arrondis 11"/>
          <p:cNvSpPr/>
          <p:nvPr/>
        </p:nvSpPr>
        <p:spPr>
          <a:xfrm>
            <a:off x="1000080" y="142920"/>
            <a:ext cx="7572240" cy="856800"/>
          </a:xfrm>
          <a:prstGeom prst="roundRect">
            <a:avLst>
              <a:gd name="adj" fmla="val 16667"/>
            </a:avLst>
          </a:prstGeom>
          <a:solidFill>
            <a:schemeClr val="accent2">
              <a:lumMod val="75000"/>
            </a:schemeClr>
          </a:soli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r>
              <a:rPr b="1" lang="fr-FR" sz="3200" spc="-1" strike="noStrike">
                <a:solidFill>
                  <a:srgbClr val="ffff00"/>
                </a:solidFill>
                <a:latin typeface="Times New Roman"/>
              </a:rPr>
              <a:t>Le médicament </a:t>
            </a:r>
            <a:endParaRPr b="0" lang="en-US" sz="3200" spc="-1" strike="noStrike">
              <a:solidFill>
                <a:srgbClr val="ffffff"/>
              </a:solidFill>
              <a:latin typeface="Calibri"/>
            </a:endParaRPr>
          </a:p>
        </p:txBody>
      </p:sp>
      <p:pic>
        <p:nvPicPr>
          <p:cNvPr id="264" name="Picture 2" descr=""/>
          <p:cNvPicPr/>
          <p:nvPr/>
        </p:nvPicPr>
        <p:blipFill>
          <a:blip r:embed="rId2"/>
          <a:stretch/>
        </p:blipFill>
        <p:spPr>
          <a:xfrm>
            <a:off x="0" y="1643040"/>
            <a:ext cx="9143640" cy="1071360"/>
          </a:xfrm>
          <a:prstGeom prst="rect">
            <a:avLst/>
          </a:prstGeom>
          <a:noFill/>
          <a:ln w="9525">
            <a:noFill/>
          </a:ln>
        </p:spPr>
      </p:pic>
      <p:sp>
        <p:nvSpPr>
          <p:cNvPr id="265" name="Rectangle 10"/>
          <p:cNvSpPr/>
          <p:nvPr/>
        </p:nvSpPr>
        <p:spPr>
          <a:xfrm>
            <a:off x="642960" y="1143000"/>
            <a:ext cx="7857720" cy="455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fr-FR" sz="2400" spc="-1" strike="noStrike">
                <a:solidFill>
                  <a:srgbClr val="000000"/>
                </a:solidFill>
                <a:latin typeface="Times New Roman"/>
              </a:rPr>
              <a:t>Chaque médicament fait l’objet d’une dénomination :</a:t>
            </a:r>
            <a:endParaRPr b="0" lang="en-US" sz="2400" spc="-1" strike="noStrike">
              <a:solidFill>
                <a:srgbClr val="000000"/>
              </a:solidFill>
              <a:latin typeface="Calibri"/>
            </a:endParaRPr>
          </a:p>
        </p:txBody>
      </p:sp>
      <p:sp>
        <p:nvSpPr>
          <p:cNvPr id="266" name="Rectangle 12"/>
          <p:cNvSpPr/>
          <p:nvPr/>
        </p:nvSpPr>
        <p:spPr>
          <a:xfrm>
            <a:off x="1071360" y="2643120"/>
            <a:ext cx="8072280" cy="759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fr-FR" sz="2200" spc="-1" strike="noStrike">
                <a:solidFill>
                  <a:srgbClr val="000000"/>
                </a:solidFill>
                <a:latin typeface="Times New Roman"/>
              </a:rPr>
              <a:t>Répondant à la nomenclature internationale mais souvent trop compliqué pour être utilisée en pratique courante </a:t>
            </a:r>
            <a:endParaRPr b="0" lang="en-US" sz="2200" spc="-1" strike="noStrike">
              <a:solidFill>
                <a:srgbClr val="000000"/>
              </a:solidFill>
              <a:latin typeface="Calibri"/>
            </a:endParaRPr>
          </a:p>
        </p:txBody>
      </p:sp>
      <p:pic>
        <p:nvPicPr>
          <p:cNvPr id="267" name="Picture 2" descr=""/>
          <p:cNvPicPr/>
          <p:nvPr/>
        </p:nvPicPr>
        <p:blipFill>
          <a:blip r:embed="rId3"/>
          <a:stretch/>
        </p:blipFill>
        <p:spPr>
          <a:xfrm>
            <a:off x="0" y="3429000"/>
            <a:ext cx="9143640" cy="1356840"/>
          </a:xfrm>
          <a:prstGeom prst="rect">
            <a:avLst/>
          </a:prstGeom>
          <a:noFill/>
          <a:ln w="9525">
            <a:noFill/>
          </a:ln>
        </p:spPr>
      </p:pic>
      <p:sp>
        <p:nvSpPr>
          <p:cNvPr id="268" name="Rectangle 13"/>
          <p:cNvSpPr/>
          <p:nvPr/>
        </p:nvSpPr>
        <p:spPr>
          <a:xfrm flipV="1" rot="10800000">
            <a:off x="5715360" y="3642840"/>
            <a:ext cx="1714320" cy="285480"/>
          </a:xfrm>
          <a:prstGeom prst="rect">
            <a:avLst/>
          </a:prstGeom>
          <a:solidFill>
            <a:srgbClr val="ffffff"/>
          </a:solidFill>
          <a:ln>
            <a:solidFill>
              <a:srgbClr val="ffffff"/>
            </a:solidFill>
            <a:round/>
          </a:ln>
        </p:spPr>
        <p:style>
          <a:lnRef idx="2">
            <a:schemeClr val="accent3"/>
          </a:lnRef>
          <a:fillRef idx="1">
            <a:schemeClr val="lt1"/>
          </a:fillRef>
          <a:effectRef idx="0">
            <a:schemeClr val="accent3"/>
          </a:effectRef>
          <a:fontRef idx="minor"/>
        </p:style>
        <p:txBody>
          <a:bodyPr lIns="90000" rIns="90000" tIns="45000" bIns="45000" anchor="ctr">
            <a:noAutofit/>
          </a:bodyPr>
          <a:p>
            <a:pPr algn="ctr" defTabSz="914400">
              <a:lnSpc>
                <a:spcPct val="100000"/>
              </a:lnSpc>
            </a:pPr>
            <a:endParaRPr b="0" lang="fr-FR" sz="1800" spc="-1" strike="noStrike">
              <a:solidFill>
                <a:schemeClr val="dk1"/>
              </a:solidFill>
              <a:latin typeface="Arial"/>
            </a:endParaRPr>
          </a:p>
        </p:txBody>
      </p:sp>
      <p:pic>
        <p:nvPicPr>
          <p:cNvPr id="269" name="Picture 3" descr=""/>
          <p:cNvPicPr/>
          <p:nvPr/>
        </p:nvPicPr>
        <p:blipFill>
          <a:blip r:embed="rId4"/>
          <a:srcRect l="0" t="0" r="1563" b="0"/>
          <a:stretch/>
        </p:blipFill>
        <p:spPr>
          <a:xfrm>
            <a:off x="0" y="5000760"/>
            <a:ext cx="9143640" cy="1285560"/>
          </a:xfrm>
          <a:prstGeom prst="rect">
            <a:avLst/>
          </a:prstGeom>
          <a:noFill/>
          <a:ln w="9525">
            <a:noFill/>
          </a:ln>
        </p:spPr>
      </p:pic>
    </p:spTree>
  </p:cSld>
  <mc:AlternateContent>
    <mc:Choice Requires="p14">
      <p:transition spd="slow" p14:dur="2000"/>
    </mc:Choice>
    <mc:Fallback>
      <p:transition spd="slow"/>
    </mc:Fallback>
  </mc:AlternateContent>
  <p:timing>
    <p:tnLst>
      <p:par>
        <p:cTn id="152" dur="indefinite" restart="never" nodeType="tmRoot">
          <p:childTnLst>
            <p:seq>
              <p:cTn id="153" dur="indefinite" nodeType="mainSeq">
                <p:childTnLst>
                  <p:par>
                    <p:cTn id="154" fill="hold">
                      <p:stCondLst>
                        <p:cond delay="indefinite"/>
                      </p:stCondLst>
                      <p:childTnLst>
                        <p:par>
                          <p:cTn id="155" fill="hold">
                            <p:stCondLst>
                              <p:cond delay="0"/>
                            </p:stCondLst>
                            <p:childTnLst>
                              <p:par>
                                <p:cTn id="156" nodeType="clickEffect" fill="hold" presetClass="entr" presetID="5" presetSubtype="10">
                                  <p:stCondLst>
                                    <p:cond delay="0"/>
                                  </p:stCondLst>
                                  <p:childTnLst>
                                    <p:set>
                                      <p:cBhvr>
                                        <p:cTn id="157" dur="1" fill="hold">
                                          <p:stCondLst>
                                            <p:cond delay="0"/>
                                          </p:stCondLst>
                                        </p:cTn>
                                        <p:tgtEl>
                                          <p:spTgt spid="264"/>
                                        </p:tgtEl>
                                        <p:attrNameLst>
                                          <p:attrName>style.visibility</p:attrName>
                                        </p:attrNameLst>
                                      </p:cBhvr>
                                      <p:to>
                                        <p:strVal val="visible"/>
                                      </p:to>
                                    </p:set>
                                    <p:animEffect filter="checkerboard(across)" transition="in">
                                      <p:cBhvr additive="repl">
                                        <p:cTn id="158" dur="500"/>
                                        <p:tgtEl>
                                          <p:spTgt spid="264"/>
                                        </p:tgtEl>
                                      </p:cBhvr>
                                    </p:animEffect>
                                  </p:childTnLst>
                                </p:cTn>
                              </p:par>
                            </p:childTnLst>
                          </p:cTn>
                        </p:par>
                      </p:childTnLst>
                    </p:cTn>
                  </p:par>
                  <p:par>
                    <p:cTn id="159" fill="hold">
                      <p:stCondLst>
                        <p:cond delay="indefinite"/>
                      </p:stCondLst>
                      <p:childTnLst>
                        <p:par>
                          <p:cTn id="160" fill="hold">
                            <p:stCondLst>
                              <p:cond delay="0"/>
                            </p:stCondLst>
                            <p:childTnLst>
                              <p:par>
                                <p:cTn id="161" nodeType="clickEffect" fill="hold" presetClass="entr" presetID="5" presetSubtype="10">
                                  <p:stCondLst>
                                    <p:cond delay="0"/>
                                  </p:stCondLst>
                                  <p:childTnLst>
                                    <p:set>
                                      <p:cBhvr>
                                        <p:cTn id="162" dur="1" fill="hold">
                                          <p:stCondLst>
                                            <p:cond delay="0"/>
                                          </p:stCondLst>
                                        </p:cTn>
                                        <p:tgtEl>
                                          <p:spTgt spid="266"/>
                                        </p:tgtEl>
                                        <p:attrNameLst>
                                          <p:attrName>style.visibility</p:attrName>
                                        </p:attrNameLst>
                                      </p:cBhvr>
                                      <p:to>
                                        <p:strVal val="visible"/>
                                      </p:to>
                                    </p:set>
                                    <p:animEffect filter="checkerboard(across)" transition="in">
                                      <p:cBhvr additive="repl">
                                        <p:cTn id="163" dur="500"/>
                                        <p:tgtEl>
                                          <p:spTgt spid="266"/>
                                        </p:tgtEl>
                                      </p:cBhvr>
                                    </p:animEffect>
                                  </p:childTnLst>
                                </p:cTn>
                              </p:par>
                            </p:childTnLst>
                          </p:cTn>
                        </p:par>
                      </p:childTnLst>
                    </p:cTn>
                  </p:par>
                  <p:par>
                    <p:cTn id="164" fill="hold">
                      <p:stCondLst>
                        <p:cond delay="indefinite"/>
                      </p:stCondLst>
                      <p:childTnLst>
                        <p:par>
                          <p:cTn id="165" fill="hold">
                            <p:stCondLst>
                              <p:cond delay="0"/>
                            </p:stCondLst>
                            <p:childTnLst>
                              <p:par>
                                <p:cTn id="166" nodeType="clickEffect" fill="hold" presetClass="exit" presetID="5" presetSubtype="10">
                                  <p:stCondLst>
                                    <p:cond delay="0"/>
                                  </p:stCondLst>
                                  <p:childTnLst>
                                    <p:animEffect filter="checkerboard(across)" transition="out">
                                      <p:cBhvr additive="repl">
                                        <p:cTn id="167" dur="500"/>
                                        <p:tgtEl>
                                          <p:spTgt spid="266"/>
                                        </p:tgtEl>
                                      </p:cBhvr>
                                    </p:animEffect>
                                    <p:set>
                                      <p:cBhvr>
                                        <p:cTn id="168" dur="1" fill="hold">
                                          <p:stCondLst>
                                            <p:cond delay="499"/>
                                          </p:stCondLst>
                                        </p:cTn>
                                        <p:tgtEl>
                                          <p:spTgt spid="266"/>
                                        </p:tgtEl>
                                        <p:attrNameLst>
                                          <p:attrName>style.visibility</p:attrName>
                                        </p:attrNameLst>
                                      </p:cBhvr>
                                      <p:to>
                                        <p:strVal val="hidden"/>
                                      </p:to>
                                    </p:set>
                                  </p:childTnLst>
                                </p:cTn>
                              </p:par>
                            </p:childTnLst>
                          </p:cTn>
                        </p:par>
                      </p:childTnLst>
                    </p:cTn>
                  </p:par>
                  <p:par>
                    <p:cTn id="169" fill="hold">
                      <p:stCondLst>
                        <p:cond delay="indefinite"/>
                      </p:stCondLst>
                      <p:childTnLst>
                        <p:par>
                          <p:cTn id="170" fill="hold">
                            <p:stCondLst>
                              <p:cond delay="0"/>
                            </p:stCondLst>
                            <p:childTnLst>
                              <p:par>
                                <p:cTn id="171" nodeType="clickEffect" fill="hold" presetClass="entr" presetID="5" presetSubtype="10">
                                  <p:stCondLst>
                                    <p:cond delay="0"/>
                                  </p:stCondLst>
                                  <p:childTnLst>
                                    <p:set>
                                      <p:cBhvr>
                                        <p:cTn id="172" dur="1" fill="hold">
                                          <p:stCondLst>
                                            <p:cond delay="0"/>
                                          </p:stCondLst>
                                        </p:cTn>
                                        <p:tgtEl>
                                          <p:spTgt spid="267"/>
                                        </p:tgtEl>
                                        <p:attrNameLst>
                                          <p:attrName>style.visibility</p:attrName>
                                        </p:attrNameLst>
                                      </p:cBhvr>
                                      <p:to>
                                        <p:strVal val="visible"/>
                                      </p:to>
                                    </p:set>
                                    <p:animEffect filter="checkerboard(across)" transition="in">
                                      <p:cBhvr additive="repl">
                                        <p:cTn id="173" dur="500"/>
                                        <p:tgtEl>
                                          <p:spTgt spid="267"/>
                                        </p:tgtEl>
                                      </p:cBhvr>
                                    </p:animEffect>
                                  </p:childTnLst>
                                </p:cTn>
                              </p:par>
                            </p:childTnLst>
                          </p:cTn>
                        </p:par>
                      </p:childTnLst>
                    </p:cTn>
                  </p:par>
                  <p:par>
                    <p:cTn id="174" fill="hold">
                      <p:stCondLst>
                        <p:cond delay="indefinite"/>
                      </p:stCondLst>
                      <p:childTnLst>
                        <p:par>
                          <p:cTn id="175" fill="hold">
                            <p:stCondLst>
                              <p:cond delay="0"/>
                            </p:stCondLst>
                            <p:childTnLst>
                              <p:par>
                                <p:cTn id="176" nodeType="clickEffect" fill="hold" presetClass="entr" presetID="5" presetSubtype="10">
                                  <p:stCondLst>
                                    <p:cond delay="0"/>
                                  </p:stCondLst>
                                  <p:childTnLst>
                                    <p:set>
                                      <p:cBhvr>
                                        <p:cTn id="177" dur="1" fill="hold">
                                          <p:stCondLst>
                                            <p:cond delay="0"/>
                                          </p:stCondLst>
                                        </p:cTn>
                                        <p:tgtEl>
                                          <p:spTgt spid="269"/>
                                        </p:tgtEl>
                                        <p:attrNameLst>
                                          <p:attrName>style.visibility</p:attrName>
                                        </p:attrNameLst>
                                      </p:cBhvr>
                                      <p:to>
                                        <p:strVal val="visible"/>
                                      </p:to>
                                    </p:set>
                                    <p:animEffect filter="checkerboard(across)" transition="in">
                                      <p:cBhvr additive="repl">
                                        <p:cTn id="178" dur="500"/>
                                        <p:tgtEl>
                                          <p:spTgt spid="2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PlaceHolder 1"/>
          <p:cNvSpPr>
            <a:spLocks noGrp="1"/>
          </p:cNvSpPr>
          <p:nvPr>
            <p:ph type="sldNum" idx="54"/>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3655639F-90CC-4AB7-B38B-536134FC0D87}"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pic>
        <p:nvPicPr>
          <p:cNvPr id="271" name="Picture 3" descr=""/>
          <p:cNvPicPr/>
          <p:nvPr/>
        </p:nvPicPr>
        <p:blipFill>
          <a:blip r:embed="rId1"/>
          <a:srcRect l="0" t="0" r="87691" b="0"/>
          <a:stretch/>
        </p:blipFill>
        <p:spPr>
          <a:xfrm>
            <a:off x="0" y="0"/>
            <a:ext cx="1071000" cy="1152000"/>
          </a:xfrm>
          <a:prstGeom prst="rect">
            <a:avLst/>
          </a:prstGeom>
          <a:noFill/>
          <a:ln w="9525">
            <a:noFill/>
          </a:ln>
        </p:spPr>
      </p:pic>
      <p:sp>
        <p:nvSpPr>
          <p:cNvPr id="272" name="Rectangle à coins arrondis 11"/>
          <p:cNvSpPr/>
          <p:nvPr/>
        </p:nvSpPr>
        <p:spPr>
          <a:xfrm>
            <a:off x="1000080" y="142920"/>
            <a:ext cx="7572240" cy="856800"/>
          </a:xfrm>
          <a:prstGeom prst="roundRect">
            <a:avLst>
              <a:gd name="adj" fmla="val 16667"/>
            </a:avLst>
          </a:prstGeom>
          <a:solidFill>
            <a:schemeClr val="accent2">
              <a:lumMod val="75000"/>
            </a:schemeClr>
          </a:soli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r>
              <a:rPr b="1" lang="fr-FR" sz="3200" spc="-1" strike="noStrike">
                <a:solidFill>
                  <a:srgbClr val="ffff00"/>
                </a:solidFill>
                <a:latin typeface="Times New Roman"/>
              </a:rPr>
              <a:t>Le médicament </a:t>
            </a:r>
            <a:endParaRPr b="0" lang="en-US" sz="3200" spc="-1" strike="noStrike">
              <a:solidFill>
                <a:srgbClr val="ffffff"/>
              </a:solidFill>
              <a:latin typeface="Calibri"/>
            </a:endParaRPr>
          </a:p>
        </p:txBody>
      </p:sp>
      <p:sp>
        <p:nvSpPr>
          <p:cNvPr id="273" name="Rectangle 13"/>
          <p:cNvSpPr/>
          <p:nvPr/>
        </p:nvSpPr>
        <p:spPr>
          <a:xfrm flipV="1" rot="10800000">
            <a:off x="5715360" y="3642840"/>
            <a:ext cx="1714320" cy="285480"/>
          </a:xfrm>
          <a:prstGeom prst="rect">
            <a:avLst/>
          </a:prstGeom>
          <a:solidFill>
            <a:srgbClr val="ffffff"/>
          </a:solidFill>
          <a:ln>
            <a:solidFill>
              <a:srgbClr val="ffffff"/>
            </a:solidFill>
            <a:round/>
          </a:ln>
        </p:spPr>
        <p:style>
          <a:lnRef idx="2">
            <a:schemeClr val="accent3"/>
          </a:lnRef>
          <a:fillRef idx="1">
            <a:schemeClr val="lt1"/>
          </a:fillRef>
          <a:effectRef idx="0">
            <a:schemeClr val="accent3"/>
          </a:effectRef>
          <a:fontRef idx="minor"/>
        </p:style>
        <p:txBody>
          <a:bodyPr lIns="90000" rIns="90000" tIns="45000" bIns="45000" anchor="ctr">
            <a:noAutofit/>
          </a:bodyPr>
          <a:p>
            <a:pPr algn="ctr" defTabSz="914400">
              <a:lnSpc>
                <a:spcPct val="100000"/>
              </a:lnSpc>
            </a:pPr>
            <a:endParaRPr b="0" lang="fr-FR" sz="1800" spc="-1" strike="noStrike">
              <a:solidFill>
                <a:schemeClr val="dk1"/>
              </a:solidFill>
              <a:latin typeface="Arial"/>
            </a:endParaRPr>
          </a:p>
        </p:txBody>
      </p:sp>
      <p:pic>
        <p:nvPicPr>
          <p:cNvPr id="274" name="Picture 3" descr=""/>
          <p:cNvPicPr/>
          <p:nvPr/>
        </p:nvPicPr>
        <p:blipFill>
          <a:blip r:embed="rId2"/>
          <a:srcRect l="7821" t="737" r="0" b="0"/>
          <a:stretch/>
        </p:blipFill>
        <p:spPr>
          <a:xfrm>
            <a:off x="4357800" y="1928880"/>
            <a:ext cx="3801600" cy="2325600"/>
          </a:xfrm>
          <a:prstGeom prst="rect">
            <a:avLst/>
          </a:prstGeom>
          <a:noFill/>
          <a:ln w="9525">
            <a:noFill/>
          </a:ln>
        </p:spPr>
      </p:pic>
      <p:sp>
        <p:nvSpPr>
          <p:cNvPr id="275" name="Rectangle à coins arrondis 15"/>
          <p:cNvSpPr/>
          <p:nvPr/>
        </p:nvSpPr>
        <p:spPr>
          <a:xfrm>
            <a:off x="785880" y="2071800"/>
            <a:ext cx="3024000" cy="999720"/>
          </a:xfrm>
          <a:prstGeom prst="roundRect">
            <a:avLst>
              <a:gd name="adj" fmla="val 24564"/>
            </a:avLst>
          </a:prstGeom>
          <a:gradFill rotWithShape="0">
            <a:gsLst>
              <a:gs pos="0">
                <a:srgbClr val="c1c1fa"/>
              </a:gs>
              <a:gs pos="35000">
                <a:srgbClr val="d3d3fa"/>
              </a:gs>
              <a:gs pos="100000">
                <a:srgbClr val="ededfe"/>
              </a:gs>
            </a:gsLst>
            <a:lin ang="16200000"/>
          </a:gradFill>
          <a:ln>
            <a:solidFill>
              <a:srgbClr val="9494c8"/>
            </a:solidFill>
            <a:round/>
          </a:ln>
          <a:effectLst>
            <a:outerShdw blurRad="39960" dir="5400000" dist="20160" rotWithShape="0">
              <a:srgbClr val="000000">
                <a:alpha val="38000"/>
              </a:srgbClr>
            </a:outerShdw>
          </a:effectLst>
        </p:spPr>
        <p:style>
          <a:lnRef idx="1">
            <a:schemeClr val="accent2"/>
          </a:lnRef>
          <a:fillRef idx="2">
            <a:schemeClr val="accent2"/>
          </a:fillRef>
          <a:effectRef idx="1">
            <a:schemeClr val="accent2"/>
          </a:effectRef>
          <a:fontRef idx="minor"/>
        </p:style>
        <p:txBody>
          <a:bodyPr lIns="90000" rIns="90000" tIns="45000" bIns="45000" anchor="ctr">
            <a:noAutofit/>
          </a:bodyPr>
          <a:p>
            <a:pPr algn="ctr" defTabSz="914400">
              <a:lnSpc>
                <a:spcPct val="100000"/>
              </a:lnSpc>
            </a:pPr>
            <a:r>
              <a:rPr b="1" lang="fr-FR" sz="2000" spc="-1" strike="noStrike">
                <a:solidFill>
                  <a:srgbClr val="ff0000"/>
                </a:solidFill>
                <a:latin typeface="Times New Roman"/>
              </a:rPr>
              <a:t>Dénomination Commune internationale (DCI) </a:t>
            </a:r>
            <a:endParaRPr b="0" lang="en-US" sz="2000" spc="-1" strike="noStrike">
              <a:solidFill>
                <a:srgbClr val="000000"/>
              </a:solidFill>
              <a:latin typeface="Calibri"/>
            </a:endParaRPr>
          </a:p>
        </p:txBody>
      </p:sp>
      <p:pic>
        <p:nvPicPr>
          <p:cNvPr id="276" name="Picture 4" descr="AG00090_"/>
          <p:cNvPicPr/>
          <p:nvPr/>
        </p:nvPicPr>
        <p:blipFill>
          <a:blip r:embed="rId3"/>
          <a:stretch/>
        </p:blipFill>
        <p:spPr>
          <a:xfrm rot="16200000">
            <a:off x="4831200" y="1312200"/>
            <a:ext cx="215640" cy="2592000"/>
          </a:xfrm>
          <a:prstGeom prst="rect">
            <a:avLst/>
          </a:prstGeom>
          <a:noFill/>
          <a:ln w="9525">
            <a:noFill/>
          </a:ln>
        </p:spPr>
      </p:pic>
      <p:sp>
        <p:nvSpPr>
          <p:cNvPr id="277" name="Ellipse 17"/>
          <p:cNvSpPr/>
          <p:nvPr/>
        </p:nvSpPr>
        <p:spPr>
          <a:xfrm>
            <a:off x="5929200" y="2428920"/>
            <a:ext cx="935640" cy="359640"/>
          </a:xfrm>
          <a:prstGeom prst="ellipse">
            <a:avLst/>
          </a:prstGeom>
          <a:noFill/>
          <a:ln w="19050">
            <a:solidFill>
              <a:srgbClr val="ff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fr-FR" sz="1800" spc="-1" strike="noStrike">
              <a:solidFill>
                <a:schemeClr val="lt1"/>
              </a:solidFill>
              <a:latin typeface="Arial"/>
            </a:endParaRPr>
          </a:p>
        </p:txBody>
      </p:sp>
    </p:spTree>
  </p:cSld>
  <mc:AlternateContent>
    <mc:Choice Requires="p14">
      <p:transition spd="slow" p14:dur="2000"/>
    </mc:Choice>
    <mc:Fallback>
      <p:transition spd="slow"/>
    </mc:Fallback>
  </mc:AlternateContent>
  <p:timing>
    <p:tnLst>
      <p:par>
        <p:cTn id="179" dur="indefinite" restart="never" nodeType="tmRoot">
          <p:childTnLst>
            <p:seq>
              <p:cTn id="180" dur="indefinite" nodeType="mainSeq">
                <p:childTnLst>
                  <p:par>
                    <p:cTn id="181" fill="hold">
                      <p:stCondLst>
                        <p:cond delay="indefinite"/>
                      </p:stCondLst>
                      <p:childTnLst>
                        <p:par>
                          <p:cTn id="182" fill="hold">
                            <p:stCondLst>
                              <p:cond delay="0"/>
                            </p:stCondLst>
                            <p:childTnLst>
                              <p:par>
                                <p:cTn id="183" nodeType="clickEffect" fill="hold" presetClass="entr" presetID="5" presetSubtype="10">
                                  <p:stCondLst>
                                    <p:cond delay="0"/>
                                  </p:stCondLst>
                                  <p:childTnLst>
                                    <p:set>
                                      <p:cBhvr>
                                        <p:cTn id="184" dur="1" fill="hold">
                                          <p:stCondLst>
                                            <p:cond delay="0"/>
                                          </p:stCondLst>
                                        </p:cTn>
                                        <p:tgtEl>
                                          <p:spTgt spid="274"/>
                                        </p:tgtEl>
                                        <p:attrNameLst>
                                          <p:attrName>style.visibility</p:attrName>
                                        </p:attrNameLst>
                                      </p:cBhvr>
                                      <p:to>
                                        <p:strVal val="visible"/>
                                      </p:to>
                                    </p:set>
                                    <p:animEffect filter="checkerboard(across)" transition="in">
                                      <p:cBhvr additive="repl">
                                        <p:cTn id="185" dur="500"/>
                                        <p:tgtEl>
                                          <p:spTgt spid="274"/>
                                        </p:tgtEl>
                                      </p:cBhvr>
                                    </p:animEffect>
                                  </p:childTnLst>
                                </p:cTn>
                              </p:par>
                            </p:childTnLst>
                          </p:cTn>
                        </p:par>
                      </p:childTnLst>
                    </p:cTn>
                  </p:par>
                  <p:par>
                    <p:cTn id="186" fill="hold">
                      <p:stCondLst>
                        <p:cond delay="indefinite"/>
                      </p:stCondLst>
                      <p:childTnLst>
                        <p:par>
                          <p:cTn id="187" fill="hold">
                            <p:stCondLst>
                              <p:cond delay="0"/>
                            </p:stCondLst>
                            <p:childTnLst>
                              <p:par>
                                <p:cTn id="188" nodeType="clickEffect" fill="hold" presetClass="entr" presetID="5" presetSubtype="10">
                                  <p:stCondLst>
                                    <p:cond delay="0"/>
                                  </p:stCondLst>
                                  <p:childTnLst>
                                    <p:set>
                                      <p:cBhvr>
                                        <p:cTn id="189" dur="1" fill="hold">
                                          <p:stCondLst>
                                            <p:cond delay="0"/>
                                          </p:stCondLst>
                                        </p:cTn>
                                        <p:tgtEl>
                                          <p:spTgt spid="275"/>
                                        </p:tgtEl>
                                        <p:attrNameLst>
                                          <p:attrName>style.visibility</p:attrName>
                                        </p:attrNameLst>
                                      </p:cBhvr>
                                      <p:to>
                                        <p:strVal val="visible"/>
                                      </p:to>
                                    </p:set>
                                    <p:animEffect filter="checkerboard(across)" transition="in">
                                      <p:cBhvr additive="repl">
                                        <p:cTn id="190" dur="500"/>
                                        <p:tgtEl>
                                          <p:spTgt spid="275"/>
                                        </p:tgtEl>
                                      </p:cBhvr>
                                    </p:animEffect>
                                  </p:childTnLst>
                                </p:cTn>
                              </p:par>
                            </p:childTnLst>
                          </p:cTn>
                        </p:par>
                      </p:childTnLst>
                    </p:cTn>
                  </p:par>
                  <p:par>
                    <p:cTn id="191" fill="hold">
                      <p:stCondLst>
                        <p:cond delay="indefinite"/>
                      </p:stCondLst>
                      <p:childTnLst>
                        <p:par>
                          <p:cTn id="192" fill="hold">
                            <p:stCondLst>
                              <p:cond delay="0"/>
                            </p:stCondLst>
                            <p:childTnLst>
                              <p:par>
                                <p:cTn id="193" nodeType="clickEffect" fill="hold" presetClass="entr" presetID="1">
                                  <p:stCondLst>
                                    <p:cond delay="0"/>
                                  </p:stCondLst>
                                  <p:childTnLst>
                                    <p:set>
                                      <p:cBhvr>
                                        <p:cTn id="194" dur="1" fill="hold">
                                          <p:stCondLst>
                                            <p:cond delay="0"/>
                                          </p:stCondLst>
                                        </p:cTn>
                                        <p:tgtEl>
                                          <p:spTgt spid="276"/>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nodeType="clickEffect" fill="hold" presetClass="entr" presetID="5" presetSubtype="10">
                                  <p:stCondLst>
                                    <p:cond delay="0"/>
                                  </p:stCondLst>
                                  <p:childTnLst>
                                    <p:set>
                                      <p:cBhvr>
                                        <p:cTn id="198" dur="1" fill="hold">
                                          <p:stCondLst>
                                            <p:cond delay="0"/>
                                          </p:stCondLst>
                                        </p:cTn>
                                        <p:tgtEl>
                                          <p:spTgt spid="277"/>
                                        </p:tgtEl>
                                        <p:attrNameLst>
                                          <p:attrName>style.visibility</p:attrName>
                                        </p:attrNameLst>
                                      </p:cBhvr>
                                      <p:to>
                                        <p:strVal val="visible"/>
                                      </p:to>
                                    </p:set>
                                    <p:animEffect filter="checkerboard(across)" transition="in">
                                      <p:cBhvr additive="repl">
                                        <p:cTn id="199" dur="500"/>
                                        <p:tgtEl>
                                          <p:spTgt spid="2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sldNum" idx="55"/>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2332EA80-3DBF-4D53-BD6F-F04B7B75ED5A}"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pic>
        <p:nvPicPr>
          <p:cNvPr id="279" name="Picture 3" descr=""/>
          <p:cNvPicPr/>
          <p:nvPr/>
        </p:nvPicPr>
        <p:blipFill>
          <a:blip r:embed="rId1"/>
          <a:srcRect l="0" t="0" r="87691" b="0"/>
          <a:stretch/>
        </p:blipFill>
        <p:spPr>
          <a:xfrm>
            <a:off x="0" y="0"/>
            <a:ext cx="1071000" cy="1152000"/>
          </a:xfrm>
          <a:prstGeom prst="rect">
            <a:avLst/>
          </a:prstGeom>
          <a:noFill/>
          <a:ln w="9525">
            <a:noFill/>
          </a:ln>
        </p:spPr>
      </p:pic>
      <p:sp>
        <p:nvSpPr>
          <p:cNvPr id="280" name="Rectangle à coins arrondis 11"/>
          <p:cNvSpPr/>
          <p:nvPr/>
        </p:nvSpPr>
        <p:spPr>
          <a:xfrm>
            <a:off x="1000080" y="142920"/>
            <a:ext cx="7572240" cy="856800"/>
          </a:xfrm>
          <a:prstGeom prst="roundRect">
            <a:avLst>
              <a:gd name="adj" fmla="val 16667"/>
            </a:avLst>
          </a:prstGeom>
          <a:solidFill>
            <a:schemeClr val="accent2">
              <a:lumMod val="75000"/>
            </a:schemeClr>
          </a:soli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r>
              <a:rPr b="1" lang="fr-FR" sz="3200" spc="-1" strike="noStrike">
                <a:solidFill>
                  <a:srgbClr val="ffff00"/>
                </a:solidFill>
                <a:latin typeface="Times New Roman"/>
              </a:rPr>
              <a:t>Composition des médicaments</a:t>
            </a:r>
            <a:endParaRPr b="0" lang="en-US" sz="3200" spc="-1" strike="noStrike">
              <a:solidFill>
                <a:srgbClr val="ffffff"/>
              </a:solidFill>
              <a:latin typeface="Calibri"/>
            </a:endParaRPr>
          </a:p>
        </p:txBody>
      </p:sp>
      <p:sp>
        <p:nvSpPr>
          <p:cNvPr id="281" name="Rectangle 7"/>
          <p:cNvSpPr/>
          <p:nvPr/>
        </p:nvSpPr>
        <p:spPr>
          <a:xfrm>
            <a:off x="323640" y="1412640"/>
            <a:ext cx="8568720" cy="265140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50000"/>
              </a:lnSpc>
            </a:pPr>
            <a:r>
              <a:rPr b="0" lang="fr-FR" sz="2800" spc="-1" strike="noStrike">
                <a:solidFill>
                  <a:schemeClr val="dk1"/>
                </a:solidFill>
                <a:latin typeface="Times New Roman"/>
              </a:rPr>
              <a:t>Un médicament comprend une partie responsable de ses effets sur l’organisme humain, </a:t>
            </a:r>
            <a:r>
              <a:rPr b="1" lang="fr-FR" sz="2800" spc="-1" strike="noStrike" u="sng">
                <a:solidFill>
                  <a:srgbClr val="ff0000"/>
                </a:solidFill>
                <a:uFillTx/>
                <a:latin typeface="Times New Roman"/>
              </a:rPr>
              <a:t>le principe actif</a:t>
            </a:r>
            <a:r>
              <a:rPr b="1" lang="fr-FR" sz="2800" spc="-1" strike="noStrike">
                <a:solidFill>
                  <a:srgbClr val="ff0000"/>
                </a:solidFill>
                <a:latin typeface="Times New Roman"/>
              </a:rPr>
              <a:t> </a:t>
            </a:r>
            <a:r>
              <a:rPr b="0" lang="fr-FR" sz="2800" spc="-1" strike="noStrike">
                <a:solidFill>
                  <a:schemeClr val="dk1"/>
                </a:solidFill>
                <a:latin typeface="Times New Roman"/>
              </a:rPr>
              <a:t>, et, le plus souvent, une partie inactive faite d’un ou plusieurs </a:t>
            </a:r>
            <a:r>
              <a:rPr b="1" lang="fr-FR" sz="2800" spc="-1" strike="noStrike" u="sng">
                <a:solidFill>
                  <a:srgbClr val="ff0000"/>
                </a:solidFill>
                <a:uFillTx/>
                <a:latin typeface="Times New Roman"/>
              </a:rPr>
              <a:t>excipients</a:t>
            </a:r>
            <a:r>
              <a:rPr b="0" lang="fr-FR" sz="2800" spc="-1" strike="noStrike">
                <a:solidFill>
                  <a:schemeClr val="dk1"/>
                </a:solidFill>
                <a:latin typeface="Times New Roman"/>
              </a:rPr>
              <a:t>.</a:t>
            </a:r>
            <a:endParaRPr b="0" lang="en-US" sz="2800" spc="-1" strike="noStrike">
              <a:solidFill>
                <a:srgbClr val="000000"/>
              </a:solidFill>
              <a:latin typeface="Calibri"/>
            </a:endParaRPr>
          </a:p>
        </p:txBody>
      </p:sp>
      <p:sp>
        <p:nvSpPr>
          <p:cNvPr id="282" name="Text Box 16"/>
          <p:cNvSpPr/>
          <p:nvPr/>
        </p:nvSpPr>
        <p:spPr>
          <a:xfrm>
            <a:off x="2000160" y="4786200"/>
            <a:ext cx="5143320" cy="516600"/>
          </a:xfrm>
          <a:prstGeom prst="rect">
            <a:avLst/>
          </a:prstGeom>
          <a:noFill/>
          <a:ln w="9525">
            <a:noFill/>
          </a:ln>
        </p:spPr>
        <p:style>
          <a:lnRef idx="0"/>
          <a:fillRef idx="0"/>
          <a:effectRef idx="0"/>
          <a:fontRef idx="minor"/>
        </p:style>
        <p:txBody>
          <a:bodyPr lIns="90000" rIns="90000" tIns="45000" bIns="45000" anchor="t">
            <a:spAutoFit/>
          </a:bodyPr>
          <a:p>
            <a:pPr defTabSz="914400">
              <a:lnSpc>
                <a:spcPct val="100000"/>
              </a:lnSpc>
            </a:pPr>
            <a:r>
              <a:rPr b="1" lang="fr-FR" sz="2800" spc="-1" strike="noStrike">
                <a:solidFill>
                  <a:schemeClr val="dk1"/>
                </a:solidFill>
                <a:latin typeface="Garamond"/>
              </a:rPr>
              <a:t>Médicament = PA + Excipients</a:t>
            </a: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ZoneTexte 1"/>
          <p:cNvSpPr/>
          <p:nvPr/>
        </p:nvSpPr>
        <p:spPr>
          <a:xfrm>
            <a:off x="539640" y="476640"/>
            <a:ext cx="8136720" cy="22842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endParaRPr b="0" lang="en-US" sz="2400" spc="-1" strike="noStrike">
              <a:solidFill>
                <a:srgbClr val="000000"/>
              </a:solidFill>
              <a:latin typeface="Calibri"/>
            </a:endParaRPr>
          </a:p>
          <a:p>
            <a:pPr algn="ctr" defTabSz="914400">
              <a:lnSpc>
                <a:spcPct val="100000"/>
              </a:lnSpc>
            </a:pPr>
            <a:endParaRPr b="0" lang="en-US" sz="2400" spc="-1" strike="noStrike">
              <a:solidFill>
                <a:srgbClr val="000000"/>
              </a:solidFill>
              <a:latin typeface="Calibri"/>
            </a:endParaRPr>
          </a:p>
          <a:p>
            <a:pPr defTabSz="914400">
              <a:lnSpc>
                <a:spcPct val="100000"/>
              </a:lnSpc>
            </a:pPr>
            <a:r>
              <a:rPr b="1" lang="fr-FR" sz="2400" spc="-1" strike="noStrike">
                <a:solidFill>
                  <a:schemeClr val="accent6">
                    <a:lumMod val="75000"/>
                  </a:schemeClr>
                </a:solidFill>
                <a:latin typeface="Times New Roman"/>
              </a:rPr>
              <a:t>                                       </a:t>
            </a:r>
            <a:r>
              <a:rPr b="1" lang="fr-FR" sz="2400" spc="-1" strike="noStrike">
                <a:solidFill>
                  <a:schemeClr val="accent6">
                    <a:lumMod val="75000"/>
                  </a:schemeClr>
                </a:solidFill>
                <a:latin typeface="Times New Roman"/>
              </a:rPr>
              <a:t>1.  </a:t>
            </a:r>
            <a:r>
              <a:rPr b="1" lang="fr-FR" sz="2400" spc="-1" strike="noStrike" u="sng">
                <a:solidFill>
                  <a:schemeClr val="accent4">
                    <a:lumMod val="75000"/>
                  </a:schemeClr>
                </a:solidFill>
                <a:uFillTx/>
                <a:latin typeface="Times New Roman"/>
              </a:rPr>
              <a:t>Naturelle</a:t>
            </a:r>
            <a:endParaRPr b="0" lang="en-US" sz="2400" spc="-1" strike="noStrike">
              <a:solidFill>
                <a:srgbClr val="000000"/>
              </a:solidFill>
              <a:latin typeface="Calibri"/>
            </a:endParaRPr>
          </a:p>
          <a:p>
            <a:pPr defTabSz="914400">
              <a:lnSpc>
                <a:spcPct val="100000"/>
              </a:lnSpc>
            </a:pPr>
            <a:r>
              <a:rPr b="0" lang="fr-FR" sz="2400" spc="-1" strike="noStrike">
                <a:solidFill>
                  <a:schemeClr val="dk1"/>
                </a:solidFill>
                <a:latin typeface="Times New Roman"/>
              </a:rPr>
              <a:t>                                       </a:t>
            </a:r>
            <a:r>
              <a:rPr b="1" lang="fr-FR" sz="2400" spc="-1" strike="noStrike">
                <a:solidFill>
                  <a:schemeClr val="dk1"/>
                </a:solidFill>
                <a:latin typeface="Times New Roman"/>
              </a:rPr>
              <a:t>2</a:t>
            </a:r>
            <a:r>
              <a:rPr b="0" lang="fr-FR" sz="2400" spc="-1" strike="noStrike">
                <a:solidFill>
                  <a:schemeClr val="dk1"/>
                </a:solidFill>
                <a:latin typeface="Times New Roman"/>
              </a:rPr>
              <a:t>.  </a:t>
            </a:r>
            <a:r>
              <a:rPr b="1" lang="fr-FR" sz="2400" spc="-1" strike="noStrike" u="sng">
                <a:solidFill>
                  <a:schemeClr val="accent4">
                    <a:lumMod val="75000"/>
                  </a:schemeClr>
                </a:solidFill>
                <a:uFillTx/>
                <a:latin typeface="Times New Roman"/>
              </a:rPr>
              <a:t>Semi-synthétique</a:t>
            </a:r>
            <a:endParaRPr b="0" lang="en-US" sz="2400" spc="-1" strike="noStrike">
              <a:solidFill>
                <a:srgbClr val="000000"/>
              </a:solidFill>
              <a:latin typeface="Calibri"/>
            </a:endParaRPr>
          </a:p>
          <a:p>
            <a:pPr defTabSz="914400">
              <a:lnSpc>
                <a:spcPct val="100000"/>
              </a:lnSpc>
            </a:pPr>
            <a:r>
              <a:rPr b="0" lang="fr-FR" sz="2400" spc="-1" strike="noStrike">
                <a:solidFill>
                  <a:schemeClr val="dk1"/>
                </a:solidFill>
                <a:latin typeface="Times New Roman"/>
              </a:rPr>
              <a:t>                                       </a:t>
            </a:r>
            <a:r>
              <a:rPr b="1" lang="fr-FR" sz="2400" spc="-1" strike="noStrike">
                <a:solidFill>
                  <a:schemeClr val="accent4">
                    <a:lumMod val="75000"/>
                  </a:schemeClr>
                </a:solidFill>
                <a:latin typeface="Times New Roman"/>
              </a:rPr>
              <a:t>3. </a:t>
            </a:r>
            <a:r>
              <a:rPr b="1" lang="fr-FR" sz="2400" spc="-1" strike="noStrike" u="sng">
                <a:solidFill>
                  <a:schemeClr val="accent4">
                    <a:lumMod val="75000"/>
                  </a:schemeClr>
                </a:solidFill>
                <a:uFillTx/>
                <a:latin typeface="Times New Roman"/>
              </a:rPr>
              <a:t>Synthétique</a:t>
            </a:r>
            <a:endParaRPr b="0" lang="en-US" sz="2400" spc="-1" strike="noStrike">
              <a:solidFill>
                <a:srgbClr val="000000"/>
              </a:solidFill>
              <a:latin typeface="Calibri"/>
            </a:endParaRPr>
          </a:p>
          <a:p>
            <a:pPr defTabSz="914400">
              <a:lnSpc>
                <a:spcPct val="100000"/>
              </a:lnSpc>
            </a:pPr>
            <a:endParaRPr b="0" lang="en-US" sz="2400" spc="-1" strike="noStrike">
              <a:solidFill>
                <a:srgbClr val="000000"/>
              </a:solidFill>
              <a:latin typeface="Calibri"/>
            </a:endParaRPr>
          </a:p>
        </p:txBody>
      </p:sp>
      <p:sp>
        <p:nvSpPr>
          <p:cNvPr id="284" name="Accolade ouvrante 2"/>
          <p:cNvSpPr/>
          <p:nvPr/>
        </p:nvSpPr>
        <p:spPr>
          <a:xfrm>
            <a:off x="3276000" y="1340640"/>
            <a:ext cx="215640" cy="1151640"/>
          </a:xfrm>
          <a:prstGeom prst="leftBrace">
            <a:avLst>
              <a:gd name="adj1" fmla="val 8333"/>
              <a:gd name="adj2" fmla="val 50000"/>
            </a:avLst>
          </a:prstGeom>
          <a:noFill/>
          <a:ln>
            <a:solidFill>
              <a:srgbClr val="000000"/>
            </a:solidFill>
            <a:round/>
          </a:ln>
          <a:effectLst>
            <a:outerShdw blurRad="39960" dir="5400000" dist="23040" rotWithShape="0">
              <a:srgbClr val="000000">
                <a:alpha val="35000"/>
              </a:srgbClr>
            </a:outerShdw>
          </a:effectLst>
        </p:spPr>
        <p:style>
          <a:lnRef idx="3">
            <a:schemeClr val="accent4"/>
          </a:lnRef>
          <a:fillRef idx="0">
            <a:schemeClr val="accent4"/>
          </a:fillRef>
          <a:effectRef idx="2">
            <a:schemeClr val="accent4"/>
          </a:effectRef>
          <a:fontRef idx="minor"/>
        </p:style>
        <p:txBody>
          <a:bodyPr lIns="90000" rIns="90000" tIns="45000" bIns="45000" anchor="ctr">
            <a:noAutofit/>
          </a:bodyPr>
          <a:p>
            <a:pPr algn="ctr" defTabSz="914400">
              <a:lnSpc>
                <a:spcPct val="100000"/>
              </a:lnSpc>
            </a:pPr>
            <a:endParaRPr b="0" lang="fr-FR" sz="1800" spc="-1" strike="noStrike">
              <a:solidFill>
                <a:schemeClr val="dk1"/>
              </a:solidFill>
              <a:latin typeface="Arial"/>
            </a:endParaRPr>
          </a:p>
        </p:txBody>
      </p:sp>
      <p:sp>
        <p:nvSpPr>
          <p:cNvPr id="285" name="Flèche à angle droit 14"/>
          <p:cNvSpPr/>
          <p:nvPr/>
        </p:nvSpPr>
        <p:spPr>
          <a:xfrm rot="5400000">
            <a:off x="2172600" y="1220040"/>
            <a:ext cx="1065960" cy="731160"/>
          </a:xfrm>
          <a:prstGeom prst="bentUpArrow">
            <a:avLst>
              <a:gd name="adj1" fmla="val 25000"/>
              <a:gd name="adj2" fmla="val 25000"/>
              <a:gd name="adj3" fmla="val 25000"/>
            </a:avLst>
          </a:prstGeom>
          <a:gradFill rotWithShape="0">
            <a:gsLst>
              <a:gs pos="0">
                <a:srgbClr val="6c6c9e"/>
              </a:gs>
              <a:gs pos="80000">
                <a:srgbClr val="8d8dcc"/>
              </a:gs>
              <a:gs pos="100000">
                <a:srgbClr val="8b8bcf"/>
              </a:gs>
            </a:gsLst>
            <a:lin ang="0"/>
          </a:gradFill>
          <a:ln>
            <a:solidFill>
              <a:srgbClr val="9494c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gn="ctr" defTabSz="914400">
              <a:lnSpc>
                <a:spcPct val="100000"/>
              </a:lnSpc>
            </a:pPr>
            <a:endParaRPr b="1" lang="fr-FR" sz="1800" spc="199" strike="noStrike">
              <a:solidFill>
                <a:schemeClr val="accent3">
                  <a:tint val="10000"/>
                </a:schemeClr>
              </a:solidFill>
              <a:latin typeface="Arial"/>
            </a:endParaRPr>
          </a:p>
        </p:txBody>
      </p:sp>
      <p:sp>
        <p:nvSpPr>
          <p:cNvPr id="286" name="Rectangle 16"/>
          <p:cNvSpPr/>
          <p:nvPr/>
        </p:nvSpPr>
        <p:spPr>
          <a:xfrm>
            <a:off x="107640" y="2637000"/>
            <a:ext cx="8748000" cy="19184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fr-FR" sz="2400" spc="-1" strike="noStrike">
                <a:solidFill>
                  <a:schemeClr val="dk1"/>
                </a:solidFill>
                <a:latin typeface="Times New Roman"/>
              </a:rPr>
              <a:t>Les premiers médicaments de nos ancêtres ont été la salive, la terre et l'eau.</a:t>
            </a:r>
            <a:endParaRPr b="0" lang="en-US" sz="2400" spc="-1" strike="noStrike">
              <a:solidFill>
                <a:srgbClr val="000000"/>
              </a:solidFill>
              <a:latin typeface="Calibri"/>
            </a:endParaRPr>
          </a:p>
          <a:p>
            <a:pPr defTabSz="914400">
              <a:lnSpc>
                <a:spcPct val="100000"/>
              </a:lnSpc>
            </a:pPr>
            <a:r>
              <a:rPr b="0" lang="fr-FR" sz="2400" spc="-1" strike="noStrike">
                <a:solidFill>
                  <a:schemeClr val="dk1"/>
                </a:solidFill>
                <a:latin typeface="Times New Roman"/>
              </a:rPr>
              <a:t>Puis durant des siècles, leur origine:   </a:t>
            </a:r>
            <a:endParaRPr b="0" lang="en-US" sz="2400" spc="-1" strike="noStrike">
              <a:solidFill>
                <a:srgbClr val="000000"/>
              </a:solidFill>
              <a:latin typeface="Calibri"/>
            </a:endParaRPr>
          </a:p>
          <a:p>
            <a:pPr defTabSz="914400">
              <a:lnSpc>
                <a:spcPct val="100000"/>
              </a:lnSpc>
            </a:pPr>
            <a:r>
              <a:rPr b="0" lang="fr-FR" sz="2400" spc="-1" strike="noStrike">
                <a:solidFill>
                  <a:schemeClr val="dk1"/>
                </a:solidFill>
                <a:latin typeface="Times New Roman"/>
              </a:rPr>
              <a:t>                         </a:t>
            </a:r>
            <a:endParaRPr b="0" lang="en-US" sz="2400" spc="-1" strike="noStrike">
              <a:solidFill>
                <a:srgbClr val="000000"/>
              </a:solidFill>
              <a:latin typeface="Calibri"/>
            </a:endParaRPr>
          </a:p>
          <a:p>
            <a:pPr defTabSz="914400">
              <a:lnSpc>
                <a:spcPct val="100000"/>
              </a:lnSpc>
            </a:pPr>
            <a:r>
              <a:rPr b="1" lang="fr-FR" sz="2400" spc="-1" strike="noStrike">
                <a:solidFill>
                  <a:srgbClr val="ff3bff"/>
                </a:solidFill>
                <a:latin typeface="Times New Roman"/>
              </a:rPr>
              <a:t>a. </a:t>
            </a:r>
            <a:r>
              <a:rPr b="1" lang="fr-FR" sz="2400" spc="-1" strike="noStrike" u="sng">
                <a:solidFill>
                  <a:srgbClr val="ff3bff"/>
                </a:solidFill>
                <a:uFillTx/>
                <a:latin typeface="Times New Roman"/>
              </a:rPr>
              <a:t>Médicaments d’origine végétale</a:t>
            </a:r>
            <a:r>
              <a:rPr b="1" lang="fr-FR" sz="2400" spc="-1" strike="noStrike" u="sng">
                <a:solidFill>
                  <a:schemeClr val="dk1"/>
                </a:solidFill>
                <a:uFillTx/>
                <a:latin typeface="Times New Roman"/>
              </a:rPr>
              <a:t> </a:t>
            </a:r>
            <a:r>
              <a:rPr b="1" lang="fr-FR" sz="2400" spc="-1" strike="noStrike">
                <a:solidFill>
                  <a:schemeClr val="dk1"/>
                </a:solidFill>
                <a:latin typeface="Times New Roman"/>
              </a:rPr>
              <a:t>+++</a:t>
            </a:r>
            <a:endParaRPr b="0" lang="en-US" sz="2400" spc="-1" strike="noStrike">
              <a:solidFill>
                <a:srgbClr val="000000"/>
              </a:solidFill>
              <a:latin typeface="Calibri"/>
            </a:endParaRPr>
          </a:p>
        </p:txBody>
      </p:sp>
      <p:sp>
        <p:nvSpPr>
          <p:cNvPr id="287" name="PlaceHolder 1"/>
          <p:cNvSpPr>
            <a:spLocks noGrp="1"/>
          </p:cNvSpPr>
          <p:nvPr>
            <p:ph type="sldNum" idx="56"/>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E3442176-29D5-420E-9A0C-006F9785E40D}" type="slidenum">
              <a:rPr b="0" lang="fr-FR" sz="1200" spc="-1" strike="noStrike">
                <a:solidFill>
                  <a:srgbClr val="000000"/>
                </a:solidFill>
                <a:latin typeface="Arial Black"/>
              </a:rPr>
              <a:t>&lt;number&gt;</a:t>
            </a:fld>
            <a:endParaRPr b="0" lang="en-US" sz="1200" spc="-1" strike="noStrike">
              <a:solidFill>
                <a:srgbClr val="000000"/>
              </a:solidFill>
              <a:latin typeface="Calibri"/>
            </a:endParaRPr>
          </a:p>
        </p:txBody>
      </p:sp>
      <p:pic>
        <p:nvPicPr>
          <p:cNvPr id="288" name="Picture 2" descr=""/>
          <p:cNvPicPr/>
          <p:nvPr/>
        </p:nvPicPr>
        <p:blipFill>
          <a:blip r:embed="rId1"/>
          <a:stretch/>
        </p:blipFill>
        <p:spPr>
          <a:xfrm>
            <a:off x="714240" y="4952880"/>
            <a:ext cx="6214680" cy="1071360"/>
          </a:xfrm>
          <a:prstGeom prst="rect">
            <a:avLst/>
          </a:prstGeom>
          <a:noFill/>
          <a:ln w="9525">
            <a:noFill/>
          </a:ln>
        </p:spPr>
      </p:pic>
      <p:pic>
        <p:nvPicPr>
          <p:cNvPr id="289" name="Picture 3" descr=""/>
          <p:cNvPicPr/>
          <p:nvPr/>
        </p:nvPicPr>
        <p:blipFill>
          <a:blip r:embed="rId2"/>
          <a:srcRect l="0" t="0" r="87691" b="0"/>
          <a:stretch/>
        </p:blipFill>
        <p:spPr>
          <a:xfrm>
            <a:off x="0" y="0"/>
            <a:ext cx="1071000" cy="1152000"/>
          </a:xfrm>
          <a:prstGeom prst="rect">
            <a:avLst/>
          </a:prstGeom>
          <a:noFill/>
          <a:ln w="9525">
            <a:noFill/>
          </a:ln>
        </p:spPr>
      </p:pic>
      <p:sp>
        <p:nvSpPr>
          <p:cNvPr id="290" name="Rectangle à coins arrondis 10"/>
          <p:cNvSpPr/>
          <p:nvPr/>
        </p:nvSpPr>
        <p:spPr>
          <a:xfrm>
            <a:off x="1071360" y="142920"/>
            <a:ext cx="7572240" cy="856800"/>
          </a:xfrm>
          <a:prstGeom prst="roundRect">
            <a:avLst>
              <a:gd name="adj" fmla="val 16667"/>
            </a:avLst>
          </a:prstGeom>
          <a:solidFill>
            <a:schemeClr val="accent2">
              <a:lumMod val="75000"/>
            </a:schemeClr>
          </a:soli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r>
              <a:rPr b="1" lang="fr-FR" sz="3200" spc="-1" strike="noStrike">
                <a:solidFill>
                  <a:srgbClr val="ffff00"/>
                </a:solidFill>
                <a:latin typeface="Times New Roman"/>
              </a:rPr>
              <a:t>Les origines des médicaments:</a:t>
            </a:r>
            <a:endParaRPr b="0" lang="en-US" sz="3200" spc="-1" strike="noStrike">
              <a:solidFill>
                <a:srgbClr val="ffffff"/>
              </a:solidFill>
              <a:latin typeface="Calibri"/>
            </a:endParaRPr>
          </a:p>
        </p:txBody>
      </p:sp>
    </p:spTree>
  </p:cSld>
  <mc:AlternateContent>
    <mc:Choice Requires="p14">
      <p:transition spd="slow" p14:dur="2000"/>
    </mc:Choice>
    <mc:Fallback>
      <p:transition spd="slow"/>
    </mc:Fallback>
  </mc:AlternateContent>
  <p:timing>
    <p:tnLst>
      <p:par>
        <p:cTn id="200" dur="indefinite" restart="never" nodeType="tmRoot">
          <p:childTnLst>
            <p:seq>
              <p:cTn id="201" dur="indefinite" nodeType="mainSeq">
                <p:childTnLst>
                  <p:par>
                    <p:cTn id="202" fill="hold">
                      <p:stCondLst>
                        <p:cond delay="indefinite"/>
                      </p:stCondLst>
                      <p:childTnLst>
                        <p:par>
                          <p:cTn id="203" fill="hold">
                            <p:stCondLst>
                              <p:cond delay="0"/>
                            </p:stCondLst>
                            <p:childTnLst>
                              <p:par>
                                <p:cTn id="204" nodeType="clickEffect" fill="hold" presetClass="entr" presetID="5" presetSubtype="10">
                                  <p:stCondLst>
                                    <p:cond delay="0"/>
                                  </p:stCondLst>
                                  <p:childTnLst>
                                    <p:set>
                                      <p:cBhvr>
                                        <p:cTn id="205" dur="1" fill="hold">
                                          <p:stCondLst>
                                            <p:cond delay="0"/>
                                          </p:stCondLst>
                                        </p:cTn>
                                        <p:tgtEl>
                                          <p:spTgt spid="284"/>
                                        </p:tgtEl>
                                        <p:attrNameLst>
                                          <p:attrName>style.visibility</p:attrName>
                                        </p:attrNameLst>
                                      </p:cBhvr>
                                      <p:to>
                                        <p:strVal val="visible"/>
                                      </p:to>
                                    </p:set>
                                    <p:animEffect filter="checkerboard(across)" transition="in">
                                      <p:cBhvr additive="repl">
                                        <p:cTn id="206" dur="500"/>
                                        <p:tgtEl>
                                          <p:spTgt spid="284"/>
                                        </p:tgtEl>
                                      </p:cBhvr>
                                    </p:animEffect>
                                  </p:childTnLst>
                                </p:cTn>
                              </p:par>
                              <p:par>
                                <p:cTn id="207" nodeType="withEffect" fill="hold" presetClass="entr" presetID="5" presetSubtype="10">
                                  <p:stCondLst>
                                    <p:cond delay="0"/>
                                  </p:stCondLst>
                                  <p:childTnLst>
                                    <p:set>
                                      <p:cBhvr>
                                        <p:cTn id="208" dur="1" fill="hold">
                                          <p:stCondLst>
                                            <p:cond delay="0"/>
                                          </p:stCondLst>
                                        </p:cTn>
                                        <p:tgtEl>
                                          <p:spTgt spid="285"/>
                                        </p:tgtEl>
                                        <p:attrNameLst>
                                          <p:attrName>style.visibility</p:attrName>
                                        </p:attrNameLst>
                                      </p:cBhvr>
                                      <p:to>
                                        <p:strVal val="visible"/>
                                      </p:to>
                                    </p:set>
                                    <p:animEffect filter="checkerboard(across)" transition="in">
                                      <p:cBhvr additive="repl">
                                        <p:cTn id="209" dur="500"/>
                                        <p:tgtEl>
                                          <p:spTgt spid="285"/>
                                        </p:tgtEl>
                                      </p:cBhvr>
                                    </p:animEffect>
                                  </p:childTnLst>
                                </p:cTn>
                              </p:par>
                            </p:childTnLst>
                          </p:cTn>
                        </p:par>
                      </p:childTnLst>
                    </p:cTn>
                  </p:par>
                  <p:par>
                    <p:cTn id="210" fill="hold">
                      <p:stCondLst>
                        <p:cond delay="indefinite"/>
                      </p:stCondLst>
                      <p:childTnLst>
                        <p:par>
                          <p:cTn id="211" fill="hold">
                            <p:stCondLst>
                              <p:cond delay="0"/>
                            </p:stCondLst>
                            <p:childTnLst>
                              <p:par>
                                <p:cTn id="212" nodeType="clickEffect" fill="hold" presetClass="entr" presetID="5" presetSubtype="10">
                                  <p:stCondLst>
                                    <p:cond delay="0"/>
                                  </p:stCondLst>
                                  <p:childTnLst>
                                    <p:set>
                                      <p:cBhvr>
                                        <p:cTn id="213" dur="1" fill="hold">
                                          <p:stCondLst>
                                            <p:cond delay="0"/>
                                          </p:stCondLst>
                                        </p:cTn>
                                        <p:tgtEl>
                                          <p:spTgt spid="283">
                                            <p:txEl>
                                              <p:pRg st="2" end="2"/>
                                            </p:txEl>
                                          </p:spTgt>
                                        </p:tgtEl>
                                        <p:attrNameLst>
                                          <p:attrName>style.visibility</p:attrName>
                                        </p:attrNameLst>
                                      </p:cBhvr>
                                      <p:to>
                                        <p:strVal val="visible"/>
                                      </p:to>
                                    </p:set>
                                    <p:animEffect filter="checkerboard(across)" transition="in">
                                      <p:cBhvr additive="repl">
                                        <p:cTn id="214" dur="500"/>
                                        <p:tgtEl>
                                          <p:spTgt spid="283">
                                            <p:txEl>
                                              <p:pRg st="2" end="2"/>
                                            </p:txEl>
                                          </p:spTgt>
                                        </p:tgtEl>
                                      </p:cBhvr>
                                    </p:animEffect>
                                  </p:childTnLst>
                                </p:cTn>
                              </p:par>
                            </p:childTnLst>
                          </p:cTn>
                        </p:par>
                      </p:childTnLst>
                    </p:cTn>
                  </p:par>
                  <p:par>
                    <p:cTn id="215" fill="hold">
                      <p:stCondLst>
                        <p:cond delay="indefinite"/>
                      </p:stCondLst>
                      <p:childTnLst>
                        <p:par>
                          <p:cTn id="216" fill="hold">
                            <p:stCondLst>
                              <p:cond delay="0"/>
                            </p:stCondLst>
                            <p:childTnLst>
                              <p:par>
                                <p:cTn id="217" nodeType="clickEffect" fill="hold" presetClass="entr" presetID="5" presetSubtype="10">
                                  <p:stCondLst>
                                    <p:cond delay="0"/>
                                  </p:stCondLst>
                                  <p:childTnLst>
                                    <p:set>
                                      <p:cBhvr>
                                        <p:cTn id="218" dur="1" fill="hold">
                                          <p:stCondLst>
                                            <p:cond delay="0"/>
                                          </p:stCondLst>
                                        </p:cTn>
                                        <p:tgtEl>
                                          <p:spTgt spid="283">
                                            <p:txEl>
                                              <p:pRg st="3" end="3"/>
                                            </p:txEl>
                                          </p:spTgt>
                                        </p:tgtEl>
                                        <p:attrNameLst>
                                          <p:attrName>style.visibility</p:attrName>
                                        </p:attrNameLst>
                                      </p:cBhvr>
                                      <p:to>
                                        <p:strVal val="visible"/>
                                      </p:to>
                                    </p:set>
                                    <p:animEffect filter="checkerboard(across)" transition="in">
                                      <p:cBhvr additive="repl">
                                        <p:cTn id="219" dur="500"/>
                                        <p:tgtEl>
                                          <p:spTgt spid="283">
                                            <p:txEl>
                                              <p:pRg st="3" end="3"/>
                                            </p:txEl>
                                          </p:spTgt>
                                        </p:tgtEl>
                                      </p:cBhvr>
                                    </p:animEffect>
                                  </p:childTnLst>
                                </p:cTn>
                              </p:par>
                            </p:childTnLst>
                          </p:cTn>
                        </p:par>
                      </p:childTnLst>
                    </p:cTn>
                  </p:par>
                  <p:par>
                    <p:cTn id="220" fill="hold">
                      <p:stCondLst>
                        <p:cond delay="indefinite"/>
                      </p:stCondLst>
                      <p:childTnLst>
                        <p:par>
                          <p:cTn id="221" fill="hold">
                            <p:stCondLst>
                              <p:cond delay="0"/>
                            </p:stCondLst>
                            <p:childTnLst>
                              <p:par>
                                <p:cTn id="222" nodeType="clickEffect" fill="hold" presetClass="entr" presetID="5" presetSubtype="10">
                                  <p:stCondLst>
                                    <p:cond delay="0"/>
                                  </p:stCondLst>
                                  <p:childTnLst>
                                    <p:set>
                                      <p:cBhvr>
                                        <p:cTn id="223" dur="1" fill="hold">
                                          <p:stCondLst>
                                            <p:cond delay="0"/>
                                          </p:stCondLst>
                                        </p:cTn>
                                        <p:tgtEl>
                                          <p:spTgt spid="283">
                                            <p:txEl>
                                              <p:pRg st="4" end="4"/>
                                            </p:txEl>
                                          </p:spTgt>
                                        </p:tgtEl>
                                        <p:attrNameLst>
                                          <p:attrName>style.visibility</p:attrName>
                                        </p:attrNameLst>
                                      </p:cBhvr>
                                      <p:to>
                                        <p:strVal val="visible"/>
                                      </p:to>
                                    </p:set>
                                    <p:animEffect filter="checkerboard(across)" transition="in">
                                      <p:cBhvr additive="repl">
                                        <p:cTn id="224" dur="500"/>
                                        <p:tgtEl>
                                          <p:spTgt spid="283">
                                            <p:txEl>
                                              <p:pRg st="4" end="4"/>
                                            </p:txEl>
                                          </p:spTgt>
                                        </p:tgtEl>
                                      </p:cBhvr>
                                    </p:animEffect>
                                  </p:childTnLst>
                                </p:cTn>
                              </p:par>
                            </p:childTnLst>
                          </p:cTn>
                        </p:par>
                      </p:childTnLst>
                    </p:cTn>
                  </p:par>
                  <p:par>
                    <p:cTn id="225" fill="hold">
                      <p:stCondLst>
                        <p:cond delay="indefinite"/>
                      </p:stCondLst>
                      <p:childTnLst>
                        <p:par>
                          <p:cTn id="226" fill="hold">
                            <p:stCondLst>
                              <p:cond delay="0"/>
                            </p:stCondLst>
                            <p:childTnLst>
                              <p:par>
                                <p:cTn id="227" nodeType="clickEffect" fill="hold" presetClass="exit" presetID="37">
                                  <p:stCondLst>
                                    <p:cond delay="0"/>
                                  </p:stCondLst>
                                  <p:childTnLst>
                                    <p:animEffect filter="fade" transition="out">
                                      <p:cBhvr additive="repl">
                                        <p:cTn id="228" dur="1000"/>
                                        <p:tgtEl>
                                          <p:spTgt spid="283">
                                            <p:txEl>
                                              <p:pRg st="3" end="3"/>
                                            </p:txEl>
                                          </p:spTgt>
                                        </p:tgtEl>
                                      </p:cBhvr>
                                    </p:animEffect>
                                    <p:anim calcmode="lin" valueType="num">
                                      <p:cBhvr additive="repl">
                                        <p:cTn id="229" dur="1000"/>
                                        <p:tgtEl>
                                          <p:spTgt spid="283">
                                            <p:txEl>
                                              <p:pRg st="3" end="3"/>
                                            </p:txEl>
                                          </p:spTgt>
                                        </p:tgtEl>
                                        <p:attrNameLst>
                                          <p:attrName>ppt_x</p:attrName>
                                        </p:attrNameLst>
                                      </p:cBhvr>
                                      <p:tavLst>
                                        <p:tav tm="0">
                                          <p:val>
                                            <p:strVal val="#ppt_x"/>
                                          </p:val>
                                        </p:tav>
                                        <p:tav tm="100000">
                                          <p:val>
                                            <p:strVal val="#ppt_x"/>
                                          </p:val>
                                        </p:tav>
                                      </p:tavLst>
                                    </p:anim>
                                    <p:anim calcmode="lin" valueType="num">
                                      <p:cBhvr additive="repl">
                                        <p:cTn id="230" dur="100"/>
                                        <p:tgtEl>
                                          <p:spTgt spid="283">
                                            <p:txEl>
                                              <p:pRg st="3" end="3"/>
                                            </p:txEl>
                                          </p:spTgt>
                                        </p:tgtEl>
                                        <p:attrNameLst>
                                          <p:attrName>ppt_y</p:attrName>
                                        </p:attrNameLst>
                                      </p:cBhvr>
                                      <p:tavLst>
                                        <p:tav tm="0">
                                          <p:val>
                                            <p:strVal val="#ppt_y"/>
                                          </p:val>
                                        </p:tav>
                                        <p:tav tm="100000">
                                          <p:val>
                                            <p:strVal val="#ppt_y-.03"/>
                                          </p:val>
                                        </p:tav>
                                      </p:tavLst>
                                    </p:anim>
                                    <p:anim calcmode="lin" valueType="num">
                                      <p:cBhvr additive="repl">
                                        <p:cTn id="231" dur="900">
                                          <p:stCondLst>
                                            <p:cond delay="100"/>
                                          </p:stCondLst>
                                        </p:cTn>
                                        <p:tgtEl>
                                          <p:spTgt spid="283">
                                            <p:txEl>
                                              <p:pRg st="3" end="3"/>
                                            </p:txEl>
                                          </p:spTgt>
                                        </p:tgtEl>
                                        <p:attrNameLst>
                                          <p:attrName>ppt_y</p:attrName>
                                        </p:attrNameLst>
                                      </p:cBhvr>
                                      <p:tavLst>
                                        <p:tav tm="0">
                                          <p:val>
                                            <p:strVal val="#ppt_y"/>
                                          </p:val>
                                        </p:tav>
                                        <p:tav tm="100000">
                                          <p:val>
                                            <p:strVal val="#ppt_y+1"/>
                                          </p:val>
                                        </p:tav>
                                      </p:tavLst>
                                    </p:anim>
                                    <p:set>
                                      <p:cBhvr>
                                        <p:cTn id="232" dur="1" fill="hold">
                                          <p:stCondLst>
                                            <p:cond delay="999"/>
                                          </p:stCondLst>
                                        </p:cTn>
                                        <p:tgtEl>
                                          <p:spTgt spid="283">
                                            <p:txEl>
                                              <p:pRg st="3" end="3"/>
                                            </p:txEl>
                                          </p:spTgt>
                                        </p:tgtEl>
                                        <p:attrNameLst>
                                          <p:attrName>style.visibility</p:attrName>
                                        </p:attrNameLst>
                                      </p:cBhvr>
                                      <p:to>
                                        <p:strVal val="hidden"/>
                                      </p:to>
                                    </p:set>
                                  </p:childTnLst>
                                </p:cTn>
                              </p:par>
                              <p:par>
                                <p:cTn id="233" nodeType="withEffect" fill="hold" presetClass="exit" presetID="37">
                                  <p:stCondLst>
                                    <p:cond delay="0"/>
                                  </p:stCondLst>
                                  <p:childTnLst>
                                    <p:animEffect filter="fade" transition="out">
                                      <p:cBhvr additive="repl">
                                        <p:cTn id="234" dur="1000"/>
                                        <p:tgtEl>
                                          <p:spTgt spid="283">
                                            <p:txEl>
                                              <p:pRg st="4" end="4"/>
                                            </p:txEl>
                                          </p:spTgt>
                                        </p:tgtEl>
                                      </p:cBhvr>
                                    </p:animEffect>
                                    <p:anim calcmode="lin" valueType="num">
                                      <p:cBhvr additive="repl">
                                        <p:cTn id="235" dur="1000"/>
                                        <p:tgtEl>
                                          <p:spTgt spid="283">
                                            <p:txEl>
                                              <p:pRg st="4" end="4"/>
                                            </p:txEl>
                                          </p:spTgt>
                                        </p:tgtEl>
                                        <p:attrNameLst>
                                          <p:attrName>ppt_x</p:attrName>
                                        </p:attrNameLst>
                                      </p:cBhvr>
                                      <p:tavLst>
                                        <p:tav tm="0">
                                          <p:val>
                                            <p:strVal val="#ppt_x"/>
                                          </p:val>
                                        </p:tav>
                                        <p:tav tm="100000">
                                          <p:val>
                                            <p:strVal val="#ppt_x"/>
                                          </p:val>
                                        </p:tav>
                                      </p:tavLst>
                                    </p:anim>
                                    <p:anim calcmode="lin" valueType="num">
                                      <p:cBhvr additive="repl">
                                        <p:cTn id="236" dur="100"/>
                                        <p:tgtEl>
                                          <p:spTgt spid="283">
                                            <p:txEl>
                                              <p:pRg st="4" end="4"/>
                                            </p:txEl>
                                          </p:spTgt>
                                        </p:tgtEl>
                                        <p:attrNameLst>
                                          <p:attrName>ppt_y</p:attrName>
                                        </p:attrNameLst>
                                      </p:cBhvr>
                                      <p:tavLst>
                                        <p:tav tm="0">
                                          <p:val>
                                            <p:strVal val="#ppt_y"/>
                                          </p:val>
                                        </p:tav>
                                        <p:tav tm="100000">
                                          <p:val>
                                            <p:strVal val="#ppt_y-.03"/>
                                          </p:val>
                                        </p:tav>
                                      </p:tavLst>
                                    </p:anim>
                                    <p:anim calcmode="lin" valueType="num">
                                      <p:cBhvr additive="repl">
                                        <p:cTn id="237" dur="900">
                                          <p:stCondLst>
                                            <p:cond delay="100"/>
                                          </p:stCondLst>
                                        </p:cTn>
                                        <p:tgtEl>
                                          <p:spTgt spid="283">
                                            <p:txEl>
                                              <p:pRg st="4" end="4"/>
                                            </p:txEl>
                                          </p:spTgt>
                                        </p:tgtEl>
                                        <p:attrNameLst>
                                          <p:attrName>ppt_y</p:attrName>
                                        </p:attrNameLst>
                                      </p:cBhvr>
                                      <p:tavLst>
                                        <p:tav tm="0">
                                          <p:val>
                                            <p:strVal val="#ppt_y"/>
                                          </p:val>
                                        </p:tav>
                                        <p:tav tm="100000">
                                          <p:val>
                                            <p:strVal val="#ppt_y+1"/>
                                          </p:val>
                                        </p:tav>
                                      </p:tavLst>
                                    </p:anim>
                                    <p:set>
                                      <p:cBhvr>
                                        <p:cTn id="238" dur="1" fill="hold">
                                          <p:stCondLst>
                                            <p:cond delay="999"/>
                                          </p:stCondLst>
                                        </p:cTn>
                                        <p:tgtEl>
                                          <p:spTgt spid="283">
                                            <p:txEl>
                                              <p:pRg st="4" end="4"/>
                                            </p:txEl>
                                          </p:spTgt>
                                        </p:tgtEl>
                                        <p:attrNameLst>
                                          <p:attrName>style.visibility</p:attrName>
                                        </p:attrNameLst>
                                      </p:cBhvr>
                                      <p:to>
                                        <p:strVal val="hidden"/>
                                      </p:to>
                                    </p:set>
                                  </p:childTnLst>
                                </p:cTn>
                              </p:par>
                              <p:par>
                                <p:cTn id="239" nodeType="withEffect" fill="hold" presetClass="exit" presetID="37">
                                  <p:stCondLst>
                                    <p:cond delay="0"/>
                                  </p:stCondLst>
                                  <p:childTnLst>
                                    <p:animEffect filter="fade" transition="out">
                                      <p:cBhvr additive="repl">
                                        <p:cTn id="240" dur="1000"/>
                                        <p:tgtEl>
                                          <p:spTgt spid="284"/>
                                        </p:tgtEl>
                                      </p:cBhvr>
                                    </p:animEffect>
                                    <p:anim calcmode="lin" valueType="num">
                                      <p:cBhvr additive="repl">
                                        <p:cTn id="241" dur="1000"/>
                                        <p:tgtEl>
                                          <p:spTgt spid="284"/>
                                        </p:tgtEl>
                                        <p:attrNameLst>
                                          <p:attrName>ppt_x</p:attrName>
                                        </p:attrNameLst>
                                      </p:cBhvr>
                                      <p:tavLst>
                                        <p:tav tm="0">
                                          <p:val>
                                            <p:strVal val="#ppt_x"/>
                                          </p:val>
                                        </p:tav>
                                        <p:tav tm="100000">
                                          <p:val>
                                            <p:strVal val="#ppt_x"/>
                                          </p:val>
                                        </p:tav>
                                      </p:tavLst>
                                    </p:anim>
                                    <p:anim calcmode="lin" valueType="num">
                                      <p:cBhvr additive="repl">
                                        <p:cTn id="242" dur="100"/>
                                        <p:tgtEl>
                                          <p:spTgt spid="284"/>
                                        </p:tgtEl>
                                        <p:attrNameLst>
                                          <p:attrName>ppt_y</p:attrName>
                                        </p:attrNameLst>
                                      </p:cBhvr>
                                      <p:tavLst>
                                        <p:tav tm="0">
                                          <p:val>
                                            <p:strVal val="#ppt_y"/>
                                          </p:val>
                                        </p:tav>
                                        <p:tav tm="100000">
                                          <p:val>
                                            <p:strVal val="#ppt_y-.03"/>
                                          </p:val>
                                        </p:tav>
                                      </p:tavLst>
                                    </p:anim>
                                    <p:anim calcmode="lin" valueType="num">
                                      <p:cBhvr additive="repl">
                                        <p:cTn id="243" dur="900">
                                          <p:stCondLst>
                                            <p:cond delay="100"/>
                                          </p:stCondLst>
                                        </p:cTn>
                                        <p:tgtEl>
                                          <p:spTgt spid="284"/>
                                        </p:tgtEl>
                                        <p:attrNameLst>
                                          <p:attrName>ppt_y</p:attrName>
                                        </p:attrNameLst>
                                      </p:cBhvr>
                                      <p:tavLst>
                                        <p:tav tm="0">
                                          <p:val>
                                            <p:strVal val="#ppt_y"/>
                                          </p:val>
                                        </p:tav>
                                        <p:tav tm="100000">
                                          <p:val>
                                            <p:strVal val="#ppt_y+1"/>
                                          </p:val>
                                        </p:tav>
                                      </p:tavLst>
                                    </p:anim>
                                    <p:set>
                                      <p:cBhvr>
                                        <p:cTn id="244" dur="1" fill="hold">
                                          <p:stCondLst>
                                            <p:cond delay="999"/>
                                          </p:stCondLst>
                                        </p:cTn>
                                        <p:tgtEl>
                                          <p:spTgt spid="284"/>
                                        </p:tgtEl>
                                        <p:attrNameLst>
                                          <p:attrName>style.visibility</p:attrName>
                                        </p:attrNameLst>
                                      </p:cBhvr>
                                      <p:to>
                                        <p:strVal val="hidden"/>
                                      </p:to>
                                    </p:set>
                                  </p:childTnLst>
                                </p:cTn>
                              </p:par>
                              <p:par>
                                <p:cTn id="245" nodeType="withEffect" fill="hold" presetClass="exit" presetID="37">
                                  <p:stCondLst>
                                    <p:cond delay="0"/>
                                  </p:stCondLst>
                                  <p:childTnLst>
                                    <p:animEffect filter="fade" transition="out">
                                      <p:cBhvr additive="repl">
                                        <p:cTn id="246" dur="1000"/>
                                        <p:tgtEl>
                                          <p:spTgt spid="285"/>
                                        </p:tgtEl>
                                      </p:cBhvr>
                                    </p:animEffect>
                                    <p:anim calcmode="lin" valueType="num">
                                      <p:cBhvr additive="repl">
                                        <p:cTn id="247" dur="1000"/>
                                        <p:tgtEl>
                                          <p:spTgt spid="285"/>
                                        </p:tgtEl>
                                        <p:attrNameLst>
                                          <p:attrName>ppt_x</p:attrName>
                                        </p:attrNameLst>
                                      </p:cBhvr>
                                      <p:tavLst>
                                        <p:tav tm="0">
                                          <p:val>
                                            <p:strVal val="#ppt_x"/>
                                          </p:val>
                                        </p:tav>
                                        <p:tav tm="100000">
                                          <p:val>
                                            <p:strVal val="#ppt_x"/>
                                          </p:val>
                                        </p:tav>
                                      </p:tavLst>
                                    </p:anim>
                                    <p:anim calcmode="lin" valueType="num">
                                      <p:cBhvr additive="repl">
                                        <p:cTn id="248" dur="100"/>
                                        <p:tgtEl>
                                          <p:spTgt spid="285"/>
                                        </p:tgtEl>
                                        <p:attrNameLst>
                                          <p:attrName>ppt_y</p:attrName>
                                        </p:attrNameLst>
                                      </p:cBhvr>
                                      <p:tavLst>
                                        <p:tav tm="0">
                                          <p:val>
                                            <p:strVal val="#ppt_y"/>
                                          </p:val>
                                        </p:tav>
                                        <p:tav tm="100000">
                                          <p:val>
                                            <p:strVal val="#ppt_y-.03"/>
                                          </p:val>
                                        </p:tav>
                                      </p:tavLst>
                                    </p:anim>
                                    <p:anim calcmode="lin" valueType="num">
                                      <p:cBhvr additive="repl">
                                        <p:cTn id="249" dur="900">
                                          <p:stCondLst>
                                            <p:cond delay="100"/>
                                          </p:stCondLst>
                                        </p:cTn>
                                        <p:tgtEl>
                                          <p:spTgt spid="285"/>
                                        </p:tgtEl>
                                        <p:attrNameLst>
                                          <p:attrName>ppt_y</p:attrName>
                                        </p:attrNameLst>
                                      </p:cBhvr>
                                      <p:tavLst>
                                        <p:tav tm="0">
                                          <p:val>
                                            <p:strVal val="#ppt_y"/>
                                          </p:val>
                                        </p:tav>
                                        <p:tav tm="100000">
                                          <p:val>
                                            <p:strVal val="#ppt_y+1"/>
                                          </p:val>
                                        </p:tav>
                                      </p:tavLst>
                                    </p:anim>
                                    <p:set>
                                      <p:cBhvr>
                                        <p:cTn id="250" dur="1" fill="hold">
                                          <p:stCondLst>
                                            <p:cond delay="999"/>
                                          </p:stCondLst>
                                        </p:cTn>
                                        <p:tgtEl>
                                          <p:spTgt spid="285"/>
                                        </p:tgtEl>
                                        <p:attrNameLst>
                                          <p:attrName>style.visibility</p:attrName>
                                        </p:attrNameLst>
                                      </p:cBhvr>
                                      <p:to>
                                        <p:strVal val="hidden"/>
                                      </p:to>
                                    </p:set>
                                  </p:childTnLst>
                                </p:cTn>
                              </p:par>
                            </p:childTnLst>
                          </p:cTn>
                        </p:par>
                      </p:childTnLst>
                    </p:cTn>
                  </p:par>
                  <p:par>
                    <p:cTn id="251" fill="hold">
                      <p:stCondLst>
                        <p:cond delay="indefinite"/>
                      </p:stCondLst>
                      <p:childTnLst>
                        <p:par>
                          <p:cTn id="252" fill="hold">
                            <p:stCondLst>
                              <p:cond delay="0"/>
                            </p:stCondLst>
                            <p:childTnLst>
                              <p:par>
                                <p:cTn id="253" nodeType="clickEffect" fill="hold" presetClass="path" presetID="35">
                                  <p:stCondLst>
                                    <p:cond delay="0"/>
                                  </p:stCondLst>
                                  <p:childTnLst>
                                    <p:animMotion origin="layout" path="M 3.88889E-006 3.05273E-006 L -0.30174 -0.00347 E">
                                      <p:cBhvr>
                                        <p:cTn id="254" dur="2000" fill="hold"/>
                                        <p:tgtEl>
                                          <p:spTgt spid="283">
                                            <p:txEl>
                                              <p:pRg st="2" end="2"/>
                                            </p:txEl>
                                          </p:spTgt>
                                        </p:tgtEl>
                                        <p:attrNameLst>
                                          <p:attrName>ppt_x</p:attrName>
                                          <p:attrName>ppt_y</p:attrName>
                                        </p:attrNameLst>
                                      </p:cBhvr>
                                    </p:animMotion>
                                  </p:childTnLst>
                                </p:cTn>
                              </p:par>
                            </p:childTnLst>
                          </p:cTn>
                        </p:par>
                      </p:childTnLst>
                    </p:cTn>
                  </p:par>
                  <p:par>
                    <p:cTn id="255" fill="hold">
                      <p:stCondLst>
                        <p:cond delay="indefinite"/>
                      </p:stCondLst>
                      <p:childTnLst>
                        <p:par>
                          <p:cTn id="256" fill="hold">
                            <p:stCondLst>
                              <p:cond delay="0"/>
                            </p:stCondLst>
                            <p:childTnLst>
                              <p:par>
                                <p:cTn id="257" nodeType="clickEffect" fill="hold" presetClass="entr" presetID="5" presetSubtype="10">
                                  <p:stCondLst>
                                    <p:cond delay="0"/>
                                  </p:stCondLst>
                                  <p:childTnLst>
                                    <p:set>
                                      <p:cBhvr>
                                        <p:cTn id="258" dur="1" fill="hold">
                                          <p:stCondLst>
                                            <p:cond delay="0"/>
                                          </p:stCondLst>
                                        </p:cTn>
                                        <p:tgtEl>
                                          <p:spTgt spid="286"/>
                                        </p:tgtEl>
                                        <p:attrNameLst>
                                          <p:attrName>style.visibility</p:attrName>
                                        </p:attrNameLst>
                                      </p:cBhvr>
                                      <p:to>
                                        <p:strVal val="visible"/>
                                      </p:to>
                                    </p:set>
                                    <p:animEffect filter="checkerboard(across)" transition="in">
                                      <p:cBhvr additive="repl">
                                        <p:cTn id="259" dur="500"/>
                                        <p:tgtEl>
                                          <p:spTgt spid="286"/>
                                        </p:tgtEl>
                                      </p:cBhvr>
                                    </p:animEffect>
                                  </p:childTnLst>
                                </p:cTn>
                              </p:par>
                            </p:childTnLst>
                          </p:cTn>
                        </p:par>
                      </p:childTnLst>
                    </p:cTn>
                  </p:par>
                  <p:par>
                    <p:cTn id="260" fill="hold">
                      <p:stCondLst>
                        <p:cond delay="indefinite"/>
                      </p:stCondLst>
                      <p:childTnLst>
                        <p:par>
                          <p:cTn id="261" fill="hold">
                            <p:stCondLst>
                              <p:cond delay="0"/>
                            </p:stCondLst>
                            <p:childTnLst>
                              <p:par>
                                <p:cTn id="262" nodeType="clickEffect" fill="hold" presetClass="entr" presetID="5" presetSubtype="10">
                                  <p:stCondLst>
                                    <p:cond delay="0"/>
                                  </p:stCondLst>
                                  <p:childTnLst>
                                    <p:set>
                                      <p:cBhvr>
                                        <p:cTn id="263" dur="1" fill="hold">
                                          <p:stCondLst>
                                            <p:cond delay="0"/>
                                          </p:stCondLst>
                                        </p:cTn>
                                        <p:tgtEl>
                                          <p:spTgt spid="288"/>
                                        </p:tgtEl>
                                        <p:attrNameLst>
                                          <p:attrName>style.visibility</p:attrName>
                                        </p:attrNameLst>
                                      </p:cBhvr>
                                      <p:to>
                                        <p:strVal val="visible"/>
                                      </p:to>
                                    </p:set>
                                    <p:animEffect filter="checkerboard(across)" transition="in">
                                      <p:cBhvr additive="repl">
                                        <p:cTn id="264" dur="500"/>
                                        <p:tgtEl>
                                          <p:spTgt spid="2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title"/>
          </p:nvPr>
        </p:nvSpPr>
        <p:spPr>
          <a:xfrm>
            <a:off x="0" y="404640"/>
            <a:ext cx="4606560" cy="802800"/>
          </a:xfrm>
          <a:prstGeom prst="rect">
            <a:avLst/>
          </a:prstGeom>
          <a:noFill/>
          <a:ln w="9360">
            <a:noFill/>
          </a:ln>
        </p:spPr>
        <p:txBody>
          <a:bodyPr numCol="1" spcCol="0" lIns="92160" rIns="92160" tIns="46080" bIns="46080" anchor="ctr">
            <a:normAutofit/>
          </a:bodyPr>
          <a:p>
            <a:pPr indent="0">
              <a:lnSpc>
                <a:spcPct val="100000"/>
              </a:lnSpc>
              <a:buNone/>
            </a:pPr>
            <a:r>
              <a:rPr b="0" lang="en-US" sz="2800" spc="-1" strike="noStrike">
                <a:solidFill>
                  <a:schemeClr val="accent6">
                    <a:lumMod val="75000"/>
                  </a:schemeClr>
                </a:solidFill>
                <a:latin typeface="Arial"/>
              </a:rPr>
              <a:t>Morphine</a:t>
            </a:r>
            <a:endParaRPr b="0" lang="fr-FR" sz="2800" spc="-1" strike="noStrike">
              <a:solidFill>
                <a:schemeClr val="dk1"/>
              </a:solidFill>
              <a:latin typeface="Arial"/>
            </a:endParaRPr>
          </a:p>
        </p:txBody>
      </p:sp>
      <p:sp>
        <p:nvSpPr>
          <p:cNvPr id="292" name="PlaceHolder 2"/>
          <p:cNvSpPr>
            <a:spLocks noGrp="1"/>
          </p:cNvSpPr>
          <p:nvPr>
            <p:ph/>
          </p:nvPr>
        </p:nvSpPr>
        <p:spPr>
          <a:xfrm>
            <a:off x="0" y="981000"/>
            <a:ext cx="5905080" cy="1638000"/>
          </a:xfrm>
          <a:prstGeom prst="rect">
            <a:avLst/>
          </a:prstGeom>
          <a:noFill/>
          <a:ln w="9360">
            <a:noFill/>
          </a:ln>
        </p:spPr>
        <p:txBody>
          <a:bodyPr numCol="1" spcCol="0" lIns="92160" rIns="92160" tIns="46080" bIns="46080" anchor="t">
            <a:noAutofit/>
          </a:bodyPr>
          <a:p>
            <a:pPr marL="343080" indent="-343080">
              <a:lnSpc>
                <a:spcPct val="90000"/>
              </a:lnSpc>
              <a:spcBef>
                <a:spcPts val="479"/>
              </a:spcBef>
              <a:buNone/>
              <a:tabLst>
                <a:tab algn="l" pos="0"/>
              </a:tabLst>
            </a:pPr>
            <a:endParaRPr b="0" lang="fr-FR" sz="2400" spc="-1" strike="noStrike">
              <a:solidFill>
                <a:schemeClr val="dk1"/>
              </a:solidFill>
              <a:latin typeface="Arial"/>
            </a:endParaRPr>
          </a:p>
          <a:p>
            <a:pPr marL="343080" indent="-343080">
              <a:lnSpc>
                <a:spcPct val="90000"/>
              </a:lnSpc>
              <a:spcBef>
                <a:spcPts val="479"/>
              </a:spcBef>
              <a:buNone/>
              <a:tabLst>
                <a:tab algn="l" pos="0"/>
              </a:tabLst>
            </a:pPr>
            <a:r>
              <a:rPr b="0" i="1" lang="en-US" sz="2400" spc="-1" strike="noStrike">
                <a:solidFill>
                  <a:schemeClr val="accent2"/>
                </a:solidFill>
                <a:latin typeface="Arial"/>
              </a:rPr>
              <a:t>pavot</a:t>
            </a:r>
            <a:r>
              <a:rPr b="0" lang="en-US" sz="2400" spc="-1" strike="noStrike">
                <a:solidFill>
                  <a:schemeClr val="dk1"/>
                </a:solidFill>
                <a:latin typeface="Arial"/>
              </a:rPr>
              <a:t> (papaver somniférum),</a:t>
            </a:r>
            <a:endParaRPr b="0" lang="fr-FR" sz="2400" spc="-1" strike="noStrike">
              <a:solidFill>
                <a:schemeClr val="dk1"/>
              </a:solidFill>
              <a:latin typeface="Arial"/>
            </a:endParaRPr>
          </a:p>
          <a:p>
            <a:pPr marL="343080" indent="-343080">
              <a:lnSpc>
                <a:spcPct val="90000"/>
              </a:lnSpc>
              <a:spcBef>
                <a:spcPts val="479"/>
              </a:spcBef>
              <a:buNone/>
              <a:tabLst>
                <a:tab algn="l" pos="0"/>
              </a:tabLst>
            </a:pPr>
            <a:r>
              <a:rPr b="0" i="1" lang="en-US" sz="2400" spc="-1" strike="noStrike">
                <a:solidFill>
                  <a:schemeClr val="accent2"/>
                </a:solidFill>
                <a:latin typeface="Arial"/>
              </a:rPr>
              <a:t>Opium</a:t>
            </a:r>
            <a:r>
              <a:rPr b="0" lang="en-US" sz="2400" spc="-1" strike="noStrike">
                <a:solidFill>
                  <a:schemeClr val="dk1"/>
                </a:solidFill>
                <a:latin typeface="Arial"/>
              </a:rPr>
              <a:t>: latex de la capsule, </a:t>
            </a:r>
            <a:br>
              <a:rPr sz="2400"/>
            </a:br>
            <a:r>
              <a:rPr b="0" lang="en-US" sz="2400" spc="-1" strike="noStrike">
                <a:solidFill>
                  <a:schemeClr val="dk1"/>
                </a:solidFill>
                <a:latin typeface="Arial"/>
              </a:rPr>
              <a:t>“jus” en grec</a:t>
            </a:r>
            <a:br>
              <a:rPr sz="2400"/>
            </a:br>
            <a:endParaRPr b="0" lang="fr-FR" sz="2400" spc="-1" strike="noStrike">
              <a:solidFill>
                <a:schemeClr val="dk1"/>
              </a:solidFill>
              <a:latin typeface="Arial"/>
            </a:endParaRPr>
          </a:p>
          <a:p>
            <a:pPr marL="343080" indent="-343080">
              <a:lnSpc>
                <a:spcPct val="90000"/>
              </a:lnSpc>
              <a:spcBef>
                <a:spcPts val="479"/>
              </a:spcBef>
              <a:buNone/>
              <a:tabLst>
                <a:tab algn="l" pos="0"/>
              </a:tabLst>
            </a:pPr>
            <a:br>
              <a:rPr sz="2400"/>
            </a:br>
            <a:br>
              <a:rPr sz="2400"/>
            </a:br>
            <a:endParaRPr b="0" lang="fr-FR" sz="2400" spc="-1" strike="noStrike">
              <a:solidFill>
                <a:schemeClr val="dk1"/>
              </a:solidFill>
              <a:latin typeface="Arial"/>
            </a:endParaRPr>
          </a:p>
          <a:p>
            <a:pPr marL="343080" indent="-343080">
              <a:lnSpc>
                <a:spcPct val="90000"/>
              </a:lnSpc>
              <a:spcBef>
                <a:spcPts val="479"/>
              </a:spcBef>
              <a:buNone/>
              <a:tabLst>
                <a:tab algn="l" pos="0"/>
              </a:tabLst>
            </a:pPr>
            <a:endParaRPr b="0" lang="fr-FR" sz="2400" spc="-1" strike="noStrike">
              <a:solidFill>
                <a:schemeClr val="dk1"/>
              </a:solidFill>
              <a:latin typeface="Arial"/>
            </a:endParaRPr>
          </a:p>
        </p:txBody>
      </p:sp>
      <p:pic>
        <p:nvPicPr>
          <p:cNvPr id="293" name="Picture 8" descr="C:\Windows\Bureau\papaver.jpg"/>
          <p:cNvPicPr/>
          <p:nvPr/>
        </p:nvPicPr>
        <p:blipFill>
          <a:blip r:embed="rId1"/>
          <a:stretch/>
        </p:blipFill>
        <p:spPr>
          <a:xfrm>
            <a:off x="5867280" y="380880"/>
            <a:ext cx="2580840" cy="3885840"/>
          </a:xfrm>
          <a:prstGeom prst="rect">
            <a:avLst/>
          </a:prstGeom>
          <a:noFill/>
          <a:ln w="0">
            <a:noFill/>
          </a:ln>
        </p:spPr>
      </p:pic>
      <p:pic>
        <p:nvPicPr>
          <p:cNvPr id="294" name="Picture 9" descr="capspav copie"/>
          <p:cNvPicPr/>
          <p:nvPr/>
        </p:nvPicPr>
        <p:blipFill>
          <a:blip r:embed="rId2"/>
          <a:stretch/>
        </p:blipFill>
        <p:spPr>
          <a:xfrm>
            <a:off x="323640" y="2565000"/>
            <a:ext cx="4319280" cy="2860200"/>
          </a:xfrm>
          <a:prstGeom prst="rect">
            <a:avLst/>
          </a:prstGeom>
          <a:noFill/>
          <a:ln w="0">
            <a:noFill/>
          </a:ln>
        </p:spPr>
      </p:pic>
      <p:sp>
        <p:nvSpPr>
          <p:cNvPr id="295" name="Text Box 9"/>
          <p:cNvSpPr/>
          <p:nvPr/>
        </p:nvSpPr>
        <p:spPr>
          <a:xfrm>
            <a:off x="2483640" y="5517360"/>
            <a:ext cx="6305400" cy="912600"/>
          </a:xfrm>
          <a:prstGeom prst="rect">
            <a:avLst/>
          </a:prstGeom>
          <a:noFill/>
          <a:ln w="9525">
            <a:noFill/>
          </a:ln>
        </p:spPr>
        <p:style>
          <a:lnRef idx="0"/>
          <a:fillRef idx="0"/>
          <a:effectRef idx="0"/>
          <a:fontRef idx="minor"/>
        </p:style>
        <p:txBody>
          <a:bodyPr lIns="90000" rIns="90000" tIns="45000" bIns="45000" anchor="t">
            <a:spAutoFit/>
          </a:bodyPr>
          <a:p>
            <a:pPr defTabSz="914400">
              <a:lnSpc>
                <a:spcPct val="100000"/>
              </a:lnSpc>
            </a:pPr>
            <a:r>
              <a:rPr b="0" lang="fr-FR" sz="1800" spc="-1" strike="noStrike">
                <a:solidFill>
                  <a:schemeClr val="dk1"/>
                </a:solidFill>
                <a:latin typeface="Arial"/>
              </a:rPr>
              <a:t>Connue et employée depuis plusieurs millénaires,</a:t>
            </a:r>
            <a:endParaRPr b="0" lang="en-US" sz="1800" spc="-1" strike="noStrike">
              <a:solidFill>
                <a:srgbClr val="000000"/>
              </a:solidFill>
              <a:latin typeface="Calibri"/>
            </a:endParaRPr>
          </a:p>
          <a:p>
            <a:pPr defTabSz="914400">
              <a:lnSpc>
                <a:spcPct val="100000"/>
              </a:lnSpc>
            </a:pPr>
            <a:endParaRPr b="0" lang="en-US" sz="1800" spc="-1" strike="noStrike">
              <a:solidFill>
                <a:srgbClr val="000000"/>
              </a:solidFill>
              <a:latin typeface="Calibri"/>
            </a:endParaRPr>
          </a:p>
          <a:p>
            <a:pPr defTabSz="914400">
              <a:lnSpc>
                <a:spcPct val="100000"/>
              </a:lnSpc>
            </a:pPr>
            <a:r>
              <a:rPr b="0" lang="fr-FR" sz="1800" spc="-1" strike="noStrike">
                <a:solidFill>
                  <a:schemeClr val="dk1"/>
                </a:solidFill>
                <a:latin typeface="Arial"/>
              </a:rPr>
              <a:t>Effet antalgique, Psycho activité</a:t>
            </a:r>
            <a:endParaRPr b="0" lang="en-US" sz="1800" spc="-1" strike="noStrike">
              <a:solidFill>
                <a:srgbClr val="000000"/>
              </a:solidFill>
              <a:latin typeface="Calibri"/>
            </a:endParaRPr>
          </a:p>
        </p:txBody>
      </p:sp>
      <p:sp>
        <p:nvSpPr>
          <p:cNvPr id="296" name="PlaceHolder 3"/>
          <p:cNvSpPr>
            <a:spLocks noGrp="1"/>
          </p:cNvSpPr>
          <p:nvPr>
            <p:ph type="sldNum" idx="57"/>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B9FC6904-60FC-4153-86B1-85D87E884A95}" type="slidenum">
              <a:rPr b="0" lang="fr-FR" sz="1200" spc="-1" strike="noStrike">
                <a:solidFill>
                  <a:srgbClr val="000000"/>
                </a:solidFill>
                <a:latin typeface="Arial Black"/>
              </a:rPr>
              <a:t>17</a:t>
            </a:fld>
            <a:endParaRPr b="0" lang="en-US" sz="1200" spc="-1" strike="noStrike">
              <a:solidFill>
                <a:srgbClr val="000000"/>
              </a:solidFill>
              <a:latin typeface="Calibri"/>
            </a:endParaRPr>
          </a:p>
        </p:txBody>
      </p:sp>
    </p:spTree>
  </p:cSld>
  <mc:AlternateContent>
    <mc:Choice Requires="p14">
      <p:transition spd="slow" p14:dur="2000"/>
    </mc:Choice>
    <mc:Fallback>
      <p:transition spd="slow"/>
    </mc:Fallback>
  </mc:AlternateContent>
  <p:timing>
    <p:tnLst>
      <p:par>
        <p:cTn id="265" dur="indefinite" restart="never" nodeType="tmRoot">
          <p:childTnLst>
            <p:seq>
              <p:cTn id="266" dur="indefinite" nodeType="mainSeq">
                <p:childTnLst>
                  <p:par>
                    <p:cTn id="267" fill="hold">
                      <p:stCondLst>
                        <p:cond delay="indefinite"/>
                      </p:stCondLst>
                      <p:childTnLst>
                        <p:par>
                          <p:cTn id="268" fill="hold">
                            <p:stCondLst>
                              <p:cond delay="0"/>
                            </p:stCondLst>
                            <p:childTnLst>
                              <p:par>
                                <p:cTn id="269" nodeType="clickEffect" fill="hold" presetClass="entr" presetID="2" presetSubtype="8">
                                  <p:stCondLst>
                                    <p:cond delay="0"/>
                                  </p:stCondLst>
                                  <p:childTnLst>
                                    <p:set>
                                      <p:cBhvr>
                                        <p:cTn id="270" dur="1" fill="hold">
                                          <p:stCondLst>
                                            <p:cond delay="0"/>
                                          </p:stCondLst>
                                        </p:cTn>
                                        <p:tgtEl>
                                          <p:spTgt spid="292">
                                            <p:txEl>
                                              <p:pRg st="1" end="1"/>
                                            </p:txEl>
                                          </p:spTgt>
                                        </p:tgtEl>
                                        <p:attrNameLst>
                                          <p:attrName>style.visibility</p:attrName>
                                        </p:attrNameLst>
                                      </p:cBhvr>
                                      <p:to>
                                        <p:strVal val="visible"/>
                                      </p:to>
                                    </p:set>
                                    <p:anim calcmode="lin" valueType="num">
                                      <p:cBhvr additive="repl">
                                        <p:cTn id="271" dur="500" fill="hold"/>
                                        <p:tgtEl>
                                          <p:spTgt spid="292">
                                            <p:txEl>
                                              <p:pRg st="1" end="1"/>
                                            </p:txEl>
                                          </p:spTgt>
                                        </p:tgtEl>
                                        <p:attrNameLst>
                                          <p:attrName>ppt_x</p:attrName>
                                        </p:attrNameLst>
                                      </p:cBhvr>
                                      <p:tavLst>
                                        <p:tav tm="0">
                                          <p:val>
                                            <p:strVal val="0-#ppt_w/2"/>
                                          </p:val>
                                        </p:tav>
                                        <p:tav tm="100000">
                                          <p:val>
                                            <p:strVal val="#ppt_x"/>
                                          </p:val>
                                        </p:tav>
                                      </p:tavLst>
                                    </p:anim>
                                    <p:anim calcmode="lin" valueType="num">
                                      <p:cBhvr additive="repl">
                                        <p:cTn id="272" dur="500" fill="hold"/>
                                        <p:tgtEl>
                                          <p:spTgt spid="29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73" fill="hold">
                      <p:stCondLst>
                        <p:cond delay="indefinite"/>
                      </p:stCondLst>
                      <p:childTnLst>
                        <p:par>
                          <p:cTn id="274" fill="hold">
                            <p:stCondLst>
                              <p:cond delay="0"/>
                            </p:stCondLst>
                            <p:childTnLst>
                              <p:par>
                                <p:cTn id="275" nodeType="clickEffect" fill="hold" presetClass="entr" presetID="2" presetSubtype="8">
                                  <p:stCondLst>
                                    <p:cond delay="0"/>
                                  </p:stCondLst>
                                  <p:childTnLst>
                                    <p:set>
                                      <p:cBhvr>
                                        <p:cTn id="276" dur="1" fill="hold">
                                          <p:stCondLst>
                                            <p:cond delay="0"/>
                                          </p:stCondLst>
                                        </p:cTn>
                                        <p:tgtEl>
                                          <p:spTgt spid="292">
                                            <p:txEl>
                                              <p:pRg st="2" end="2"/>
                                            </p:txEl>
                                          </p:spTgt>
                                        </p:tgtEl>
                                        <p:attrNameLst>
                                          <p:attrName>style.visibility</p:attrName>
                                        </p:attrNameLst>
                                      </p:cBhvr>
                                      <p:to>
                                        <p:strVal val="visible"/>
                                      </p:to>
                                    </p:set>
                                    <p:anim calcmode="lin" valueType="num">
                                      <p:cBhvr additive="repl">
                                        <p:cTn id="277" dur="500" fill="hold"/>
                                        <p:tgtEl>
                                          <p:spTgt spid="292">
                                            <p:txEl>
                                              <p:pRg st="2" end="2"/>
                                            </p:txEl>
                                          </p:spTgt>
                                        </p:tgtEl>
                                        <p:attrNameLst>
                                          <p:attrName>ppt_x</p:attrName>
                                        </p:attrNameLst>
                                      </p:cBhvr>
                                      <p:tavLst>
                                        <p:tav tm="0">
                                          <p:val>
                                            <p:strVal val="0-#ppt_w/2"/>
                                          </p:val>
                                        </p:tav>
                                        <p:tav tm="100000">
                                          <p:val>
                                            <p:strVal val="#ppt_x"/>
                                          </p:val>
                                        </p:tav>
                                      </p:tavLst>
                                    </p:anim>
                                    <p:anim calcmode="lin" valueType="num">
                                      <p:cBhvr additive="repl">
                                        <p:cTn id="278" dur="500" fill="hold"/>
                                        <p:tgtEl>
                                          <p:spTgt spid="29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9" fill="hold">
                      <p:stCondLst>
                        <p:cond delay="indefinite"/>
                      </p:stCondLst>
                      <p:childTnLst>
                        <p:par>
                          <p:cTn id="280" fill="hold">
                            <p:stCondLst>
                              <p:cond delay="0"/>
                            </p:stCondLst>
                            <p:childTnLst>
                              <p:par>
                                <p:cTn id="281" nodeType="clickEffect" fill="hold" presetClass="entr" presetID="2" presetSubtype="8">
                                  <p:stCondLst>
                                    <p:cond delay="0"/>
                                  </p:stCondLst>
                                  <p:childTnLst>
                                    <p:set>
                                      <p:cBhvr>
                                        <p:cTn id="282" dur="1" fill="hold">
                                          <p:stCondLst>
                                            <p:cond delay="0"/>
                                          </p:stCondLst>
                                        </p:cTn>
                                        <p:tgtEl>
                                          <p:spTgt spid="292">
                                            <p:txEl>
                                              <p:pRg st="3" end="3"/>
                                            </p:txEl>
                                          </p:spTgt>
                                        </p:tgtEl>
                                        <p:attrNameLst>
                                          <p:attrName>style.visibility</p:attrName>
                                        </p:attrNameLst>
                                      </p:cBhvr>
                                      <p:to>
                                        <p:strVal val="visible"/>
                                      </p:to>
                                    </p:set>
                                    <p:anim calcmode="lin" valueType="num">
                                      <p:cBhvr additive="repl">
                                        <p:cTn id="283" dur="500" fill="hold"/>
                                        <p:tgtEl>
                                          <p:spTgt spid="292">
                                            <p:txEl>
                                              <p:pRg st="3" end="3"/>
                                            </p:txEl>
                                          </p:spTgt>
                                        </p:tgtEl>
                                        <p:attrNameLst>
                                          <p:attrName>ppt_x</p:attrName>
                                        </p:attrNameLst>
                                      </p:cBhvr>
                                      <p:tavLst>
                                        <p:tav tm="0">
                                          <p:val>
                                            <p:strVal val="0-#ppt_w/2"/>
                                          </p:val>
                                        </p:tav>
                                        <p:tav tm="100000">
                                          <p:val>
                                            <p:strVal val="#ppt_x"/>
                                          </p:val>
                                        </p:tav>
                                      </p:tavLst>
                                    </p:anim>
                                    <p:anim calcmode="lin" valueType="num">
                                      <p:cBhvr additive="repl">
                                        <p:cTn id="284" dur="500" fill="hold"/>
                                        <p:tgtEl>
                                          <p:spTgt spid="29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85" fill="hold">
                      <p:stCondLst>
                        <p:cond delay="indefinite"/>
                      </p:stCondLst>
                      <p:childTnLst>
                        <p:par>
                          <p:cTn id="286" fill="hold">
                            <p:stCondLst>
                              <p:cond delay="0"/>
                            </p:stCondLst>
                            <p:childTnLst>
                              <p:par>
                                <p:cTn id="287" nodeType="clickEffect" fill="hold" presetClass="entr" presetID="2" presetSubtype="8">
                                  <p:stCondLst>
                                    <p:cond delay="0"/>
                                  </p:stCondLst>
                                  <p:childTnLst>
                                    <p:set>
                                      <p:cBhvr>
                                        <p:cTn id="288" dur="1" fill="hold">
                                          <p:stCondLst>
                                            <p:cond delay="0"/>
                                          </p:stCondLst>
                                        </p:cTn>
                                        <p:tgtEl>
                                          <p:spTgt spid="293"/>
                                        </p:tgtEl>
                                        <p:attrNameLst>
                                          <p:attrName>style.visibility</p:attrName>
                                        </p:attrNameLst>
                                      </p:cBhvr>
                                      <p:to>
                                        <p:strVal val="visible"/>
                                      </p:to>
                                    </p:set>
                                    <p:anim calcmode="lin" valueType="num">
                                      <p:cBhvr additive="repl">
                                        <p:cTn id="289" dur="500" fill="hold"/>
                                        <p:tgtEl>
                                          <p:spTgt spid="293"/>
                                        </p:tgtEl>
                                        <p:attrNameLst>
                                          <p:attrName>ppt_x</p:attrName>
                                        </p:attrNameLst>
                                      </p:cBhvr>
                                      <p:tavLst>
                                        <p:tav tm="0">
                                          <p:val>
                                            <p:strVal val="0-#ppt_w/2"/>
                                          </p:val>
                                        </p:tav>
                                        <p:tav tm="100000">
                                          <p:val>
                                            <p:strVal val="#ppt_x"/>
                                          </p:val>
                                        </p:tav>
                                      </p:tavLst>
                                    </p:anim>
                                    <p:anim calcmode="lin" valueType="num">
                                      <p:cBhvr additive="repl">
                                        <p:cTn id="290" dur="500" fill="hold"/>
                                        <p:tgtEl>
                                          <p:spTgt spid="293"/>
                                        </p:tgtEl>
                                        <p:attrNameLst>
                                          <p:attrName>ppt_y</p:attrName>
                                        </p:attrNameLst>
                                      </p:cBhvr>
                                      <p:tavLst>
                                        <p:tav tm="0">
                                          <p:val>
                                            <p:strVal val="#ppt_y"/>
                                          </p:val>
                                        </p:tav>
                                        <p:tav tm="100000">
                                          <p:val>
                                            <p:strVal val="#ppt_y"/>
                                          </p:val>
                                        </p:tav>
                                      </p:tavLst>
                                    </p:anim>
                                  </p:childTnLst>
                                </p:cTn>
                              </p:par>
                            </p:childTnLst>
                          </p:cTn>
                        </p:par>
                      </p:childTnLst>
                    </p:cTn>
                  </p:par>
                  <p:par>
                    <p:cTn id="291" fill="hold">
                      <p:stCondLst>
                        <p:cond delay="indefinite"/>
                      </p:stCondLst>
                      <p:childTnLst>
                        <p:par>
                          <p:cTn id="292" fill="hold">
                            <p:stCondLst>
                              <p:cond delay="0"/>
                            </p:stCondLst>
                            <p:childTnLst>
                              <p:par>
                                <p:cTn id="293" nodeType="clickEffect" fill="hold" presetClass="entr" presetID="1">
                                  <p:stCondLst>
                                    <p:cond delay="0"/>
                                  </p:stCondLst>
                                  <p:childTnLst>
                                    <p:set>
                                      <p:cBhvr>
                                        <p:cTn id="294" dur="1" fill="hold">
                                          <p:stCondLst>
                                            <p:cond delay="499"/>
                                          </p:stCondLst>
                                        </p:cTn>
                                        <p:tgtEl>
                                          <p:spTgt spid="294"/>
                                        </p:tgtEl>
                                        <p:attrNameLst>
                                          <p:attrName>style.visibility</p:attrName>
                                        </p:attrNameLst>
                                      </p:cBhvr>
                                      <p:to>
                                        <p:strVal val="visible"/>
                                      </p:to>
                                    </p:set>
                                  </p:childTnLst>
                                </p:cTn>
                              </p:par>
                            </p:childTnLst>
                          </p:cTn>
                        </p:par>
                      </p:childTnLst>
                    </p:cTn>
                  </p:par>
                  <p:par>
                    <p:cTn id="295" fill="hold">
                      <p:stCondLst>
                        <p:cond delay="indefinite"/>
                      </p:stCondLst>
                      <p:childTnLst>
                        <p:par>
                          <p:cTn id="296" fill="hold">
                            <p:stCondLst>
                              <p:cond delay="0"/>
                            </p:stCondLst>
                            <p:childTnLst>
                              <p:par>
                                <p:cTn id="297" nodeType="clickEffect" fill="hold" presetClass="entr" presetID="47">
                                  <p:stCondLst>
                                    <p:cond delay="0"/>
                                  </p:stCondLst>
                                  <p:childTnLst>
                                    <p:set>
                                      <p:cBhvr>
                                        <p:cTn id="298" dur="1" fill="hold">
                                          <p:stCondLst>
                                            <p:cond delay="0"/>
                                          </p:stCondLst>
                                        </p:cTn>
                                        <p:tgtEl>
                                          <p:spTgt spid="295"/>
                                        </p:tgtEl>
                                        <p:attrNameLst>
                                          <p:attrName>style.visibility</p:attrName>
                                        </p:attrNameLst>
                                      </p:cBhvr>
                                      <p:to>
                                        <p:strVal val="visible"/>
                                      </p:to>
                                    </p:set>
                                    <p:animEffect filter="fade" transition="in">
                                      <p:cBhvr additive="repl">
                                        <p:cTn id="299" dur="1000"/>
                                        <p:tgtEl>
                                          <p:spTgt spid="295"/>
                                        </p:tgtEl>
                                      </p:cBhvr>
                                    </p:animEffect>
                                    <p:anim calcmode="lin" valueType="num">
                                      <p:cBhvr additive="repl">
                                        <p:cTn id="300" dur="1000" fill="hold"/>
                                        <p:tgtEl>
                                          <p:spTgt spid="295"/>
                                        </p:tgtEl>
                                        <p:attrNameLst>
                                          <p:attrName>ppt_x</p:attrName>
                                        </p:attrNameLst>
                                      </p:cBhvr>
                                      <p:tavLst>
                                        <p:tav tm="0">
                                          <p:val>
                                            <p:strVal val="#ppt_x"/>
                                          </p:val>
                                        </p:tav>
                                        <p:tav tm="100000">
                                          <p:val>
                                            <p:strVal val="#ppt_x"/>
                                          </p:val>
                                        </p:tav>
                                      </p:tavLst>
                                    </p:anim>
                                    <p:anim calcmode="lin" valueType="num">
                                      <p:cBhvr additive="repl">
                                        <p:cTn id="301" dur="1000" fill="hold"/>
                                        <p:tgtEl>
                                          <p:spTgt spid="29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PlaceHolder 1"/>
          <p:cNvSpPr>
            <a:spLocks noGrp="1"/>
          </p:cNvSpPr>
          <p:nvPr>
            <p:ph type="sldNum" idx="58"/>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4AC74628-7DB5-415E-AB0F-BE0DB67957A7}" type="slidenum">
              <a:rPr b="0" lang="fr-FR" sz="1200" spc="-1" strike="noStrike">
                <a:solidFill>
                  <a:srgbClr val="000000"/>
                </a:solidFill>
                <a:latin typeface="Arial Black"/>
              </a:rPr>
              <a:t>17</a:t>
            </a:fld>
            <a:endParaRPr b="0" lang="en-US" sz="1200" spc="-1" strike="noStrike">
              <a:solidFill>
                <a:srgbClr val="000000"/>
              </a:solidFill>
              <a:latin typeface="Calibri"/>
            </a:endParaRPr>
          </a:p>
        </p:txBody>
      </p:sp>
      <p:sp>
        <p:nvSpPr>
          <p:cNvPr id="298" name="Rectangle 3"/>
          <p:cNvSpPr/>
          <p:nvPr/>
        </p:nvSpPr>
        <p:spPr>
          <a:xfrm>
            <a:off x="0" y="476640"/>
            <a:ext cx="9143640" cy="48520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endParaRPr b="0" lang="en-US" sz="1800" spc="-1" strike="noStrike">
              <a:solidFill>
                <a:srgbClr val="000000"/>
              </a:solidFill>
              <a:latin typeface="Calibri"/>
            </a:endParaRPr>
          </a:p>
          <a:p>
            <a:pPr algn="ctr" defTabSz="914400">
              <a:lnSpc>
                <a:spcPct val="100000"/>
              </a:lnSpc>
            </a:pPr>
            <a:endParaRPr b="0" lang="en-US" sz="1800" spc="-1" strike="noStrike">
              <a:solidFill>
                <a:srgbClr val="000000"/>
              </a:solidFill>
              <a:latin typeface="Calibri"/>
            </a:endParaRPr>
          </a:p>
          <a:p>
            <a:pPr algn="ctr" defTabSz="914400">
              <a:lnSpc>
                <a:spcPct val="100000"/>
              </a:lnSpc>
            </a:pPr>
            <a:endParaRPr b="0" lang="en-US" sz="1800" spc="-1" strike="noStrike">
              <a:solidFill>
                <a:srgbClr val="000000"/>
              </a:solidFill>
              <a:latin typeface="Calibri"/>
            </a:endParaRPr>
          </a:p>
          <a:p>
            <a:pPr marL="457200" indent="-457200" defTabSz="914400">
              <a:lnSpc>
                <a:spcPct val="100000"/>
              </a:lnSpc>
              <a:buClr>
                <a:srgbClr val="000000"/>
              </a:buClr>
              <a:buFont typeface="OpenSymbol"/>
              <a:buAutoNum type="arabicPeriod"/>
            </a:pPr>
            <a:r>
              <a:rPr b="1" lang="fr-FR" sz="2400" spc="-1" strike="noStrike" u="sng">
                <a:solidFill>
                  <a:schemeClr val="accent4">
                    <a:lumMod val="75000"/>
                  </a:schemeClr>
                </a:solidFill>
                <a:uFillTx/>
                <a:latin typeface="Times New Roman"/>
              </a:rPr>
              <a:t>Naturelle</a:t>
            </a:r>
            <a:endParaRPr b="0" lang="en-US" sz="2400" spc="-1" strike="noStrike">
              <a:solidFill>
                <a:srgbClr val="000000"/>
              </a:solidFill>
              <a:latin typeface="Calibri"/>
            </a:endParaRPr>
          </a:p>
          <a:p>
            <a:pPr marL="457200" indent="-457200" defTabSz="914400">
              <a:lnSpc>
                <a:spcPct val="100000"/>
              </a:lnSpc>
              <a:tabLst>
                <a:tab algn="l" pos="0"/>
              </a:tabLst>
            </a:pPr>
            <a:endParaRPr b="0" lang="en-US" sz="1050" spc="-1" strike="noStrike">
              <a:solidFill>
                <a:srgbClr val="000000"/>
              </a:solidFill>
              <a:latin typeface="Calibri"/>
            </a:endParaRPr>
          </a:p>
          <a:p>
            <a:pPr marL="457200" indent="-457200" defTabSz="914400">
              <a:lnSpc>
                <a:spcPct val="100000"/>
              </a:lnSpc>
              <a:tabLst>
                <a:tab algn="l" pos="0"/>
              </a:tabLst>
            </a:pPr>
            <a:r>
              <a:rPr b="1" lang="fr-FR" sz="2400" spc="-1" strike="noStrike">
                <a:solidFill>
                  <a:srgbClr val="ff3bff"/>
                </a:solidFill>
                <a:latin typeface="Times New Roman"/>
              </a:rPr>
              <a:t>b. </a:t>
            </a:r>
            <a:r>
              <a:rPr b="1" lang="fr-FR" sz="2400" spc="-1" strike="noStrike" u="sng">
                <a:solidFill>
                  <a:srgbClr val="ff3bff"/>
                </a:solidFill>
                <a:uFillTx/>
                <a:latin typeface="Times New Roman"/>
              </a:rPr>
              <a:t>Médicaments d’origine Animal</a:t>
            </a:r>
            <a:r>
              <a:rPr b="1" lang="fr-FR" sz="2400" spc="-1" strike="noStrike">
                <a:solidFill>
                  <a:srgbClr val="ff3bff"/>
                </a:solidFill>
                <a:latin typeface="Times New Roman"/>
              </a:rPr>
              <a:t> :</a:t>
            </a:r>
            <a:endParaRPr b="0" lang="en-US" sz="2400" spc="-1" strike="noStrike">
              <a:solidFill>
                <a:srgbClr val="000000"/>
              </a:solidFill>
              <a:latin typeface="Calibri"/>
            </a:endParaRPr>
          </a:p>
          <a:p>
            <a:pPr marL="457200" indent="-457200" defTabSz="914400">
              <a:lnSpc>
                <a:spcPct val="100000"/>
              </a:lnSpc>
              <a:tabLst>
                <a:tab algn="l" pos="0"/>
              </a:tabLst>
            </a:pPr>
            <a:endParaRPr b="0" lang="en-US" sz="1200" spc="-1" strike="noStrike">
              <a:solidFill>
                <a:srgbClr val="000000"/>
              </a:solidFill>
              <a:latin typeface="Calibri"/>
            </a:endParaRPr>
          </a:p>
          <a:p>
            <a:pPr algn="just" defTabSz="914400">
              <a:lnSpc>
                <a:spcPct val="100000"/>
              </a:lnSpc>
              <a:tabLst>
                <a:tab algn="l" pos="0"/>
              </a:tabLst>
            </a:pPr>
            <a:r>
              <a:rPr b="0" lang="fr-FR" sz="2400" spc="-1" strike="noStrike">
                <a:solidFill>
                  <a:schemeClr val="dk1"/>
                </a:solidFill>
                <a:latin typeface="Times New Roman"/>
              </a:rPr>
              <a:t>Principes actifs obtenus par extraction (hormones et enzymes essentiellement):</a:t>
            </a:r>
            <a:endParaRPr b="0" lang="en-US" sz="2400" spc="-1" strike="noStrike">
              <a:solidFill>
                <a:srgbClr val="000000"/>
              </a:solidFill>
              <a:latin typeface="Calibri"/>
            </a:endParaRPr>
          </a:p>
          <a:p>
            <a:pPr algn="just" defTabSz="914400">
              <a:lnSpc>
                <a:spcPct val="100000"/>
              </a:lnSpc>
              <a:tabLst>
                <a:tab algn="l" pos="0"/>
              </a:tabLst>
            </a:pPr>
            <a:r>
              <a:rPr b="0" lang="fr-FR" sz="2400" spc="-1" strike="noStrike">
                <a:solidFill>
                  <a:schemeClr val="dk1"/>
                </a:solidFill>
                <a:latin typeface="Times New Roman"/>
              </a:rPr>
              <a:t>- Insuline (hormone antidiabétique extraite du pancréas)</a:t>
            </a:r>
            <a:endParaRPr b="0" lang="en-US" sz="2400" spc="-1" strike="noStrike">
              <a:solidFill>
                <a:srgbClr val="000000"/>
              </a:solidFill>
              <a:latin typeface="Calibri"/>
            </a:endParaRPr>
          </a:p>
          <a:p>
            <a:pPr indent="-457200" algn="just" defTabSz="914400">
              <a:lnSpc>
                <a:spcPct val="100000"/>
              </a:lnSpc>
              <a:buClr>
                <a:srgbClr val="000000"/>
              </a:buClr>
              <a:buFont typeface="OpenSymbol"/>
              <a:buChar char="-"/>
              <a:tabLst>
                <a:tab algn="l" pos="0"/>
              </a:tabLst>
            </a:pPr>
            <a:r>
              <a:rPr b="0" lang="fr-FR" sz="2400" spc="-1" strike="noStrike">
                <a:solidFill>
                  <a:schemeClr val="dk1"/>
                </a:solidFill>
                <a:latin typeface="Times New Roman"/>
              </a:rPr>
              <a:t> </a:t>
            </a:r>
            <a:r>
              <a:rPr b="0" lang="fr-FR" sz="2400" spc="-1" strike="noStrike">
                <a:solidFill>
                  <a:schemeClr val="dk1"/>
                </a:solidFill>
                <a:latin typeface="Times New Roman"/>
              </a:rPr>
              <a:t>Héparine: médicament anticoagulant extrait des poumons</a:t>
            </a:r>
            <a:endParaRPr b="0" lang="en-US" sz="2400" spc="-1" strike="noStrike">
              <a:solidFill>
                <a:srgbClr val="000000"/>
              </a:solidFill>
              <a:latin typeface="Calibri"/>
            </a:endParaRPr>
          </a:p>
          <a:p>
            <a:pPr defTabSz="914400">
              <a:lnSpc>
                <a:spcPct val="100000"/>
              </a:lnSpc>
              <a:tabLst>
                <a:tab algn="l" pos="0"/>
              </a:tabLst>
            </a:pPr>
            <a:endParaRPr b="0" lang="en-US" sz="2400" spc="-1" strike="noStrike">
              <a:solidFill>
                <a:srgbClr val="000000"/>
              </a:solidFill>
              <a:latin typeface="Calibri"/>
            </a:endParaRPr>
          </a:p>
          <a:p>
            <a:pPr defTabSz="914400">
              <a:lnSpc>
                <a:spcPct val="100000"/>
              </a:lnSpc>
              <a:tabLst>
                <a:tab algn="l" pos="0"/>
              </a:tabLst>
            </a:pPr>
            <a:r>
              <a:rPr b="1" lang="fr-FR" sz="2400" spc="-1" strike="noStrike">
                <a:solidFill>
                  <a:schemeClr val="accent5">
                    <a:lumMod val="50000"/>
                  </a:schemeClr>
                </a:solidFill>
                <a:latin typeface="Times New Roman"/>
              </a:rPr>
              <a:t>           </a:t>
            </a:r>
            <a:r>
              <a:rPr b="1" lang="fr-FR" sz="2400" spc="-1" strike="noStrike" u="sng">
                <a:solidFill>
                  <a:schemeClr val="accent5">
                    <a:lumMod val="50000"/>
                  </a:schemeClr>
                </a:solidFill>
                <a:uFillTx/>
                <a:latin typeface="Times New Roman"/>
              </a:rPr>
              <a:t>Médicaments d ’origine microbiologique:</a:t>
            </a:r>
            <a:endParaRPr b="0" lang="en-US" sz="2400" spc="-1" strike="noStrike">
              <a:solidFill>
                <a:srgbClr val="000000"/>
              </a:solidFill>
              <a:latin typeface="Calibri"/>
            </a:endParaRPr>
          </a:p>
          <a:p>
            <a:pPr defTabSz="914400">
              <a:lnSpc>
                <a:spcPct val="100000"/>
              </a:lnSpc>
              <a:tabLst>
                <a:tab algn="l" pos="0"/>
              </a:tabLst>
            </a:pPr>
            <a:endParaRPr b="0" lang="en-US" sz="2000" spc="-1" strike="noStrike">
              <a:solidFill>
                <a:srgbClr val="000000"/>
              </a:solidFill>
              <a:latin typeface="Calibri"/>
            </a:endParaRPr>
          </a:p>
          <a:p>
            <a:pPr defTabSz="914400">
              <a:lnSpc>
                <a:spcPct val="100000"/>
              </a:lnSpc>
              <a:tabLst>
                <a:tab algn="l" pos="0"/>
              </a:tabLst>
            </a:pPr>
            <a:r>
              <a:rPr b="0" lang="fr-FR" sz="2400" spc="-1" strike="noStrike">
                <a:solidFill>
                  <a:schemeClr val="dk1"/>
                </a:solidFill>
                <a:latin typeface="Times New Roman"/>
              </a:rPr>
              <a:t>Vaccins (à partir de bactéries ou de virus atténués ou tués).</a:t>
            </a:r>
            <a:endParaRPr b="0" lang="en-US" sz="2400" spc="-1" strike="noStrike">
              <a:solidFill>
                <a:srgbClr val="000000"/>
              </a:solidFill>
              <a:latin typeface="Calibri"/>
            </a:endParaRPr>
          </a:p>
        </p:txBody>
      </p:sp>
      <p:pic>
        <p:nvPicPr>
          <p:cNvPr id="299" name="Picture 3" descr=""/>
          <p:cNvPicPr/>
          <p:nvPr/>
        </p:nvPicPr>
        <p:blipFill>
          <a:blip r:embed="rId1"/>
          <a:srcRect l="0" t="0" r="87691" b="0"/>
          <a:stretch/>
        </p:blipFill>
        <p:spPr>
          <a:xfrm>
            <a:off x="0" y="0"/>
            <a:ext cx="1071000" cy="1152000"/>
          </a:xfrm>
          <a:prstGeom prst="rect">
            <a:avLst/>
          </a:prstGeom>
          <a:noFill/>
          <a:ln w="9525">
            <a:noFill/>
          </a:ln>
        </p:spPr>
      </p:pic>
      <p:sp>
        <p:nvSpPr>
          <p:cNvPr id="300" name="Rectangle à coins arrondis 5"/>
          <p:cNvSpPr/>
          <p:nvPr/>
        </p:nvSpPr>
        <p:spPr>
          <a:xfrm>
            <a:off x="1071360" y="142920"/>
            <a:ext cx="7572240" cy="856800"/>
          </a:xfrm>
          <a:prstGeom prst="roundRect">
            <a:avLst>
              <a:gd name="adj" fmla="val 16667"/>
            </a:avLst>
          </a:prstGeom>
          <a:solidFill>
            <a:schemeClr val="accent2">
              <a:lumMod val="75000"/>
            </a:schemeClr>
          </a:soli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r>
              <a:rPr b="1" lang="fr-FR" sz="3200" spc="-1" strike="noStrike">
                <a:solidFill>
                  <a:srgbClr val="ffff00"/>
                </a:solidFill>
                <a:latin typeface="Times New Roman"/>
              </a:rPr>
              <a:t>Les origines des médicaments:</a:t>
            </a:r>
            <a:endParaRPr b="0" lang="en-US" sz="3200" spc="-1" strike="noStrike">
              <a:solidFill>
                <a:srgbClr val="ffffff"/>
              </a:solidFill>
              <a:latin typeface="Calibri"/>
            </a:endParaRPr>
          </a:p>
        </p:txBody>
      </p:sp>
      <p:pic>
        <p:nvPicPr>
          <p:cNvPr id="301" name="Picture 3" descr=""/>
          <p:cNvPicPr/>
          <p:nvPr/>
        </p:nvPicPr>
        <p:blipFill>
          <a:blip r:embed="rId2"/>
          <a:stretch/>
        </p:blipFill>
        <p:spPr>
          <a:xfrm>
            <a:off x="142920" y="4071960"/>
            <a:ext cx="713880" cy="690120"/>
          </a:xfrm>
          <a:prstGeom prst="rect">
            <a:avLst/>
          </a:prstGeom>
          <a:noFill/>
          <a:ln w="9525">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PlaceHolder 1"/>
          <p:cNvSpPr>
            <a:spLocks noGrp="1"/>
          </p:cNvSpPr>
          <p:nvPr>
            <p:ph type="sldNum" idx="59"/>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825FCA5E-E8B7-4076-9070-02516BFCBAE0}" type="slidenum">
              <a:rPr b="0" lang="fr-FR" sz="1200" spc="-1" strike="noStrike">
                <a:solidFill>
                  <a:srgbClr val="000000"/>
                </a:solidFill>
                <a:latin typeface="Arial Black"/>
              </a:rPr>
              <a:t>17</a:t>
            </a:fld>
            <a:endParaRPr b="0" lang="en-US" sz="1200" spc="-1" strike="noStrike">
              <a:solidFill>
                <a:srgbClr val="000000"/>
              </a:solidFill>
              <a:latin typeface="Calibri"/>
            </a:endParaRPr>
          </a:p>
        </p:txBody>
      </p:sp>
      <p:pic>
        <p:nvPicPr>
          <p:cNvPr id="303" name="Picture 3" descr=""/>
          <p:cNvPicPr/>
          <p:nvPr/>
        </p:nvPicPr>
        <p:blipFill>
          <a:blip r:embed="rId1"/>
          <a:srcRect l="0" t="0" r="87691" b="0"/>
          <a:stretch/>
        </p:blipFill>
        <p:spPr>
          <a:xfrm>
            <a:off x="0" y="0"/>
            <a:ext cx="1071000" cy="1152000"/>
          </a:xfrm>
          <a:prstGeom prst="rect">
            <a:avLst/>
          </a:prstGeom>
          <a:noFill/>
          <a:ln w="9525">
            <a:noFill/>
          </a:ln>
        </p:spPr>
      </p:pic>
      <p:sp>
        <p:nvSpPr>
          <p:cNvPr id="304" name="Rectangle à coins arrondis 5"/>
          <p:cNvSpPr/>
          <p:nvPr/>
        </p:nvSpPr>
        <p:spPr>
          <a:xfrm>
            <a:off x="1071360" y="142920"/>
            <a:ext cx="7572240" cy="856800"/>
          </a:xfrm>
          <a:prstGeom prst="roundRect">
            <a:avLst>
              <a:gd name="adj" fmla="val 16667"/>
            </a:avLst>
          </a:prstGeom>
          <a:solidFill>
            <a:schemeClr val="accent2">
              <a:lumMod val="75000"/>
            </a:schemeClr>
          </a:soli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r>
              <a:rPr b="1" lang="fr-FR" sz="3200" spc="-1" strike="noStrike">
                <a:solidFill>
                  <a:srgbClr val="ffff00"/>
                </a:solidFill>
                <a:latin typeface="Times New Roman"/>
              </a:rPr>
              <a:t>Les origines des médicaments:</a:t>
            </a:r>
            <a:endParaRPr b="0" lang="en-US" sz="3200" spc="-1" strike="noStrike">
              <a:solidFill>
                <a:srgbClr val="ffffff"/>
              </a:solidFill>
              <a:latin typeface="Calibri"/>
            </a:endParaRPr>
          </a:p>
        </p:txBody>
      </p:sp>
      <p:sp>
        <p:nvSpPr>
          <p:cNvPr id="305" name="Rectangle 7"/>
          <p:cNvSpPr/>
          <p:nvPr/>
        </p:nvSpPr>
        <p:spPr>
          <a:xfrm>
            <a:off x="0" y="1268640"/>
            <a:ext cx="9143640" cy="1857600"/>
          </a:xfrm>
          <a:prstGeom prst="rect">
            <a:avLst/>
          </a:prstGeom>
          <a:noFill/>
          <a:ln w="0">
            <a:noFill/>
          </a:ln>
        </p:spPr>
        <p:style>
          <a:lnRef idx="0"/>
          <a:fillRef idx="0"/>
          <a:effectRef idx="0"/>
          <a:fontRef idx="minor"/>
        </p:style>
        <p:txBody>
          <a:bodyPr lIns="90000" rIns="90000" tIns="45000" bIns="45000" anchor="t">
            <a:spAutoFit/>
          </a:bodyPr>
          <a:p>
            <a:pPr marL="457200" indent="-457200" defTabSz="914400">
              <a:lnSpc>
                <a:spcPct val="100000"/>
              </a:lnSpc>
              <a:tabLst>
                <a:tab algn="l" pos="0"/>
              </a:tabLst>
            </a:pPr>
            <a:r>
              <a:rPr b="1" lang="fr-FR" sz="2400" spc="-1" strike="noStrike">
                <a:solidFill>
                  <a:srgbClr val="ff3bff"/>
                </a:solidFill>
                <a:latin typeface="Times New Roman"/>
              </a:rPr>
              <a:t>c. </a:t>
            </a:r>
            <a:r>
              <a:rPr b="1" lang="fr-FR" sz="2400" spc="-1" strike="noStrike" u="sng">
                <a:solidFill>
                  <a:srgbClr val="ff3bff"/>
                </a:solidFill>
                <a:uFillTx/>
                <a:latin typeface="Times New Roman"/>
              </a:rPr>
              <a:t>Médicaments d’origine minéral </a:t>
            </a:r>
            <a:r>
              <a:rPr b="1" lang="fr-FR" sz="2400" spc="-1" strike="noStrike">
                <a:solidFill>
                  <a:srgbClr val="ff3bff"/>
                </a:solidFill>
                <a:latin typeface="Times New Roman"/>
              </a:rPr>
              <a:t>:</a:t>
            </a:r>
            <a:endParaRPr b="0" lang="en-US" sz="2400" spc="-1" strike="noStrike">
              <a:solidFill>
                <a:srgbClr val="000000"/>
              </a:solidFill>
              <a:latin typeface="Calibri"/>
            </a:endParaRPr>
          </a:p>
          <a:p>
            <a:pPr marL="457200" indent="-457200" defTabSz="914400">
              <a:lnSpc>
                <a:spcPct val="100000"/>
              </a:lnSpc>
              <a:tabLst>
                <a:tab algn="l" pos="0"/>
              </a:tabLst>
            </a:pPr>
            <a:endParaRPr b="0" lang="en-US" sz="2000" spc="-1" strike="noStrike">
              <a:solidFill>
                <a:srgbClr val="000000"/>
              </a:solidFill>
              <a:latin typeface="Calibri"/>
            </a:endParaRPr>
          </a:p>
          <a:p>
            <a:pPr marL="457200" indent="-457200" defTabSz="914400">
              <a:lnSpc>
                <a:spcPct val="100000"/>
              </a:lnSpc>
              <a:tabLst>
                <a:tab algn="l" pos="0"/>
              </a:tabLst>
            </a:pPr>
            <a:r>
              <a:rPr b="0" lang="fr-FR" sz="2400" spc="-1" strike="noStrike">
                <a:solidFill>
                  <a:schemeClr val="dk1"/>
                </a:solidFill>
                <a:latin typeface="Times New Roman"/>
              </a:rPr>
              <a:t>Utilisés comme principes actifs ou excipients: argiles, bicarbonate de Ca, </a:t>
            </a:r>
            <a:endParaRPr b="0" lang="en-US" sz="2400" spc="-1" strike="noStrike">
              <a:solidFill>
                <a:srgbClr val="000000"/>
              </a:solidFill>
              <a:latin typeface="Calibri"/>
            </a:endParaRPr>
          </a:p>
          <a:p>
            <a:pPr marL="457200" indent="-457200" defTabSz="914400">
              <a:lnSpc>
                <a:spcPct val="100000"/>
              </a:lnSpc>
              <a:tabLst>
                <a:tab algn="l" pos="0"/>
              </a:tabLst>
            </a:pPr>
            <a:r>
              <a:rPr b="0" lang="fr-FR" sz="2400" spc="-1" strike="noStrike">
                <a:solidFill>
                  <a:schemeClr val="dk1"/>
                </a:solidFill>
                <a:latin typeface="Times New Roman"/>
              </a:rPr>
              <a:t>chlorure de Na….</a:t>
            </a:r>
            <a:endParaRPr b="0" lang="en-US" sz="2400" spc="-1" strike="noStrike">
              <a:solidFill>
                <a:srgbClr val="000000"/>
              </a:solidFill>
              <a:latin typeface="Calibri"/>
            </a:endParaRPr>
          </a:p>
          <a:p>
            <a:pPr marL="457200" indent="-457200" defTabSz="914400">
              <a:lnSpc>
                <a:spcPct val="100000"/>
              </a:lnSpc>
              <a:tabLst>
                <a:tab algn="l" pos="0"/>
              </a:tabLst>
            </a:pPr>
            <a:endParaRPr b="0" lang="en-US" sz="2400" spc="-1" strike="noStrike">
              <a:solidFill>
                <a:srgbClr val="000000"/>
              </a:solidFill>
              <a:latin typeface="Calibri"/>
            </a:endParaRPr>
          </a:p>
        </p:txBody>
      </p:sp>
      <p:sp>
        <p:nvSpPr>
          <p:cNvPr id="306" name="Rectangle 8"/>
          <p:cNvSpPr/>
          <p:nvPr/>
        </p:nvSpPr>
        <p:spPr>
          <a:xfrm>
            <a:off x="266400" y="3069000"/>
            <a:ext cx="2737080" cy="455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fr-FR" sz="2400" spc="-1" strike="noStrike">
                <a:solidFill>
                  <a:schemeClr val="accent4">
                    <a:lumMod val="75000"/>
                  </a:schemeClr>
                </a:solidFill>
                <a:latin typeface="Times New Roman"/>
              </a:rPr>
              <a:t>2. </a:t>
            </a:r>
            <a:r>
              <a:rPr b="1" lang="fr-FR" sz="2400" spc="-1" strike="noStrike" u="sng">
                <a:solidFill>
                  <a:schemeClr val="accent4">
                    <a:lumMod val="75000"/>
                  </a:schemeClr>
                </a:solidFill>
                <a:uFillTx/>
                <a:latin typeface="Times New Roman"/>
              </a:rPr>
              <a:t>Semi-synthétique</a:t>
            </a:r>
            <a:endParaRPr b="0" lang="en-US" sz="2400" spc="-1" strike="noStrike">
              <a:solidFill>
                <a:srgbClr val="000000"/>
              </a:solidFill>
              <a:latin typeface="Calibri"/>
            </a:endParaRPr>
          </a:p>
        </p:txBody>
      </p:sp>
      <p:sp>
        <p:nvSpPr>
          <p:cNvPr id="307" name="ZoneTexte 9"/>
          <p:cNvSpPr/>
          <p:nvPr/>
        </p:nvSpPr>
        <p:spPr>
          <a:xfrm>
            <a:off x="218880" y="3789000"/>
            <a:ext cx="8467200" cy="455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fr-FR" sz="2400" spc="-1" strike="noStrike">
                <a:solidFill>
                  <a:schemeClr val="dk1"/>
                </a:solidFill>
                <a:latin typeface="Times New Roman"/>
              </a:rPr>
              <a:t>Adjonction de groupements chimiques sur des substances naturelles</a:t>
            </a:r>
            <a:endParaRPr b="0" lang="en-US" sz="2400" spc="-1" strike="noStrike">
              <a:solidFill>
                <a:srgbClr val="000000"/>
              </a:solidFill>
              <a:latin typeface="Calibri"/>
            </a:endParaRPr>
          </a:p>
        </p:txBody>
      </p:sp>
    </p:spTree>
  </p:cSld>
  <mc:AlternateContent>
    <mc:Choice Requires="p14">
      <p:transition spd="slow" p14:dur="2000"/>
    </mc:Choice>
    <mc:Fallback>
      <p:transition spd="slow"/>
    </mc:Fallback>
  </mc:AlternateContent>
  <p:timing>
    <p:tnLst>
      <p:par>
        <p:cTn id="302" dur="indefinite" restart="never" nodeType="tmRoot">
          <p:childTnLst>
            <p:seq>
              <p:cTn id="303" dur="indefinite" nodeType="mainSeq">
                <p:childTnLst>
                  <p:par>
                    <p:cTn id="304" fill="hold">
                      <p:stCondLst>
                        <p:cond delay="indefinite"/>
                      </p:stCondLst>
                      <p:childTnLst>
                        <p:par>
                          <p:cTn id="305" fill="hold">
                            <p:stCondLst>
                              <p:cond delay="0"/>
                            </p:stCondLst>
                            <p:childTnLst>
                              <p:par>
                                <p:cTn id="306" nodeType="clickEffect" fill="hold" presetClass="entr" presetID="55">
                                  <p:stCondLst>
                                    <p:cond delay="0"/>
                                  </p:stCondLst>
                                  <p:childTnLst>
                                    <p:set>
                                      <p:cBhvr>
                                        <p:cTn id="307" dur="1" fill="hold">
                                          <p:stCondLst>
                                            <p:cond delay="0"/>
                                          </p:stCondLst>
                                        </p:cTn>
                                        <p:tgtEl>
                                          <p:spTgt spid="306"/>
                                        </p:tgtEl>
                                        <p:attrNameLst>
                                          <p:attrName>style.visibility</p:attrName>
                                        </p:attrNameLst>
                                      </p:cBhvr>
                                      <p:to>
                                        <p:strVal val="visible"/>
                                      </p:to>
                                    </p:set>
                                    <p:anim calcmode="lin" valueType="num">
                                      <p:cBhvr additive="repl">
                                        <p:cTn id="308" dur="1000" fill="hold"/>
                                        <p:tgtEl>
                                          <p:spTgt spid="306"/>
                                        </p:tgtEl>
                                        <p:attrNameLst>
                                          <p:attrName>ppt_w</p:attrName>
                                        </p:attrNameLst>
                                      </p:cBhvr>
                                      <p:tavLst>
                                        <p:tav tm="0">
                                          <p:val>
                                            <p:strVal val="#ppt_w*0.70"/>
                                          </p:val>
                                        </p:tav>
                                        <p:tav tm="100000">
                                          <p:val>
                                            <p:strVal val="#ppt_w"/>
                                          </p:val>
                                        </p:tav>
                                      </p:tavLst>
                                    </p:anim>
                                    <p:anim calcmode="lin" valueType="num">
                                      <p:cBhvr additive="repl">
                                        <p:cTn id="309" dur="1000" fill="hold"/>
                                        <p:tgtEl>
                                          <p:spTgt spid="306"/>
                                        </p:tgtEl>
                                        <p:attrNameLst>
                                          <p:attrName>ppt_h</p:attrName>
                                        </p:attrNameLst>
                                      </p:cBhvr>
                                      <p:tavLst>
                                        <p:tav tm="0">
                                          <p:val>
                                            <p:strVal val="#ppt_h"/>
                                          </p:val>
                                        </p:tav>
                                        <p:tav tm="100000">
                                          <p:val>
                                            <p:strVal val="#ppt_h"/>
                                          </p:val>
                                        </p:tav>
                                      </p:tavLst>
                                    </p:anim>
                                    <p:animEffect filter="fade" transition="in">
                                      <p:cBhvr additive="repl">
                                        <p:cTn id="310" dur="1000"/>
                                        <p:tgtEl>
                                          <p:spTgt spid="306"/>
                                        </p:tgtEl>
                                      </p:cBhvr>
                                    </p:animEffect>
                                  </p:childTnLst>
                                </p:cTn>
                              </p:par>
                            </p:childTnLst>
                          </p:cTn>
                        </p:par>
                      </p:childTnLst>
                    </p:cTn>
                  </p:par>
                  <p:par>
                    <p:cTn id="311" fill="hold">
                      <p:stCondLst>
                        <p:cond delay="indefinite"/>
                      </p:stCondLst>
                      <p:childTnLst>
                        <p:par>
                          <p:cTn id="312" fill="hold">
                            <p:stCondLst>
                              <p:cond delay="0"/>
                            </p:stCondLst>
                            <p:childTnLst>
                              <p:par>
                                <p:cTn id="313" nodeType="clickEffect" fill="hold" presetClass="entr" presetID="55">
                                  <p:stCondLst>
                                    <p:cond delay="0"/>
                                  </p:stCondLst>
                                  <p:childTnLst>
                                    <p:set>
                                      <p:cBhvr>
                                        <p:cTn id="314" dur="1" fill="hold">
                                          <p:stCondLst>
                                            <p:cond delay="0"/>
                                          </p:stCondLst>
                                        </p:cTn>
                                        <p:tgtEl>
                                          <p:spTgt spid="307"/>
                                        </p:tgtEl>
                                        <p:attrNameLst>
                                          <p:attrName>style.visibility</p:attrName>
                                        </p:attrNameLst>
                                      </p:cBhvr>
                                      <p:to>
                                        <p:strVal val="visible"/>
                                      </p:to>
                                    </p:set>
                                    <p:anim calcmode="lin" valueType="num">
                                      <p:cBhvr additive="repl">
                                        <p:cTn id="315" dur="1000" fill="hold"/>
                                        <p:tgtEl>
                                          <p:spTgt spid="307"/>
                                        </p:tgtEl>
                                        <p:attrNameLst>
                                          <p:attrName>ppt_w</p:attrName>
                                        </p:attrNameLst>
                                      </p:cBhvr>
                                      <p:tavLst>
                                        <p:tav tm="0">
                                          <p:val>
                                            <p:strVal val="#ppt_w*0.70"/>
                                          </p:val>
                                        </p:tav>
                                        <p:tav tm="100000">
                                          <p:val>
                                            <p:strVal val="#ppt_w"/>
                                          </p:val>
                                        </p:tav>
                                      </p:tavLst>
                                    </p:anim>
                                    <p:anim calcmode="lin" valueType="num">
                                      <p:cBhvr additive="repl">
                                        <p:cTn id="316" dur="1000" fill="hold"/>
                                        <p:tgtEl>
                                          <p:spTgt spid="307"/>
                                        </p:tgtEl>
                                        <p:attrNameLst>
                                          <p:attrName>ppt_h</p:attrName>
                                        </p:attrNameLst>
                                      </p:cBhvr>
                                      <p:tavLst>
                                        <p:tav tm="0">
                                          <p:val>
                                            <p:strVal val="#ppt_h"/>
                                          </p:val>
                                        </p:tav>
                                        <p:tav tm="100000">
                                          <p:val>
                                            <p:strVal val="#ppt_h"/>
                                          </p:val>
                                        </p:tav>
                                      </p:tavLst>
                                    </p:anim>
                                    <p:animEffect filter="fade" transition="in">
                                      <p:cBhvr additive="repl">
                                        <p:cTn id="317" dur="1000"/>
                                        <p:tgtEl>
                                          <p:spTgt spid="3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sldNum" idx="60"/>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55E33CFC-342B-4484-81ED-595A27676AD5}" type="slidenum">
              <a:rPr b="0" lang="fr-FR" sz="1200" spc="-1" strike="noStrike">
                <a:solidFill>
                  <a:srgbClr val="000000"/>
                </a:solidFill>
                <a:latin typeface="Arial Black"/>
              </a:rPr>
              <a:t>17</a:t>
            </a:fld>
            <a:endParaRPr b="0" lang="en-US" sz="1200" spc="-1" strike="noStrike">
              <a:solidFill>
                <a:srgbClr val="000000"/>
              </a:solidFill>
              <a:latin typeface="Calibri"/>
            </a:endParaRPr>
          </a:p>
        </p:txBody>
      </p:sp>
      <p:pic>
        <p:nvPicPr>
          <p:cNvPr id="309" name="Picture 3" descr=""/>
          <p:cNvPicPr/>
          <p:nvPr/>
        </p:nvPicPr>
        <p:blipFill>
          <a:blip r:embed="rId1"/>
          <a:srcRect l="0" t="0" r="87691" b="0"/>
          <a:stretch/>
        </p:blipFill>
        <p:spPr>
          <a:xfrm>
            <a:off x="0" y="0"/>
            <a:ext cx="1071000" cy="1152000"/>
          </a:xfrm>
          <a:prstGeom prst="rect">
            <a:avLst/>
          </a:prstGeom>
          <a:noFill/>
          <a:ln w="9525">
            <a:noFill/>
          </a:ln>
        </p:spPr>
      </p:pic>
      <p:sp>
        <p:nvSpPr>
          <p:cNvPr id="310" name="Rectangle à coins arrondis 5"/>
          <p:cNvSpPr/>
          <p:nvPr/>
        </p:nvSpPr>
        <p:spPr>
          <a:xfrm>
            <a:off x="1071360" y="142920"/>
            <a:ext cx="7572240" cy="856800"/>
          </a:xfrm>
          <a:prstGeom prst="roundRect">
            <a:avLst>
              <a:gd name="adj" fmla="val 16667"/>
            </a:avLst>
          </a:prstGeom>
          <a:solidFill>
            <a:schemeClr val="accent2">
              <a:lumMod val="75000"/>
            </a:schemeClr>
          </a:soli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r>
              <a:rPr b="1" lang="fr-FR" sz="3200" spc="-1" strike="noStrike">
                <a:solidFill>
                  <a:srgbClr val="ffff00"/>
                </a:solidFill>
                <a:latin typeface="Times New Roman"/>
              </a:rPr>
              <a:t>Les origines des médicaments:</a:t>
            </a:r>
            <a:endParaRPr b="0" lang="en-US" sz="3200" spc="-1" strike="noStrike">
              <a:solidFill>
                <a:srgbClr val="ffffff"/>
              </a:solidFill>
              <a:latin typeface="Calibri"/>
            </a:endParaRPr>
          </a:p>
        </p:txBody>
      </p:sp>
      <p:sp>
        <p:nvSpPr>
          <p:cNvPr id="311" name="Rectangle 10"/>
          <p:cNvSpPr/>
          <p:nvPr/>
        </p:nvSpPr>
        <p:spPr>
          <a:xfrm>
            <a:off x="263160" y="1124640"/>
            <a:ext cx="2043360" cy="4554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fr-FR" sz="2400" spc="-1" strike="noStrike">
                <a:solidFill>
                  <a:schemeClr val="accent4">
                    <a:lumMod val="75000"/>
                  </a:schemeClr>
                </a:solidFill>
                <a:latin typeface="Times New Roman"/>
              </a:rPr>
              <a:t>3. </a:t>
            </a:r>
            <a:r>
              <a:rPr b="1" lang="fr-FR" sz="2400" spc="-1" strike="noStrike" u="sng">
                <a:solidFill>
                  <a:schemeClr val="accent4">
                    <a:lumMod val="75000"/>
                  </a:schemeClr>
                </a:solidFill>
                <a:uFillTx/>
                <a:latin typeface="Times New Roman"/>
              </a:rPr>
              <a:t>Synthétique</a:t>
            </a:r>
            <a:endParaRPr b="0" lang="en-US" sz="2400" spc="-1" strike="noStrike">
              <a:solidFill>
                <a:srgbClr val="000000"/>
              </a:solidFill>
              <a:latin typeface="Calibri"/>
            </a:endParaRPr>
          </a:p>
        </p:txBody>
      </p:sp>
      <p:sp>
        <p:nvSpPr>
          <p:cNvPr id="312" name="Rectangle 11"/>
          <p:cNvSpPr/>
          <p:nvPr/>
        </p:nvSpPr>
        <p:spPr>
          <a:xfrm>
            <a:off x="395640" y="1772640"/>
            <a:ext cx="5400360" cy="583560"/>
          </a:xfrm>
          <a:prstGeom prst="rect">
            <a:avLst/>
          </a:prstGeom>
          <a:noFill/>
          <a:ln w="0">
            <a:noFill/>
          </a:ln>
        </p:spPr>
        <p:style>
          <a:lnRef idx="0"/>
          <a:fillRef idx="0"/>
          <a:effectRef idx="0"/>
          <a:fontRef idx="minor"/>
        </p:style>
        <p:txBody>
          <a:bodyPr lIns="90000" rIns="90000" tIns="45000" bIns="45000" anchor="t">
            <a:spAutoFit/>
          </a:bodyPr>
          <a:p>
            <a:pPr defTabSz="914400">
              <a:lnSpc>
                <a:spcPct val="90000"/>
              </a:lnSpc>
            </a:pPr>
            <a:r>
              <a:rPr b="0" i="1" lang="fr-FR" sz="1800" spc="-1" strike="noStrike">
                <a:solidFill>
                  <a:schemeClr val="dk1"/>
                </a:solidFill>
                <a:latin typeface="Comic Sans MS"/>
              </a:rPr>
              <a:t>copies</a:t>
            </a:r>
            <a:r>
              <a:rPr b="0" lang="fr-FR" sz="1800" spc="-1" strike="noStrike">
                <a:solidFill>
                  <a:schemeClr val="dk1"/>
                </a:solidFill>
                <a:latin typeface="Comic Sans MS"/>
              </a:rPr>
              <a:t> de la nature,</a:t>
            </a:r>
            <a:endParaRPr b="0" lang="en-US" sz="1800" spc="-1" strike="noStrike">
              <a:solidFill>
                <a:srgbClr val="000000"/>
              </a:solidFill>
              <a:latin typeface="Calibri"/>
            </a:endParaRPr>
          </a:p>
          <a:p>
            <a:pPr defTabSz="914400">
              <a:lnSpc>
                <a:spcPct val="90000"/>
              </a:lnSpc>
            </a:pPr>
            <a:r>
              <a:rPr b="0" i="1" lang="fr-FR" sz="1800" spc="-1" strike="noStrike">
                <a:solidFill>
                  <a:schemeClr val="dk1"/>
                </a:solidFill>
                <a:latin typeface="Comic Sans MS"/>
              </a:rPr>
              <a:t>synthèses originales </a:t>
            </a:r>
            <a:r>
              <a:rPr b="0" lang="fr-FR" sz="1800" spc="-1" strike="noStrike">
                <a:solidFill>
                  <a:schemeClr val="dk1"/>
                </a:solidFill>
                <a:latin typeface="Comic Sans MS"/>
              </a:rPr>
              <a:t>: inexistant dans la nature</a:t>
            </a:r>
            <a:endParaRPr b="0" lang="en-US" sz="1800" spc="-1" strike="noStrike">
              <a:solidFill>
                <a:srgbClr val="000000"/>
              </a:solidFill>
              <a:latin typeface="Calibri"/>
            </a:endParaRPr>
          </a:p>
        </p:txBody>
      </p:sp>
      <p:sp>
        <p:nvSpPr>
          <p:cNvPr id="313" name="Rectangle 3"/>
          <p:cNvSpPr/>
          <p:nvPr/>
        </p:nvSpPr>
        <p:spPr>
          <a:xfrm>
            <a:off x="0" y="2493000"/>
            <a:ext cx="8819640" cy="791640"/>
          </a:xfrm>
          <a:prstGeom prst="rect">
            <a:avLst/>
          </a:prstGeom>
          <a:noFill/>
          <a:ln w="9525">
            <a:noFill/>
          </a:ln>
        </p:spPr>
        <p:style>
          <a:lnRef idx="0"/>
          <a:fillRef idx="0"/>
          <a:effectRef idx="0"/>
          <a:fontRef idx="minor"/>
        </p:style>
        <p:txBody>
          <a:bodyPr numCol="1" spcCol="0" anchor="t">
            <a:normAutofit/>
          </a:bodyPr>
          <a:p>
            <a:pPr marL="343080" indent="-343080" defTabSz="914400">
              <a:lnSpc>
                <a:spcPct val="100000"/>
              </a:lnSpc>
              <a:spcBef>
                <a:spcPts val="479"/>
              </a:spcBef>
              <a:tabLst>
                <a:tab algn="l" pos="0"/>
              </a:tabLst>
            </a:pPr>
            <a:r>
              <a:rPr b="1" lang="fr-FR" sz="2400" spc="-1" strike="noStrike">
                <a:solidFill>
                  <a:srgbClr val="ff0000"/>
                </a:solidFill>
                <a:latin typeface="Times New Roman"/>
              </a:rPr>
              <a:t>    </a:t>
            </a:r>
            <a:r>
              <a:rPr b="1" lang="fr-FR" sz="2400" spc="-1" strike="noStrike" u="sng">
                <a:solidFill>
                  <a:srgbClr val="ff0000"/>
                </a:solidFill>
                <a:uFillTx/>
                <a:latin typeface="Times New Roman"/>
              </a:rPr>
              <a:t>1890</a:t>
            </a:r>
            <a:r>
              <a:rPr b="0" lang="fr-FR" sz="2400" spc="-1" strike="noStrike">
                <a:solidFill>
                  <a:srgbClr val="ff0000"/>
                </a:solidFill>
                <a:latin typeface="Times New Roman"/>
              </a:rPr>
              <a:t> :</a:t>
            </a:r>
            <a:r>
              <a:rPr b="0" lang="fr-FR" sz="2400" spc="-1" strike="noStrike">
                <a:solidFill>
                  <a:schemeClr val="dk1"/>
                </a:solidFill>
                <a:latin typeface="Times New Roman"/>
              </a:rPr>
              <a:t> les 1ères </a:t>
            </a:r>
            <a:r>
              <a:rPr b="1" lang="fr-FR" sz="2400" spc="-1" strike="noStrike">
                <a:solidFill>
                  <a:schemeClr val="dk1"/>
                </a:solidFill>
                <a:latin typeface="Times New Roman"/>
              </a:rPr>
              <a:t>synthèses chimiques</a:t>
            </a:r>
            <a:r>
              <a:rPr b="0" lang="fr-FR" sz="2400" spc="-1" strike="noStrike">
                <a:solidFill>
                  <a:schemeClr val="dk1"/>
                </a:solidFill>
                <a:latin typeface="Times New Roman"/>
              </a:rPr>
              <a:t> ont été réalisées</a:t>
            </a:r>
            <a:endParaRPr b="0" lang="en-US" sz="2400" spc="-1" strike="noStrike">
              <a:solidFill>
                <a:srgbClr val="000000"/>
              </a:solidFill>
              <a:latin typeface="Calibri"/>
            </a:endParaRPr>
          </a:p>
        </p:txBody>
      </p:sp>
      <p:sp>
        <p:nvSpPr>
          <p:cNvPr id="314" name="Rectangle 4"/>
          <p:cNvSpPr/>
          <p:nvPr/>
        </p:nvSpPr>
        <p:spPr>
          <a:xfrm>
            <a:off x="107640" y="3069000"/>
            <a:ext cx="8281800" cy="1186920"/>
          </a:xfrm>
          <a:prstGeom prst="rect">
            <a:avLst/>
          </a:prstGeom>
          <a:noFill/>
          <a:ln w="9525">
            <a:noFill/>
          </a:ln>
        </p:spPr>
        <p:style>
          <a:lnRef idx="0"/>
          <a:fillRef idx="0"/>
          <a:effectRef idx="0"/>
          <a:fontRef idx="minor"/>
        </p:style>
        <p:txBody>
          <a:bodyPr lIns="90000" rIns="90000" tIns="45000" bIns="45000" anchor="t">
            <a:spAutoFit/>
          </a:bodyPr>
          <a:p>
            <a:pPr algn="just" defTabSz="914400">
              <a:lnSpc>
                <a:spcPct val="100000"/>
              </a:lnSpc>
            </a:pPr>
            <a:r>
              <a:rPr b="0" lang="fr-FR" sz="2400" spc="-1" strike="noStrike">
                <a:solidFill>
                  <a:schemeClr val="folHlink"/>
                </a:solidFill>
                <a:latin typeface="Arial"/>
              </a:rPr>
              <a:t>  </a:t>
            </a:r>
            <a:r>
              <a:rPr b="1" lang="fr-FR" sz="2400" spc="-1" strike="noStrike" u="sng">
                <a:solidFill>
                  <a:srgbClr val="ff0000"/>
                </a:solidFill>
                <a:uFillTx/>
                <a:latin typeface="Times New Roman"/>
              </a:rPr>
              <a:t>1980</a:t>
            </a:r>
            <a:r>
              <a:rPr b="0" lang="fr-FR" sz="2400" spc="-1" strike="noStrike">
                <a:solidFill>
                  <a:srgbClr val="ff0000"/>
                </a:solidFill>
                <a:latin typeface="Times New Roman"/>
              </a:rPr>
              <a:t> </a:t>
            </a:r>
            <a:r>
              <a:rPr b="0" lang="fr-FR" sz="2400" spc="-1" strike="noStrike">
                <a:solidFill>
                  <a:schemeClr val="dk1"/>
                </a:solidFill>
                <a:latin typeface="Times New Roman"/>
              </a:rPr>
              <a:t>: début des </a:t>
            </a:r>
            <a:r>
              <a:rPr b="1" lang="fr-FR" sz="2400" spc="-1" strike="noStrike">
                <a:solidFill>
                  <a:schemeClr val="dk1"/>
                </a:solidFill>
                <a:latin typeface="Times New Roman"/>
              </a:rPr>
              <a:t>biotechnologies</a:t>
            </a:r>
            <a:r>
              <a:rPr b="0" lang="fr-FR" sz="2400" spc="-1" strike="noStrike">
                <a:solidFill>
                  <a:schemeClr val="dk1"/>
                </a:solidFill>
                <a:latin typeface="Times New Roman"/>
              </a:rPr>
              <a:t> : le principe actif vient d’une cellule humaine et ce sont des micro-organismes qui vont le fabriquer.</a:t>
            </a:r>
            <a:endParaRPr b="0" lang="en-US" sz="2400" spc="-1" strike="noStrike">
              <a:solidFill>
                <a:srgbClr val="000000"/>
              </a:solidFill>
              <a:latin typeface="Calibri"/>
            </a:endParaRPr>
          </a:p>
        </p:txBody>
      </p:sp>
      <p:sp>
        <p:nvSpPr>
          <p:cNvPr id="315" name="Text Box 5"/>
          <p:cNvSpPr/>
          <p:nvPr/>
        </p:nvSpPr>
        <p:spPr>
          <a:xfrm>
            <a:off x="324360" y="4352040"/>
            <a:ext cx="8207640" cy="1193040"/>
          </a:xfrm>
          <a:prstGeom prst="rect">
            <a:avLst/>
          </a:prstGeom>
          <a:noFill/>
          <a:ln w="9525">
            <a:noFill/>
          </a:ln>
        </p:spPr>
        <p:style>
          <a:lnRef idx="0"/>
          <a:fillRef idx="0"/>
          <a:effectRef idx="0"/>
          <a:fontRef idx="minor"/>
        </p:style>
        <p:txBody>
          <a:bodyPr lIns="90000" rIns="90000" tIns="45000" bIns="45000" anchor="t">
            <a:spAutoFit/>
          </a:bodyPr>
          <a:p>
            <a:pPr algn="just" defTabSz="914400">
              <a:lnSpc>
                <a:spcPct val="100000"/>
              </a:lnSpc>
              <a:spcBef>
                <a:spcPts val="1199"/>
              </a:spcBef>
            </a:pPr>
            <a:r>
              <a:rPr b="1" lang="fr-FR" sz="2400" spc="-1" strike="noStrike" u="sng">
                <a:solidFill>
                  <a:srgbClr val="ff0000"/>
                </a:solidFill>
                <a:uFillTx/>
                <a:latin typeface="Times New Roman"/>
              </a:rPr>
              <a:t>1990</a:t>
            </a:r>
            <a:r>
              <a:rPr b="1" lang="fr-FR" sz="2400" spc="-1" strike="noStrike">
                <a:solidFill>
                  <a:srgbClr val="ff0000"/>
                </a:solidFill>
                <a:latin typeface="Times New Roman"/>
              </a:rPr>
              <a:t>  :</a:t>
            </a:r>
            <a:r>
              <a:rPr b="0" lang="fr-FR" sz="2400" spc="-1" strike="noStrike">
                <a:solidFill>
                  <a:srgbClr val="ff0000"/>
                </a:solidFill>
                <a:latin typeface="Times New Roman"/>
              </a:rPr>
              <a:t> </a:t>
            </a:r>
            <a:r>
              <a:rPr b="0" lang="fr-FR" sz="2400" spc="-1" strike="noStrike">
                <a:solidFill>
                  <a:schemeClr val="dk1"/>
                </a:solidFill>
                <a:latin typeface="Times New Roman"/>
              </a:rPr>
              <a:t>thérapie </a:t>
            </a:r>
            <a:r>
              <a:rPr b="1" lang="fr-FR" sz="2400" spc="-1" strike="noStrike">
                <a:solidFill>
                  <a:schemeClr val="dk1"/>
                </a:solidFill>
                <a:latin typeface="Times New Roman"/>
              </a:rPr>
              <a:t>génique</a:t>
            </a:r>
            <a:r>
              <a:rPr b="0" lang="fr-FR" sz="2400" spc="-1" strike="noStrike">
                <a:solidFill>
                  <a:schemeClr val="dk1"/>
                </a:solidFill>
                <a:latin typeface="Times New Roman"/>
              </a:rPr>
              <a:t>: correction du gène défaillant  </a:t>
            </a:r>
            <a:endParaRPr b="0" lang="en-US" sz="2400" spc="-1" strike="noStrike">
              <a:solidFill>
                <a:srgbClr val="000000"/>
              </a:solidFill>
              <a:latin typeface="Calibri"/>
            </a:endParaRPr>
          </a:p>
          <a:p>
            <a:pPr algn="just" defTabSz="914400">
              <a:lnSpc>
                <a:spcPct val="80000"/>
              </a:lnSpc>
              <a:spcBef>
                <a:spcPts val="1199"/>
              </a:spcBef>
            </a:pPr>
            <a:r>
              <a:rPr b="1" lang="fr-FR" sz="2400" spc="-1" strike="noStrike">
                <a:solidFill>
                  <a:schemeClr val="dk1"/>
                </a:solidFill>
                <a:latin typeface="Times New Roman"/>
              </a:rPr>
              <a:t>	</a:t>
            </a:r>
            <a:r>
              <a:rPr b="1" lang="fr-FR" sz="2400" spc="-1" strike="noStrike">
                <a:solidFill>
                  <a:schemeClr val="dk1"/>
                </a:solidFill>
                <a:latin typeface="Times New Roman"/>
              </a:rPr>
              <a:t>: </a:t>
            </a:r>
            <a:r>
              <a:rPr b="0" lang="fr-FR" sz="2400" spc="-1" strike="noStrike">
                <a:solidFill>
                  <a:schemeClr val="dk1"/>
                </a:solidFill>
                <a:latin typeface="Times New Roman"/>
              </a:rPr>
              <a:t>thérapie </a:t>
            </a:r>
            <a:r>
              <a:rPr b="1" lang="fr-FR" sz="2400" spc="-1" strike="noStrike">
                <a:solidFill>
                  <a:schemeClr val="dk1"/>
                </a:solidFill>
                <a:latin typeface="Times New Roman"/>
              </a:rPr>
              <a:t>cellulaire</a:t>
            </a:r>
            <a:r>
              <a:rPr b="0" lang="fr-FR" sz="2400" spc="-1" strike="noStrike">
                <a:solidFill>
                  <a:schemeClr val="dk1"/>
                </a:solidFill>
                <a:latin typeface="Times New Roman"/>
              </a:rPr>
              <a:t>: apport des cellules produisant la molécule manquante (ex. insuline)               </a:t>
            </a:r>
            <a:endParaRPr b="0" lang="en-US" sz="2400" spc="-1" strike="noStrike">
              <a:solidFill>
                <a:srgbClr val="000000"/>
              </a:solidFill>
              <a:latin typeface="Calibri"/>
            </a:endParaRPr>
          </a:p>
        </p:txBody>
      </p:sp>
    </p:spTree>
  </p:cSld>
  <mc:AlternateContent>
    <mc:Choice Requires="p14">
      <p:transition spd="slow" p14:dur="2000"/>
    </mc:Choice>
    <mc:Fallback>
      <p:transition spd="slow"/>
    </mc:Fallback>
  </mc:AlternateContent>
  <p:timing>
    <p:tnLst>
      <p:par>
        <p:cTn id="318" dur="indefinite" restart="never" nodeType="tmRoot">
          <p:childTnLst>
            <p:seq>
              <p:cTn id="319" dur="indefinite" nodeType="mainSeq">
                <p:childTnLst>
                  <p:par>
                    <p:cTn id="320" fill="hold">
                      <p:stCondLst>
                        <p:cond delay="indefinite"/>
                      </p:stCondLst>
                      <p:childTnLst>
                        <p:par>
                          <p:cTn id="321" fill="hold">
                            <p:stCondLst>
                              <p:cond delay="0"/>
                            </p:stCondLst>
                            <p:childTnLst>
                              <p:par>
                                <p:cTn id="322" nodeType="clickEffect" fill="hold" presetClass="entr" presetID="55">
                                  <p:stCondLst>
                                    <p:cond delay="0"/>
                                  </p:stCondLst>
                                  <p:childTnLst>
                                    <p:set>
                                      <p:cBhvr>
                                        <p:cTn id="323" dur="1" fill="hold">
                                          <p:stCondLst>
                                            <p:cond delay="0"/>
                                          </p:stCondLst>
                                        </p:cTn>
                                        <p:tgtEl>
                                          <p:spTgt spid="311"/>
                                        </p:tgtEl>
                                        <p:attrNameLst>
                                          <p:attrName>style.visibility</p:attrName>
                                        </p:attrNameLst>
                                      </p:cBhvr>
                                      <p:to>
                                        <p:strVal val="visible"/>
                                      </p:to>
                                    </p:set>
                                    <p:anim calcmode="lin" valueType="num">
                                      <p:cBhvr additive="repl">
                                        <p:cTn id="324" dur="1000" fill="hold"/>
                                        <p:tgtEl>
                                          <p:spTgt spid="311"/>
                                        </p:tgtEl>
                                        <p:attrNameLst>
                                          <p:attrName>ppt_w</p:attrName>
                                        </p:attrNameLst>
                                      </p:cBhvr>
                                      <p:tavLst>
                                        <p:tav tm="0">
                                          <p:val>
                                            <p:strVal val="#ppt_w*0.70"/>
                                          </p:val>
                                        </p:tav>
                                        <p:tav tm="100000">
                                          <p:val>
                                            <p:strVal val="#ppt_w"/>
                                          </p:val>
                                        </p:tav>
                                      </p:tavLst>
                                    </p:anim>
                                    <p:anim calcmode="lin" valueType="num">
                                      <p:cBhvr additive="repl">
                                        <p:cTn id="325" dur="1000" fill="hold"/>
                                        <p:tgtEl>
                                          <p:spTgt spid="311"/>
                                        </p:tgtEl>
                                        <p:attrNameLst>
                                          <p:attrName>ppt_h</p:attrName>
                                        </p:attrNameLst>
                                      </p:cBhvr>
                                      <p:tavLst>
                                        <p:tav tm="0">
                                          <p:val>
                                            <p:strVal val="#ppt_h"/>
                                          </p:val>
                                        </p:tav>
                                        <p:tav tm="100000">
                                          <p:val>
                                            <p:strVal val="#ppt_h"/>
                                          </p:val>
                                        </p:tav>
                                      </p:tavLst>
                                    </p:anim>
                                    <p:animEffect filter="fade" transition="in">
                                      <p:cBhvr additive="repl">
                                        <p:cTn id="326" dur="1000"/>
                                        <p:tgtEl>
                                          <p:spTgt spid="311"/>
                                        </p:tgtEl>
                                      </p:cBhvr>
                                    </p:animEffect>
                                  </p:childTnLst>
                                </p:cTn>
                              </p:par>
                            </p:childTnLst>
                          </p:cTn>
                        </p:par>
                      </p:childTnLst>
                    </p:cTn>
                  </p:par>
                  <p:par>
                    <p:cTn id="327" fill="hold">
                      <p:stCondLst>
                        <p:cond delay="indefinite"/>
                      </p:stCondLst>
                      <p:childTnLst>
                        <p:par>
                          <p:cTn id="328" fill="hold">
                            <p:stCondLst>
                              <p:cond delay="0"/>
                            </p:stCondLst>
                            <p:childTnLst>
                              <p:par>
                                <p:cTn id="329" nodeType="clickEffect" fill="hold" presetClass="entr" presetID="5" presetSubtype="10">
                                  <p:stCondLst>
                                    <p:cond delay="0"/>
                                  </p:stCondLst>
                                  <p:childTnLst>
                                    <p:set>
                                      <p:cBhvr>
                                        <p:cTn id="330" dur="1" fill="hold">
                                          <p:stCondLst>
                                            <p:cond delay="0"/>
                                          </p:stCondLst>
                                        </p:cTn>
                                        <p:tgtEl>
                                          <p:spTgt spid="312"/>
                                        </p:tgtEl>
                                        <p:attrNameLst>
                                          <p:attrName>style.visibility</p:attrName>
                                        </p:attrNameLst>
                                      </p:cBhvr>
                                      <p:to>
                                        <p:strVal val="visible"/>
                                      </p:to>
                                    </p:set>
                                    <p:animEffect filter="checkerboard(across)" transition="in">
                                      <p:cBhvr additive="repl">
                                        <p:cTn id="331" dur="500"/>
                                        <p:tgtEl>
                                          <p:spTgt spid="312"/>
                                        </p:tgtEl>
                                      </p:cBhvr>
                                    </p:animEffect>
                                  </p:childTnLst>
                                </p:cTn>
                              </p:par>
                            </p:childTnLst>
                          </p:cTn>
                        </p:par>
                      </p:childTnLst>
                    </p:cTn>
                  </p:par>
                  <p:par>
                    <p:cTn id="332" fill="hold">
                      <p:stCondLst>
                        <p:cond delay="indefinite"/>
                      </p:stCondLst>
                      <p:childTnLst>
                        <p:par>
                          <p:cTn id="333" fill="hold">
                            <p:stCondLst>
                              <p:cond delay="0"/>
                            </p:stCondLst>
                            <p:childTnLst>
                              <p:par>
                                <p:cTn id="334" nodeType="clickEffect" fill="hold" presetClass="entr" presetID="5" presetSubtype="10">
                                  <p:stCondLst>
                                    <p:cond delay="0"/>
                                  </p:stCondLst>
                                  <p:childTnLst>
                                    <p:set>
                                      <p:cBhvr>
                                        <p:cTn id="335" dur="1" fill="hold">
                                          <p:stCondLst>
                                            <p:cond delay="0"/>
                                          </p:stCondLst>
                                        </p:cTn>
                                        <p:tgtEl>
                                          <p:spTgt spid="313">
                                            <p:txEl>
                                              <p:pRg st="0" end="0"/>
                                            </p:txEl>
                                          </p:spTgt>
                                        </p:tgtEl>
                                        <p:attrNameLst>
                                          <p:attrName>style.visibility</p:attrName>
                                        </p:attrNameLst>
                                      </p:cBhvr>
                                      <p:to>
                                        <p:strVal val="visible"/>
                                      </p:to>
                                    </p:set>
                                    <p:animEffect filter="checkerboard(across)" transition="in">
                                      <p:cBhvr additive="repl">
                                        <p:cTn id="336" dur="500"/>
                                        <p:tgtEl>
                                          <p:spTgt spid="313">
                                            <p:txEl>
                                              <p:pRg st="0" end="0"/>
                                            </p:txEl>
                                          </p:spTgt>
                                        </p:tgtEl>
                                      </p:cBhvr>
                                    </p:animEffect>
                                  </p:childTnLst>
                                </p:cTn>
                              </p:par>
                            </p:childTnLst>
                          </p:cTn>
                        </p:par>
                      </p:childTnLst>
                    </p:cTn>
                  </p:par>
                  <p:par>
                    <p:cTn id="337" fill="hold">
                      <p:stCondLst>
                        <p:cond delay="indefinite"/>
                      </p:stCondLst>
                      <p:childTnLst>
                        <p:par>
                          <p:cTn id="338" fill="hold">
                            <p:stCondLst>
                              <p:cond delay="0"/>
                            </p:stCondLst>
                            <p:childTnLst>
                              <p:par>
                                <p:cTn id="339" nodeType="clickEffect" fill="hold" presetClass="entr" presetID="5" presetSubtype="10">
                                  <p:stCondLst>
                                    <p:cond delay="0"/>
                                  </p:stCondLst>
                                  <p:childTnLst>
                                    <p:set>
                                      <p:cBhvr>
                                        <p:cTn id="340" dur="1" fill="hold">
                                          <p:stCondLst>
                                            <p:cond delay="0"/>
                                          </p:stCondLst>
                                        </p:cTn>
                                        <p:tgtEl>
                                          <p:spTgt spid="314"/>
                                        </p:tgtEl>
                                        <p:attrNameLst>
                                          <p:attrName>style.visibility</p:attrName>
                                        </p:attrNameLst>
                                      </p:cBhvr>
                                      <p:to>
                                        <p:strVal val="visible"/>
                                      </p:to>
                                    </p:set>
                                    <p:animEffect filter="checkerboard(across)" transition="in">
                                      <p:cBhvr additive="repl">
                                        <p:cTn id="341" dur="500"/>
                                        <p:tgtEl>
                                          <p:spTgt spid="314"/>
                                        </p:tgtEl>
                                      </p:cBhvr>
                                    </p:animEffect>
                                  </p:childTnLst>
                                </p:cTn>
                              </p:par>
                            </p:childTnLst>
                          </p:cTn>
                        </p:par>
                      </p:childTnLst>
                    </p:cTn>
                  </p:par>
                  <p:par>
                    <p:cTn id="342" fill="hold">
                      <p:stCondLst>
                        <p:cond delay="indefinite"/>
                      </p:stCondLst>
                      <p:childTnLst>
                        <p:par>
                          <p:cTn id="343" fill="hold">
                            <p:stCondLst>
                              <p:cond delay="0"/>
                            </p:stCondLst>
                            <p:childTnLst>
                              <p:par>
                                <p:cTn id="344" nodeType="clickEffect" fill="hold" presetClass="entr" presetID="5" presetSubtype="10">
                                  <p:stCondLst>
                                    <p:cond delay="0"/>
                                  </p:stCondLst>
                                  <p:childTnLst>
                                    <p:set>
                                      <p:cBhvr>
                                        <p:cTn id="345" dur="1" fill="hold">
                                          <p:stCondLst>
                                            <p:cond delay="0"/>
                                          </p:stCondLst>
                                        </p:cTn>
                                        <p:tgtEl>
                                          <p:spTgt spid="315"/>
                                        </p:tgtEl>
                                        <p:attrNameLst>
                                          <p:attrName>style.visibility</p:attrName>
                                        </p:attrNameLst>
                                      </p:cBhvr>
                                      <p:to>
                                        <p:strVal val="visible"/>
                                      </p:to>
                                    </p:set>
                                    <p:animEffect filter="checkerboard(across)" transition="in">
                                      <p:cBhvr additive="repl">
                                        <p:cTn id="346" dur="500"/>
                                        <p:tgtEl>
                                          <p:spTgt spid="3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type="sldNum" idx="61"/>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3559E55E-8C4A-47F0-B285-86FA824FEBEC}" type="slidenum">
              <a:rPr b="0" lang="fr-FR" sz="1200" spc="-1" strike="noStrike">
                <a:solidFill>
                  <a:srgbClr val="000000"/>
                </a:solidFill>
                <a:latin typeface="Arial Black"/>
              </a:rPr>
              <a:t>20</a:t>
            </a:fld>
            <a:endParaRPr b="0" lang="en-US" sz="1200" spc="-1" strike="noStrike">
              <a:solidFill>
                <a:srgbClr val="000000"/>
              </a:solidFill>
              <a:latin typeface="Calibri"/>
            </a:endParaRPr>
          </a:p>
        </p:txBody>
      </p:sp>
      <p:pic>
        <p:nvPicPr>
          <p:cNvPr id="317" name="Picture 2" descr=""/>
          <p:cNvPicPr/>
          <p:nvPr/>
        </p:nvPicPr>
        <p:blipFill>
          <a:blip r:embed="rId1"/>
          <a:stretch/>
        </p:blipFill>
        <p:spPr>
          <a:xfrm>
            <a:off x="71280" y="2286000"/>
            <a:ext cx="8929440" cy="2928600"/>
          </a:xfrm>
          <a:prstGeom prst="rect">
            <a:avLst/>
          </a:prstGeom>
          <a:noFill/>
          <a:ln w="9525">
            <a:noFill/>
          </a:ln>
        </p:spPr>
      </p:pic>
      <p:pic>
        <p:nvPicPr>
          <p:cNvPr id="318" name="Picture 3" descr=""/>
          <p:cNvPicPr/>
          <p:nvPr/>
        </p:nvPicPr>
        <p:blipFill>
          <a:blip r:embed="rId2"/>
          <a:srcRect l="0" t="0" r="87691" b="0"/>
          <a:stretch/>
        </p:blipFill>
        <p:spPr>
          <a:xfrm>
            <a:off x="0" y="0"/>
            <a:ext cx="1071000" cy="1152000"/>
          </a:xfrm>
          <a:prstGeom prst="rect">
            <a:avLst/>
          </a:prstGeom>
          <a:noFill/>
          <a:ln w="9525">
            <a:noFill/>
          </a:ln>
        </p:spPr>
      </p:pic>
      <p:sp>
        <p:nvSpPr>
          <p:cNvPr id="319" name="Rectangle à coins arrondis 17"/>
          <p:cNvSpPr/>
          <p:nvPr/>
        </p:nvSpPr>
        <p:spPr>
          <a:xfrm>
            <a:off x="1071360" y="142920"/>
            <a:ext cx="7572240" cy="856800"/>
          </a:xfrm>
          <a:prstGeom prst="roundRect">
            <a:avLst>
              <a:gd name="adj" fmla="val 16667"/>
            </a:avLst>
          </a:prstGeom>
          <a:solidFill>
            <a:schemeClr val="accent2">
              <a:lumMod val="75000"/>
            </a:schemeClr>
          </a:soli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r>
              <a:rPr b="1" lang="fr-FR" sz="3200" spc="-1" strike="noStrike">
                <a:solidFill>
                  <a:srgbClr val="ffff00"/>
                </a:solidFill>
                <a:latin typeface="Times New Roman"/>
              </a:rPr>
              <a:t>Formes galéniques des médicaments</a:t>
            </a:r>
            <a:endParaRPr b="0" lang="en-US" sz="3200" spc="-1" strike="noStrike">
              <a:solidFill>
                <a:srgbClr val="ffffff"/>
              </a:solidFill>
              <a:latin typeface="Calibri"/>
            </a:endParaRPr>
          </a:p>
        </p:txBody>
      </p:sp>
    </p:spTree>
  </p:cSld>
  <mc:AlternateContent>
    <mc:Choice Requires="p14">
      <p:transition spd="slow" p14:dur="2000"/>
    </mc:Choice>
    <mc:Fallback>
      <p:transition spd="slow"/>
    </mc:Fallback>
  </mc:AlternateContent>
  <p:timing>
    <p:tnLst>
      <p:par>
        <p:cTn id="347" dur="indefinite" restart="never" nodeType="tmRoot">
          <p:childTnLst>
            <p:seq>
              <p:cTn id="348" dur="indefinite" nodeType="mainSeq">
                <p:childTnLst>
                  <p:par>
                    <p:cTn id="349" fill="hold">
                      <p:stCondLst>
                        <p:cond delay="indefinite"/>
                      </p:stCondLst>
                      <p:childTnLst>
                        <p:par>
                          <p:cTn id="350" fill="hold">
                            <p:stCondLst>
                              <p:cond delay="0"/>
                            </p:stCondLst>
                            <p:childTnLst>
                              <p:par>
                                <p:cTn id="351" nodeType="clickEffect" fill="hold" presetClass="entr" presetID="5" presetSubtype="10">
                                  <p:stCondLst>
                                    <p:cond delay="0"/>
                                  </p:stCondLst>
                                  <p:childTnLst>
                                    <p:set>
                                      <p:cBhvr>
                                        <p:cTn id="352" dur="1" fill="hold">
                                          <p:stCondLst>
                                            <p:cond delay="0"/>
                                          </p:stCondLst>
                                        </p:cTn>
                                        <p:tgtEl>
                                          <p:spTgt spid="317"/>
                                        </p:tgtEl>
                                        <p:attrNameLst>
                                          <p:attrName>style.visibility</p:attrName>
                                        </p:attrNameLst>
                                      </p:cBhvr>
                                      <p:to>
                                        <p:strVal val="visible"/>
                                      </p:to>
                                    </p:set>
                                    <p:animEffect filter="checkerboard(across)" transition="in">
                                      <p:cBhvr additive="repl">
                                        <p:cTn id="353" dur="500"/>
                                        <p:tgtEl>
                                          <p:spTgt spid="3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sldNum" idx="62"/>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5CFFD4C4-2B4B-46EB-8455-D2979BE2D218}" type="slidenum">
              <a:rPr b="0" lang="fr-FR" sz="1200" spc="-1" strike="noStrike">
                <a:solidFill>
                  <a:srgbClr val="000000"/>
                </a:solidFill>
                <a:latin typeface="Arial Black"/>
              </a:rPr>
              <a:t>20</a:t>
            </a:fld>
            <a:endParaRPr b="0" lang="en-US" sz="1200" spc="-1" strike="noStrike">
              <a:solidFill>
                <a:srgbClr val="000000"/>
              </a:solidFill>
              <a:latin typeface="Calibri"/>
            </a:endParaRPr>
          </a:p>
        </p:txBody>
      </p:sp>
      <p:pic>
        <p:nvPicPr>
          <p:cNvPr id="321" name="Picture 3" descr=""/>
          <p:cNvPicPr/>
          <p:nvPr/>
        </p:nvPicPr>
        <p:blipFill>
          <a:blip r:embed="rId1"/>
          <a:srcRect l="0" t="0" r="87691" b="0"/>
          <a:stretch/>
        </p:blipFill>
        <p:spPr>
          <a:xfrm>
            <a:off x="0" y="0"/>
            <a:ext cx="1071000" cy="1152000"/>
          </a:xfrm>
          <a:prstGeom prst="rect">
            <a:avLst/>
          </a:prstGeom>
          <a:noFill/>
          <a:ln w="9525">
            <a:noFill/>
          </a:ln>
        </p:spPr>
      </p:pic>
      <p:sp>
        <p:nvSpPr>
          <p:cNvPr id="322" name="Rectangle à coins arrondis 17"/>
          <p:cNvSpPr/>
          <p:nvPr/>
        </p:nvSpPr>
        <p:spPr>
          <a:xfrm>
            <a:off x="1071360" y="142920"/>
            <a:ext cx="7572240" cy="856800"/>
          </a:xfrm>
          <a:prstGeom prst="roundRect">
            <a:avLst>
              <a:gd name="adj" fmla="val 16667"/>
            </a:avLst>
          </a:prstGeom>
          <a:solidFill>
            <a:schemeClr val="accent2">
              <a:lumMod val="75000"/>
            </a:schemeClr>
          </a:soli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r>
              <a:rPr b="1" lang="fr-FR" sz="3200" spc="-1" strike="noStrike">
                <a:solidFill>
                  <a:srgbClr val="ffff00"/>
                </a:solidFill>
                <a:latin typeface="Times New Roman"/>
              </a:rPr>
              <a:t>Formes galéniques des médicaments</a:t>
            </a:r>
            <a:endParaRPr b="0" lang="en-US" sz="3200" spc="-1" strike="noStrike">
              <a:solidFill>
                <a:srgbClr val="ffffff"/>
              </a:solidFill>
              <a:latin typeface="Calibri"/>
            </a:endParaRPr>
          </a:p>
        </p:txBody>
      </p:sp>
      <p:sp>
        <p:nvSpPr>
          <p:cNvPr id="323" name="Ellipse 7"/>
          <p:cNvSpPr/>
          <p:nvPr/>
        </p:nvSpPr>
        <p:spPr>
          <a:xfrm>
            <a:off x="0" y="2000160"/>
            <a:ext cx="1774080" cy="731160"/>
          </a:xfrm>
          <a:prstGeom prst="ellipse">
            <a:avLst/>
          </a:prstGeom>
          <a:solidFill>
            <a:srgbClr val="ffffff"/>
          </a:solidFill>
          <a:ln>
            <a:solidFill>
              <a:srgbClr val="9999cc"/>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gn="ctr" defTabSz="914400">
              <a:lnSpc>
                <a:spcPct val="100000"/>
              </a:lnSpc>
              <a:spcBef>
                <a:spcPts val="561"/>
              </a:spcBef>
            </a:pPr>
            <a:r>
              <a:rPr b="1" lang="fr-FR" sz="2800" spc="-1" strike="noStrike">
                <a:solidFill>
                  <a:srgbClr val="ff0000"/>
                </a:solidFill>
                <a:latin typeface="Times New Roman"/>
              </a:rPr>
              <a:t>Solides</a:t>
            </a:r>
            <a:endParaRPr b="0" lang="en-US" sz="2800" spc="-1" strike="noStrike">
              <a:solidFill>
                <a:srgbClr val="000000"/>
              </a:solidFill>
              <a:latin typeface="Calibri"/>
            </a:endParaRPr>
          </a:p>
        </p:txBody>
      </p:sp>
      <p:sp>
        <p:nvSpPr>
          <p:cNvPr id="324" name="Rectangle à coins arrondis 8"/>
          <p:cNvSpPr/>
          <p:nvPr/>
        </p:nvSpPr>
        <p:spPr>
          <a:xfrm>
            <a:off x="1785960" y="1857240"/>
            <a:ext cx="7143480" cy="910440"/>
          </a:xfrm>
          <a:prstGeom prst="roundRect">
            <a:avLst>
              <a:gd name="adj" fmla="val 16667"/>
            </a:avLst>
          </a:prstGeom>
          <a:solidFill>
            <a:srgbClr val="ffffff"/>
          </a:solidFill>
          <a:ln>
            <a:solidFill>
              <a:srgbClr val="000000"/>
            </a:solidFill>
            <a:round/>
          </a:ln>
        </p:spPr>
        <p:style>
          <a:lnRef idx="2">
            <a:schemeClr val="accent4"/>
          </a:lnRef>
          <a:fillRef idx="1">
            <a:schemeClr val="lt1"/>
          </a:fillRef>
          <a:effectRef idx="0">
            <a:schemeClr val="accent4"/>
          </a:effectRef>
          <a:fontRef idx="minor"/>
        </p:style>
        <p:txBody>
          <a:bodyPr lIns="90000" rIns="90000" tIns="45000" bIns="45000" anchor="t">
            <a:spAutoFit/>
          </a:bodyPr>
          <a:p>
            <a:pPr defTabSz="914400">
              <a:lnSpc>
                <a:spcPct val="100000"/>
              </a:lnSpc>
            </a:pPr>
            <a:r>
              <a:rPr b="0" lang="fr-FR" sz="2400" spc="-1" strike="noStrike">
                <a:solidFill>
                  <a:srgbClr val="000000"/>
                </a:solidFill>
                <a:latin typeface="Times New Roman"/>
              </a:rPr>
              <a:t>Comprimé, </a:t>
            </a:r>
            <a:r>
              <a:rPr b="0" lang="fr-FR" sz="2400" spc="-1" strike="noStrike">
                <a:solidFill>
                  <a:schemeClr val="dk1"/>
                </a:solidFill>
                <a:latin typeface="Times New Roman"/>
              </a:rPr>
              <a:t>Gélule, Cachet, Capsule à enveloppe molle, Pilule, Poudre, Granulé, ….</a:t>
            </a:r>
            <a:endParaRPr b="0" lang="en-US" sz="2400" spc="-1" strike="noStrike">
              <a:solidFill>
                <a:srgbClr val="000000"/>
              </a:solidFill>
              <a:latin typeface="Calibri"/>
            </a:endParaRPr>
          </a:p>
        </p:txBody>
      </p:sp>
      <p:sp>
        <p:nvSpPr>
          <p:cNvPr id="325" name="Rectangle 4"/>
          <p:cNvSpPr/>
          <p:nvPr/>
        </p:nvSpPr>
        <p:spPr>
          <a:xfrm>
            <a:off x="285840" y="1071720"/>
            <a:ext cx="8642160" cy="575640"/>
          </a:xfrm>
          <a:prstGeom prst="rect">
            <a:avLst/>
          </a:prstGeom>
          <a:noFill/>
          <a:ln w="9525">
            <a:noFill/>
          </a:ln>
        </p:spPr>
        <p:style>
          <a:lnRef idx="0"/>
          <a:fillRef idx="0"/>
          <a:effectRef idx="0"/>
          <a:fontRef idx="minor"/>
        </p:style>
        <p:txBody>
          <a:bodyPr lIns="90000" rIns="90000" tIns="45000" bIns="45000" anchor="ctr">
            <a:noAutofit/>
          </a:bodyPr>
          <a:p>
            <a:pPr marL="1117440" indent="-1117440" algn="ctr" defTabSz="914400">
              <a:lnSpc>
                <a:spcPct val="100000"/>
              </a:lnSpc>
              <a:spcBef>
                <a:spcPts val="400"/>
              </a:spcBef>
              <a:tabLst>
                <a:tab algn="l" pos="0"/>
              </a:tabLst>
            </a:pPr>
            <a:r>
              <a:rPr b="1" lang="fr-FR" sz="3200" spc="-1" strike="noStrike">
                <a:solidFill>
                  <a:schemeClr val="accent5">
                    <a:lumMod val="10000"/>
                  </a:schemeClr>
                </a:solidFill>
                <a:latin typeface="Times New Roman"/>
              </a:rPr>
              <a:t>Formes destinées à la voie orale:</a:t>
            </a:r>
            <a:endParaRPr b="0" lang="en-US" sz="3200" spc="-1" strike="noStrike">
              <a:solidFill>
                <a:srgbClr val="000000"/>
              </a:solidFill>
              <a:latin typeface="Calibri"/>
            </a:endParaRPr>
          </a:p>
        </p:txBody>
      </p:sp>
      <p:sp>
        <p:nvSpPr>
          <p:cNvPr id="326" name="Ellipse 10"/>
          <p:cNvSpPr/>
          <p:nvPr/>
        </p:nvSpPr>
        <p:spPr>
          <a:xfrm>
            <a:off x="0" y="4143240"/>
            <a:ext cx="1999800" cy="731160"/>
          </a:xfrm>
          <a:prstGeom prst="ellipse">
            <a:avLst/>
          </a:prstGeom>
          <a:solidFill>
            <a:srgbClr val="ffffff"/>
          </a:solidFill>
          <a:ln>
            <a:solidFill>
              <a:srgbClr val="9999cc"/>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gn="ctr" defTabSz="914400">
              <a:lnSpc>
                <a:spcPct val="100000"/>
              </a:lnSpc>
              <a:spcBef>
                <a:spcPts val="561"/>
              </a:spcBef>
            </a:pPr>
            <a:r>
              <a:rPr b="1" lang="fr-FR" sz="2800" spc="-1" strike="noStrike">
                <a:solidFill>
                  <a:srgbClr val="ff0000"/>
                </a:solidFill>
                <a:latin typeface="Times New Roman"/>
              </a:rPr>
              <a:t>Liquide </a:t>
            </a:r>
            <a:endParaRPr b="0" lang="en-US" sz="2800" spc="-1" strike="noStrike">
              <a:solidFill>
                <a:srgbClr val="000000"/>
              </a:solidFill>
              <a:latin typeface="Calibri"/>
            </a:endParaRPr>
          </a:p>
        </p:txBody>
      </p:sp>
      <p:sp>
        <p:nvSpPr>
          <p:cNvPr id="327" name="Rectangle à coins arrondis 11"/>
          <p:cNvSpPr/>
          <p:nvPr/>
        </p:nvSpPr>
        <p:spPr>
          <a:xfrm>
            <a:off x="2000160" y="4214880"/>
            <a:ext cx="7143480" cy="504720"/>
          </a:xfrm>
          <a:prstGeom prst="roundRect">
            <a:avLst>
              <a:gd name="adj" fmla="val 16667"/>
            </a:avLst>
          </a:prstGeom>
          <a:solidFill>
            <a:srgbClr val="ffffff"/>
          </a:solidFill>
          <a:ln>
            <a:solidFill>
              <a:srgbClr val="000000"/>
            </a:solidFill>
            <a:round/>
          </a:ln>
        </p:spPr>
        <p:style>
          <a:lnRef idx="2">
            <a:schemeClr val="accent4"/>
          </a:lnRef>
          <a:fillRef idx="1">
            <a:schemeClr val="lt1"/>
          </a:fillRef>
          <a:effectRef idx="0">
            <a:schemeClr val="accent4"/>
          </a:effectRef>
          <a:fontRef idx="minor"/>
        </p:style>
        <p:txBody>
          <a:bodyPr lIns="90000" rIns="90000" tIns="45000" bIns="45000" anchor="t">
            <a:spAutoFit/>
          </a:bodyPr>
          <a:p>
            <a:pPr defTabSz="914400">
              <a:lnSpc>
                <a:spcPct val="100000"/>
              </a:lnSpc>
            </a:pPr>
            <a:r>
              <a:rPr b="0" lang="fr-FR" sz="2400" spc="-1" strike="noStrike">
                <a:solidFill>
                  <a:schemeClr val="dk1"/>
                </a:solidFill>
                <a:latin typeface="Times New Roman"/>
              </a:rPr>
              <a:t>Soluté buvable, Émulsion, Gouttes buvables</a:t>
            </a:r>
            <a:endParaRPr b="0" lang="en-US" sz="2400" spc="-1" strike="noStrike">
              <a:solidFill>
                <a:srgbClr val="000000"/>
              </a:solidFill>
              <a:latin typeface="Calibri"/>
            </a:endParaRPr>
          </a:p>
        </p:txBody>
      </p:sp>
      <p:pic>
        <p:nvPicPr>
          <p:cNvPr id="328" name="Picture 2" descr=""/>
          <p:cNvPicPr/>
          <p:nvPr/>
        </p:nvPicPr>
        <p:blipFill>
          <a:blip r:embed="rId2"/>
          <a:stretch/>
        </p:blipFill>
        <p:spPr>
          <a:xfrm>
            <a:off x="5214960" y="2928960"/>
            <a:ext cx="1695240" cy="1304640"/>
          </a:xfrm>
          <a:prstGeom prst="rect">
            <a:avLst/>
          </a:prstGeom>
          <a:noFill/>
          <a:ln w="9525">
            <a:noFill/>
          </a:ln>
        </p:spPr>
      </p:pic>
      <p:pic>
        <p:nvPicPr>
          <p:cNvPr id="329" name="Picture 4" descr=""/>
          <p:cNvPicPr/>
          <p:nvPr/>
        </p:nvPicPr>
        <p:blipFill>
          <a:blip r:embed="rId3"/>
          <a:stretch/>
        </p:blipFill>
        <p:spPr>
          <a:xfrm>
            <a:off x="1000080" y="2714760"/>
            <a:ext cx="2642760" cy="1642680"/>
          </a:xfrm>
          <a:prstGeom prst="rect">
            <a:avLst/>
          </a:prstGeom>
          <a:noFill/>
          <a:ln w="9525">
            <a:noFill/>
          </a:ln>
        </p:spPr>
      </p:pic>
      <p:pic>
        <p:nvPicPr>
          <p:cNvPr id="330" name="Picture 5" descr=""/>
          <p:cNvPicPr/>
          <p:nvPr/>
        </p:nvPicPr>
        <p:blipFill>
          <a:blip r:embed="rId4"/>
          <a:stretch/>
        </p:blipFill>
        <p:spPr>
          <a:xfrm>
            <a:off x="4929120" y="4857840"/>
            <a:ext cx="2314080" cy="1785600"/>
          </a:xfrm>
          <a:prstGeom prst="rect">
            <a:avLst/>
          </a:prstGeom>
          <a:noFill/>
          <a:ln w="9525">
            <a:noFill/>
          </a:ln>
        </p:spPr>
      </p:pic>
      <p:pic>
        <p:nvPicPr>
          <p:cNvPr id="331" name="Picture 6" descr=""/>
          <p:cNvPicPr/>
          <p:nvPr/>
        </p:nvPicPr>
        <p:blipFill>
          <a:blip r:embed="rId5"/>
          <a:stretch/>
        </p:blipFill>
        <p:spPr>
          <a:xfrm>
            <a:off x="1143000" y="4929120"/>
            <a:ext cx="2714400" cy="1714320"/>
          </a:xfrm>
          <a:prstGeom prst="rect">
            <a:avLst/>
          </a:prstGeom>
          <a:noFill/>
          <a:ln w="9525">
            <a:noFill/>
          </a:ln>
        </p:spPr>
      </p:pic>
    </p:spTree>
  </p:cSld>
  <mc:AlternateContent>
    <mc:Choice Requires="p14">
      <p:transition spd="slow" p14:dur="2000"/>
    </mc:Choice>
    <mc:Fallback>
      <p:transition spd="slow"/>
    </mc:Fallback>
  </mc:AlternateContent>
  <p:timing>
    <p:tnLst>
      <p:par>
        <p:cTn id="354" dur="indefinite" restart="never" nodeType="tmRoot">
          <p:childTnLst>
            <p:seq>
              <p:cTn id="355" dur="indefinite" nodeType="mainSeq">
                <p:childTnLst>
                  <p:par>
                    <p:cTn id="356" fill="hold">
                      <p:stCondLst>
                        <p:cond delay="indefinite"/>
                      </p:stCondLst>
                      <p:childTnLst>
                        <p:par>
                          <p:cTn id="357" fill="hold">
                            <p:stCondLst>
                              <p:cond delay="0"/>
                            </p:stCondLst>
                            <p:childTnLst>
                              <p:par>
                                <p:cTn id="358" nodeType="clickEffect" fill="hold" presetClass="entr" presetID="5" presetSubtype="10">
                                  <p:stCondLst>
                                    <p:cond delay="0"/>
                                  </p:stCondLst>
                                  <p:childTnLst>
                                    <p:set>
                                      <p:cBhvr>
                                        <p:cTn id="359" dur="1" fill="hold">
                                          <p:stCondLst>
                                            <p:cond delay="0"/>
                                          </p:stCondLst>
                                        </p:cTn>
                                        <p:tgtEl>
                                          <p:spTgt spid="323"/>
                                        </p:tgtEl>
                                        <p:attrNameLst>
                                          <p:attrName>style.visibility</p:attrName>
                                        </p:attrNameLst>
                                      </p:cBhvr>
                                      <p:to>
                                        <p:strVal val="visible"/>
                                      </p:to>
                                    </p:set>
                                    <p:animEffect filter="checkerboard(across)" transition="in">
                                      <p:cBhvr additive="repl">
                                        <p:cTn id="360" dur="500"/>
                                        <p:tgtEl>
                                          <p:spTgt spid="323"/>
                                        </p:tgtEl>
                                      </p:cBhvr>
                                    </p:animEffect>
                                  </p:childTnLst>
                                </p:cTn>
                              </p:par>
                            </p:childTnLst>
                          </p:cTn>
                        </p:par>
                        <p:par>
                          <p:cTn id="361" fill="hold">
                            <p:stCondLst>
                              <p:cond delay="500"/>
                            </p:stCondLst>
                            <p:childTnLst>
                              <p:par>
                                <p:cTn id="362" nodeType="afterEffect" fill="hold" presetClass="entr" presetID="5" presetSubtype="10">
                                  <p:stCondLst>
                                    <p:cond delay="0"/>
                                  </p:stCondLst>
                                  <p:childTnLst>
                                    <p:set>
                                      <p:cBhvr>
                                        <p:cTn id="363" dur="1" fill="hold">
                                          <p:stCondLst>
                                            <p:cond delay="0"/>
                                          </p:stCondLst>
                                        </p:cTn>
                                        <p:tgtEl>
                                          <p:spTgt spid="324"/>
                                        </p:tgtEl>
                                        <p:attrNameLst>
                                          <p:attrName>style.visibility</p:attrName>
                                        </p:attrNameLst>
                                      </p:cBhvr>
                                      <p:to>
                                        <p:strVal val="visible"/>
                                      </p:to>
                                    </p:set>
                                    <p:animEffect filter="checkerboard(across)" transition="in">
                                      <p:cBhvr additive="repl">
                                        <p:cTn id="364" dur="500"/>
                                        <p:tgtEl>
                                          <p:spTgt spid="324"/>
                                        </p:tgtEl>
                                      </p:cBhvr>
                                    </p:animEffect>
                                  </p:childTnLst>
                                </p:cTn>
                              </p:par>
                            </p:childTnLst>
                          </p:cTn>
                        </p:par>
                        <p:par>
                          <p:cTn id="365" fill="hold">
                            <p:stCondLst>
                              <p:cond delay="1000"/>
                            </p:stCondLst>
                            <p:childTnLst>
                              <p:par>
                                <p:cTn id="366" nodeType="afterEffect" fill="hold" presetClass="entr" presetID="5" presetSubtype="10">
                                  <p:stCondLst>
                                    <p:cond delay="0"/>
                                  </p:stCondLst>
                                  <p:childTnLst>
                                    <p:set>
                                      <p:cBhvr>
                                        <p:cTn id="367" dur="1" fill="hold">
                                          <p:stCondLst>
                                            <p:cond delay="0"/>
                                          </p:stCondLst>
                                        </p:cTn>
                                        <p:tgtEl>
                                          <p:spTgt spid="329"/>
                                        </p:tgtEl>
                                        <p:attrNameLst>
                                          <p:attrName>style.visibility</p:attrName>
                                        </p:attrNameLst>
                                      </p:cBhvr>
                                      <p:to>
                                        <p:strVal val="visible"/>
                                      </p:to>
                                    </p:set>
                                    <p:animEffect filter="checkerboard(across)" transition="in">
                                      <p:cBhvr additive="repl">
                                        <p:cTn id="368" dur="500"/>
                                        <p:tgtEl>
                                          <p:spTgt spid="329"/>
                                        </p:tgtEl>
                                      </p:cBhvr>
                                    </p:animEffect>
                                  </p:childTnLst>
                                </p:cTn>
                              </p:par>
                            </p:childTnLst>
                          </p:cTn>
                        </p:par>
                        <p:par>
                          <p:cTn id="369" fill="hold">
                            <p:stCondLst>
                              <p:cond delay="1500"/>
                            </p:stCondLst>
                            <p:childTnLst>
                              <p:par>
                                <p:cTn id="370" nodeType="afterEffect" fill="hold" presetClass="entr" presetID="5" presetSubtype="10">
                                  <p:stCondLst>
                                    <p:cond delay="0"/>
                                  </p:stCondLst>
                                  <p:childTnLst>
                                    <p:set>
                                      <p:cBhvr>
                                        <p:cTn id="371" dur="1" fill="hold">
                                          <p:stCondLst>
                                            <p:cond delay="0"/>
                                          </p:stCondLst>
                                        </p:cTn>
                                        <p:tgtEl>
                                          <p:spTgt spid="328"/>
                                        </p:tgtEl>
                                        <p:attrNameLst>
                                          <p:attrName>style.visibility</p:attrName>
                                        </p:attrNameLst>
                                      </p:cBhvr>
                                      <p:to>
                                        <p:strVal val="visible"/>
                                      </p:to>
                                    </p:set>
                                    <p:animEffect filter="checkerboard(across)" transition="in">
                                      <p:cBhvr additive="repl">
                                        <p:cTn id="372" dur="500"/>
                                        <p:tgtEl>
                                          <p:spTgt spid="328"/>
                                        </p:tgtEl>
                                      </p:cBhvr>
                                    </p:animEffect>
                                  </p:childTnLst>
                                </p:cTn>
                              </p:par>
                            </p:childTnLst>
                          </p:cTn>
                        </p:par>
                      </p:childTnLst>
                    </p:cTn>
                  </p:par>
                  <p:par>
                    <p:cTn id="373" fill="hold">
                      <p:stCondLst>
                        <p:cond delay="indefinite"/>
                      </p:stCondLst>
                      <p:childTnLst>
                        <p:par>
                          <p:cTn id="374" fill="hold">
                            <p:stCondLst>
                              <p:cond delay="0"/>
                            </p:stCondLst>
                            <p:childTnLst>
                              <p:par>
                                <p:cTn id="375" nodeType="clickEffect" fill="hold" presetClass="exit" presetID="5" presetSubtype="10">
                                  <p:stCondLst>
                                    <p:cond delay="0"/>
                                  </p:stCondLst>
                                  <p:childTnLst>
                                    <p:animEffect filter="checkerboard(across)" transition="out">
                                      <p:cBhvr additive="repl">
                                        <p:cTn id="376" dur="500"/>
                                        <p:tgtEl>
                                          <p:spTgt spid="329"/>
                                        </p:tgtEl>
                                      </p:cBhvr>
                                    </p:animEffect>
                                    <p:set>
                                      <p:cBhvr>
                                        <p:cTn id="377" dur="1" fill="hold">
                                          <p:stCondLst>
                                            <p:cond delay="499"/>
                                          </p:stCondLst>
                                        </p:cTn>
                                        <p:tgtEl>
                                          <p:spTgt spid="329"/>
                                        </p:tgtEl>
                                        <p:attrNameLst>
                                          <p:attrName>style.visibility</p:attrName>
                                        </p:attrNameLst>
                                      </p:cBhvr>
                                      <p:to>
                                        <p:strVal val="hidden"/>
                                      </p:to>
                                    </p:set>
                                  </p:childTnLst>
                                </p:cTn>
                              </p:par>
                              <p:par>
                                <p:cTn id="378" nodeType="withEffect" fill="hold" presetClass="exit" presetID="5" presetSubtype="10">
                                  <p:stCondLst>
                                    <p:cond delay="0"/>
                                  </p:stCondLst>
                                  <p:childTnLst>
                                    <p:animEffect filter="checkerboard(across)" transition="out">
                                      <p:cBhvr additive="repl">
                                        <p:cTn id="379" dur="500"/>
                                        <p:tgtEl>
                                          <p:spTgt spid="328"/>
                                        </p:tgtEl>
                                      </p:cBhvr>
                                    </p:animEffect>
                                    <p:set>
                                      <p:cBhvr>
                                        <p:cTn id="380" dur="1" fill="hold">
                                          <p:stCondLst>
                                            <p:cond delay="499"/>
                                          </p:stCondLst>
                                        </p:cTn>
                                        <p:tgtEl>
                                          <p:spTgt spid="328"/>
                                        </p:tgtEl>
                                        <p:attrNameLst>
                                          <p:attrName>style.visibility</p:attrName>
                                        </p:attrNameLst>
                                      </p:cBhvr>
                                      <p:to>
                                        <p:strVal val="hidden"/>
                                      </p:to>
                                    </p:set>
                                  </p:childTnLst>
                                </p:cTn>
                              </p:par>
                            </p:childTnLst>
                          </p:cTn>
                        </p:par>
                      </p:childTnLst>
                    </p:cTn>
                  </p:par>
                  <p:par>
                    <p:cTn id="381" fill="hold">
                      <p:stCondLst>
                        <p:cond delay="indefinite"/>
                      </p:stCondLst>
                      <p:childTnLst>
                        <p:par>
                          <p:cTn id="382" fill="hold">
                            <p:stCondLst>
                              <p:cond delay="0"/>
                            </p:stCondLst>
                            <p:childTnLst>
                              <p:par>
                                <p:cTn id="383" nodeType="clickEffect" fill="hold" presetClass="entr" presetID="5" presetSubtype="10">
                                  <p:stCondLst>
                                    <p:cond delay="0"/>
                                  </p:stCondLst>
                                  <p:childTnLst>
                                    <p:set>
                                      <p:cBhvr>
                                        <p:cTn id="384" dur="1" fill="hold">
                                          <p:stCondLst>
                                            <p:cond delay="0"/>
                                          </p:stCondLst>
                                        </p:cTn>
                                        <p:tgtEl>
                                          <p:spTgt spid="326"/>
                                        </p:tgtEl>
                                        <p:attrNameLst>
                                          <p:attrName>style.visibility</p:attrName>
                                        </p:attrNameLst>
                                      </p:cBhvr>
                                      <p:to>
                                        <p:strVal val="visible"/>
                                      </p:to>
                                    </p:set>
                                    <p:animEffect filter="checkerboard(across)" transition="in">
                                      <p:cBhvr additive="repl">
                                        <p:cTn id="385" dur="500"/>
                                        <p:tgtEl>
                                          <p:spTgt spid="326"/>
                                        </p:tgtEl>
                                      </p:cBhvr>
                                    </p:animEffect>
                                  </p:childTnLst>
                                </p:cTn>
                              </p:par>
                            </p:childTnLst>
                          </p:cTn>
                        </p:par>
                        <p:par>
                          <p:cTn id="386" fill="hold">
                            <p:stCondLst>
                              <p:cond delay="500"/>
                            </p:stCondLst>
                            <p:childTnLst>
                              <p:par>
                                <p:cTn id="387" nodeType="afterEffect" fill="hold" presetClass="entr" presetID="5" presetSubtype="10">
                                  <p:stCondLst>
                                    <p:cond delay="0"/>
                                  </p:stCondLst>
                                  <p:childTnLst>
                                    <p:set>
                                      <p:cBhvr>
                                        <p:cTn id="388" dur="1" fill="hold">
                                          <p:stCondLst>
                                            <p:cond delay="0"/>
                                          </p:stCondLst>
                                        </p:cTn>
                                        <p:tgtEl>
                                          <p:spTgt spid="327"/>
                                        </p:tgtEl>
                                        <p:attrNameLst>
                                          <p:attrName>style.visibility</p:attrName>
                                        </p:attrNameLst>
                                      </p:cBhvr>
                                      <p:to>
                                        <p:strVal val="visible"/>
                                      </p:to>
                                    </p:set>
                                    <p:animEffect filter="checkerboard(across)" transition="in">
                                      <p:cBhvr additive="repl">
                                        <p:cTn id="389" dur="500"/>
                                        <p:tgtEl>
                                          <p:spTgt spid="327"/>
                                        </p:tgtEl>
                                      </p:cBhvr>
                                    </p:animEffect>
                                  </p:childTnLst>
                                </p:cTn>
                              </p:par>
                            </p:childTnLst>
                          </p:cTn>
                        </p:par>
                        <p:par>
                          <p:cTn id="390" fill="hold">
                            <p:stCondLst>
                              <p:cond delay="1000"/>
                            </p:stCondLst>
                            <p:childTnLst>
                              <p:par>
                                <p:cTn id="391" nodeType="afterEffect" fill="hold" presetClass="entr" presetID="5" presetSubtype="10">
                                  <p:stCondLst>
                                    <p:cond delay="0"/>
                                  </p:stCondLst>
                                  <p:childTnLst>
                                    <p:set>
                                      <p:cBhvr>
                                        <p:cTn id="392" dur="1" fill="hold">
                                          <p:stCondLst>
                                            <p:cond delay="0"/>
                                          </p:stCondLst>
                                        </p:cTn>
                                        <p:tgtEl>
                                          <p:spTgt spid="331"/>
                                        </p:tgtEl>
                                        <p:attrNameLst>
                                          <p:attrName>style.visibility</p:attrName>
                                        </p:attrNameLst>
                                      </p:cBhvr>
                                      <p:to>
                                        <p:strVal val="visible"/>
                                      </p:to>
                                    </p:set>
                                    <p:animEffect filter="checkerboard(across)" transition="in">
                                      <p:cBhvr additive="repl">
                                        <p:cTn id="393" dur="500"/>
                                        <p:tgtEl>
                                          <p:spTgt spid="331"/>
                                        </p:tgtEl>
                                      </p:cBhvr>
                                    </p:animEffect>
                                  </p:childTnLst>
                                </p:cTn>
                              </p:par>
                            </p:childTnLst>
                          </p:cTn>
                        </p:par>
                        <p:par>
                          <p:cTn id="394" fill="hold">
                            <p:stCondLst>
                              <p:cond delay="1500"/>
                            </p:stCondLst>
                            <p:childTnLst>
                              <p:par>
                                <p:cTn id="395" nodeType="afterEffect" fill="hold" presetClass="entr" presetID="5" presetSubtype="10">
                                  <p:stCondLst>
                                    <p:cond delay="0"/>
                                  </p:stCondLst>
                                  <p:childTnLst>
                                    <p:set>
                                      <p:cBhvr>
                                        <p:cTn id="396" dur="1" fill="hold">
                                          <p:stCondLst>
                                            <p:cond delay="0"/>
                                          </p:stCondLst>
                                        </p:cTn>
                                        <p:tgtEl>
                                          <p:spTgt spid="330"/>
                                        </p:tgtEl>
                                        <p:attrNameLst>
                                          <p:attrName>style.visibility</p:attrName>
                                        </p:attrNameLst>
                                      </p:cBhvr>
                                      <p:to>
                                        <p:strVal val="visible"/>
                                      </p:to>
                                    </p:set>
                                    <p:animEffect filter="checkerboard(across)" transition="in">
                                      <p:cBhvr additive="repl">
                                        <p:cTn id="397" dur="500"/>
                                        <p:tgtEl>
                                          <p:spTgt spid="3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Rectangle 4"/>
          <p:cNvSpPr/>
          <p:nvPr/>
        </p:nvSpPr>
        <p:spPr>
          <a:xfrm>
            <a:off x="285840" y="1214280"/>
            <a:ext cx="8642160" cy="575640"/>
          </a:xfrm>
          <a:prstGeom prst="rect">
            <a:avLst/>
          </a:prstGeom>
          <a:noFill/>
          <a:ln w="9525">
            <a:noFill/>
          </a:ln>
        </p:spPr>
        <p:style>
          <a:lnRef idx="0"/>
          <a:fillRef idx="0"/>
          <a:effectRef idx="0"/>
          <a:fontRef idx="minor"/>
        </p:style>
        <p:txBody>
          <a:bodyPr lIns="90000" rIns="90000" tIns="45000" bIns="45000" anchor="ctr">
            <a:noAutofit/>
          </a:bodyPr>
          <a:p>
            <a:pPr marL="1117440" indent="-1117440" algn="ctr" defTabSz="914400">
              <a:lnSpc>
                <a:spcPct val="100000"/>
              </a:lnSpc>
              <a:spcBef>
                <a:spcPts val="400"/>
              </a:spcBef>
              <a:tabLst>
                <a:tab algn="l" pos="0"/>
              </a:tabLst>
            </a:pPr>
            <a:r>
              <a:rPr b="1" lang="fr-FR" sz="3200" spc="-1" strike="noStrike">
                <a:solidFill>
                  <a:schemeClr val="accent5">
                    <a:lumMod val="10000"/>
                  </a:schemeClr>
                </a:solidFill>
                <a:latin typeface="Times New Roman"/>
              </a:rPr>
              <a:t>Formes destinées à la voie parentérale</a:t>
            </a:r>
            <a:endParaRPr b="0" lang="en-US" sz="3200" spc="-1" strike="noStrike">
              <a:solidFill>
                <a:srgbClr val="000000"/>
              </a:solidFill>
              <a:latin typeface="Calibri"/>
            </a:endParaRPr>
          </a:p>
        </p:txBody>
      </p:sp>
      <p:sp>
        <p:nvSpPr>
          <p:cNvPr id="333" name="PlaceHolder 1"/>
          <p:cNvSpPr>
            <a:spLocks noGrp="1"/>
          </p:cNvSpPr>
          <p:nvPr>
            <p:ph type="sldNum" idx="63"/>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26E83922-76F4-43B9-AB71-9AAD32CFFB9E}" type="slidenum">
              <a:rPr b="0" lang="fr-FR" sz="1200" spc="-1" strike="noStrike">
                <a:solidFill>
                  <a:srgbClr val="000000"/>
                </a:solidFill>
                <a:latin typeface="Arial Black"/>
              </a:rPr>
              <a:t>20</a:t>
            </a:fld>
            <a:endParaRPr b="0" lang="en-US" sz="1200" spc="-1" strike="noStrike">
              <a:solidFill>
                <a:srgbClr val="000000"/>
              </a:solidFill>
              <a:latin typeface="Calibri"/>
            </a:endParaRPr>
          </a:p>
        </p:txBody>
      </p:sp>
      <p:pic>
        <p:nvPicPr>
          <p:cNvPr id="334" name="Picture 3" descr=""/>
          <p:cNvPicPr/>
          <p:nvPr/>
        </p:nvPicPr>
        <p:blipFill>
          <a:blip r:embed="rId1"/>
          <a:srcRect l="0" t="0" r="87691" b="0"/>
          <a:stretch/>
        </p:blipFill>
        <p:spPr>
          <a:xfrm>
            <a:off x="0" y="0"/>
            <a:ext cx="1071000" cy="1152000"/>
          </a:xfrm>
          <a:prstGeom prst="rect">
            <a:avLst/>
          </a:prstGeom>
          <a:noFill/>
          <a:ln w="9525">
            <a:noFill/>
          </a:ln>
        </p:spPr>
      </p:pic>
      <p:sp>
        <p:nvSpPr>
          <p:cNvPr id="335" name="Rectangle à coins arrondis 7"/>
          <p:cNvSpPr/>
          <p:nvPr/>
        </p:nvSpPr>
        <p:spPr>
          <a:xfrm>
            <a:off x="1071360" y="142920"/>
            <a:ext cx="7572240" cy="856800"/>
          </a:xfrm>
          <a:prstGeom prst="roundRect">
            <a:avLst>
              <a:gd name="adj" fmla="val 16667"/>
            </a:avLst>
          </a:prstGeom>
          <a:solidFill>
            <a:schemeClr val="accent2">
              <a:lumMod val="75000"/>
            </a:schemeClr>
          </a:soli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r>
              <a:rPr b="1" lang="fr-FR" sz="3200" spc="-1" strike="noStrike">
                <a:solidFill>
                  <a:srgbClr val="ffff00"/>
                </a:solidFill>
                <a:latin typeface="Times New Roman"/>
              </a:rPr>
              <a:t>Formes galéniques des médicaments</a:t>
            </a:r>
            <a:endParaRPr b="0" lang="en-US" sz="3200" spc="-1" strike="noStrike">
              <a:solidFill>
                <a:srgbClr val="ffffff"/>
              </a:solidFill>
              <a:latin typeface="Calibri"/>
            </a:endParaRPr>
          </a:p>
        </p:txBody>
      </p:sp>
      <p:pic>
        <p:nvPicPr>
          <p:cNvPr id="336" name="Picture 3" descr=""/>
          <p:cNvPicPr/>
          <p:nvPr/>
        </p:nvPicPr>
        <p:blipFill>
          <a:blip r:embed="rId2"/>
          <a:stretch/>
        </p:blipFill>
        <p:spPr>
          <a:xfrm>
            <a:off x="285840" y="1785960"/>
            <a:ext cx="8429400" cy="1499760"/>
          </a:xfrm>
          <a:prstGeom prst="rect">
            <a:avLst/>
          </a:prstGeom>
          <a:noFill/>
          <a:ln w="9525">
            <a:noFill/>
          </a:ln>
        </p:spPr>
      </p:pic>
      <p:sp>
        <p:nvSpPr>
          <p:cNvPr id="337" name="Rectangle 9"/>
          <p:cNvSpPr/>
          <p:nvPr/>
        </p:nvSpPr>
        <p:spPr>
          <a:xfrm>
            <a:off x="0" y="3357720"/>
            <a:ext cx="4571640" cy="1552680"/>
          </a:xfrm>
          <a:prstGeom prst="rect">
            <a:avLst/>
          </a:prstGeom>
          <a:noFill/>
          <a:ln w="0">
            <a:noFill/>
          </a:ln>
        </p:spPr>
        <p:style>
          <a:lnRef idx="0"/>
          <a:fillRef idx="0"/>
          <a:effectRef idx="0"/>
          <a:fontRef idx="minor"/>
        </p:style>
        <p:txBody>
          <a:bodyPr lIns="90000" rIns="90000" tIns="45000" bIns="45000" anchor="t">
            <a:spAutoFit/>
          </a:bodyPr>
          <a:p>
            <a:pPr indent="-216000" defTabSz="914400">
              <a:lnSpc>
                <a:spcPct val="100000"/>
              </a:lnSpc>
              <a:buClr>
                <a:srgbClr val="000000"/>
              </a:buClr>
              <a:buFont typeface="Symbol" charset="2"/>
              <a:buChar char=""/>
            </a:pPr>
            <a:r>
              <a:rPr b="0" lang="fr-FR" sz="1800" spc="-1" strike="noStrike">
                <a:solidFill>
                  <a:schemeClr val="dk1"/>
                </a:solidFill>
                <a:latin typeface="Times New Roman"/>
              </a:rPr>
              <a:t> </a:t>
            </a:r>
            <a:r>
              <a:rPr b="1" lang="fr-FR" sz="2400" spc="-1" strike="noStrike">
                <a:solidFill>
                  <a:schemeClr val="dk1"/>
                </a:solidFill>
                <a:latin typeface="Times New Roman"/>
              </a:rPr>
              <a:t>Ampoules</a:t>
            </a:r>
            <a:endParaRPr b="0" lang="en-US" sz="2400" spc="-1" strike="noStrike">
              <a:solidFill>
                <a:srgbClr val="000000"/>
              </a:solidFill>
              <a:latin typeface="Calibri"/>
            </a:endParaRPr>
          </a:p>
          <a:p>
            <a:pPr indent="-216000" defTabSz="914400">
              <a:lnSpc>
                <a:spcPct val="100000"/>
              </a:lnSpc>
              <a:buClr>
                <a:srgbClr val="000000"/>
              </a:buClr>
              <a:buFont typeface="Symbol" charset="2"/>
              <a:buChar char=""/>
            </a:pPr>
            <a:r>
              <a:rPr b="1" lang="fr-FR" sz="2400" spc="-1" strike="noStrike">
                <a:solidFill>
                  <a:schemeClr val="dk1"/>
                </a:solidFill>
                <a:latin typeface="Times New Roman"/>
              </a:rPr>
              <a:t> </a:t>
            </a:r>
            <a:r>
              <a:rPr b="1" lang="fr-FR" sz="2400" spc="-1" strike="noStrike">
                <a:solidFill>
                  <a:schemeClr val="dk1"/>
                </a:solidFill>
                <a:latin typeface="Times New Roman"/>
              </a:rPr>
              <a:t>Flacon en verre </a:t>
            </a:r>
            <a:endParaRPr b="0" lang="en-US" sz="2400" spc="-1" strike="noStrike">
              <a:solidFill>
                <a:srgbClr val="000000"/>
              </a:solidFill>
              <a:latin typeface="Calibri"/>
            </a:endParaRPr>
          </a:p>
          <a:p>
            <a:pPr indent="-216000" defTabSz="914400">
              <a:lnSpc>
                <a:spcPct val="100000"/>
              </a:lnSpc>
              <a:buClr>
                <a:srgbClr val="000000"/>
              </a:buClr>
              <a:buFont typeface="Symbol" charset="2"/>
              <a:buChar char=""/>
            </a:pPr>
            <a:r>
              <a:rPr b="1" lang="fr-FR" sz="2400" spc="-1" strike="noStrike">
                <a:solidFill>
                  <a:schemeClr val="dk1"/>
                </a:solidFill>
                <a:latin typeface="Times New Roman"/>
              </a:rPr>
              <a:t> </a:t>
            </a:r>
            <a:r>
              <a:rPr b="1" lang="fr-FR" sz="2400" spc="-1" strike="noStrike">
                <a:solidFill>
                  <a:schemeClr val="dk1"/>
                </a:solidFill>
                <a:latin typeface="Times New Roman"/>
              </a:rPr>
              <a:t>Flacon en verre + solvant</a:t>
            </a:r>
            <a:endParaRPr b="0" lang="en-US" sz="2400" spc="-1" strike="noStrike">
              <a:solidFill>
                <a:srgbClr val="000000"/>
              </a:solidFill>
              <a:latin typeface="Calibri"/>
            </a:endParaRPr>
          </a:p>
          <a:p>
            <a:pPr indent="-216000" defTabSz="914400">
              <a:lnSpc>
                <a:spcPct val="100000"/>
              </a:lnSpc>
              <a:buClr>
                <a:srgbClr val="000000"/>
              </a:buClr>
              <a:buFont typeface="Symbol" charset="2"/>
              <a:buChar char=""/>
            </a:pPr>
            <a:r>
              <a:rPr b="1" lang="fr-FR" sz="2400" spc="-1" strike="noStrike">
                <a:solidFill>
                  <a:schemeClr val="dk1"/>
                </a:solidFill>
                <a:latin typeface="Times New Roman"/>
              </a:rPr>
              <a:t> </a:t>
            </a:r>
            <a:r>
              <a:rPr b="1" lang="fr-FR" sz="2400" spc="-1" strike="noStrike">
                <a:solidFill>
                  <a:schemeClr val="dk1"/>
                </a:solidFill>
                <a:latin typeface="Times New Roman"/>
              </a:rPr>
              <a:t>Seringue pré remplie</a:t>
            </a:r>
            <a:endParaRPr b="0" lang="en-US" sz="2400" spc="-1" strike="noStrike">
              <a:solidFill>
                <a:srgbClr val="000000"/>
              </a:solidFill>
              <a:latin typeface="Calibri"/>
            </a:endParaRPr>
          </a:p>
        </p:txBody>
      </p:sp>
      <p:pic>
        <p:nvPicPr>
          <p:cNvPr id="338" name="Picture 2" descr=""/>
          <p:cNvPicPr/>
          <p:nvPr/>
        </p:nvPicPr>
        <p:blipFill>
          <a:blip r:embed="rId3"/>
          <a:srcRect l="1266" t="0" r="-129" b="0"/>
          <a:stretch/>
        </p:blipFill>
        <p:spPr>
          <a:xfrm>
            <a:off x="3571920" y="3143160"/>
            <a:ext cx="5571720" cy="3071520"/>
          </a:xfrm>
          <a:prstGeom prst="rect">
            <a:avLst/>
          </a:prstGeom>
          <a:noFill/>
          <a:ln w="9525">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sldNum" idx="64"/>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BDF7BE55-9D21-45A2-B9AF-E775E606A51B}" type="slidenum">
              <a:rPr b="0" lang="fr-FR" sz="1200" spc="-1" strike="noStrike">
                <a:solidFill>
                  <a:srgbClr val="000000"/>
                </a:solidFill>
                <a:latin typeface="Arial Black"/>
              </a:rPr>
              <a:t>20</a:t>
            </a:fld>
            <a:endParaRPr b="0" lang="en-US" sz="1200" spc="-1" strike="noStrike">
              <a:solidFill>
                <a:srgbClr val="000000"/>
              </a:solidFill>
              <a:latin typeface="Calibri"/>
            </a:endParaRPr>
          </a:p>
        </p:txBody>
      </p:sp>
      <p:pic>
        <p:nvPicPr>
          <p:cNvPr id="340" name="Picture 3" descr=""/>
          <p:cNvPicPr/>
          <p:nvPr/>
        </p:nvPicPr>
        <p:blipFill>
          <a:blip r:embed="rId1"/>
          <a:srcRect l="0" t="0" r="87691" b="0"/>
          <a:stretch/>
        </p:blipFill>
        <p:spPr>
          <a:xfrm>
            <a:off x="0" y="0"/>
            <a:ext cx="1071000" cy="1152000"/>
          </a:xfrm>
          <a:prstGeom prst="rect">
            <a:avLst/>
          </a:prstGeom>
          <a:noFill/>
          <a:ln w="9525">
            <a:noFill/>
          </a:ln>
        </p:spPr>
      </p:pic>
      <p:sp>
        <p:nvSpPr>
          <p:cNvPr id="341" name="Rectangle à coins arrondis 17"/>
          <p:cNvSpPr/>
          <p:nvPr/>
        </p:nvSpPr>
        <p:spPr>
          <a:xfrm>
            <a:off x="1071360" y="142920"/>
            <a:ext cx="7572240" cy="856800"/>
          </a:xfrm>
          <a:prstGeom prst="roundRect">
            <a:avLst>
              <a:gd name="adj" fmla="val 16667"/>
            </a:avLst>
          </a:prstGeom>
          <a:solidFill>
            <a:schemeClr val="accent2">
              <a:lumMod val="75000"/>
            </a:schemeClr>
          </a:soli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r>
              <a:rPr b="1" lang="fr-FR" sz="3200" spc="-1" strike="noStrike">
                <a:solidFill>
                  <a:srgbClr val="ffff00"/>
                </a:solidFill>
                <a:latin typeface="Times New Roman"/>
              </a:rPr>
              <a:t>Formes galéniques des médicaments</a:t>
            </a:r>
            <a:endParaRPr b="0" lang="en-US" sz="3200" spc="-1" strike="noStrike">
              <a:solidFill>
                <a:srgbClr val="ffffff"/>
              </a:solidFill>
              <a:latin typeface="Calibri"/>
            </a:endParaRPr>
          </a:p>
        </p:txBody>
      </p:sp>
      <p:sp>
        <p:nvSpPr>
          <p:cNvPr id="342" name="Ellipse 7"/>
          <p:cNvSpPr/>
          <p:nvPr/>
        </p:nvSpPr>
        <p:spPr>
          <a:xfrm>
            <a:off x="0" y="1714320"/>
            <a:ext cx="2928600" cy="731160"/>
          </a:xfrm>
          <a:prstGeom prst="ellipse">
            <a:avLst/>
          </a:prstGeom>
          <a:solidFill>
            <a:srgbClr val="ffffff"/>
          </a:solidFill>
          <a:ln>
            <a:solidFill>
              <a:srgbClr val="9999cc"/>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gn="ctr" defTabSz="914400">
              <a:lnSpc>
                <a:spcPct val="100000"/>
              </a:lnSpc>
              <a:spcBef>
                <a:spcPts val="561"/>
              </a:spcBef>
            </a:pPr>
            <a:r>
              <a:rPr b="1" lang="fr-FR" sz="2800" spc="-1" strike="noStrike">
                <a:solidFill>
                  <a:schemeClr val="dk1"/>
                </a:solidFill>
                <a:latin typeface="Times New Roman"/>
              </a:rPr>
              <a:t>Sublinguale</a:t>
            </a:r>
            <a:endParaRPr b="0" lang="en-US" sz="2800" spc="-1" strike="noStrike">
              <a:solidFill>
                <a:srgbClr val="000000"/>
              </a:solidFill>
              <a:latin typeface="Calibri"/>
            </a:endParaRPr>
          </a:p>
        </p:txBody>
      </p:sp>
      <p:sp>
        <p:nvSpPr>
          <p:cNvPr id="343" name="Rectangle à coins arrondis 8"/>
          <p:cNvSpPr/>
          <p:nvPr/>
        </p:nvSpPr>
        <p:spPr>
          <a:xfrm>
            <a:off x="2857320" y="1785960"/>
            <a:ext cx="2857320" cy="504720"/>
          </a:xfrm>
          <a:prstGeom prst="roundRect">
            <a:avLst>
              <a:gd name="adj" fmla="val 16667"/>
            </a:avLst>
          </a:prstGeom>
          <a:solidFill>
            <a:srgbClr val="ffffff"/>
          </a:solidFill>
          <a:ln>
            <a:solidFill>
              <a:srgbClr val="000000"/>
            </a:solidFill>
            <a:round/>
          </a:ln>
        </p:spPr>
        <p:style>
          <a:lnRef idx="2">
            <a:schemeClr val="accent4"/>
          </a:lnRef>
          <a:fillRef idx="1">
            <a:schemeClr val="lt1"/>
          </a:fillRef>
          <a:effectRef idx="0">
            <a:schemeClr val="accent4"/>
          </a:effectRef>
          <a:fontRef idx="minor"/>
        </p:style>
        <p:txBody>
          <a:bodyPr lIns="90000" rIns="90000" tIns="45000" bIns="45000" anchor="t">
            <a:spAutoFit/>
          </a:bodyPr>
          <a:p>
            <a:pPr defTabSz="914400">
              <a:lnSpc>
                <a:spcPct val="100000"/>
              </a:lnSpc>
            </a:pPr>
            <a:r>
              <a:rPr b="0" lang="fr-FR" sz="2400" spc="-1" strike="noStrike">
                <a:solidFill>
                  <a:srgbClr val="000000"/>
                </a:solidFill>
                <a:latin typeface="Times New Roman"/>
              </a:rPr>
              <a:t>Comprimé</a:t>
            </a:r>
            <a:endParaRPr b="0" lang="en-US" sz="2400" spc="-1" strike="noStrike">
              <a:solidFill>
                <a:srgbClr val="000000"/>
              </a:solidFill>
              <a:latin typeface="Calibri"/>
            </a:endParaRPr>
          </a:p>
        </p:txBody>
      </p:sp>
      <p:sp>
        <p:nvSpPr>
          <p:cNvPr id="344" name="Ellipse 10"/>
          <p:cNvSpPr/>
          <p:nvPr/>
        </p:nvSpPr>
        <p:spPr>
          <a:xfrm>
            <a:off x="0" y="2714760"/>
            <a:ext cx="1999800" cy="731160"/>
          </a:xfrm>
          <a:prstGeom prst="ellipse">
            <a:avLst/>
          </a:prstGeom>
          <a:solidFill>
            <a:srgbClr val="ffffff"/>
          </a:solidFill>
          <a:ln>
            <a:solidFill>
              <a:srgbClr val="9999cc"/>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gn="ctr" defTabSz="914400">
              <a:lnSpc>
                <a:spcPct val="100000"/>
              </a:lnSpc>
              <a:spcBef>
                <a:spcPts val="561"/>
              </a:spcBef>
            </a:pPr>
            <a:r>
              <a:rPr b="1" lang="fr-FR" sz="2800" spc="-1" strike="noStrike">
                <a:solidFill>
                  <a:schemeClr val="dk1"/>
                </a:solidFill>
                <a:latin typeface="Times New Roman"/>
              </a:rPr>
              <a:t>Rectale</a:t>
            </a:r>
            <a:r>
              <a:rPr b="1" lang="fr-FR" sz="2800" spc="-1" strike="noStrike">
                <a:solidFill>
                  <a:srgbClr val="ff0000"/>
                </a:solidFill>
                <a:latin typeface="Times New Roman"/>
              </a:rPr>
              <a:t> </a:t>
            </a:r>
            <a:endParaRPr b="0" lang="en-US" sz="2800" spc="-1" strike="noStrike">
              <a:solidFill>
                <a:srgbClr val="000000"/>
              </a:solidFill>
              <a:latin typeface="Calibri"/>
            </a:endParaRPr>
          </a:p>
        </p:txBody>
      </p:sp>
      <p:sp>
        <p:nvSpPr>
          <p:cNvPr id="345" name="Rectangle à coins arrondis 11"/>
          <p:cNvSpPr/>
          <p:nvPr/>
        </p:nvSpPr>
        <p:spPr>
          <a:xfrm>
            <a:off x="1928880" y="2643120"/>
            <a:ext cx="7000560" cy="910080"/>
          </a:xfrm>
          <a:prstGeom prst="roundRect">
            <a:avLst>
              <a:gd name="adj" fmla="val 16667"/>
            </a:avLst>
          </a:prstGeom>
          <a:solidFill>
            <a:srgbClr val="ffffff"/>
          </a:solidFill>
          <a:ln>
            <a:solidFill>
              <a:srgbClr val="000000"/>
            </a:solidFill>
            <a:round/>
          </a:ln>
        </p:spPr>
        <p:style>
          <a:lnRef idx="2">
            <a:schemeClr val="accent4"/>
          </a:lnRef>
          <a:fillRef idx="1">
            <a:schemeClr val="lt1"/>
          </a:fillRef>
          <a:effectRef idx="0">
            <a:schemeClr val="accent4"/>
          </a:effectRef>
          <a:fontRef idx="minor"/>
        </p:style>
        <p:txBody>
          <a:bodyPr lIns="90000" rIns="90000" tIns="45000" bIns="45000" anchor="t">
            <a:spAutoFit/>
          </a:bodyPr>
          <a:p>
            <a:pPr defTabSz="914400">
              <a:lnSpc>
                <a:spcPct val="100000"/>
              </a:lnSpc>
              <a:spcBef>
                <a:spcPts val="479"/>
              </a:spcBef>
            </a:pPr>
            <a:r>
              <a:rPr b="0" lang="fr-FR" sz="2400" spc="-1" strike="noStrike">
                <a:solidFill>
                  <a:schemeClr val="dk1"/>
                </a:solidFill>
                <a:latin typeface="Times New Roman"/>
              </a:rPr>
              <a:t>Capsule rectale, Pommade rectale, Solution à usage rectal, Suppositoire</a:t>
            </a:r>
            <a:endParaRPr b="0" lang="en-US" sz="2400" spc="-1" strike="noStrike">
              <a:solidFill>
                <a:srgbClr val="000000"/>
              </a:solidFill>
              <a:latin typeface="Calibri"/>
            </a:endParaRPr>
          </a:p>
        </p:txBody>
      </p:sp>
      <p:sp>
        <p:nvSpPr>
          <p:cNvPr id="346" name="Rectangle 5"/>
          <p:cNvSpPr/>
          <p:nvPr/>
        </p:nvSpPr>
        <p:spPr>
          <a:xfrm>
            <a:off x="179280" y="857160"/>
            <a:ext cx="8964360" cy="928440"/>
          </a:xfrm>
          <a:prstGeom prst="rect">
            <a:avLst/>
          </a:prstGeom>
          <a:noFill/>
          <a:ln w="9525">
            <a:noFill/>
          </a:ln>
        </p:spPr>
        <p:style>
          <a:lnRef idx="0"/>
          <a:fillRef idx="0"/>
          <a:effectRef idx="0"/>
          <a:fontRef idx="minor"/>
        </p:style>
        <p:txBody>
          <a:bodyPr lIns="90000" rIns="90000" tIns="45000" bIns="45000" anchor="ctr">
            <a:noAutofit/>
          </a:bodyPr>
          <a:p>
            <a:pPr marL="1117440" indent="-1117440" algn="ctr" defTabSz="914400">
              <a:lnSpc>
                <a:spcPct val="100000"/>
              </a:lnSpc>
              <a:tabLst>
                <a:tab algn="l" pos="0"/>
              </a:tabLst>
            </a:pPr>
            <a:r>
              <a:rPr b="1" lang="fr-FR" sz="2800" spc="-1" strike="noStrike">
                <a:solidFill>
                  <a:schemeClr val="accent5">
                    <a:lumMod val="10000"/>
                  </a:schemeClr>
                </a:solidFill>
                <a:latin typeface="Times New Roman"/>
              </a:rPr>
              <a:t>Formes destinées à la voie transmuqueuse</a:t>
            </a:r>
            <a:endParaRPr b="0" lang="en-US" sz="2800" spc="-1" strike="noStrike">
              <a:solidFill>
                <a:srgbClr val="000000"/>
              </a:solidFill>
              <a:latin typeface="Calibri"/>
            </a:endParaRPr>
          </a:p>
        </p:txBody>
      </p:sp>
      <p:sp>
        <p:nvSpPr>
          <p:cNvPr id="347" name="Ellipse 19"/>
          <p:cNvSpPr/>
          <p:nvPr/>
        </p:nvSpPr>
        <p:spPr>
          <a:xfrm>
            <a:off x="0" y="3836160"/>
            <a:ext cx="2071440" cy="731160"/>
          </a:xfrm>
          <a:prstGeom prst="ellipse">
            <a:avLst/>
          </a:prstGeom>
          <a:solidFill>
            <a:srgbClr val="ffffff"/>
          </a:solidFill>
          <a:ln>
            <a:solidFill>
              <a:srgbClr val="9999cc"/>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gn="ctr" defTabSz="914400">
              <a:lnSpc>
                <a:spcPct val="100000"/>
              </a:lnSpc>
              <a:spcBef>
                <a:spcPts val="561"/>
              </a:spcBef>
            </a:pPr>
            <a:r>
              <a:rPr b="1" lang="fr-FR" sz="2800" spc="-1" strike="noStrike">
                <a:solidFill>
                  <a:schemeClr val="dk1"/>
                </a:solidFill>
                <a:latin typeface="Times New Roman"/>
              </a:rPr>
              <a:t>vaginale</a:t>
            </a:r>
            <a:r>
              <a:rPr b="1" lang="fr-FR" sz="2800" spc="-1" strike="noStrike">
                <a:solidFill>
                  <a:srgbClr val="ff0000"/>
                </a:solidFill>
                <a:latin typeface="Times New Roman"/>
              </a:rPr>
              <a:t> </a:t>
            </a:r>
            <a:endParaRPr b="0" lang="en-US" sz="2800" spc="-1" strike="noStrike">
              <a:solidFill>
                <a:srgbClr val="000000"/>
              </a:solidFill>
              <a:latin typeface="Calibri"/>
            </a:endParaRPr>
          </a:p>
        </p:txBody>
      </p:sp>
      <p:sp>
        <p:nvSpPr>
          <p:cNvPr id="348" name="Rectangle à coins arrondis 20"/>
          <p:cNvSpPr/>
          <p:nvPr/>
        </p:nvSpPr>
        <p:spPr>
          <a:xfrm>
            <a:off x="2071800" y="3929040"/>
            <a:ext cx="6929280" cy="504720"/>
          </a:xfrm>
          <a:prstGeom prst="roundRect">
            <a:avLst>
              <a:gd name="adj" fmla="val 16667"/>
            </a:avLst>
          </a:prstGeom>
          <a:solidFill>
            <a:srgbClr val="ffffff"/>
          </a:solidFill>
          <a:ln>
            <a:solidFill>
              <a:srgbClr val="000000"/>
            </a:solidFill>
            <a:round/>
          </a:ln>
        </p:spPr>
        <p:style>
          <a:lnRef idx="2">
            <a:schemeClr val="accent4"/>
          </a:lnRef>
          <a:fillRef idx="1">
            <a:schemeClr val="lt1"/>
          </a:fillRef>
          <a:effectRef idx="0">
            <a:schemeClr val="accent4"/>
          </a:effectRef>
          <a:fontRef idx="minor"/>
        </p:style>
        <p:txBody>
          <a:bodyPr lIns="90000" rIns="90000" tIns="45000" bIns="45000" anchor="t">
            <a:spAutoFit/>
          </a:bodyPr>
          <a:p>
            <a:pPr defTabSz="914400">
              <a:lnSpc>
                <a:spcPct val="100000"/>
              </a:lnSpc>
              <a:spcBef>
                <a:spcPts val="479"/>
              </a:spcBef>
            </a:pPr>
            <a:r>
              <a:rPr b="0" lang="fr-FR" sz="2400" spc="-1" strike="noStrike">
                <a:solidFill>
                  <a:schemeClr val="dk1"/>
                </a:solidFill>
                <a:latin typeface="Times New Roman"/>
              </a:rPr>
              <a:t>Capsule vaginale, Comprimé vaginal, Ovule </a:t>
            </a:r>
            <a:endParaRPr b="0" lang="en-US" sz="2400" spc="-1" strike="noStrike">
              <a:solidFill>
                <a:srgbClr val="000000"/>
              </a:solidFill>
              <a:latin typeface="Calibri"/>
            </a:endParaRPr>
          </a:p>
        </p:txBody>
      </p:sp>
      <p:pic>
        <p:nvPicPr>
          <p:cNvPr id="349" name="Picture 2" descr=""/>
          <p:cNvPicPr/>
          <p:nvPr/>
        </p:nvPicPr>
        <p:blipFill>
          <a:blip r:embed="rId2"/>
          <a:stretch/>
        </p:blipFill>
        <p:spPr>
          <a:xfrm>
            <a:off x="2928960" y="3643200"/>
            <a:ext cx="3533400" cy="1800000"/>
          </a:xfrm>
          <a:prstGeom prst="rect">
            <a:avLst/>
          </a:prstGeom>
          <a:noFill/>
          <a:ln w="9525">
            <a:noFill/>
          </a:ln>
        </p:spPr>
      </p:pic>
      <p:sp>
        <p:nvSpPr>
          <p:cNvPr id="350" name="Ellipse 21"/>
          <p:cNvSpPr/>
          <p:nvPr/>
        </p:nvSpPr>
        <p:spPr>
          <a:xfrm>
            <a:off x="0" y="4714920"/>
            <a:ext cx="3357360" cy="989640"/>
          </a:xfrm>
          <a:prstGeom prst="ellipse">
            <a:avLst/>
          </a:prstGeom>
          <a:solidFill>
            <a:srgbClr val="ffffff"/>
          </a:solidFill>
          <a:ln>
            <a:solidFill>
              <a:srgbClr val="9999cc"/>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gn="ctr" defTabSz="914400">
              <a:lnSpc>
                <a:spcPct val="100000"/>
              </a:lnSpc>
              <a:spcBef>
                <a:spcPts val="400"/>
              </a:spcBef>
            </a:pPr>
            <a:r>
              <a:rPr b="1" lang="fr-FR" sz="2000" spc="-1" strike="noStrike">
                <a:solidFill>
                  <a:schemeClr val="dk1"/>
                </a:solidFill>
                <a:latin typeface="Times New Roman"/>
              </a:rPr>
              <a:t>Aériennes supérieures et ORL</a:t>
            </a:r>
            <a:endParaRPr b="0" lang="en-US" sz="2000" spc="-1" strike="noStrike">
              <a:solidFill>
                <a:srgbClr val="000000"/>
              </a:solidFill>
              <a:latin typeface="Calibri"/>
            </a:endParaRPr>
          </a:p>
        </p:txBody>
      </p:sp>
      <p:sp>
        <p:nvSpPr>
          <p:cNvPr id="351" name="Rectangle à coins arrondis 22"/>
          <p:cNvSpPr/>
          <p:nvPr/>
        </p:nvSpPr>
        <p:spPr>
          <a:xfrm>
            <a:off x="3071880" y="4714920"/>
            <a:ext cx="5928840" cy="910080"/>
          </a:xfrm>
          <a:prstGeom prst="roundRect">
            <a:avLst>
              <a:gd name="adj" fmla="val 16667"/>
            </a:avLst>
          </a:prstGeom>
          <a:solidFill>
            <a:srgbClr val="ffffff"/>
          </a:solidFill>
          <a:ln>
            <a:solidFill>
              <a:srgbClr val="000000"/>
            </a:solidFill>
            <a:round/>
          </a:ln>
        </p:spPr>
        <p:style>
          <a:lnRef idx="2">
            <a:schemeClr val="accent4"/>
          </a:lnRef>
          <a:fillRef idx="1">
            <a:schemeClr val="lt1"/>
          </a:fillRef>
          <a:effectRef idx="0">
            <a:schemeClr val="accent4"/>
          </a:effectRef>
          <a:fontRef idx="minor"/>
        </p:style>
        <p:txBody>
          <a:bodyPr lIns="90000" rIns="90000" tIns="45000" bIns="45000" anchor="t">
            <a:spAutoFit/>
          </a:bodyPr>
          <a:p>
            <a:pPr defTabSz="914400">
              <a:lnSpc>
                <a:spcPct val="100000"/>
              </a:lnSpc>
              <a:spcBef>
                <a:spcPts val="479"/>
              </a:spcBef>
            </a:pPr>
            <a:r>
              <a:rPr b="0" lang="fr-FR" sz="2400" spc="-1" strike="noStrike">
                <a:solidFill>
                  <a:schemeClr val="dk1"/>
                </a:solidFill>
                <a:latin typeface="Times New Roman"/>
              </a:rPr>
              <a:t>Bain de bouche, Collutoire, Gouttes auriculaires, Gouttes nasales</a:t>
            </a:r>
            <a:endParaRPr b="0" lang="en-US" sz="2400" spc="-1" strike="noStrike">
              <a:solidFill>
                <a:srgbClr val="000000"/>
              </a:solidFill>
              <a:latin typeface="Calibri"/>
            </a:endParaRPr>
          </a:p>
        </p:txBody>
      </p:sp>
      <p:sp>
        <p:nvSpPr>
          <p:cNvPr id="352" name="Ellipse 23"/>
          <p:cNvSpPr/>
          <p:nvPr/>
        </p:nvSpPr>
        <p:spPr>
          <a:xfrm>
            <a:off x="0" y="6000840"/>
            <a:ext cx="2714400" cy="558720"/>
          </a:xfrm>
          <a:prstGeom prst="ellipse">
            <a:avLst/>
          </a:prstGeom>
          <a:solidFill>
            <a:srgbClr val="ffffff"/>
          </a:solidFill>
          <a:ln>
            <a:solidFill>
              <a:srgbClr val="9999cc"/>
            </a:solidFill>
            <a:round/>
          </a:ln>
        </p:spPr>
        <p:style>
          <a:lnRef idx="2">
            <a:schemeClr val="accent2"/>
          </a:lnRef>
          <a:fillRef idx="1">
            <a:schemeClr val="lt1"/>
          </a:fillRef>
          <a:effectRef idx="0">
            <a:schemeClr val="accent2"/>
          </a:effectRef>
          <a:fontRef idx="minor"/>
        </p:style>
        <p:txBody>
          <a:bodyPr lIns="90000" rIns="90000" tIns="45000" bIns="45000" anchor="t">
            <a:spAutoFit/>
          </a:bodyPr>
          <a:p>
            <a:pPr algn="ctr" defTabSz="914400">
              <a:lnSpc>
                <a:spcPct val="100000"/>
              </a:lnSpc>
              <a:spcBef>
                <a:spcPts val="400"/>
              </a:spcBef>
            </a:pPr>
            <a:r>
              <a:rPr b="1" lang="fr-FR" sz="2000" spc="-1" strike="noStrike">
                <a:solidFill>
                  <a:schemeClr val="dk1"/>
                </a:solidFill>
                <a:latin typeface="Times New Roman"/>
              </a:rPr>
              <a:t>Oculaire </a:t>
            </a:r>
            <a:endParaRPr b="0" lang="en-US" sz="2000" spc="-1" strike="noStrike">
              <a:solidFill>
                <a:srgbClr val="000000"/>
              </a:solidFill>
              <a:latin typeface="Calibri"/>
            </a:endParaRPr>
          </a:p>
        </p:txBody>
      </p:sp>
      <p:sp>
        <p:nvSpPr>
          <p:cNvPr id="353" name="Rectangle à coins arrondis 24"/>
          <p:cNvSpPr/>
          <p:nvPr/>
        </p:nvSpPr>
        <p:spPr>
          <a:xfrm>
            <a:off x="2714760" y="5867280"/>
            <a:ext cx="6286320" cy="910080"/>
          </a:xfrm>
          <a:prstGeom prst="roundRect">
            <a:avLst>
              <a:gd name="adj" fmla="val 16667"/>
            </a:avLst>
          </a:prstGeom>
          <a:solidFill>
            <a:srgbClr val="ffffff"/>
          </a:solidFill>
          <a:ln>
            <a:solidFill>
              <a:srgbClr val="000000"/>
            </a:solidFill>
            <a:round/>
          </a:ln>
        </p:spPr>
        <p:style>
          <a:lnRef idx="2">
            <a:schemeClr val="accent4"/>
          </a:lnRef>
          <a:fillRef idx="1">
            <a:schemeClr val="lt1"/>
          </a:fillRef>
          <a:effectRef idx="0">
            <a:schemeClr val="accent4"/>
          </a:effectRef>
          <a:fontRef idx="minor"/>
        </p:style>
        <p:txBody>
          <a:bodyPr lIns="90000" rIns="90000" tIns="45000" bIns="45000" anchor="t">
            <a:spAutoFit/>
          </a:bodyPr>
          <a:p>
            <a:pPr defTabSz="914400">
              <a:lnSpc>
                <a:spcPct val="100000"/>
              </a:lnSpc>
              <a:spcBef>
                <a:spcPts val="479"/>
              </a:spcBef>
            </a:pPr>
            <a:r>
              <a:rPr b="0" lang="fr-FR" sz="2400" spc="-1" strike="noStrike">
                <a:solidFill>
                  <a:schemeClr val="dk1"/>
                </a:solidFill>
                <a:latin typeface="Times New Roman"/>
              </a:rPr>
              <a:t>Capsule ophtalmique, Collyre, Pommade ophtalmique</a:t>
            </a:r>
            <a:endParaRPr b="0" lang="en-US" sz="2400" spc="-1" strike="noStrike">
              <a:solidFill>
                <a:srgbClr val="000000"/>
              </a:solidFill>
              <a:latin typeface="Calibri"/>
            </a:endParaRPr>
          </a:p>
        </p:txBody>
      </p:sp>
    </p:spTree>
  </p:cSld>
  <mc:AlternateContent>
    <mc:Choice Requires="p14">
      <p:transition spd="slow" p14:dur="2000"/>
    </mc:Choice>
    <mc:Fallback>
      <p:transition spd="slow"/>
    </mc:Fallback>
  </mc:AlternateContent>
  <p:timing>
    <p:tnLst>
      <p:par>
        <p:cTn id="398" dur="indefinite" restart="never" nodeType="tmRoot">
          <p:childTnLst>
            <p:seq>
              <p:cTn id="399" dur="indefinite" nodeType="mainSeq">
                <p:childTnLst>
                  <p:par>
                    <p:cTn id="400" fill="hold">
                      <p:stCondLst>
                        <p:cond delay="indefinite"/>
                      </p:stCondLst>
                      <p:childTnLst>
                        <p:par>
                          <p:cTn id="401" fill="hold">
                            <p:stCondLst>
                              <p:cond delay="0"/>
                            </p:stCondLst>
                            <p:childTnLst>
                              <p:par>
                                <p:cTn id="402" nodeType="clickEffect" fill="hold" presetClass="entr" presetID="5" presetSubtype="10">
                                  <p:stCondLst>
                                    <p:cond delay="0"/>
                                  </p:stCondLst>
                                  <p:childTnLst>
                                    <p:set>
                                      <p:cBhvr>
                                        <p:cTn id="403" dur="1" fill="hold">
                                          <p:stCondLst>
                                            <p:cond delay="0"/>
                                          </p:stCondLst>
                                        </p:cTn>
                                        <p:tgtEl>
                                          <p:spTgt spid="342"/>
                                        </p:tgtEl>
                                        <p:attrNameLst>
                                          <p:attrName>style.visibility</p:attrName>
                                        </p:attrNameLst>
                                      </p:cBhvr>
                                      <p:to>
                                        <p:strVal val="visible"/>
                                      </p:to>
                                    </p:set>
                                    <p:animEffect filter="checkerboard(across)" transition="in">
                                      <p:cBhvr additive="repl">
                                        <p:cTn id="404" dur="500"/>
                                        <p:tgtEl>
                                          <p:spTgt spid="342"/>
                                        </p:tgtEl>
                                      </p:cBhvr>
                                    </p:animEffect>
                                  </p:childTnLst>
                                </p:cTn>
                              </p:par>
                            </p:childTnLst>
                          </p:cTn>
                        </p:par>
                        <p:par>
                          <p:cTn id="405" fill="hold">
                            <p:stCondLst>
                              <p:cond delay="500"/>
                            </p:stCondLst>
                            <p:childTnLst>
                              <p:par>
                                <p:cTn id="406" nodeType="afterEffect" fill="hold" presetClass="entr" presetID="5" presetSubtype="10">
                                  <p:stCondLst>
                                    <p:cond delay="0"/>
                                  </p:stCondLst>
                                  <p:childTnLst>
                                    <p:set>
                                      <p:cBhvr>
                                        <p:cTn id="407" dur="1" fill="hold">
                                          <p:stCondLst>
                                            <p:cond delay="0"/>
                                          </p:stCondLst>
                                        </p:cTn>
                                        <p:tgtEl>
                                          <p:spTgt spid="343"/>
                                        </p:tgtEl>
                                        <p:attrNameLst>
                                          <p:attrName>style.visibility</p:attrName>
                                        </p:attrNameLst>
                                      </p:cBhvr>
                                      <p:to>
                                        <p:strVal val="visible"/>
                                      </p:to>
                                    </p:set>
                                    <p:animEffect filter="checkerboard(across)" transition="in">
                                      <p:cBhvr additive="repl">
                                        <p:cTn id="408" dur="500"/>
                                        <p:tgtEl>
                                          <p:spTgt spid="343"/>
                                        </p:tgtEl>
                                      </p:cBhvr>
                                    </p:animEffect>
                                  </p:childTnLst>
                                </p:cTn>
                              </p:par>
                            </p:childTnLst>
                          </p:cTn>
                        </p:par>
                      </p:childTnLst>
                    </p:cTn>
                  </p:par>
                  <p:par>
                    <p:cTn id="409" fill="hold">
                      <p:stCondLst>
                        <p:cond delay="indefinite"/>
                      </p:stCondLst>
                      <p:childTnLst>
                        <p:par>
                          <p:cTn id="410" fill="hold">
                            <p:stCondLst>
                              <p:cond delay="0"/>
                            </p:stCondLst>
                            <p:childTnLst>
                              <p:par>
                                <p:cTn id="411" nodeType="clickEffect" fill="hold" presetClass="entr" presetID="5" presetSubtype="10">
                                  <p:stCondLst>
                                    <p:cond delay="0"/>
                                  </p:stCondLst>
                                  <p:childTnLst>
                                    <p:set>
                                      <p:cBhvr>
                                        <p:cTn id="412" dur="1" fill="hold">
                                          <p:stCondLst>
                                            <p:cond delay="0"/>
                                          </p:stCondLst>
                                        </p:cTn>
                                        <p:tgtEl>
                                          <p:spTgt spid="344"/>
                                        </p:tgtEl>
                                        <p:attrNameLst>
                                          <p:attrName>style.visibility</p:attrName>
                                        </p:attrNameLst>
                                      </p:cBhvr>
                                      <p:to>
                                        <p:strVal val="visible"/>
                                      </p:to>
                                    </p:set>
                                    <p:animEffect filter="checkerboard(across)" transition="in">
                                      <p:cBhvr additive="repl">
                                        <p:cTn id="413" dur="500"/>
                                        <p:tgtEl>
                                          <p:spTgt spid="344"/>
                                        </p:tgtEl>
                                      </p:cBhvr>
                                    </p:animEffect>
                                  </p:childTnLst>
                                </p:cTn>
                              </p:par>
                            </p:childTnLst>
                          </p:cTn>
                        </p:par>
                        <p:par>
                          <p:cTn id="414" fill="hold">
                            <p:stCondLst>
                              <p:cond delay="500"/>
                            </p:stCondLst>
                            <p:childTnLst>
                              <p:par>
                                <p:cTn id="415" nodeType="afterEffect" fill="hold" presetClass="entr" presetID="5" presetSubtype="10">
                                  <p:stCondLst>
                                    <p:cond delay="0"/>
                                  </p:stCondLst>
                                  <p:childTnLst>
                                    <p:set>
                                      <p:cBhvr>
                                        <p:cTn id="416" dur="1" fill="hold">
                                          <p:stCondLst>
                                            <p:cond delay="0"/>
                                          </p:stCondLst>
                                        </p:cTn>
                                        <p:tgtEl>
                                          <p:spTgt spid="345"/>
                                        </p:tgtEl>
                                        <p:attrNameLst>
                                          <p:attrName>style.visibility</p:attrName>
                                        </p:attrNameLst>
                                      </p:cBhvr>
                                      <p:to>
                                        <p:strVal val="visible"/>
                                      </p:to>
                                    </p:set>
                                    <p:animEffect filter="checkerboard(across)" transition="in">
                                      <p:cBhvr additive="repl">
                                        <p:cTn id="417" dur="500"/>
                                        <p:tgtEl>
                                          <p:spTgt spid="345"/>
                                        </p:tgtEl>
                                      </p:cBhvr>
                                    </p:animEffect>
                                  </p:childTnLst>
                                </p:cTn>
                              </p:par>
                            </p:childTnLst>
                          </p:cTn>
                        </p:par>
                        <p:par>
                          <p:cTn id="418" fill="hold">
                            <p:stCondLst>
                              <p:cond delay="1000"/>
                            </p:stCondLst>
                            <p:childTnLst>
                              <p:par>
                                <p:cTn id="419" nodeType="afterEffect" fill="hold" presetClass="entr" presetID="5" presetSubtype="10">
                                  <p:stCondLst>
                                    <p:cond delay="0"/>
                                  </p:stCondLst>
                                  <p:childTnLst>
                                    <p:set>
                                      <p:cBhvr>
                                        <p:cTn id="420" dur="1" fill="hold">
                                          <p:stCondLst>
                                            <p:cond delay="0"/>
                                          </p:stCondLst>
                                        </p:cTn>
                                        <p:tgtEl>
                                          <p:spTgt spid="349"/>
                                        </p:tgtEl>
                                        <p:attrNameLst>
                                          <p:attrName>style.visibility</p:attrName>
                                        </p:attrNameLst>
                                      </p:cBhvr>
                                      <p:to>
                                        <p:strVal val="visible"/>
                                      </p:to>
                                    </p:set>
                                    <p:animEffect filter="checkerboard(across)" transition="in">
                                      <p:cBhvr additive="repl">
                                        <p:cTn id="421" dur="500"/>
                                        <p:tgtEl>
                                          <p:spTgt spid="349"/>
                                        </p:tgtEl>
                                      </p:cBhvr>
                                    </p:animEffect>
                                  </p:childTnLst>
                                </p:cTn>
                              </p:par>
                            </p:childTnLst>
                          </p:cTn>
                        </p:par>
                      </p:childTnLst>
                    </p:cTn>
                  </p:par>
                  <p:par>
                    <p:cTn id="422" fill="hold">
                      <p:stCondLst>
                        <p:cond delay="indefinite"/>
                      </p:stCondLst>
                      <p:childTnLst>
                        <p:par>
                          <p:cTn id="423" fill="hold">
                            <p:stCondLst>
                              <p:cond delay="0"/>
                            </p:stCondLst>
                            <p:childTnLst>
                              <p:par>
                                <p:cTn id="424" nodeType="clickEffect" fill="hold" presetClass="exit" presetID="5" presetSubtype="10">
                                  <p:stCondLst>
                                    <p:cond delay="0"/>
                                  </p:stCondLst>
                                  <p:childTnLst>
                                    <p:animEffect filter="checkerboard(across)" transition="out">
                                      <p:cBhvr additive="repl">
                                        <p:cTn id="425" dur="500"/>
                                        <p:tgtEl>
                                          <p:spTgt spid="349"/>
                                        </p:tgtEl>
                                      </p:cBhvr>
                                    </p:animEffect>
                                    <p:set>
                                      <p:cBhvr>
                                        <p:cTn id="426" dur="1" fill="hold">
                                          <p:stCondLst>
                                            <p:cond delay="499"/>
                                          </p:stCondLst>
                                        </p:cTn>
                                        <p:tgtEl>
                                          <p:spTgt spid="349"/>
                                        </p:tgtEl>
                                        <p:attrNameLst>
                                          <p:attrName>style.visibility</p:attrName>
                                        </p:attrNameLst>
                                      </p:cBhvr>
                                      <p:to>
                                        <p:strVal val="hidden"/>
                                      </p:to>
                                    </p:set>
                                  </p:childTnLst>
                                </p:cTn>
                              </p:par>
                            </p:childTnLst>
                          </p:cTn>
                        </p:par>
                      </p:childTnLst>
                    </p:cTn>
                  </p:par>
                  <p:par>
                    <p:cTn id="427" fill="hold">
                      <p:stCondLst>
                        <p:cond delay="indefinite"/>
                      </p:stCondLst>
                      <p:childTnLst>
                        <p:par>
                          <p:cTn id="428" fill="hold">
                            <p:stCondLst>
                              <p:cond delay="0"/>
                            </p:stCondLst>
                            <p:childTnLst>
                              <p:par>
                                <p:cTn id="429" nodeType="clickEffect" fill="hold" presetClass="entr" presetID="5" presetSubtype="10">
                                  <p:stCondLst>
                                    <p:cond delay="0"/>
                                  </p:stCondLst>
                                  <p:childTnLst>
                                    <p:set>
                                      <p:cBhvr>
                                        <p:cTn id="430" dur="1" fill="hold">
                                          <p:stCondLst>
                                            <p:cond delay="0"/>
                                          </p:stCondLst>
                                        </p:cTn>
                                        <p:tgtEl>
                                          <p:spTgt spid="347"/>
                                        </p:tgtEl>
                                        <p:attrNameLst>
                                          <p:attrName>style.visibility</p:attrName>
                                        </p:attrNameLst>
                                      </p:cBhvr>
                                      <p:to>
                                        <p:strVal val="visible"/>
                                      </p:to>
                                    </p:set>
                                    <p:animEffect filter="checkerboard(across)" transition="in">
                                      <p:cBhvr additive="repl">
                                        <p:cTn id="431" dur="500"/>
                                        <p:tgtEl>
                                          <p:spTgt spid="347"/>
                                        </p:tgtEl>
                                      </p:cBhvr>
                                    </p:animEffect>
                                  </p:childTnLst>
                                </p:cTn>
                              </p:par>
                            </p:childTnLst>
                          </p:cTn>
                        </p:par>
                        <p:par>
                          <p:cTn id="432" fill="hold">
                            <p:stCondLst>
                              <p:cond delay="500"/>
                            </p:stCondLst>
                            <p:childTnLst>
                              <p:par>
                                <p:cTn id="433" nodeType="afterEffect" fill="hold" presetClass="entr" presetID="5" presetSubtype="10">
                                  <p:stCondLst>
                                    <p:cond delay="0"/>
                                  </p:stCondLst>
                                  <p:childTnLst>
                                    <p:set>
                                      <p:cBhvr>
                                        <p:cTn id="434" dur="1" fill="hold">
                                          <p:stCondLst>
                                            <p:cond delay="0"/>
                                          </p:stCondLst>
                                        </p:cTn>
                                        <p:tgtEl>
                                          <p:spTgt spid="348"/>
                                        </p:tgtEl>
                                        <p:attrNameLst>
                                          <p:attrName>style.visibility</p:attrName>
                                        </p:attrNameLst>
                                      </p:cBhvr>
                                      <p:to>
                                        <p:strVal val="visible"/>
                                      </p:to>
                                    </p:set>
                                    <p:animEffect filter="checkerboard(across)" transition="in">
                                      <p:cBhvr additive="repl">
                                        <p:cTn id="435" dur="500"/>
                                        <p:tgtEl>
                                          <p:spTgt spid="348"/>
                                        </p:tgtEl>
                                      </p:cBhvr>
                                    </p:animEffect>
                                  </p:childTnLst>
                                </p:cTn>
                              </p:par>
                            </p:childTnLst>
                          </p:cTn>
                        </p:par>
                      </p:childTnLst>
                    </p:cTn>
                  </p:par>
                  <p:par>
                    <p:cTn id="436" fill="hold">
                      <p:stCondLst>
                        <p:cond delay="indefinite"/>
                      </p:stCondLst>
                      <p:childTnLst>
                        <p:par>
                          <p:cTn id="437" fill="hold">
                            <p:stCondLst>
                              <p:cond delay="0"/>
                            </p:stCondLst>
                            <p:childTnLst>
                              <p:par>
                                <p:cTn id="438" nodeType="clickEffect" fill="hold" presetClass="entr" presetID="5" presetSubtype="10">
                                  <p:stCondLst>
                                    <p:cond delay="0"/>
                                  </p:stCondLst>
                                  <p:childTnLst>
                                    <p:set>
                                      <p:cBhvr>
                                        <p:cTn id="439" dur="1" fill="hold">
                                          <p:stCondLst>
                                            <p:cond delay="0"/>
                                          </p:stCondLst>
                                        </p:cTn>
                                        <p:tgtEl>
                                          <p:spTgt spid="350"/>
                                        </p:tgtEl>
                                        <p:attrNameLst>
                                          <p:attrName>style.visibility</p:attrName>
                                        </p:attrNameLst>
                                      </p:cBhvr>
                                      <p:to>
                                        <p:strVal val="visible"/>
                                      </p:to>
                                    </p:set>
                                    <p:animEffect filter="checkerboard(across)" transition="in">
                                      <p:cBhvr additive="repl">
                                        <p:cTn id="440" dur="500"/>
                                        <p:tgtEl>
                                          <p:spTgt spid="350"/>
                                        </p:tgtEl>
                                      </p:cBhvr>
                                    </p:animEffect>
                                  </p:childTnLst>
                                </p:cTn>
                              </p:par>
                            </p:childTnLst>
                          </p:cTn>
                        </p:par>
                        <p:par>
                          <p:cTn id="441" fill="hold">
                            <p:stCondLst>
                              <p:cond delay="500"/>
                            </p:stCondLst>
                            <p:childTnLst>
                              <p:par>
                                <p:cTn id="442" nodeType="afterEffect" fill="hold" presetClass="entr" presetID="5" presetSubtype="10">
                                  <p:stCondLst>
                                    <p:cond delay="0"/>
                                  </p:stCondLst>
                                  <p:childTnLst>
                                    <p:set>
                                      <p:cBhvr>
                                        <p:cTn id="443" dur="1" fill="hold">
                                          <p:stCondLst>
                                            <p:cond delay="0"/>
                                          </p:stCondLst>
                                        </p:cTn>
                                        <p:tgtEl>
                                          <p:spTgt spid="351"/>
                                        </p:tgtEl>
                                        <p:attrNameLst>
                                          <p:attrName>style.visibility</p:attrName>
                                        </p:attrNameLst>
                                      </p:cBhvr>
                                      <p:to>
                                        <p:strVal val="visible"/>
                                      </p:to>
                                    </p:set>
                                    <p:animEffect filter="checkerboard(across)" transition="in">
                                      <p:cBhvr additive="repl">
                                        <p:cTn id="444" dur="500"/>
                                        <p:tgtEl>
                                          <p:spTgt spid="351"/>
                                        </p:tgtEl>
                                      </p:cBhvr>
                                    </p:animEffect>
                                  </p:childTnLst>
                                </p:cTn>
                              </p:par>
                            </p:childTnLst>
                          </p:cTn>
                        </p:par>
                      </p:childTnLst>
                    </p:cTn>
                  </p:par>
                  <p:par>
                    <p:cTn id="445" fill="hold">
                      <p:stCondLst>
                        <p:cond delay="indefinite"/>
                      </p:stCondLst>
                      <p:childTnLst>
                        <p:par>
                          <p:cTn id="446" fill="hold">
                            <p:stCondLst>
                              <p:cond delay="0"/>
                            </p:stCondLst>
                            <p:childTnLst>
                              <p:par>
                                <p:cTn id="447" nodeType="clickEffect" fill="hold" presetClass="entr" presetID="5" presetSubtype="10">
                                  <p:stCondLst>
                                    <p:cond delay="0"/>
                                  </p:stCondLst>
                                  <p:childTnLst>
                                    <p:set>
                                      <p:cBhvr>
                                        <p:cTn id="448" dur="1" fill="hold">
                                          <p:stCondLst>
                                            <p:cond delay="0"/>
                                          </p:stCondLst>
                                        </p:cTn>
                                        <p:tgtEl>
                                          <p:spTgt spid="352"/>
                                        </p:tgtEl>
                                        <p:attrNameLst>
                                          <p:attrName>style.visibility</p:attrName>
                                        </p:attrNameLst>
                                      </p:cBhvr>
                                      <p:to>
                                        <p:strVal val="visible"/>
                                      </p:to>
                                    </p:set>
                                    <p:animEffect filter="checkerboard(across)" transition="in">
                                      <p:cBhvr additive="repl">
                                        <p:cTn id="449" dur="500"/>
                                        <p:tgtEl>
                                          <p:spTgt spid="352"/>
                                        </p:tgtEl>
                                      </p:cBhvr>
                                    </p:animEffect>
                                  </p:childTnLst>
                                </p:cTn>
                              </p:par>
                            </p:childTnLst>
                          </p:cTn>
                        </p:par>
                        <p:par>
                          <p:cTn id="450" fill="hold">
                            <p:stCondLst>
                              <p:cond delay="500"/>
                            </p:stCondLst>
                            <p:childTnLst>
                              <p:par>
                                <p:cTn id="451" nodeType="afterEffect" fill="hold" presetClass="entr" presetID="5" presetSubtype="10">
                                  <p:stCondLst>
                                    <p:cond delay="0"/>
                                  </p:stCondLst>
                                  <p:childTnLst>
                                    <p:set>
                                      <p:cBhvr>
                                        <p:cTn id="452" dur="1" fill="hold">
                                          <p:stCondLst>
                                            <p:cond delay="0"/>
                                          </p:stCondLst>
                                        </p:cTn>
                                        <p:tgtEl>
                                          <p:spTgt spid="353"/>
                                        </p:tgtEl>
                                        <p:attrNameLst>
                                          <p:attrName>style.visibility</p:attrName>
                                        </p:attrNameLst>
                                      </p:cBhvr>
                                      <p:to>
                                        <p:strVal val="visible"/>
                                      </p:to>
                                    </p:set>
                                    <p:animEffect filter="checkerboard(across)" transition="in">
                                      <p:cBhvr additive="repl">
                                        <p:cTn id="453" dur="500"/>
                                        <p:tgtEl>
                                          <p:spTgt spid="3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sldNum" idx="65"/>
          </p:nvPr>
        </p:nvSpPr>
        <p:spPr>
          <a:xfrm>
            <a:off x="6553080" y="6248520"/>
            <a:ext cx="2133360" cy="456840"/>
          </a:xfrm>
          <a:prstGeom prst="rect">
            <a:avLst/>
          </a:prstGeom>
          <a:noFill/>
          <a:ln w="0">
            <a:noFill/>
          </a:ln>
        </p:spPr>
        <p:txBody>
          <a:bodyPr numCol="1" spcCol="0" lIns="91440" rIns="91440" tIns="45720" bIns="45720" anchor="b">
            <a:noAutofit/>
          </a:bodyPr>
          <a:lstStyle>
            <a:lvl1pPr indent="0" algn="r" defTabSz="914400">
              <a:lnSpc>
                <a:spcPct val="100000"/>
              </a:lnSpc>
              <a:buNone/>
              <a:defRPr b="0" lang="fr-FR" sz="1200" spc="-1" strike="noStrike">
                <a:solidFill>
                  <a:srgbClr val="000000"/>
                </a:solidFill>
                <a:latin typeface="Arial Black"/>
              </a:defRPr>
            </a:lvl1pPr>
          </a:lstStyle>
          <a:p>
            <a:pPr indent="0" algn="r" defTabSz="914400">
              <a:lnSpc>
                <a:spcPct val="100000"/>
              </a:lnSpc>
              <a:buNone/>
            </a:pPr>
            <a:fld id="{7FF320B2-EF04-4596-BDD4-2A81AE2B175D}" type="slidenum">
              <a:rPr b="0" lang="fr-FR" sz="1200" spc="-1" strike="noStrike">
                <a:solidFill>
                  <a:srgbClr val="000000"/>
                </a:solidFill>
                <a:latin typeface="Arial Black"/>
              </a:rPr>
              <a:t>20</a:t>
            </a:fld>
            <a:endParaRPr b="0" lang="en-US" sz="1200" spc="-1" strike="noStrike">
              <a:solidFill>
                <a:srgbClr val="000000"/>
              </a:solidFill>
              <a:latin typeface="Calibri"/>
            </a:endParaRPr>
          </a:p>
        </p:txBody>
      </p:sp>
      <p:pic>
        <p:nvPicPr>
          <p:cNvPr id="355" name="Picture 3" descr=""/>
          <p:cNvPicPr/>
          <p:nvPr/>
        </p:nvPicPr>
        <p:blipFill>
          <a:blip r:embed="rId1"/>
          <a:srcRect l="0" t="0" r="87691" b="0"/>
          <a:stretch/>
        </p:blipFill>
        <p:spPr>
          <a:xfrm>
            <a:off x="0" y="0"/>
            <a:ext cx="1071000" cy="1152000"/>
          </a:xfrm>
          <a:prstGeom prst="rect">
            <a:avLst/>
          </a:prstGeom>
          <a:noFill/>
          <a:ln w="9525">
            <a:noFill/>
          </a:ln>
        </p:spPr>
      </p:pic>
      <p:sp>
        <p:nvSpPr>
          <p:cNvPr id="356" name="Rectangle à coins arrondis 17"/>
          <p:cNvSpPr/>
          <p:nvPr/>
        </p:nvSpPr>
        <p:spPr>
          <a:xfrm>
            <a:off x="1071360" y="142920"/>
            <a:ext cx="7572240" cy="856800"/>
          </a:xfrm>
          <a:prstGeom prst="roundRect">
            <a:avLst>
              <a:gd name="adj" fmla="val 16667"/>
            </a:avLst>
          </a:prstGeom>
          <a:solidFill>
            <a:schemeClr val="accent2">
              <a:lumMod val="75000"/>
            </a:schemeClr>
          </a:soli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lIns="90000" rIns="90000" tIns="45000" bIns="45000" anchor="ctr">
            <a:noAutofit/>
          </a:bodyPr>
          <a:p>
            <a:pPr algn="ctr" defTabSz="914400">
              <a:lnSpc>
                <a:spcPct val="100000"/>
              </a:lnSpc>
            </a:pPr>
            <a:r>
              <a:rPr b="1" lang="fr-FR" sz="3200" spc="-1" strike="noStrike">
                <a:solidFill>
                  <a:srgbClr val="ffff00"/>
                </a:solidFill>
                <a:latin typeface="Times New Roman"/>
              </a:rPr>
              <a:t>Formes galéniques des médicaments</a:t>
            </a:r>
            <a:endParaRPr b="0" lang="en-US" sz="3200" spc="-1" strike="noStrike">
              <a:solidFill>
                <a:srgbClr val="ffffff"/>
              </a:solidFill>
              <a:latin typeface="Calibri"/>
            </a:endParaRPr>
          </a:p>
        </p:txBody>
      </p:sp>
      <p:graphicFrame>
        <p:nvGraphicFramePr>
          <p:cNvPr id="357" name="Group 25"/>
          <p:cNvGraphicFramePr/>
          <p:nvPr/>
        </p:nvGraphicFramePr>
        <p:xfrm>
          <a:off x="428760" y="2714760"/>
          <a:ext cx="8352720" cy="2637360"/>
        </p:xfrm>
        <a:graphic>
          <a:graphicData uri="http://schemas.openxmlformats.org/drawingml/2006/table">
            <a:tbl>
              <a:tblPr/>
              <a:tblGrid>
                <a:gridCol w="3024000"/>
                <a:gridCol w="2736000"/>
                <a:gridCol w="2592000"/>
              </a:tblGrid>
              <a:tr h="700920">
                <a:tc>
                  <a:txBody>
                    <a:bodyPr anchor="t">
                      <a:noAutofit/>
                    </a:bodyPr>
                    <a:p>
                      <a:pPr algn="ctr" defTabSz="914400">
                        <a:lnSpc>
                          <a:spcPct val="100000"/>
                        </a:lnSpc>
                        <a:spcBef>
                          <a:spcPts val="400"/>
                        </a:spcBef>
                        <a:tabLst>
                          <a:tab algn="l" pos="0"/>
                        </a:tabLst>
                      </a:pPr>
                      <a:r>
                        <a:rPr b="1" lang="fr-FR" sz="2000" spc="-1" strike="noStrike">
                          <a:solidFill>
                            <a:schemeClr val="dk1"/>
                          </a:solidFill>
                          <a:latin typeface="Times New Roman"/>
                        </a:rPr>
                        <a:t>Solides</a:t>
                      </a:r>
                      <a:endParaRPr b="0" lang="en-US" sz="2000" spc="-1" strike="noStrike">
                        <a:solidFill>
                          <a:srgbClr val="000000"/>
                        </a:solidFill>
                        <a:latin typeface="Calibri"/>
                      </a:endParaRPr>
                    </a:p>
                  </a:txBody>
                  <a:tcPr anchor="t" marL="91440" marR="91440">
                    <a:lnL w="28080">
                      <a:solidFill>
                        <a:srgbClr val="000000"/>
                      </a:solidFill>
                      <a:prstDash val="solid"/>
                    </a:lnL>
                    <a:lnR w="12240">
                      <a:solidFill>
                        <a:srgbClr val="000000"/>
                      </a:solidFill>
                      <a:prstDash val="solid"/>
                    </a:lnR>
                    <a:lnT w="28080">
                      <a:solidFill>
                        <a:srgbClr val="000000"/>
                      </a:solidFill>
                      <a:prstDash val="solid"/>
                    </a:lnT>
                    <a:lnB w="12240">
                      <a:solidFill>
                        <a:srgbClr val="000000"/>
                      </a:solidFill>
                      <a:prstDash val="solid"/>
                    </a:lnB>
                    <a:solidFill>
                      <a:srgbClr val="f9f8fa"/>
                    </a:solidFill>
                  </a:tcPr>
                </a:tc>
                <a:tc>
                  <a:txBody>
                    <a:bodyPr anchor="t">
                      <a:noAutofit/>
                    </a:bodyPr>
                    <a:p>
                      <a:pPr algn="ctr" defTabSz="914400">
                        <a:lnSpc>
                          <a:spcPct val="100000"/>
                        </a:lnSpc>
                        <a:spcBef>
                          <a:spcPts val="400"/>
                        </a:spcBef>
                        <a:tabLst>
                          <a:tab algn="l" pos="0"/>
                        </a:tabLst>
                      </a:pPr>
                      <a:r>
                        <a:rPr b="1" lang="fr-FR" sz="2000" spc="-1" strike="noStrike">
                          <a:solidFill>
                            <a:schemeClr val="dk1"/>
                          </a:solidFill>
                          <a:latin typeface="Times New Roman"/>
                        </a:rPr>
                        <a:t>Liquides</a:t>
                      </a:r>
                      <a:endParaRPr b="0" lang="en-US" sz="2000" spc="-1" strike="noStrike">
                        <a:solidFill>
                          <a:srgbClr val="000000"/>
                        </a:solidFill>
                        <a:latin typeface="Calibri"/>
                      </a:endParaRPr>
                    </a:p>
                  </a:txBody>
                  <a:tcPr anchor="t" marL="91440" marR="91440">
                    <a:lnL w="12240">
                      <a:solidFill>
                        <a:srgbClr val="000000"/>
                      </a:solidFill>
                      <a:prstDash val="solid"/>
                    </a:lnL>
                    <a:lnR w="12240">
                      <a:solidFill>
                        <a:srgbClr val="000000"/>
                      </a:solidFill>
                      <a:prstDash val="solid"/>
                    </a:lnR>
                    <a:lnT w="28080">
                      <a:solidFill>
                        <a:srgbClr val="000000"/>
                      </a:solidFill>
                      <a:prstDash val="solid"/>
                    </a:lnT>
                    <a:lnB w="12240">
                      <a:solidFill>
                        <a:srgbClr val="000000"/>
                      </a:solidFill>
                      <a:prstDash val="solid"/>
                    </a:lnB>
                    <a:solidFill>
                      <a:srgbClr val="f9f8fa"/>
                    </a:solidFill>
                  </a:tcPr>
                </a:tc>
                <a:tc>
                  <a:txBody>
                    <a:bodyPr anchor="t">
                      <a:noAutofit/>
                    </a:bodyPr>
                    <a:p>
                      <a:pPr algn="ctr" defTabSz="914400">
                        <a:lnSpc>
                          <a:spcPct val="100000"/>
                        </a:lnSpc>
                        <a:spcBef>
                          <a:spcPts val="400"/>
                        </a:spcBef>
                        <a:tabLst>
                          <a:tab algn="l" pos="0"/>
                        </a:tabLst>
                      </a:pPr>
                      <a:r>
                        <a:rPr b="1" lang="fr-FR" sz="2000" spc="-1" strike="noStrike">
                          <a:solidFill>
                            <a:schemeClr val="dk1"/>
                          </a:solidFill>
                          <a:latin typeface="Times New Roman"/>
                        </a:rPr>
                        <a:t>Pansements ou adhésifs</a:t>
                      </a:r>
                      <a:endParaRPr b="0" lang="en-US" sz="2000" spc="-1" strike="noStrike">
                        <a:solidFill>
                          <a:srgbClr val="000000"/>
                        </a:solidFill>
                        <a:latin typeface="Calibri"/>
                      </a:endParaRPr>
                    </a:p>
                  </a:txBody>
                  <a:tcPr anchor="t" marL="91440" marR="91440">
                    <a:lnL w="12240">
                      <a:solidFill>
                        <a:srgbClr val="000000"/>
                      </a:solidFill>
                      <a:prstDash val="solid"/>
                    </a:lnL>
                    <a:lnR w="28080">
                      <a:solidFill>
                        <a:srgbClr val="000000"/>
                      </a:solidFill>
                      <a:prstDash val="solid"/>
                    </a:lnR>
                    <a:lnT w="28080">
                      <a:solidFill>
                        <a:srgbClr val="000000"/>
                      </a:solidFill>
                      <a:prstDash val="solid"/>
                    </a:lnT>
                    <a:lnB w="12240">
                      <a:solidFill>
                        <a:srgbClr val="000000"/>
                      </a:solidFill>
                      <a:prstDash val="solid"/>
                    </a:lnB>
                    <a:solidFill>
                      <a:srgbClr val="f9f8fa"/>
                    </a:solidFill>
                  </a:tcPr>
                </a:tc>
              </a:tr>
              <a:tr h="1936440">
                <a:tc>
                  <a:txBody>
                    <a:bodyPr anchor="t">
                      <a:noAutofit/>
                    </a:bodyPr>
                    <a:p>
                      <a:pPr defTabSz="914400">
                        <a:lnSpc>
                          <a:spcPct val="100000"/>
                        </a:lnSpc>
                        <a:spcBef>
                          <a:spcPts val="479"/>
                        </a:spcBef>
                        <a:tabLst>
                          <a:tab algn="l" pos="0"/>
                        </a:tabLst>
                      </a:pPr>
                      <a:r>
                        <a:rPr b="0" lang="fr-FR" sz="2400" spc="-1" strike="noStrike">
                          <a:solidFill>
                            <a:schemeClr val="dk1"/>
                          </a:solidFill>
                          <a:latin typeface="Times New Roman"/>
                        </a:rPr>
                        <a:t>Crème</a:t>
                      </a:r>
                      <a:endParaRPr b="0" lang="en-US" sz="2400" spc="-1" strike="noStrike">
                        <a:solidFill>
                          <a:srgbClr val="000000"/>
                        </a:solidFill>
                        <a:latin typeface="Calibri"/>
                      </a:endParaRPr>
                    </a:p>
                    <a:p>
                      <a:pPr defTabSz="914400">
                        <a:lnSpc>
                          <a:spcPct val="100000"/>
                        </a:lnSpc>
                        <a:spcBef>
                          <a:spcPts val="479"/>
                        </a:spcBef>
                        <a:tabLst>
                          <a:tab algn="l" pos="0"/>
                        </a:tabLst>
                      </a:pPr>
                      <a:r>
                        <a:rPr b="0" lang="fr-FR" sz="2400" spc="-1" strike="noStrike">
                          <a:solidFill>
                            <a:schemeClr val="dk1"/>
                          </a:solidFill>
                          <a:latin typeface="Times New Roman"/>
                        </a:rPr>
                        <a:t>Pâte dermique</a:t>
                      </a:r>
                      <a:endParaRPr b="0" lang="en-US" sz="2400" spc="-1" strike="noStrike">
                        <a:solidFill>
                          <a:srgbClr val="000000"/>
                        </a:solidFill>
                        <a:latin typeface="Calibri"/>
                      </a:endParaRPr>
                    </a:p>
                    <a:p>
                      <a:pPr defTabSz="914400">
                        <a:lnSpc>
                          <a:spcPct val="100000"/>
                        </a:lnSpc>
                        <a:spcBef>
                          <a:spcPts val="479"/>
                        </a:spcBef>
                        <a:tabLst>
                          <a:tab algn="l" pos="0"/>
                        </a:tabLst>
                      </a:pPr>
                      <a:r>
                        <a:rPr b="0" lang="fr-FR" sz="2400" spc="-1" strike="noStrike">
                          <a:solidFill>
                            <a:schemeClr val="dk1"/>
                          </a:solidFill>
                          <a:latin typeface="Times New Roman"/>
                        </a:rPr>
                        <a:t>Pommade</a:t>
                      </a:r>
                      <a:endParaRPr b="0" lang="en-US" sz="2400" spc="-1" strike="noStrike">
                        <a:solidFill>
                          <a:srgbClr val="000000"/>
                        </a:solidFill>
                        <a:latin typeface="Calibri"/>
                      </a:endParaRPr>
                    </a:p>
                    <a:p>
                      <a:pPr defTabSz="914400">
                        <a:lnSpc>
                          <a:spcPct val="100000"/>
                        </a:lnSpc>
                        <a:spcBef>
                          <a:spcPts val="479"/>
                        </a:spcBef>
                        <a:tabLst>
                          <a:tab algn="l" pos="0"/>
                        </a:tabLst>
                      </a:pPr>
                      <a:r>
                        <a:rPr b="0" lang="fr-FR" sz="2400" spc="-1" strike="noStrike">
                          <a:solidFill>
                            <a:schemeClr val="dk1"/>
                          </a:solidFill>
                          <a:latin typeface="Times New Roman"/>
                        </a:rPr>
                        <a:t>Poudre à usage externe</a:t>
                      </a:r>
                      <a:endParaRPr b="0" lang="en-US" sz="2400" spc="-1" strike="noStrike">
                        <a:solidFill>
                          <a:srgbClr val="000000"/>
                        </a:solidFill>
                        <a:latin typeface="Calibri"/>
                      </a:endParaRPr>
                    </a:p>
                  </a:txBody>
                  <a:tcPr anchor="t" marL="91440" marR="91440">
                    <a:lnL w="28080">
                      <a:solidFill>
                        <a:srgbClr val="000000"/>
                      </a:solidFill>
                      <a:prstDash val="solid"/>
                    </a:lnL>
                    <a:lnR w="12240">
                      <a:solidFill>
                        <a:srgbClr val="000000"/>
                      </a:solidFill>
                      <a:prstDash val="solid"/>
                    </a:lnR>
                    <a:lnT w="12240">
                      <a:solidFill>
                        <a:srgbClr val="000000"/>
                      </a:solidFill>
                      <a:prstDash val="solid"/>
                    </a:lnT>
                    <a:lnB w="28080">
                      <a:solidFill>
                        <a:srgbClr val="000000"/>
                      </a:solidFill>
                      <a:prstDash val="solid"/>
                    </a:lnB>
                    <a:solidFill>
                      <a:srgbClr val="f9f8fa"/>
                    </a:solidFill>
                  </a:tcPr>
                </a:tc>
                <a:tc>
                  <a:txBody>
                    <a:bodyPr anchor="t">
                      <a:noAutofit/>
                    </a:bodyPr>
                    <a:p>
                      <a:pPr defTabSz="914400">
                        <a:lnSpc>
                          <a:spcPct val="100000"/>
                        </a:lnSpc>
                        <a:spcBef>
                          <a:spcPts val="479"/>
                        </a:spcBef>
                        <a:tabLst>
                          <a:tab algn="l" pos="0"/>
                        </a:tabLst>
                      </a:pPr>
                      <a:r>
                        <a:rPr b="0" lang="fr-FR" sz="2400" spc="-1" strike="noStrike">
                          <a:solidFill>
                            <a:schemeClr val="dk1"/>
                          </a:solidFill>
                          <a:latin typeface="Times New Roman"/>
                        </a:rPr>
                        <a:t>Lotion à usage externe</a:t>
                      </a:r>
                      <a:endParaRPr b="0" lang="en-US" sz="2400" spc="-1" strike="noStrike">
                        <a:solidFill>
                          <a:srgbClr val="000000"/>
                        </a:solidFill>
                        <a:latin typeface="Calibri"/>
                      </a:endParaRPr>
                    </a:p>
                    <a:p>
                      <a:pPr defTabSz="914400">
                        <a:lnSpc>
                          <a:spcPct val="100000"/>
                        </a:lnSpc>
                        <a:spcBef>
                          <a:spcPts val="479"/>
                        </a:spcBef>
                        <a:tabLst>
                          <a:tab algn="l" pos="0"/>
                        </a:tabLst>
                      </a:pPr>
                      <a:r>
                        <a:rPr b="0" lang="fr-FR" sz="2400" spc="-1" strike="noStrike">
                          <a:solidFill>
                            <a:schemeClr val="dk1"/>
                          </a:solidFill>
                          <a:latin typeface="Times New Roman"/>
                        </a:rPr>
                        <a:t>Solution à usage externe</a:t>
                      </a:r>
                      <a:endParaRPr b="0" lang="en-US" sz="2400" spc="-1" strike="noStrike">
                        <a:solidFill>
                          <a:srgbClr val="000000"/>
                        </a:solidFill>
                        <a:latin typeface="Calibri"/>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28080">
                      <a:solidFill>
                        <a:srgbClr val="000000"/>
                      </a:solidFill>
                      <a:prstDash val="solid"/>
                    </a:lnB>
                    <a:solidFill>
                      <a:srgbClr val="f9f8fa"/>
                    </a:solidFill>
                  </a:tcPr>
                </a:tc>
                <a:tc>
                  <a:txBody>
                    <a:bodyPr anchor="t">
                      <a:noAutofit/>
                    </a:bodyPr>
                    <a:p>
                      <a:pPr defTabSz="914400">
                        <a:lnSpc>
                          <a:spcPct val="100000"/>
                        </a:lnSpc>
                        <a:spcBef>
                          <a:spcPts val="479"/>
                        </a:spcBef>
                        <a:tabLst>
                          <a:tab algn="l" pos="0"/>
                        </a:tabLst>
                      </a:pPr>
                      <a:r>
                        <a:rPr b="0" lang="fr-FR" sz="2400" spc="-1" strike="noStrike">
                          <a:solidFill>
                            <a:schemeClr val="dk1"/>
                          </a:solidFill>
                          <a:latin typeface="Times New Roman"/>
                        </a:rPr>
                        <a:t>Dispositif transdermique</a:t>
                      </a:r>
                      <a:endParaRPr b="0" lang="en-US" sz="2400" spc="-1" strike="noStrike">
                        <a:solidFill>
                          <a:srgbClr val="000000"/>
                        </a:solidFill>
                        <a:latin typeface="Calibri"/>
                      </a:endParaRPr>
                    </a:p>
                    <a:p>
                      <a:pPr defTabSz="914400">
                        <a:lnSpc>
                          <a:spcPct val="100000"/>
                        </a:lnSpc>
                        <a:spcBef>
                          <a:spcPts val="479"/>
                        </a:spcBef>
                        <a:tabLst>
                          <a:tab algn="l" pos="0"/>
                        </a:tabLst>
                      </a:pPr>
                      <a:r>
                        <a:rPr b="0" lang="fr-FR" sz="2400" spc="-1" strike="noStrike">
                          <a:solidFill>
                            <a:schemeClr val="dk1"/>
                          </a:solidFill>
                          <a:latin typeface="Times New Roman"/>
                        </a:rPr>
                        <a:t>Emplâtre</a:t>
                      </a:r>
                      <a:endParaRPr b="0" lang="en-US" sz="2400" spc="-1" strike="noStrike">
                        <a:solidFill>
                          <a:srgbClr val="000000"/>
                        </a:solidFill>
                        <a:latin typeface="Calibri"/>
                      </a:endParaRPr>
                    </a:p>
                    <a:p>
                      <a:pPr defTabSz="914400">
                        <a:lnSpc>
                          <a:spcPct val="100000"/>
                        </a:lnSpc>
                        <a:spcBef>
                          <a:spcPts val="479"/>
                        </a:spcBef>
                        <a:tabLst>
                          <a:tab algn="l" pos="0"/>
                        </a:tabLst>
                      </a:pPr>
                      <a:endParaRPr b="0" lang="en-US" sz="2400" spc="-1" strike="noStrike">
                        <a:solidFill>
                          <a:srgbClr val="000000"/>
                        </a:solidFill>
                        <a:latin typeface="Calibri"/>
                      </a:endParaRPr>
                    </a:p>
                  </a:txBody>
                  <a:tcPr anchor="t" marL="91440" marR="91440">
                    <a:lnL w="12240">
                      <a:solidFill>
                        <a:srgbClr val="000000"/>
                      </a:solidFill>
                      <a:prstDash val="solid"/>
                    </a:lnL>
                    <a:lnR w="28080">
                      <a:solidFill>
                        <a:srgbClr val="000000"/>
                      </a:solidFill>
                      <a:prstDash val="solid"/>
                    </a:lnR>
                    <a:lnT w="12240">
                      <a:solidFill>
                        <a:srgbClr val="000000"/>
                      </a:solidFill>
                      <a:prstDash val="solid"/>
                    </a:lnT>
                    <a:lnB w="28080">
                      <a:solidFill>
                        <a:srgbClr val="000000"/>
                      </a:solidFill>
                      <a:prstDash val="solid"/>
                    </a:lnB>
                    <a:solidFill>
                      <a:srgbClr val="f9f8fa"/>
                    </a:solidFill>
                  </a:tcPr>
                </a:tc>
              </a:tr>
            </a:tbl>
          </a:graphicData>
        </a:graphic>
      </p:graphicFrame>
      <p:sp>
        <p:nvSpPr>
          <p:cNvPr id="358" name="Rectangle 5"/>
          <p:cNvSpPr/>
          <p:nvPr/>
        </p:nvSpPr>
        <p:spPr>
          <a:xfrm>
            <a:off x="0" y="857160"/>
            <a:ext cx="8964360" cy="1142640"/>
          </a:xfrm>
          <a:prstGeom prst="rect">
            <a:avLst/>
          </a:prstGeom>
          <a:noFill/>
          <a:ln w="9525">
            <a:noFill/>
          </a:ln>
        </p:spPr>
        <p:style>
          <a:lnRef idx="0"/>
          <a:fillRef idx="0"/>
          <a:effectRef idx="0"/>
          <a:fontRef idx="minor"/>
        </p:style>
        <p:txBody>
          <a:bodyPr lIns="90000" rIns="90000" tIns="45000" bIns="45000" anchor="ctr">
            <a:noAutofit/>
          </a:bodyPr>
          <a:p>
            <a:pPr marL="1117440" indent="-1117440" algn="ctr" defTabSz="914400">
              <a:lnSpc>
                <a:spcPct val="100000"/>
              </a:lnSpc>
              <a:tabLst>
                <a:tab algn="l" pos="0"/>
              </a:tabLst>
            </a:pPr>
            <a:r>
              <a:rPr b="1" lang="fr-FR" sz="3200" spc="-1" strike="noStrike">
                <a:solidFill>
                  <a:schemeClr val="accent5">
                    <a:lumMod val="10000"/>
                  </a:schemeClr>
                </a:solidFill>
                <a:latin typeface="Times New Roman"/>
              </a:rPr>
              <a:t>Formes destinées à la voie cutanée</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4696</TotalTime>
  <Application>Collabora_Office/24.04.13.3$Android_AARCH64 LibreOffice_project/0c707661e5c8</Application>
  <AppVersion>15.0000</AppVersion>
  <Words>2412</Words>
  <Paragraphs>287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Pharmaco</dc:creator>
  <dc:description/>
  <dc:language>en-US</dc:language>
  <cp:lastModifiedBy/>
  <dcterms:modified xsi:type="dcterms:W3CDTF">2025-05-27T11:05:40Z</dcterms:modified>
  <cp:revision>219</cp:revision>
  <dc:subject/>
  <dc:title>Diapositive 1</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vt:i4>
  </property>
  <property fmtid="{D5CDD505-2E9C-101B-9397-08002B2CF9AE}" pid="3" name="Notes">
    <vt:i4>19</vt:i4>
  </property>
  <property fmtid="{D5CDD505-2E9C-101B-9397-08002B2CF9AE}" pid="4" name="PresentationFormat">
    <vt:lpwstr>On-screen Show (4:3)</vt:lpwstr>
  </property>
  <property fmtid="{D5CDD505-2E9C-101B-9397-08002B2CF9AE}" pid="5" name="Slides">
    <vt:i4>25</vt:i4>
  </property>
</Properties>
</file>