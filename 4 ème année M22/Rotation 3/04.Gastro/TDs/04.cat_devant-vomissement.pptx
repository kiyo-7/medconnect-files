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99" r:id="rId6"/>
    <p:sldId id="29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90" r:id="rId34"/>
    <p:sldId id="291" r:id="rId35"/>
    <p:sldId id="300" r:id="rId36"/>
    <p:sldId id="292" r:id="rId37"/>
    <p:sldId id="294" r:id="rId38"/>
    <p:sldId id="295" r:id="rId39"/>
    <p:sldId id="296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DZ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3F661-7A27-4F46-B5A2-362B728B5BEA}" type="datetimeFigureOut">
              <a:rPr lang="fr-DZ" smtClean="0"/>
              <a:t>15/04/2026</a:t>
            </a:fld>
            <a:endParaRPr lang="fr-DZ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DZ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DZ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DZ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9129A-1C08-4D0D-8B47-0F9E4403985B}" type="slidenum">
              <a:rPr lang="fr-DZ" smtClean="0"/>
              <a:t>‹N°›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604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DZ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9129A-1C08-4D0D-8B47-0F9E4403985B}" type="slidenum">
              <a:rPr lang="fr-DZ" smtClean="0"/>
              <a:t>32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906700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 u="sng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 u="sng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47"/>
            <a:ext cx="272374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971" y="143383"/>
            <a:ext cx="8580146" cy="2743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7924" y="7746"/>
            <a:ext cx="278765" cy="273050"/>
          </a:xfrm>
          <a:custGeom>
            <a:avLst/>
            <a:gdLst/>
            <a:ahLst/>
            <a:cxnLst/>
            <a:rect l="l" t="t" r="r" b="b"/>
            <a:pathLst>
              <a:path w="278765" h="273050">
                <a:moveTo>
                  <a:pt x="138684" y="135636"/>
                </a:moveTo>
                <a:lnTo>
                  <a:pt x="0" y="135636"/>
                </a:lnTo>
                <a:lnTo>
                  <a:pt x="0" y="272796"/>
                </a:lnTo>
                <a:lnTo>
                  <a:pt x="138684" y="272796"/>
                </a:lnTo>
                <a:lnTo>
                  <a:pt x="138684" y="135636"/>
                </a:lnTo>
                <a:close/>
              </a:path>
              <a:path w="278765" h="273050">
                <a:moveTo>
                  <a:pt x="278765" y="0"/>
                </a:moveTo>
                <a:lnTo>
                  <a:pt x="138684" y="0"/>
                </a:lnTo>
                <a:lnTo>
                  <a:pt x="138684" y="135636"/>
                </a:lnTo>
                <a:lnTo>
                  <a:pt x="278765" y="135636"/>
                </a:lnTo>
                <a:lnTo>
                  <a:pt x="278765" y="0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6607" y="143383"/>
            <a:ext cx="140335" cy="142240"/>
          </a:xfrm>
          <a:custGeom>
            <a:avLst/>
            <a:gdLst/>
            <a:ahLst/>
            <a:cxnLst/>
            <a:rect l="l" t="t" r="r" b="b"/>
            <a:pathLst>
              <a:path w="140334" h="142240">
                <a:moveTo>
                  <a:pt x="140081" y="0"/>
                </a:moveTo>
                <a:lnTo>
                  <a:pt x="0" y="0"/>
                </a:lnTo>
                <a:lnTo>
                  <a:pt x="0" y="141731"/>
                </a:lnTo>
                <a:lnTo>
                  <a:pt x="140081" y="141731"/>
                </a:lnTo>
                <a:lnTo>
                  <a:pt x="140081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3811" y="283590"/>
            <a:ext cx="135890" cy="134620"/>
          </a:xfrm>
          <a:custGeom>
            <a:avLst/>
            <a:gdLst/>
            <a:ahLst/>
            <a:cxnLst/>
            <a:rect l="l" t="t" r="r" b="b"/>
            <a:pathLst>
              <a:path w="135890" h="134620">
                <a:moveTo>
                  <a:pt x="0" y="134111"/>
                </a:moveTo>
                <a:lnTo>
                  <a:pt x="135509" y="134111"/>
                </a:lnTo>
                <a:lnTo>
                  <a:pt x="135509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0555" y="144907"/>
            <a:ext cx="142240" cy="139065"/>
          </a:xfrm>
          <a:custGeom>
            <a:avLst/>
            <a:gdLst/>
            <a:ahLst/>
            <a:cxnLst/>
            <a:rect l="l" t="t" r="r" b="b"/>
            <a:pathLst>
              <a:path w="142240" h="139065">
                <a:moveTo>
                  <a:pt x="141731" y="0"/>
                </a:moveTo>
                <a:lnTo>
                  <a:pt x="0" y="0"/>
                </a:lnTo>
                <a:lnTo>
                  <a:pt x="0" y="138556"/>
                </a:lnTo>
                <a:lnTo>
                  <a:pt x="141731" y="138556"/>
                </a:lnTo>
                <a:lnTo>
                  <a:pt x="141731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3812" y="280542"/>
            <a:ext cx="273050" cy="274320"/>
          </a:xfrm>
          <a:custGeom>
            <a:avLst/>
            <a:gdLst/>
            <a:ahLst/>
            <a:cxnLst/>
            <a:rect l="l" t="t" r="r" b="b"/>
            <a:pathLst>
              <a:path w="273050" h="274320">
                <a:moveTo>
                  <a:pt x="272796" y="0"/>
                </a:moveTo>
                <a:lnTo>
                  <a:pt x="134112" y="0"/>
                </a:lnTo>
                <a:lnTo>
                  <a:pt x="134112" y="137160"/>
                </a:lnTo>
                <a:lnTo>
                  <a:pt x="0" y="137160"/>
                </a:lnTo>
                <a:lnTo>
                  <a:pt x="0" y="274320"/>
                </a:lnTo>
                <a:lnTo>
                  <a:pt x="135509" y="274320"/>
                </a:lnTo>
                <a:lnTo>
                  <a:pt x="135509" y="137160"/>
                </a:lnTo>
                <a:lnTo>
                  <a:pt x="272796" y="137160"/>
                </a:lnTo>
                <a:lnTo>
                  <a:pt x="272796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99363" y="1652143"/>
            <a:ext cx="3973195" cy="1590040"/>
          </a:xfrm>
          <a:custGeom>
            <a:avLst/>
            <a:gdLst/>
            <a:ahLst/>
            <a:cxnLst/>
            <a:rect l="l" t="t" r="r" b="b"/>
            <a:pathLst>
              <a:path w="3973195" h="1590039">
                <a:moveTo>
                  <a:pt x="3179064" y="0"/>
                </a:moveTo>
                <a:lnTo>
                  <a:pt x="0" y="0"/>
                </a:lnTo>
                <a:lnTo>
                  <a:pt x="794004" y="795528"/>
                </a:lnTo>
                <a:lnTo>
                  <a:pt x="0" y="1589532"/>
                </a:lnTo>
                <a:lnTo>
                  <a:pt x="3179064" y="1589532"/>
                </a:lnTo>
                <a:lnTo>
                  <a:pt x="3973068" y="795528"/>
                </a:lnTo>
                <a:lnTo>
                  <a:pt x="3179064" y="0"/>
                </a:lnTo>
                <a:close/>
              </a:path>
            </a:pathLst>
          </a:custGeom>
          <a:solidFill>
            <a:srgbClr val="FF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67359" y="1639951"/>
            <a:ext cx="4023360" cy="1614170"/>
          </a:xfrm>
          <a:custGeom>
            <a:avLst/>
            <a:gdLst/>
            <a:ahLst/>
            <a:cxnLst/>
            <a:rect l="l" t="t" r="r" b="b"/>
            <a:pathLst>
              <a:path w="4023360" h="1614170">
                <a:moveTo>
                  <a:pt x="3215640" y="0"/>
                </a:moveTo>
                <a:lnTo>
                  <a:pt x="0" y="0"/>
                </a:lnTo>
                <a:lnTo>
                  <a:pt x="3047" y="1524"/>
                </a:lnTo>
                <a:lnTo>
                  <a:pt x="807719" y="806196"/>
                </a:lnTo>
                <a:lnTo>
                  <a:pt x="806195" y="809244"/>
                </a:lnTo>
                <a:lnTo>
                  <a:pt x="3048" y="1612391"/>
                </a:lnTo>
                <a:lnTo>
                  <a:pt x="3218688" y="1613915"/>
                </a:lnTo>
                <a:lnTo>
                  <a:pt x="3218688" y="1612391"/>
                </a:lnTo>
                <a:lnTo>
                  <a:pt x="3241547" y="1589532"/>
                </a:lnTo>
                <a:lnTo>
                  <a:pt x="3206495" y="1589532"/>
                </a:lnTo>
                <a:lnTo>
                  <a:pt x="64007" y="1588008"/>
                </a:lnTo>
                <a:lnTo>
                  <a:pt x="844295" y="807720"/>
                </a:lnTo>
                <a:lnTo>
                  <a:pt x="60959" y="24384"/>
                </a:lnTo>
                <a:lnTo>
                  <a:pt x="3240024" y="24384"/>
                </a:lnTo>
                <a:lnTo>
                  <a:pt x="3215640" y="0"/>
                </a:lnTo>
                <a:close/>
              </a:path>
              <a:path w="4023360" h="1614170">
                <a:moveTo>
                  <a:pt x="3240024" y="24384"/>
                </a:moveTo>
                <a:lnTo>
                  <a:pt x="3204972" y="24384"/>
                </a:lnTo>
                <a:lnTo>
                  <a:pt x="3986784" y="806196"/>
                </a:lnTo>
                <a:lnTo>
                  <a:pt x="3985260" y="809244"/>
                </a:lnTo>
                <a:lnTo>
                  <a:pt x="3206495" y="1588008"/>
                </a:lnTo>
                <a:lnTo>
                  <a:pt x="3206495" y="1589532"/>
                </a:lnTo>
                <a:lnTo>
                  <a:pt x="3241547" y="1589532"/>
                </a:lnTo>
                <a:lnTo>
                  <a:pt x="4023360" y="807720"/>
                </a:lnTo>
                <a:lnTo>
                  <a:pt x="3240024" y="24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 u="sng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1" u="sng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47"/>
            <a:ext cx="272374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0971" y="143383"/>
            <a:ext cx="8580146" cy="2743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7924" y="7746"/>
            <a:ext cx="278765" cy="273050"/>
          </a:xfrm>
          <a:custGeom>
            <a:avLst/>
            <a:gdLst/>
            <a:ahLst/>
            <a:cxnLst/>
            <a:rect l="l" t="t" r="r" b="b"/>
            <a:pathLst>
              <a:path w="278765" h="273050">
                <a:moveTo>
                  <a:pt x="138684" y="135636"/>
                </a:moveTo>
                <a:lnTo>
                  <a:pt x="0" y="135636"/>
                </a:lnTo>
                <a:lnTo>
                  <a:pt x="0" y="272796"/>
                </a:lnTo>
                <a:lnTo>
                  <a:pt x="138684" y="272796"/>
                </a:lnTo>
                <a:lnTo>
                  <a:pt x="138684" y="135636"/>
                </a:lnTo>
                <a:close/>
              </a:path>
              <a:path w="278765" h="273050">
                <a:moveTo>
                  <a:pt x="278765" y="0"/>
                </a:moveTo>
                <a:lnTo>
                  <a:pt x="138684" y="0"/>
                </a:lnTo>
                <a:lnTo>
                  <a:pt x="138684" y="135636"/>
                </a:lnTo>
                <a:lnTo>
                  <a:pt x="278765" y="135636"/>
                </a:lnTo>
                <a:lnTo>
                  <a:pt x="278765" y="0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6607" y="143383"/>
            <a:ext cx="140335" cy="142240"/>
          </a:xfrm>
          <a:custGeom>
            <a:avLst/>
            <a:gdLst/>
            <a:ahLst/>
            <a:cxnLst/>
            <a:rect l="l" t="t" r="r" b="b"/>
            <a:pathLst>
              <a:path w="140334" h="142240">
                <a:moveTo>
                  <a:pt x="140081" y="0"/>
                </a:moveTo>
                <a:lnTo>
                  <a:pt x="0" y="0"/>
                </a:lnTo>
                <a:lnTo>
                  <a:pt x="0" y="141731"/>
                </a:lnTo>
                <a:lnTo>
                  <a:pt x="140081" y="141731"/>
                </a:lnTo>
                <a:lnTo>
                  <a:pt x="140081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3811" y="283590"/>
            <a:ext cx="135890" cy="134620"/>
          </a:xfrm>
          <a:custGeom>
            <a:avLst/>
            <a:gdLst/>
            <a:ahLst/>
            <a:cxnLst/>
            <a:rect l="l" t="t" r="r" b="b"/>
            <a:pathLst>
              <a:path w="135890" h="134620">
                <a:moveTo>
                  <a:pt x="0" y="134111"/>
                </a:moveTo>
                <a:lnTo>
                  <a:pt x="135509" y="134111"/>
                </a:lnTo>
                <a:lnTo>
                  <a:pt x="135509" y="0"/>
                </a:lnTo>
                <a:lnTo>
                  <a:pt x="0" y="0"/>
                </a:lnTo>
                <a:lnTo>
                  <a:pt x="0" y="134111"/>
                </a:lnTo>
                <a:close/>
              </a:path>
            </a:pathLst>
          </a:custGeom>
          <a:solidFill>
            <a:srgbClr val="CCC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0555" y="144907"/>
            <a:ext cx="142240" cy="139065"/>
          </a:xfrm>
          <a:custGeom>
            <a:avLst/>
            <a:gdLst/>
            <a:ahLst/>
            <a:cxnLst/>
            <a:rect l="l" t="t" r="r" b="b"/>
            <a:pathLst>
              <a:path w="142240" h="139065">
                <a:moveTo>
                  <a:pt x="141731" y="0"/>
                </a:moveTo>
                <a:lnTo>
                  <a:pt x="0" y="0"/>
                </a:lnTo>
                <a:lnTo>
                  <a:pt x="0" y="138556"/>
                </a:lnTo>
                <a:lnTo>
                  <a:pt x="141731" y="138556"/>
                </a:lnTo>
                <a:lnTo>
                  <a:pt x="141731" y="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3812" y="280542"/>
            <a:ext cx="273050" cy="274320"/>
          </a:xfrm>
          <a:custGeom>
            <a:avLst/>
            <a:gdLst/>
            <a:ahLst/>
            <a:cxnLst/>
            <a:rect l="l" t="t" r="r" b="b"/>
            <a:pathLst>
              <a:path w="273050" h="274320">
                <a:moveTo>
                  <a:pt x="272796" y="0"/>
                </a:moveTo>
                <a:lnTo>
                  <a:pt x="134112" y="0"/>
                </a:lnTo>
                <a:lnTo>
                  <a:pt x="134112" y="137160"/>
                </a:lnTo>
                <a:lnTo>
                  <a:pt x="0" y="137160"/>
                </a:lnTo>
                <a:lnTo>
                  <a:pt x="0" y="274320"/>
                </a:lnTo>
                <a:lnTo>
                  <a:pt x="135509" y="274320"/>
                </a:lnTo>
                <a:lnTo>
                  <a:pt x="135509" y="137160"/>
                </a:lnTo>
                <a:lnTo>
                  <a:pt x="272796" y="137160"/>
                </a:lnTo>
                <a:lnTo>
                  <a:pt x="272796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443" y="819404"/>
            <a:ext cx="864311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1" u="sng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707" y="1660651"/>
            <a:ext cx="8547735" cy="335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031" y="7747"/>
            <a:ext cx="9144000" cy="6850380"/>
            <a:chOff x="-2031" y="7747"/>
            <a:chExt cx="9144000" cy="6850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747"/>
              <a:ext cx="3359995" cy="68502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15516" y="1699386"/>
              <a:ext cx="7426959" cy="2533015"/>
            </a:xfrm>
            <a:custGeom>
              <a:avLst/>
              <a:gdLst/>
              <a:ahLst/>
              <a:cxnLst/>
              <a:rect l="l" t="t" r="r" b="b"/>
              <a:pathLst>
                <a:path w="7426959" h="2533015">
                  <a:moveTo>
                    <a:pt x="7426452" y="0"/>
                  </a:moveTo>
                  <a:lnTo>
                    <a:pt x="0" y="0"/>
                  </a:lnTo>
                  <a:lnTo>
                    <a:pt x="0" y="2532888"/>
                  </a:lnTo>
                  <a:lnTo>
                    <a:pt x="7426452" y="2532888"/>
                  </a:lnTo>
                  <a:lnTo>
                    <a:pt x="7426452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2516" y="3601338"/>
              <a:ext cx="567055" cy="631190"/>
            </a:xfrm>
            <a:custGeom>
              <a:avLst/>
              <a:gdLst/>
              <a:ahLst/>
              <a:cxnLst/>
              <a:rect l="l" t="t" r="r" b="b"/>
              <a:pathLst>
                <a:path w="567055" h="631189">
                  <a:moveTo>
                    <a:pt x="0" y="630809"/>
                  </a:moveTo>
                  <a:lnTo>
                    <a:pt x="566928" y="630809"/>
                  </a:lnTo>
                  <a:lnTo>
                    <a:pt x="566928" y="0"/>
                  </a:lnTo>
                  <a:lnTo>
                    <a:pt x="0" y="0"/>
                  </a:lnTo>
                  <a:lnTo>
                    <a:pt x="0" y="630809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5516" y="1074546"/>
              <a:ext cx="1150620" cy="1257300"/>
            </a:xfrm>
            <a:custGeom>
              <a:avLst/>
              <a:gdLst/>
              <a:ahLst/>
              <a:cxnLst/>
              <a:rect l="l" t="t" r="r" b="b"/>
              <a:pathLst>
                <a:path w="1150620" h="1257300">
                  <a:moveTo>
                    <a:pt x="563880" y="624840"/>
                  </a:moveTo>
                  <a:lnTo>
                    <a:pt x="0" y="624840"/>
                  </a:lnTo>
                  <a:lnTo>
                    <a:pt x="0" y="1257300"/>
                  </a:lnTo>
                  <a:lnTo>
                    <a:pt x="563880" y="1257300"/>
                  </a:lnTo>
                  <a:lnTo>
                    <a:pt x="563880" y="624840"/>
                  </a:lnTo>
                  <a:close/>
                </a:path>
                <a:path w="1150620" h="1257300">
                  <a:moveTo>
                    <a:pt x="1150620" y="0"/>
                  </a:moveTo>
                  <a:lnTo>
                    <a:pt x="563880" y="0"/>
                  </a:lnTo>
                  <a:lnTo>
                    <a:pt x="563880" y="624840"/>
                  </a:lnTo>
                  <a:lnTo>
                    <a:pt x="1150620" y="624840"/>
                  </a:lnTo>
                  <a:lnTo>
                    <a:pt x="1150620" y="0"/>
                  </a:lnTo>
                  <a:close/>
                </a:path>
              </a:pathLst>
            </a:custGeom>
            <a:solidFill>
              <a:srgbClr val="CCC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39443" y="3601338"/>
              <a:ext cx="585470" cy="631190"/>
            </a:xfrm>
            <a:custGeom>
              <a:avLst/>
              <a:gdLst/>
              <a:ahLst/>
              <a:cxnLst/>
              <a:rect l="l" t="t" r="r" b="b"/>
              <a:pathLst>
                <a:path w="585469" h="631189">
                  <a:moveTo>
                    <a:pt x="0" y="630809"/>
                  </a:moveTo>
                  <a:lnTo>
                    <a:pt x="585088" y="630809"/>
                  </a:lnTo>
                  <a:lnTo>
                    <a:pt x="585088" y="0"/>
                  </a:lnTo>
                  <a:lnTo>
                    <a:pt x="0" y="0"/>
                  </a:lnTo>
                  <a:lnTo>
                    <a:pt x="0" y="630809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79395" y="1699386"/>
              <a:ext cx="586740" cy="643255"/>
            </a:xfrm>
            <a:custGeom>
              <a:avLst/>
              <a:gdLst/>
              <a:ahLst/>
              <a:cxnLst/>
              <a:rect l="l" t="t" r="r" b="b"/>
              <a:pathLst>
                <a:path w="586739" h="643255">
                  <a:moveTo>
                    <a:pt x="586740" y="0"/>
                  </a:moveTo>
                  <a:lnTo>
                    <a:pt x="0" y="0"/>
                  </a:lnTo>
                  <a:lnTo>
                    <a:pt x="0" y="643127"/>
                  </a:lnTo>
                  <a:lnTo>
                    <a:pt x="586740" y="643127"/>
                  </a:lnTo>
                  <a:lnTo>
                    <a:pt x="58674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9443" y="2331847"/>
              <a:ext cx="576580" cy="624840"/>
            </a:xfrm>
            <a:custGeom>
              <a:avLst/>
              <a:gdLst/>
              <a:ahLst/>
              <a:cxnLst/>
              <a:rect l="l" t="t" r="r" b="b"/>
              <a:pathLst>
                <a:path w="576580" h="624839">
                  <a:moveTo>
                    <a:pt x="0" y="624839"/>
                  </a:moveTo>
                  <a:lnTo>
                    <a:pt x="576072" y="624839"/>
                  </a:lnTo>
                  <a:lnTo>
                    <a:pt x="576072" y="0"/>
                  </a:lnTo>
                  <a:lnTo>
                    <a:pt x="0" y="0"/>
                  </a:lnTo>
                  <a:lnTo>
                    <a:pt x="0" y="624839"/>
                  </a:lnTo>
                  <a:close/>
                </a:path>
              </a:pathLst>
            </a:custGeom>
            <a:solidFill>
              <a:srgbClr val="CCC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2031" y="2331847"/>
              <a:ext cx="583565" cy="634365"/>
            </a:xfrm>
            <a:custGeom>
              <a:avLst/>
              <a:gdLst/>
              <a:ahLst/>
              <a:cxnLst/>
              <a:rect l="l" t="t" r="r" b="b"/>
              <a:pathLst>
                <a:path w="583565" h="634364">
                  <a:moveTo>
                    <a:pt x="583565" y="0"/>
                  </a:moveTo>
                  <a:lnTo>
                    <a:pt x="0" y="0"/>
                  </a:lnTo>
                  <a:lnTo>
                    <a:pt x="0" y="633984"/>
                  </a:lnTo>
                  <a:lnTo>
                    <a:pt x="583565" y="633984"/>
                  </a:lnTo>
                  <a:lnTo>
                    <a:pt x="583565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5516" y="2331847"/>
              <a:ext cx="574675" cy="634365"/>
            </a:xfrm>
            <a:custGeom>
              <a:avLst/>
              <a:gdLst/>
              <a:ahLst/>
              <a:cxnLst/>
              <a:rect l="l" t="t" r="r" b="b"/>
              <a:pathLst>
                <a:path w="574675" h="634364">
                  <a:moveTo>
                    <a:pt x="574420" y="0"/>
                  </a:moveTo>
                  <a:lnTo>
                    <a:pt x="0" y="0"/>
                  </a:lnTo>
                  <a:lnTo>
                    <a:pt x="0" y="633984"/>
                  </a:lnTo>
                  <a:lnTo>
                    <a:pt x="574420" y="633984"/>
                  </a:lnTo>
                  <a:lnTo>
                    <a:pt x="574420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2516" y="2956686"/>
              <a:ext cx="567055" cy="645160"/>
            </a:xfrm>
            <a:custGeom>
              <a:avLst/>
              <a:gdLst/>
              <a:ahLst/>
              <a:cxnLst/>
              <a:rect l="l" t="t" r="r" b="b"/>
              <a:pathLst>
                <a:path w="567055" h="645160">
                  <a:moveTo>
                    <a:pt x="0" y="644651"/>
                  </a:moveTo>
                  <a:lnTo>
                    <a:pt x="566928" y="644651"/>
                  </a:lnTo>
                  <a:lnTo>
                    <a:pt x="566928" y="0"/>
                  </a:lnTo>
                  <a:lnTo>
                    <a:pt x="0" y="0"/>
                  </a:lnTo>
                  <a:lnTo>
                    <a:pt x="0" y="644651"/>
                  </a:lnTo>
                  <a:close/>
                </a:path>
              </a:pathLst>
            </a:custGeom>
            <a:solidFill>
              <a:srgbClr val="CCC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39443" y="2956686"/>
              <a:ext cx="585470" cy="645160"/>
            </a:xfrm>
            <a:custGeom>
              <a:avLst/>
              <a:gdLst/>
              <a:ahLst/>
              <a:cxnLst/>
              <a:rect l="l" t="t" r="r" b="b"/>
              <a:pathLst>
                <a:path w="585469" h="645160">
                  <a:moveTo>
                    <a:pt x="585088" y="0"/>
                  </a:moveTo>
                  <a:lnTo>
                    <a:pt x="0" y="0"/>
                  </a:lnTo>
                  <a:lnTo>
                    <a:pt x="0" y="644651"/>
                  </a:lnTo>
                  <a:lnTo>
                    <a:pt x="585088" y="644651"/>
                  </a:lnTo>
                  <a:lnTo>
                    <a:pt x="585088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489200" y="2125471"/>
            <a:ext cx="6452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4935" algn="l"/>
              </a:tabLst>
            </a:pPr>
            <a:r>
              <a:rPr b="0" i="0" u="none" spc="-10" dirty="0">
                <a:solidFill>
                  <a:srgbClr val="FFFFFF"/>
                </a:solidFill>
                <a:latin typeface="Arial MT"/>
                <a:cs typeface="Arial MT"/>
              </a:rPr>
              <a:t>CONDUITE</a:t>
            </a:r>
            <a:r>
              <a:rPr b="0" i="0" u="none" dirty="0">
                <a:solidFill>
                  <a:srgbClr val="FFFFFF"/>
                </a:solidFill>
                <a:latin typeface="Arial MT"/>
                <a:cs typeface="Arial MT"/>
              </a:rPr>
              <a:t>	A</a:t>
            </a:r>
            <a:r>
              <a:rPr b="0" i="0" u="none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0" i="0" u="none" dirty="0">
                <a:solidFill>
                  <a:srgbClr val="FFFFFF"/>
                </a:solidFill>
                <a:latin typeface="Arial MT"/>
                <a:cs typeface="Arial MT"/>
              </a:rPr>
              <a:t>TENIR</a:t>
            </a:r>
            <a:r>
              <a:rPr b="0" i="0" u="none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b="0" i="0" u="none" spc="-10" dirty="0">
                <a:solidFill>
                  <a:srgbClr val="FFFFFF"/>
                </a:solidFill>
                <a:latin typeface="Arial MT"/>
                <a:cs typeface="Arial MT"/>
              </a:rPr>
              <a:t>DEVANT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24707" y="2674111"/>
            <a:ext cx="4774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DES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VOMISSEMENTS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4544" y="263271"/>
            <a:ext cx="3721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Plan</a:t>
            </a:r>
            <a:r>
              <a:rPr sz="4400" spc="-40" dirty="0"/>
              <a:t> </a:t>
            </a:r>
            <a:r>
              <a:rPr sz="4400" dirty="0"/>
              <a:t>du</a:t>
            </a:r>
            <a:r>
              <a:rPr sz="4400" spc="-40" dirty="0"/>
              <a:t> </a:t>
            </a:r>
            <a:r>
              <a:rPr sz="4400" spc="-10" dirty="0"/>
              <a:t>cours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3908" y="1671319"/>
            <a:ext cx="5713730" cy="30981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i="1" spc="-10" dirty="0">
                <a:latin typeface="Arial"/>
                <a:cs typeface="Arial"/>
              </a:rPr>
              <a:t>I-INTRODUCTION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</a:pPr>
            <a:r>
              <a:rPr sz="2400" i="1" spc="-10" dirty="0">
                <a:latin typeface="Arial"/>
                <a:cs typeface="Arial"/>
              </a:rPr>
              <a:t>II-</a:t>
            </a:r>
            <a:r>
              <a:rPr sz="2400" i="1" dirty="0">
                <a:latin typeface="Arial"/>
                <a:cs typeface="Arial"/>
              </a:rPr>
              <a:t>RECONNAITRE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LES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VOMISSEMENTS III-</a:t>
            </a:r>
            <a:r>
              <a:rPr sz="2400" i="1" dirty="0">
                <a:latin typeface="Arial"/>
                <a:cs typeface="Arial"/>
              </a:rPr>
              <a:t>DIAGNOSTIC</a:t>
            </a:r>
            <a:r>
              <a:rPr sz="2400" i="1" spc="-10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DIFFERENTIEL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i="1" spc="-10" dirty="0">
                <a:latin typeface="Arial"/>
                <a:cs typeface="Arial"/>
              </a:rPr>
              <a:t>IV-COMPLICATIONS</a:t>
            </a:r>
            <a:endParaRPr sz="2400">
              <a:latin typeface="Arial"/>
              <a:cs typeface="Arial"/>
            </a:endParaRPr>
          </a:p>
          <a:p>
            <a:pPr marL="12700" marR="1308100">
              <a:lnSpc>
                <a:spcPct val="120000"/>
              </a:lnSpc>
            </a:pPr>
            <a:r>
              <a:rPr sz="2400" i="1" spc="-10" dirty="0">
                <a:latin typeface="Arial"/>
                <a:cs typeface="Arial"/>
              </a:rPr>
              <a:t>V-</a:t>
            </a:r>
            <a:r>
              <a:rPr sz="2400" i="1" dirty="0">
                <a:latin typeface="Arial"/>
                <a:cs typeface="Arial"/>
              </a:rPr>
              <a:t>DIAGNOSTIC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ETIOLOGIQUE VI-TRAITEMENT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i="1" spc="-10" dirty="0">
                <a:latin typeface="Arial"/>
                <a:cs typeface="Arial"/>
              </a:rPr>
              <a:t>VII-CONCLUSION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4227" y="371474"/>
            <a:ext cx="29483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Arial"/>
                <a:cs typeface="Arial"/>
              </a:rPr>
              <a:t>Introduction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1317141"/>
            <a:ext cx="7953375" cy="343916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3217545">
              <a:lnSpc>
                <a:spcPct val="100000"/>
              </a:lnSpc>
              <a:spcBef>
                <a:spcPts val="1780"/>
              </a:spcBef>
            </a:pPr>
            <a:r>
              <a:rPr sz="2800" b="1" u="sng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A.</a:t>
            </a:r>
            <a:r>
              <a:rPr sz="2800" b="1" u="sng" spc="-25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spc="-10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Définition</a:t>
            </a:r>
            <a:endParaRPr sz="2800">
              <a:latin typeface="Arial"/>
              <a:cs typeface="Arial"/>
            </a:endParaRPr>
          </a:p>
          <a:p>
            <a:pPr marL="355600" marR="420370" indent="-342900">
              <a:lnSpc>
                <a:spcPct val="100000"/>
              </a:lnSpc>
              <a:spcBef>
                <a:spcPts val="1680"/>
              </a:spcBef>
              <a:buSzPct val="75000"/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Rejet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actif</a:t>
            </a:r>
            <a:r>
              <a:rPr sz="2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bouche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d’une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partie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la </a:t>
            </a:r>
            <a:r>
              <a:rPr sz="2800" dirty="0">
                <a:latin typeface="Arial MT"/>
                <a:cs typeface="Arial MT"/>
              </a:rPr>
              <a:t>totalité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contenu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gastrique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SzPct val="75000"/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Précédé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nausées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680"/>
              </a:spcBef>
              <a:buSzPct val="75000"/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Nausée: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sensation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subjective,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désagréable,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non </a:t>
            </a:r>
            <a:r>
              <a:rPr sz="2800" dirty="0">
                <a:latin typeface="Arial MT"/>
                <a:cs typeface="Arial MT"/>
              </a:rPr>
              <a:t>douloureuse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qui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précède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besoin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vomir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1016" y="2012695"/>
            <a:ext cx="4057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0" u="sng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B.</a:t>
            </a:r>
            <a:r>
              <a:rPr sz="2800" i="0" u="sng" spc="-35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 </a:t>
            </a:r>
            <a:r>
              <a:rPr sz="2800" i="0" u="sng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Intérêt</a:t>
            </a:r>
            <a:r>
              <a:rPr sz="2800" i="0" u="sng" spc="-30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 </a:t>
            </a:r>
            <a:r>
              <a:rPr sz="2800" i="0" u="sng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de</a:t>
            </a:r>
            <a:r>
              <a:rPr sz="2800" i="0" u="sng" spc="-20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 </a:t>
            </a:r>
            <a:r>
              <a:rPr sz="2800" i="0" u="sng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la</a:t>
            </a:r>
            <a:r>
              <a:rPr sz="2800" i="0" u="sng" spc="-40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 </a:t>
            </a:r>
            <a:r>
              <a:rPr sz="2800" i="0" u="sng" spc="-10" dirty="0">
                <a:solidFill>
                  <a:srgbClr val="00007C"/>
                </a:solidFill>
                <a:uFill>
                  <a:solidFill>
                    <a:srgbClr val="00007C"/>
                  </a:solidFill>
                </a:uFill>
                <a:latin typeface="Arial"/>
                <a:cs typeface="Arial"/>
              </a:rPr>
              <a:t>question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908" y="2950870"/>
            <a:ext cx="4815840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Motif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consultation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fréquent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Diagnostic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facile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Etiologies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multiples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36FE7A-87AA-11AB-4E76-6F88EA48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43" y="819404"/>
            <a:ext cx="8643112" cy="553998"/>
          </a:xfrm>
        </p:spPr>
        <p:txBody>
          <a:bodyPr/>
          <a:lstStyle/>
          <a:p>
            <a:pPr algn="ctr"/>
            <a:r>
              <a:rPr lang="fr-FR" dirty="0"/>
              <a:t>PHYSIOPATHOLOGIE</a:t>
            </a:r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466BB1-A4BD-2500-D140-BD6E089E4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820" y="1676400"/>
            <a:ext cx="8547735" cy="4739759"/>
          </a:xfrm>
        </p:spPr>
        <p:txBody>
          <a:bodyPr/>
          <a:lstStyle/>
          <a:p>
            <a:endParaRPr lang="fr-FR" sz="1800" dirty="0"/>
          </a:p>
          <a:p>
            <a:r>
              <a:rPr lang="fr-FR" sz="1800" b="1" i="1" dirty="0">
                <a:solidFill>
                  <a:srgbClr val="00B050"/>
                </a:solidFill>
              </a:rPr>
              <a:t>Centre du vomissement </a:t>
            </a:r>
          </a:p>
          <a:p>
            <a:endParaRPr lang="fr-FR" sz="1800" dirty="0">
              <a:solidFill>
                <a:srgbClr val="00B050"/>
              </a:solidFill>
            </a:endParaRPr>
          </a:p>
          <a:p>
            <a:r>
              <a:rPr lang="fr-FR" sz="1800" dirty="0"/>
              <a:t>– </a:t>
            </a:r>
            <a:r>
              <a:rPr lang="fr-FR" sz="1600" dirty="0"/>
              <a:t>Localisé dans le bulbe le long de la partie ventrale du tractus solitaire </a:t>
            </a:r>
          </a:p>
          <a:p>
            <a:r>
              <a:rPr lang="fr-FR" sz="1600" dirty="0"/>
              <a:t>– Excitation vagale : vomissements = atonie gastrique, </a:t>
            </a:r>
            <a:r>
              <a:rPr lang="fr-FR" sz="1600" dirty="0" err="1"/>
              <a:t>retropéristaltisme</a:t>
            </a:r>
            <a:r>
              <a:rPr lang="fr-FR" sz="1600" dirty="0"/>
              <a:t>, </a:t>
            </a:r>
          </a:p>
          <a:p>
            <a:r>
              <a:rPr lang="fr-FR" sz="1600" dirty="0"/>
              <a:t>contraction muscles thoraciques et abdominaux (diaphragme +++) </a:t>
            </a:r>
          </a:p>
          <a:p>
            <a:r>
              <a:rPr lang="fr-FR" sz="1600" dirty="0"/>
              <a:t>– Neurotransmetteurs : acétylcholine, histamine, sérotonine (R 5HT2) </a:t>
            </a:r>
          </a:p>
          <a:p>
            <a:endParaRPr lang="fr-FR" sz="1800" dirty="0"/>
          </a:p>
          <a:p>
            <a:r>
              <a:rPr lang="fr-FR" sz="1800" b="1" i="1" dirty="0">
                <a:solidFill>
                  <a:srgbClr val="00B050"/>
                </a:solidFill>
              </a:rPr>
              <a:t>Voies afférentes </a:t>
            </a:r>
          </a:p>
          <a:p>
            <a:endParaRPr lang="fr-FR" sz="1800" dirty="0"/>
          </a:p>
          <a:p>
            <a:r>
              <a:rPr lang="fr-FR" sz="1600" dirty="0"/>
              <a:t>– </a:t>
            </a:r>
            <a:r>
              <a:rPr lang="fr-FR" sz="1600" b="1" dirty="0"/>
              <a:t>Zone gâchette chémoréceptrice (CTZ) </a:t>
            </a:r>
            <a:r>
              <a:rPr lang="fr-FR" sz="1600" dirty="0"/>
              <a:t>:Médicaments, Troubles métaboliques, les toxines bactériennes</a:t>
            </a:r>
          </a:p>
          <a:p>
            <a:r>
              <a:rPr lang="fr-FR" sz="1600" dirty="0"/>
              <a:t>– </a:t>
            </a:r>
            <a:r>
              <a:rPr lang="fr-FR" sz="1600" b="1" dirty="0"/>
              <a:t>Système nerveux central :</a:t>
            </a:r>
            <a:r>
              <a:rPr lang="fr-FR" sz="1600" dirty="0"/>
              <a:t>émotions (peur/anxiété), douleur ,afférences sensorielles (vue, odorat, goût) ,et l’hypertension intracrânienne </a:t>
            </a:r>
          </a:p>
          <a:p>
            <a:r>
              <a:rPr lang="fr-FR" sz="1600" dirty="0"/>
              <a:t>– </a:t>
            </a:r>
            <a:r>
              <a:rPr lang="fr-FR" sz="1600" b="1" dirty="0"/>
              <a:t>Système vestibulaire :</a:t>
            </a:r>
            <a:r>
              <a:rPr lang="fr-FR" sz="1600" dirty="0"/>
              <a:t>Mal des transports, mouvements, stimulation visuelle et les pathologies du système vestibulaire</a:t>
            </a:r>
          </a:p>
          <a:p>
            <a:r>
              <a:rPr lang="fr-FR" sz="1600" dirty="0"/>
              <a:t>– </a:t>
            </a:r>
            <a:r>
              <a:rPr lang="fr-FR" sz="1600" b="1" dirty="0"/>
              <a:t>Voies périphériques : </a:t>
            </a:r>
            <a:r>
              <a:rPr lang="fr-FR" sz="1600" dirty="0"/>
              <a:t>tractus digestif, </a:t>
            </a:r>
            <a:r>
              <a:rPr lang="fr-FR" sz="1600" dirty="0" err="1"/>
              <a:t>oto</a:t>
            </a:r>
            <a:r>
              <a:rPr lang="fr-FR" sz="1600" dirty="0"/>
              <a:t>‐rhinopharynx, arbre bronchique, </a:t>
            </a:r>
          </a:p>
          <a:p>
            <a:r>
              <a:rPr lang="fr-FR" sz="1600" dirty="0"/>
              <a:t>tractus génito‐urinaire</a:t>
            </a:r>
            <a:endParaRPr lang="fr-DZ" sz="1600" dirty="0"/>
          </a:p>
        </p:txBody>
      </p:sp>
    </p:spTree>
    <p:extLst>
      <p:ext uri="{BB962C8B-B14F-4D97-AF65-F5344CB8AC3E}">
        <p14:creationId xmlns:p14="http://schemas.microsoft.com/office/powerpoint/2010/main" val="298829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23DF22-43CC-1DD8-150B-C4D89F3B4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43" y="819404"/>
            <a:ext cx="8643112" cy="553998"/>
          </a:xfrm>
        </p:spPr>
        <p:txBody>
          <a:bodyPr/>
          <a:lstStyle/>
          <a:p>
            <a:pPr algn="ctr"/>
            <a:endParaRPr lang="fr-DZ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85B5DC-28CC-5324-0C15-8E83E2BED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DZ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E4FCD7-2A46-E62E-375C-B769556F0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93" y="1660651"/>
            <a:ext cx="8229999" cy="50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1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Reconnaitre</a:t>
            </a:r>
            <a:r>
              <a:rPr sz="4400" b="0" spc="-35" dirty="0">
                <a:latin typeface="Arial"/>
                <a:cs typeface="Arial"/>
              </a:rPr>
              <a:t> </a:t>
            </a:r>
            <a:r>
              <a:rPr sz="4400" b="0" dirty="0">
                <a:latin typeface="Arial"/>
                <a:cs typeface="Arial"/>
              </a:rPr>
              <a:t>les</a:t>
            </a:r>
            <a:r>
              <a:rPr sz="4400" b="0" spc="-30" dirty="0">
                <a:latin typeface="Arial"/>
                <a:cs typeface="Arial"/>
              </a:rPr>
              <a:t> </a:t>
            </a:r>
            <a:r>
              <a:rPr sz="4400" b="0" spc="-10" dirty="0">
                <a:latin typeface="Arial"/>
                <a:cs typeface="Arial"/>
              </a:rPr>
              <a:t>vomissements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11352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spc="-10" dirty="0"/>
              <a:t>-</a:t>
            </a:r>
            <a:r>
              <a:rPr dirty="0"/>
              <a:t>Facile</a:t>
            </a:r>
            <a:r>
              <a:rPr spc="-35" dirty="0"/>
              <a:t> </a:t>
            </a:r>
            <a:r>
              <a:rPr dirty="0"/>
              <a:t>à</a:t>
            </a:r>
            <a:r>
              <a:rPr spc="-50" dirty="0"/>
              <a:t> </a:t>
            </a:r>
            <a:r>
              <a:rPr spc="-10" dirty="0"/>
              <a:t>reconnaitre</a:t>
            </a:r>
          </a:p>
          <a:p>
            <a:pPr marL="469900" marR="5080">
              <a:lnSpc>
                <a:spcPct val="120000"/>
              </a:lnSpc>
            </a:pPr>
            <a:r>
              <a:rPr spc="-10" dirty="0"/>
              <a:t>-</a:t>
            </a:r>
            <a:r>
              <a:rPr dirty="0"/>
              <a:t>S’accompagne</a:t>
            </a:r>
            <a:r>
              <a:rPr spc="-70" dirty="0"/>
              <a:t> </a:t>
            </a:r>
            <a:r>
              <a:rPr dirty="0"/>
              <a:t>souvent</a:t>
            </a:r>
            <a:r>
              <a:rPr spc="-100" dirty="0"/>
              <a:t> </a:t>
            </a:r>
            <a:r>
              <a:rPr dirty="0"/>
              <a:t>d’une</a:t>
            </a:r>
            <a:r>
              <a:rPr spc="-85" dirty="0"/>
              <a:t> </a:t>
            </a:r>
            <a:r>
              <a:rPr dirty="0"/>
              <a:t>hyper</a:t>
            </a:r>
            <a:r>
              <a:rPr spc="-90" dirty="0"/>
              <a:t> </a:t>
            </a:r>
            <a:r>
              <a:rPr dirty="0"/>
              <a:t>activité</a:t>
            </a:r>
            <a:r>
              <a:rPr spc="-95" dirty="0"/>
              <a:t> </a:t>
            </a:r>
            <a:r>
              <a:rPr spc="-25" dirty="0"/>
              <a:t>du </a:t>
            </a:r>
            <a:r>
              <a:rPr dirty="0"/>
              <a:t>système</a:t>
            </a:r>
            <a:r>
              <a:rPr spc="-85" dirty="0"/>
              <a:t> </a:t>
            </a:r>
            <a:r>
              <a:rPr dirty="0"/>
              <a:t>nerveux</a:t>
            </a:r>
            <a:r>
              <a:rPr spc="-65" dirty="0"/>
              <a:t> </a:t>
            </a:r>
            <a:r>
              <a:rPr dirty="0"/>
              <a:t>végétatif</a:t>
            </a:r>
            <a:r>
              <a:rPr spc="-85" dirty="0"/>
              <a:t> </a:t>
            </a:r>
            <a:r>
              <a:rPr dirty="0"/>
              <a:t>:</a:t>
            </a:r>
            <a:r>
              <a:rPr spc="-80" dirty="0"/>
              <a:t> </a:t>
            </a:r>
            <a:r>
              <a:rPr dirty="0"/>
              <a:t>pâleur,</a:t>
            </a:r>
            <a:r>
              <a:rPr spc="-60" dirty="0"/>
              <a:t> </a:t>
            </a:r>
            <a:r>
              <a:rPr spc="-10" dirty="0"/>
              <a:t>sueurs, </a:t>
            </a:r>
            <a:r>
              <a:rPr dirty="0"/>
              <a:t>hypotension,</a:t>
            </a:r>
            <a:r>
              <a:rPr spc="-155" dirty="0"/>
              <a:t> </a:t>
            </a:r>
            <a:r>
              <a:rPr spc="-10" dirty="0"/>
              <a:t>bradycardie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Diagnostic</a:t>
            </a:r>
            <a:r>
              <a:rPr sz="4400" b="0" spc="-155" dirty="0">
                <a:latin typeface="Arial"/>
                <a:cs typeface="Arial"/>
              </a:rPr>
              <a:t> </a:t>
            </a:r>
            <a:r>
              <a:rPr sz="4400" b="0" spc="-10" dirty="0">
                <a:latin typeface="Arial"/>
                <a:cs typeface="Arial"/>
              </a:rPr>
              <a:t>différentiel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1731670"/>
            <a:ext cx="8779510" cy="46342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-Régurgitation:</a:t>
            </a:r>
            <a:endParaRPr sz="2800" dirty="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</a:pPr>
            <a:r>
              <a:rPr sz="2800" dirty="0">
                <a:latin typeface="Arial MT"/>
                <a:cs typeface="Arial MT"/>
              </a:rPr>
              <a:t>R</a:t>
            </a:r>
            <a:r>
              <a:rPr lang="fr-FR" sz="2800" dirty="0" err="1">
                <a:latin typeface="Arial MT"/>
                <a:cs typeface="Arial MT"/>
              </a:rPr>
              <a:t>ejet</a:t>
            </a:r>
            <a:r>
              <a:rPr lang="fr-FR" sz="2800" dirty="0">
                <a:latin typeface="Arial MT"/>
                <a:cs typeface="Arial MT"/>
              </a:rPr>
              <a:t> passif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bouche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contenu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gastrique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sans </a:t>
            </a:r>
            <a:r>
              <a:rPr sz="2800" dirty="0">
                <a:latin typeface="Arial MT"/>
                <a:cs typeface="Arial MT"/>
              </a:rPr>
              <a:t>Contractions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douloureuses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muscles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abdominaux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et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diaphragme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-Rumination:</a:t>
            </a:r>
            <a:endParaRPr sz="2800" dirty="0">
              <a:latin typeface="Arial MT"/>
              <a:cs typeface="Arial MT"/>
            </a:endParaRPr>
          </a:p>
          <a:p>
            <a:pPr marL="12700" marR="796290">
              <a:lnSpc>
                <a:spcPct val="120000"/>
              </a:lnSpc>
            </a:pPr>
            <a:r>
              <a:rPr sz="2800" dirty="0">
                <a:latin typeface="Arial MT"/>
                <a:cs typeface="Arial MT"/>
              </a:rPr>
              <a:t>Remontée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volontaire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contenu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gastrique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la </a:t>
            </a:r>
            <a:r>
              <a:rPr sz="2800" dirty="0">
                <a:latin typeface="Arial MT"/>
                <a:cs typeface="Arial MT"/>
              </a:rPr>
              <a:t>bouche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où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mastiqué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à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nouveau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800" spc="-10" dirty="0" err="1">
                <a:solidFill>
                  <a:srgbClr val="FF0000"/>
                </a:solidFill>
                <a:latin typeface="Arial MT"/>
                <a:cs typeface="Arial MT"/>
              </a:rPr>
              <a:t>Pituit</a:t>
            </a:r>
            <a:r>
              <a:rPr lang="fr-FR" sz="2800" spc="-10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Arial MT"/>
                <a:cs typeface="Arial MT"/>
              </a:rPr>
              <a:t>Rejet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liquide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filant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survenant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matin</a:t>
            </a:r>
            <a:r>
              <a:rPr lang="fr-FR" sz="2800" spc="-10" dirty="0">
                <a:latin typeface="Arial MT"/>
                <a:cs typeface="Arial MT"/>
              </a:rPr>
              <a:t> (</a:t>
            </a:r>
            <a:r>
              <a:rPr lang="fr-FR" sz="2800" spc="-10" dirty="0" err="1">
                <a:latin typeface="Arial MT"/>
                <a:cs typeface="Arial MT"/>
              </a:rPr>
              <a:t>stt</a:t>
            </a:r>
            <a:r>
              <a:rPr lang="fr-FR" sz="2800" spc="-10" dirty="0">
                <a:latin typeface="Arial MT"/>
                <a:cs typeface="Arial MT"/>
              </a:rPr>
              <a:t> alcoolique)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32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Arial"/>
                <a:cs typeface="Arial"/>
              </a:rPr>
              <a:t>Complications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35811" y="1639951"/>
            <a:ext cx="6974205" cy="4953000"/>
            <a:chOff x="1035811" y="1639951"/>
            <a:chExt cx="6974205" cy="4953000"/>
          </a:xfrm>
        </p:grpSpPr>
        <p:sp>
          <p:nvSpPr>
            <p:cNvPr id="4" name="object 4"/>
            <p:cNvSpPr/>
            <p:nvPr/>
          </p:nvSpPr>
          <p:spPr>
            <a:xfrm>
              <a:off x="1048003" y="1652143"/>
              <a:ext cx="4930140" cy="4928870"/>
            </a:xfrm>
            <a:custGeom>
              <a:avLst/>
              <a:gdLst/>
              <a:ahLst/>
              <a:cxnLst/>
              <a:rect l="l" t="t" r="r" b="b"/>
              <a:pathLst>
                <a:path w="4930140" h="4928870">
                  <a:moveTo>
                    <a:pt x="2464308" y="0"/>
                  </a:moveTo>
                  <a:lnTo>
                    <a:pt x="0" y="4928616"/>
                  </a:lnTo>
                  <a:lnTo>
                    <a:pt x="4930140" y="4928616"/>
                  </a:lnTo>
                  <a:lnTo>
                    <a:pt x="2464308" y="0"/>
                  </a:lnTo>
                  <a:close/>
                </a:path>
              </a:pathLst>
            </a:custGeom>
            <a:solidFill>
              <a:srgbClr val="FF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5811" y="1639951"/>
              <a:ext cx="4954905" cy="4953000"/>
            </a:xfrm>
            <a:custGeom>
              <a:avLst/>
              <a:gdLst/>
              <a:ahLst/>
              <a:cxnLst/>
              <a:rect l="l" t="t" r="r" b="b"/>
              <a:pathLst>
                <a:path w="4954905" h="4953000">
                  <a:moveTo>
                    <a:pt x="4954523" y="4940300"/>
                  </a:moveTo>
                  <a:lnTo>
                    <a:pt x="0" y="4940300"/>
                  </a:lnTo>
                  <a:lnTo>
                    <a:pt x="0" y="4953000"/>
                  </a:lnTo>
                  <a:lnTo>
                    <a:pt x="4952999" y="4953000"/>
                  </a:lnTo>
                  <a:lnTo>
                    <a:pt x="4954523" y="4940300"/>
                  </a:lnTo>
                  <a:close/>
                </a:path>
                <a:path w="4954905" h="4953000">
                  <a:moveTo>
                    <a:pt x="2482596" y="0"/>
                  </a:moveTo>
                  <a:lnTo>
                    <a:pt x="2471927" y="0"/>
                  </a:lnTo>
                  <a:lnTo>
                    <a:pt x="2465832" y="12700"/>
                  </a:lnTo>
                  <a:lnTo>
                    <a:pt x="1524" y="4940300"/>
                  </a:lnTo>
                  <a:lnTo>
                    <a:pt x="35051" y="4940300"/>
                  </a:lnTo>
                  <a:lnTo>
                    <a:pt x="35051" y="4927600"/>
                  </a:lnTo>
                  <a:lnTo>
                    <a:pt x="2476500" y="50800"/>
                  </a:lnTo>
                  <a:lnTo>
                    <a:pt x="2505455" y="50800"/>
                  </a:lnTo>
                  <a:lnTo>
                    <a:pt x="2505455" y="38100"/>
                  </a:lnTo>
                  <a:lnTo>
                    <a:pt x="2497836" y="38100"/>
                  </a:lnTo>
                  <a:lnTo>
                    <a:pt x="2497836" y="25400"/>
                  </a:lnTo>
                  <a:lnTo>
                    <a:pt x="2491740" y="25400"/>
                  </a:lnTo>
                  <a:lnTo>
                    <a:pt x="2491740" y="12700"/>
                  </a:lnTo>
                  <a:lnTo>
                    <a:pt x="2485643" y="12700"/>
                  </a:lnTo>
                  <a:lnTo>
                    <a:pt x="2482596" y="0"/>
                  </a:lnTo>
                  <a:close/>
                </a:path>
                <a:path w="4954905" h="4953000">
                  <a:moveTo>
                    <a:pt x="4949952" y="4927600"/>
                  </a:moveTo>
                  <a:lnTo>
                    <a:pt x="4920995" y="4927600"/>
                  </a:lnTo>
                  <a:lnTo>
                    <a:pt x="4920995" y="4940300"/>
                  </a:lnTo>
                  <a:lnTo>
                    <a:pt x="4949952" y="4940300"/>
                  </a:lnTo>
                  <a:lnTo>
                    <a:pt x="4949952" y="4927600"/>
                  </a:lnTo>
                  <a:close/>
                </a:path>
                <a:path w="4954905" h="4953000">
                  <a:moveTo>
                    <a:pt x="4943856" y="4914900"/>
                  </a:moveTo>
                  <a:lnTo>
                    <a:pt x="4914899" y="4914900"/>
                  </a:lnTo>
                  <a:lnTo>
                    <a:pt x="4914899" y="4927600"/>
                  </a:lnTo>
                  <a:lnTo>
                    <a:pt x="4943856" y="4927600"/>
                  </a:lnTo>
                  <a:lnTo>
                    <a:pt x="4943856" y="4914900"/>
                  </a:lnTo>
                  <a:close/>
                </a:path>
                <a:path w="4954905" h="4953000">
                  <a:moveTo>
                    <a:pt x="4936236" y="4902200"/>
                  </a:moveTo>
                  <a:lnTo>
                    <a:pt x="4908804" y="4902200"/>
                  </a:lnTo>
                  <a:lnTo>
                    <a:pt x="4908804" y="4914900"/>
                  </a:lnTo>
                  <a:lnTo>
                    <a:pt x="4936236" y="4914900"/>
                  </a:lnTo>
                  <a:lnTo>
                    <a:pt x="4936236" y="4902200"/>
                  </a:lnTo>
                  <a:close/>
                </a:path>
                <a:path w="4954905" h="4953000">
                  <a:moveTo>
                    <a:pt x="4930140" y="4889500"/>
                  </a:moveTo>
                  <a:lnTo>
                    <a:pt x="4902708" y="4889500"/>
                  </a:lnTo>
                  <a:lnTo>
                    <a:pt x="4902708" y="4902200"/>
                  </a:lnTo>
                  <a:lnTo>
                    <a:pt x="4930140" y="4902200"/>
                  </a:lnTo>
                  <a:lnTo>
                    <a:pt x="4930140" y="4889500"/>
                  </a:lnTo>
                  <a:close/>
                </a:path>
                <a:path w="4954905" h="4953000">
                  <a:moveTo>
                    <a:pt x="4924044" y="4876800"/>
                  </a:moveTo>
                  <a:lnTo>
                    <a:pt x="4896612" y="4876800"/>
                  </a:lnTo>
                  <a:lnTo>
                    <a:pt x="4896612" y="4889500"/>
                  </a:lnTo>
                  <a:lnTo>
                    <a:pt x="4924044" y="4889500"/>
                  </a:lnTo>
                  <a:lnTo>
                    <a:pt x="4924044" y="4876800"/>
                  </a:lnTo>
                  <a:close/>
                </a:path>
                <a:path w="4954905" h="4953000">
                  <a:moveTo>
                    <a:pt x="4917947" y="4864100"/>
                  </a:moveTo>
                  <a:lnTo>
                    <a:pt x="4888992" y="4864100"/>
                  </a:lnTo>
                  <a:lnTo>
                    <a:pt x="4888992" y="4876800"/>
                  </a:lnTo>
                  <a:lnTo>
                    <a:pt x="4917947" y="4876800"/>
                  </a:lnTo>
                  <a:lnTo>
                    <a:pt x="4917947" y="4864100"/>
                  </a:lnTo>
                  <a:close/>
                </a:path>
                <a:path w="4954905" h="4953000">
                  <a:moveTo>
                    <a:pt x="4911852" y="4851400"/>
                  </a:moveTo>
                  <a:lnTo>
                    <a:pt x="4882895" y="4851400"/>
                  </a:lnTo>
                  <a:lnTo>
                    <a:pt x="4882895" y="4864100"/>
                  </a:lnTo>
                  <a:lnTo>
                    <a:pt x="4911852" y="4864100"/>
                  </a:lnTo>
                  <a:lnTo>
                    <a:pt x="4911852" y="4851400"/>
                  </a:lnTo>
                  <a:close/>
                </a:path>
                <a:path w="4954905" h="4953000">
                  <a:moveTo>
                    <a:pt x="4905756" y="4838700"/>
                  </a:moveTo>
                  <a:lnTo>
                    <a:pt x="4876799" y="4838700"/>
                  </a:lnTo>
                  <a:lnTo>
                    <a:pt x="4876799" y="4851400"/>
                  </a:lnTo>
                  <a:lnTo>
                    <a:pt x="4905756" y="4851400"/>
                  </a:lnTo>
                  <a:lnTo>
                    <a:pt x="4905756" y="4838700"/>
                  </a:lnTo>
                  <a:close/>
                </a:path>
                <a:path w="4954905" h="4953000">
                  <a:moveTo>
                    <a:pt x="4898136" y="4826000"/>
                  </a:moveTo>
                  <a:lnTo>
                    <a:pt x="4870704" y="4826000"/>
                  </a:lnTo>
                  <a:lnTo>
                    <a:pt x="4870704" y="4838700"/>
                  </a:lnTo>
                  <a:lnTo>
                    <a:pt x="4898136" y="4838700"/>
                  </a:lnTo>
                  <a:lnTo>
                    <a:pt x="4898136" y="4826000"/>
                  </a:lnTo>
                  <a:close/>
                </a:path>
                <a:path w="4954905" h="4953000">
                  <a:moveTo>
                    <a:pt x="4892040" y="4813300"/>
                  </a:moveTo>
                  <a:lnTo>
                    <a:pt x="4864608" y="4813300"/>
                  </a:lnTo>
                  <a:lnTo>
                    <a:pt x="4864608" y="4826000"/>
                  </a:lnTo>
                  <a:lnTo>
                    <a:pt x="4892040" y="4826000"/>
                  </a:lnTo>
                  <a:lnTo>
                    <a:pt x="4892040" y="4813300"/>
                  </a:lnTo>
                  <a:close/>
                </a:path>
                <a:path w="4954905" h="4953000">
                  <a:moveTo>
                    <a:pt x="4885944" y="4800600"/>
                  </a:moveTo>
                  <a:lnTo>
                    <a:pt x="4858512" y="4800600"/>
                  </a:lnTo>
                  <a:lnTo>
                    <a:pt x="4858512" y="4813300"/>
                  </a:lnTo>
                  <a:lnTo>
                    <a:pt x="4885944" y="4813300"/>
                  </a:lnTo>
                  <a:lnTo>
                    <a:pt x="4885944" y="4800600"/>
                  </a:lnTo>
                  <a:close/>
                </a:path>
                <a:path w="4954905" h="4953000">
                  <a:moveTo>
                    <a:pt x="4879847" y="4787900"/>
                  </a:moveTo>
                  <a:lnTo>
                    <a:pt x="4850892" y="4787900"/>
                  </a:lnTo>
                  <a:lnTo>
                    <a:pt x="4850892" y="4800600"/>
                  </a:lnTo>
                  <a:lnTo>
                    <a:pt x="4879847" y="4800600"/>
                  </a:lnTo>
                  <a:lnTo>
                    <a:pt x="4879847" y="4787900"/>
                  </a:lnTo>
                  <a:close/>
                </a:path>
                <a:path w="4954905" h="4953000">
                  <a:moveTo>
                    <a:pt x="4873752" y="4775200"/>
                  </a:moveTo>
                  <a:lnTo>
                    <a:pt x="4844795" y="4775200"/>
                  </a:lnTo>
                  <a:lnTo>
                    <a:pt x="4844795" y="4787900"/>
                  </a:lnTo>
                  <a:lnTo>
                    <a:pt x="4873752" y="4787900"/>
                  </a:lnTo>
                  <a:lnTo>
                    <a:pt x="4873752" y="4775200"/>
                  </a:lnTo>
                  <a:close/>
                </a:path>
                <a:path w="4954905" h="4953000">
                  <a:moveTo>
                    <a:pt x="4867656" y="4762500"/>
                  </a:moveTo>
                  <a:lnTo>
                    <a:pt x="4838699" y="4762500"/>
                  </a:lnTo>
                  <a:lnTo>
                    <a:pt x="4838699" y="4775200"/>
                  </a:lnTo>
                  <a:lnTo>
                    <a:pt x="4867656" y="4775200"/>
                  </a:lnTo>
                  <a:lnTo>
                    <a:pt x="4867656" y="4762500"/>
                  </a:lnTo>
                  <a:close/>
                </a:path>
                <a:path w="4954905" h="4953000">
                  <a:moveTo>
                    <a:pt x="4860036" y="4749800"/>
                  </a:moveTo>
                  <a:lnTo>
                    <a:pt x="4832604" y="4749800"/>
                  </a:lnTo>
                  <a:lnTo>
                    <a:pt x="4832604" y="4762500"/>
                  </a:lnTo>
                  <a:lnTo>
                    <a:pt x="4860036" y="4762500"/>
                  </a:lnTo>
                  <a:lnTo>
                    <a:pt x="4860036" y="4749800"/>
                  </a:lnTo>
                  <a:close/>
                </a:path>
                <a:path w="4954905" h="4953000">
                  <a:moveTo>
                    <a:pt x="4853940" y="4737100"/>
                  </a:moveTo>
                  <a:lnTo>
                    <a:pt x="4826508" y="4737100"/>
                  </a:lnTo>
                  <a:lnTo>
                    <a:pt x="4826508" y="4749800"/>
                  </a:lnTo>
                  <a:lnTo>
                    <a:pt x="4853940" y="4749800"/>
                  </a:lnTo>
                  <a:lnTo>
                    <a:pt x="4853940" y="4737100"/>
                  </a:lnTo>
                  <a:close/>
                </a:path>
                <a:path w="4954905" h="4953000">
                  <a:moveTo>
                    <a:pt x="4847844" y="4724400"/>
                  </a:moveTo>
                  <a:lnTo>
                    <a:pt x="4820412" y="4724400"/>
                  </a:lnTo>
                  <a:lnTo>
                    <a:pt x="4820412" y="4737100"/>
                  </a:lnTo>
                  <a:lnTo>
                    <a:pt x="4847844" y="4737100"/>
                  </a:lnTo>
                  <a:lnTo>
                    <a:pt x="4847844" y="4724400"/>
                  </a:lnTo>
                  <a:close/>
                </a:path>
                <a:path w="4954905" h="4953000">
                  <a:moveTo>
                    <a:pt x="4841747" y="4711700"/>
                  </a:moveTo>
                  <a:lnTo>
                    <a:pt x="4812792" y="4711700"/>
                  </a:lnTo>
                  <a:lnTo>
                    <a:pt x="4812792" y="4724400"/>
                  </a:lnTo>
                  <a:lnTo>
                    <a:pt x="4841747" y="4724400"/>
                  </a:lnTo>
                  <a:lnTo>
                    <a:pt x="4841747" y="4711700"/>
                  </a:lnTo>
                  <a:close/>
                </a:path>
                <a:path w="4954905" h="4953000">
                  <a:moveTo>
                    <a:pt x="4835652" y="4699000"/>
                  </a:moveTo>
                  <a:lnTo>
                    <a:pt x="4806695" y="4699000"/>
                  </a:lnTo>
                  <a:lnTo>
                    <a:pt x="4806695" y="4711700"/>
                  </a:lnTo>
                  <a:lnTo>
                    <a:pt x="4835652" y="4711700"/>
                  </a:lnTo>
                  <a:lnTo>
                    <a:pt x="4835652" y="4699000"/>
                  </a:lnTo>
                  <a:close/>
                </a:path>
                <a:path w="4954905" h="4953000">
                  <a:moveTo>
                    <a:pt x="4829556" y="4686300"/>
                  </a:moveTo>
                  <a:lnTo>
                    <a:pt x="4800599" y="4686300"/>
                  </a:lnTo>
                  <a:lnTo>
                    <a:pt x="4800599" y="4699000"/>
                  </a:lnTo>
                  <a:lnTo>
                    <a:pt x="4829556" y="4699000"/>
                  </a:lnTo>
                  <a:lnTo>
                    <a:pt x="4829556" y="4686300"/>
                  </a:lnTo>
                  <a:close/>
                </a:path>
                <a:path w="4954905" h="4953000">
                  <a:moveTo>
                    <a:pt x="4821936" y="4673600"/>
                  </a:moveTo>
                  <a:lnTo>
                    <a:pt x="4794504" y="4673600"/>
                  </a:lnTo>
                  <a:lnTo>
                    <a:pt x="4794504" y="4686300"/>
                  </a:lnTo>
                  <a:lnTo>
                    <a:pt x="4821936" y="4686300"/>
                  </a:lnTo>
                  <a:lnTo>
                    <a:pt x="4821936" y="4673600"/>
                  </a:lnTo>
                  <a:close/>
                </a:path>
                <a:path w="4954905" h="4953000">
                  <a:moveTo>
                    <a:pt x="4815840" y="4660900"/>
                  </a:moveTo>
                  <a:lnTo>
                    <a:pt x="4788408" y="4660900"/>
                  </a:lnTo>
                  <a:lnTo>
                    <a:pt x="4788408" y="4673600"/>
                  </a:lnTo>
                  <a:lnTo>
                    <a:pt x="4815840" y="4673600"/>
                  </a:lnTo>
                  <a:lnTo>
                    <a:pt x="4815840" y="4660900"/>
                  </a:lnTo>
                  <a:close/>
                </a:path>
                <a:path w="4954905" h="4953000">
                  <a:moveTo>
                    <a:pt x="4809744" y="4648200"/>
                  </a:moveTo>
                  <a:lnTo>
                    <a:pt x="4782312" y="4648200"/>
                  </a:lnTo>
                  <a:lnTo>
                    <a:pt x="4782312" y="4660900"/>
                  </a:lnTo>
                  <a:lnTo>
                    <a:pt x="4809744" y="4660900"/>
                  </a:lnTo>
                  <a:lnTo>
                    <a:pt x="4809744" y="4648200"/>
                  </a:lnTo>
                  <a:close/>
                </a:path>
                <a:path w="4954905" h="4953000">
                  <a:moveTo>
                    <a:pt x="4803647" y="4635500"/>
                  </a:moveTo>
                  <a:lnTo>
                    <a:pt x="4774692" y="4635500"/>
                  </a:lnTo>
                  <a:lnTo>
                    <a:pt x="4774692" y="4648200"/>
                  </a:lnTo>
                  <a:lnTo>
                    <a:pt x="4803647" y="4648200"/>
                  </a:lnTo>
                  <a:lnTo>
                    <a:pt x="4803647" y="4635500"/>
                  </a:lnTo>
                  <a:close/>
                </a:path>
                <a:path w="4954905" h="4953000">
                  <a:moveTo>
                    <a:pt x="4797552" y="4622800"/>
                  </a:moveTo>
                  <a:lnTo>
                    <a:pt x="4768595" y="4622800"/>
                  </a:lnTo>
                  <a:lnTo>
                    <a:pt x="4768595" y="4635500"/>
                  </a:lnTo>
                  <a:lnTo>
                    <a:pt x="4797552" y="4635500"/>
                  </a:lnTo>
                  <a:lnTo>
                    <a:pt x="4797552" y="4622800"/>
                  </a:lnTo>
                  <a:close/>
                </a:path>
                <a:path w="4954905" h="4953000">
                  <a:moveTo>
                    <a:pt x="4791456" y="4610100"/>
                  </a:moveTo>
                  <a:lnTo>
                    <a:pt x="4762499" y="4610100"/>
                  </a:lnTo>
                  <a:lnTo>
                    <a:pt x="4762499" y="4622800"/>
                  </a:lnTo>
                  <a:lnTo>
                    <a:pt x="4791456" y="4622800"/>
                  </a:lnTo>
                  <a:lnTo>
                    <a:pt x="4791456" y="4610100"/>
                  </a:lnTo>
                  <a:close/>
                </a:path>
                <a:path w="4954905" h="4953000">
                  <a:moveTo>
                    <a:pt x="4783836" y="4597400"/>
                  </a:moveTo>
                  <a:lnTo>
                    <a:pt x="4756404" y="4597400"/>
                  </a:lnTo>
                  <a:lnTo>
                    <a:pt x="4756404" y="4610100"/>
                  </a:lnTo>
                  <a:lnTo>
                    <a:pt x="4783836" y="4610100"/>
                  </a:lnTo>
                  <a:lnTo>
                    <a:pt x="4783836" y="4597400"/>
                  </a:lnTo>
                  <a:close/>
                </a:path>
                <a:path w="4954905" h="4953000">
                  <a:moveTo>
                    <a:pt x="4777740" y="4584700"/>
                  </a:moveTo>
                  <a:lnTo>
                    <a:pt x="4750308" y="4584700"/>
                  </a:lnTo>
                  <a:lnTo>
                    <a:pt x="4750308" y="4597400"/>
                  </a:lnTo>
                  <a:lnTo>
                    <a:pt x="4777740" y="4597400"/>
                  </a:lnTo>
                  <a:lnTo>
                    <a:pt x="4777740" y="4584700"/>
                  </a:lnTo>
                  <a:close/>
                </a:path>
                <a:path w="4954905" h="4953000">
                  <a:moveTo>
                    <a:pt x="4771644" y="4572000"/>
                  </a:moveTo>
                  <a:lnTo>
                    <a:pt x="4744212" y="4572000"/>
                  </a:lnTo>
                  <a:lnTo>
                    <a:pt x="4744212" y="4584700"/>
                  </a:lnTo>
                  <a:lnTo>
                    <a:pt x="4771644" y="4584700"/>
                  </a:lnTo>
                  <a:lnTo>
                    <a:pt x="4771644" y="4572000"/>
                  </a:lnTo>
                  <a:close/>
                </a:path>
                <a:path w="4954905" h="4953000">
                  <a:moveTo>
                    <a:pt x="4765547" y="4559300"/>
                  </a:moveTo>
                  <a:lnTo>
                    <a:pt x="4736592" y="4559300"/>
                  </a:lnTo>
                  <a:lnTo>
                    <a:pt x="4736592" y="4572000"/>
                  </a:lnTo>
                  <a:lnTo>
                    <a:pt x="4765547" y="4572000"/>
                  </a:lnTo>
                  <a:lnTo>
                    <a:pt x="4765547" y="4559300"/>
                  </a:lnTo>
                  <a:close/>
                </a:path>
                <a:path w="4954905" h="4953000">
                  <a:moveTo>
                    <a:pt x="4759452" y="4546600"/>
                  </a:moveTo>
                  <a:lnTo>
                    <a:pt x="4730495" y="4546600"/>
                  </a:lnTo>
                  <a:lnTo>
                    <a:pt x="4730495" y="4559300"/>
                  </a:lnTo>
                  <a:lnTo>
                    <a:pt x="4759452" y="4559300"/>
                  </a:lnTo>
                  <a:lnTo>
                    <a:pt x="4759452" y="4546600"/>
                  </a:lnTo>
                  <a:close/>
                </a:path>
                <a:path w="4954905" h="4953000">
                  <a:moveTo>
                    <a:pt x="4753356" y="4533900"/>
                  </a:moveTo>
                  <a:lnTo>
                    <a:pt x="4724399" y="4533900"/>
                  </a:lnTo>
                  <a:lnTo>
                    <a:pt x="4724399" y="4546600"/>
                  </a:lnTo>
                  <a:lnTo>
                    <a:pt x="4753356" y="4546600"/>
                  </a:lnTo>
                  <a:lnTo>
                    <a:pt x="4753356" y="4533900"/>
                  </a:lnTo>
                  <a:close/>
                </a:path>
                <a:path w="4954905" h="4953000">
                  <a:moveTo>
                    <a:pt x="4745736" y="4521200"/>
                  </a:moveTo>
                  <a:lnTo>
                    <a:pt x="4718304" y="4521200"/>
                  </a:lnTo>
                  <a:lnTo>
                    <a:pt x="4718304" y="4533900"/>
                  </a:lnTo>
                  <a:lnTo>
                    <a:pt x="4745736" y="4533900"/>
                  </a:lnTo>
                  <a:lnTo>
                    <a:pt x="4745736" y="4521200"/>
                  </a:lnTo>
                  <a:close/>
                </a:path>
                <a:path w="4954905" h="4953000">
                  <a:moveTo>
                    <a:pt x="4739640" y="4508500"/>
                  </a:moveTo>
                  <a:lnTo>
                    <a:pt x="4712208" y="4508500"/>
                  </a:lnTo>
                  <a:lnTo>
                    <a:pt x="4712208" y="4521200"/>
                  </a:lnTo>
                  <a:lnTo>
                    <a:pt x="4739640" y="4521200"/>
                  </a:lnTo>
                  <a:lnTo>
                    <a:pt x="4739640" y="4508500"/>
                  </a:lnTo>
                  <a:close/>
                </a:path>
                <a:path w="4954905" h="4953000">
                  <a:moveTo>
                    <a:pt x="4733544" y="4495800"/>
                  </a:moveTo>
                  <a:lnTo>
                    <a:pt x="4706112" y="4495800"/>
                  </a:lnTo>
                  <a:lnTo>
                    <a:pt x="4706112" y="4508500"/>
                  </a:lnTo>
                  <a:lnTo>
                    <a:pt x="4733544" y="4508500"/>
                  </a:lnTo>
                  <a:lnTo>
                    <a:pt x="4733544" y="4495800"/>
                  </a:lnTo>
                  <a:close/>
                </a:path>
                <a:path w="4954905" h="4953000">
                  <a:moveTo>
                    <a:pt x="4727447" y="4483100"/>
                  </a:moveTo>
                  <a:lnTo>
                    <a:pt x="4698492" y="4483100"/>
                  </a:lnTo>
                  <a:lnTo>
                    <a:pt x="4698492" y="4495800"/>
                  </a:lnTo>
                  <a:lnTo>
                    <a:pt x="4727447" y="4495800"/>
                  </a:lnTo>
                  <a:lnTo>
                    <a:pt x="4727447" y="4483100"/>
                  </a:lnTo>
                  <a:close/>
                </a:path>
                <a:path w="4954905" h="4953000">
                  <a:moveTo>
                    <a:pt x="4721352" y="4470400"/>
                  </a:moveTo>
                  <a:lnTo>
                    <a:pt x="4692395" y="4470400"/>
                  </a:lnTo>
                  <a:lnTo>
                    <a:pt x="4692395" y="4483100"/>
                  </a:lnTo>
                  <a:lnTo>
                    <a:pt x="4721352" y="4483100"/>
                  </a:lnTo>
                  <a:lnTo>
                    <a:pt x="4721352" y="4470400"/>
                  </a:lnTo>
                  <a:close/>
                </a:path>
                <a:path w="4954905" h="4953000">
                  <a:moveTo>
                    <a:pt x="4715256" y="4457700"/>
                  </a:moveTo>
                  <a:lnTo>
                    <a:pt x="4686300" y="4457700"/>
                  </a:lnTo>
                  <a:lnTo>
                    <a:pt x="4686300" y="4470400"/>
                  </a:lnTo>
                  <a:lnTo>
                    <a:pt x="4715256" y="4470400"/>
                  </a:lnTo>
                  <a:lnTo>
                    <a:pt x="4715256" y="4457700"/>
                  </a:lnTo>
                  <a:close/>
                </a:path>
                <a:path w="4954905" h="4953000">
                  <a:moveTo>
                    <a:pt x="4707636" y="4445000"/>
                  </a:moveTo>
                  <a:lnTo>
                    <a:pt x="4680204" y="4445000"/>
                  </a:lnTo>
                  <a:lnTo>
                    <a:pt x="4680204" y="4457700"/>
                  </a:lnTo>
                  <a:lnTo>
                    <a:pt x="4707636" y="4457700"/>
                  </a:lnTo>
                  <a:lnTo>
                    <a:pt x="4707636" y="4445000"/>
                  </a:lnTo>
                  <a:close/>
                </a:path>
                <a:path w="4954905" h="4953000">
                  <a:moveTo>
                    <a:pt x="4701540" y="4432300"/>
                  </a:moveTo>
                  <a:lnTo>
                    <a:pt x="4674108" y="4432300"/>
                  </a:lnTo>
                  <a:lnTo>
                    <a:pt x="4674108" y="4445000"/>
                  </a:lnTo>
                  <a:lnTo>
                    <a:pt x="4701540" y="4445000"/>
                  </a:lnTo>
                  <a:lnTo>
                    <a:pt x="4701540" y="4432300"/>
                  </a:lnTo>
                  <a:close/>
                </a:path>
                <a:path w="4954905" h="4953000">
                  <a:moveTo>
                    <a:pt x="4695444" y="4419600"/>
                  </a:moveTo>
                  <a:lnTo>
                    <a:pt x="4668012" y="4419600"/>
                  </a:lnTo>
                  <a:lnTo>
                    <a:pt x="4668012" y="4432300"/>
                  </a:lnTo>
                  <a:lnTo>
                    <a:pt x="4695444" y="4432300"/>
                  </a:lnTo>
                  <a:lnTo>
                    <a:pt x="4695444" y="4419600"/>
                  </a:lnTo>
                  <a:close/>
                </a:path>
                <a:path w="4954905" h="4953000">
                  <a:moveTo>
                    <a:pt x="4689348" y="4406900"/>
                  </a:moveTo>
                  <a:lnTo>
                    <a:pt x="4660392" y="4406900"/>
                  </a:lnTo>
                  <a:lnTo>
                    <a:pt x="4660392" y="4419600"/>
                  </a:lnTo>
                  <a:lnTo>
                    <a:pt x="4689348" y="4419600"/>
                  </a:lnTo>
                  <a:lnTo>
                    <a:pt x="4689348" y="4406900"/>
                  </a:lnTo>
                  <a:close/>
                </a:path>
                <a:path w="4954905" h="4953000">
                  <a:moveTo>
                    <a:pt x="4683252" y="4394200"/>
                  </a:moveTo>
                  <a:lnTo>
                    <a:pt x="4654296" y="4394200"/>
                  </a:lnTo>
                  <a:lnTo>
                    <a:pt x="4654296" y="4406900"/>
                  </a:lnTo>
                  <a:lnTo>
                    <a:pt x="4683252" y="4406900"/>
                  </a:lnTo>
                  <a:lnTo>
                    <a:pt x="4683252" y="4394200"/>
                  </a:lnTo>
                  <a:close/>
                </a:path>
                <a:path w="4954905" h="4953000">
                  <a:moveTo>
                    <a:pt x="4677156" y="4381500"/>
                  </a:moveTo>
                  <a:lnTo>
                    <a:pt x="4648200" y="4381500"/>
                  </a:lnTo>
                  <a:lnTo>
                    <a:pt x="4648200" y="4394200"/>
                  </a:lnTo>
                  <a:lnTo>
                    <a:pt x="4677156" y="4394200"/>
                  </a:lnTo>
                  <a:lnTo>
                    <a:pt x="4677156" y="4381500"/>
                  </a:lnTo>
                  <a:close/>
                </a:path>
                <a:path w="4954905" h="4953000">
                  <a:moveTo>
                    <a:pt x="4669536" y="4368800"/>
                  </a:moveTo>
                  <a:lnTo>
                    <a:pt x="4642104" y="4368800"/>
                  </a:lnTo>
                  <a:lnTo>
                    <a:pt x="4642104" y="4381500"/>
                  </a:lnTo>
                  <a:lnTo>
                    <a:pt x="4669536" y="4381500"/>
                  </a:lnTo>
                  <a:lnTo>
                    <a:pt x="4669536" y="4368800"/>
                  </a:lnTo>
                  <a:close/>
                </a:path>
                <a:path w="4954905" h="4953000">
                  <a:moveTo>
                    <a:pt x="4663440" y="4356100"/>
                  </a:moveTo>
                  <a:lnTo>
                    <a:pt x="4636008" y="4356100"/>
                  </a:lnTo>
                  <a:lnTo>
                    <a:pt x="4636008" y="4368800"/>
                  </a:lnTo>
                  <a:lnTo>
                    <a:pt x="4663440" y="4368800"/>
                  </a:lnTo>
                  <a:lnTo>
                    <a:pt x="4663440" y="4356100"/>
                  </a:lnTo>
                  <a:close/>
                </a:path>
                <a:path w="4954905" h="4953000">
                  <a:moveTo>
                    <a:pt x="4657344" y="4343400"/>
                  </a:moveTo>
                  <a:lnTo>
                    <a:pt x="4629912" y="4343400"/>
                  </a:lnTo>
                  <a:lnTo>
                    <a:pt x="4629912" y="4356100"/>
                  </a:lnTo>
                  <a:lnTo>
                    <a:pt x="4657344" y="4356100"/>
                  </a:lnTo>
                  <a:lnTo>
                    <a:pt x="4657344" y="4343400"/>
                  </a:lnTo>
                  <a:close/>
                </a:path>
                <a:path w="4954905" h="4953000">
                  <a:moveTo>
                    <a:pt x="4651248" y="4330700"/>
                  </a:moveTo>
                  <a:lnTo>
                    <a:pt x="4622292" y="4330700"/>
                  </a:lnTo>
                  <a:lnTo>
                    <a:pt x="4622292" y="4343400"/>
                  </a:lnTo>
                  <a:lnTo>
                    <a:pt x="4651248" y="4343400"/>
                  </a:lnTo>
                  <a:lnTo>
                    <a:pt x="4651248" y="4330700"/>
                  </a:lnTo>
                  <a:close/>
                </a:path>
                <a:path w="4954905" h="4953000">
                  <a:moveTo>
                    <a:pt x="4645152" y="4318000"/>
                  </a:moveTo>
                  <a:lnTo>
                    <a:pt x="4616196" y="4318000"/>
                  </a:lnTo>
                  <a:lnTo>
                    <a:pt x="4616196" y="4330700"/>
                  </a:lnTo>
                  <a:lnTo>
                    <a:pt x="4645152" y="4330700"/>
                  </a:lnTo>
                  <a:lnTo>
                    <a:pt x="4645152" y="4318000"/>
                  </a:lnTo>
                  <a:close/>
                </a:path>
                <a:path w="4954905" h="4953000">
                  <a:moveTo>
                    <a:pt x="4639056" y="4305300"/>
                  </a:moveTo>
                  <a:lnTo>
                    <a:pt x="4610100" y="4305300"/>
                  </a:lnTo>
                  <a:lnTo>
                    <a:pt x="4610100" y="4318000"/>
                  </a:lnTo>
                  <a:lnTo>
                    <a:pt x="4639056" y="4318000"/>
                  </a:lnTo>
                  <a:lnTo>
                    <a:pt x="4639056" y="4305300"/>
                  </a:lnTo>
                  <a:close/>
                </a:path>
                <a:path w="4954905" h="4953000">
                  <a:moveTo>
                    <a:pt x="4631436" y="4292600"/>
                  </a:moveTo>
                  <a:lnTo>
                    <a:pt x="4604004" y="4292600"/>
                  </a:lnTo>
                  <a:lnTo>
                    <a:pt x="4604004" y="4305300"/>
                  </a:lnTo>
                  <a:lnTo>
                    <a:pt x="4631436" y="4305300"/>
                  </a:lnTo>
                  <a:lnTo>
                    <a:pt x="4631436" y="4292600"/>
                  </a:lnTo>
                  <a:close/>
                </a:path>
                <a:path w="4954905" h="4953000">
                  <a:moveTo>
                    <a:pt x="4625340" y="4279900"/>
                  </a:moveTo>
                  <a:lnTo>
                    <a:pt x="4597908" y="4279900"/>
                  </a:lnTo>
                  <a:lnTo>
                    <a:pt x="4597908" y="4292600"/>
                  </a:lnTo>
                  <a:lnTo>
                    <a:pt x="4625340" y="4292600"/>
                  </a:lnTo>
                  <a:lnTo>
                    <a:pt x="4625340" y="4279900"/>
                  </a:lnTo>
                  <a:close/>
                </a:path>
                <a:path w="4954905" h="4953000">
                  <a:moveTo>
                    <a:pt x="4619244" y="4267200"/>
                  </a:moveTo>
                  <a:lnTo>
                    <a:pt x="4591812" y="4267200"/>
                  </a:lnTo>
                  <a:lnTo>
                    <a:pt x="4591812" y="4279900"/>
                  </a:lnTo>
                  <a:lnTo>
                    <a:pt x="4619244" y="4279900"/>
                  </a:lnTo>
                  <a:lnTo>
                    <a:pt x="4619244" y="4267200"/>
                  </a:lnTo>
                  <a:close/>
                </a:path>
                <a:path w="4954905" h="4953000">
                  <a:moveTo>
                    <a:pt x="4613148" y="4254500"/>
                  </a:moveTo>
                  <a:lnTo>
                    <a:pt x="4584192" y="4254500"/>
                  </a:lnTo>
                  <a:lnTo>
                    <a:pt x="4584192" y="4267200"/>
                  </a:lnTo>
                  <a:lnTo>
                    <a:pt x="4613148" y="4267200"/>
                  </a:lnTo>
                  <a:lnTo>
                    <a:pt x="4613148" y="4254500"/>
                  </a:lnTo>
                  <a:close/>
                </a:path>
                <a:path w="4954905" h="4953000">
                  <a:moveTo>
                    <a:pt x="4607052" y="4241800"/>
                  </a:moveTo>
                  <a:lnTo>
                    <a:pt x="4578096" y="4241800"/>
                  </a:lnTo>
                  <a:lnTo>
                    <a:pt x="4578096" y="4254500"/>
                  </a:lnTo>
                  <a:lnTo>
                    <a:pt x="4607052" y="4254500"/>
                  </a:lnTo>
                  <a:lnTo>
                    <a:pt x="4607052" y="4241800"/>
                  </a:lnTo>
                  <a:close/>
                </a:path>
                <a:path w="4954905" h="4953000">
                  <a:moveTo>
                    <a:pt x="4600956" y="4229100"/>
                  </a:moveTo>
                  <a:lnTo>
                    <a:pt x="4572000" y="4229100"/>
                  </a:lnTo>
                  <a:lnTo>
                    <a:pt x="4572000" y="4241800"/>
                  </a:lnTo>
                  <a:lnTo>
                    <a:pt x="4600956" y="4241800"/>
                  </a:lnTo>
                  <a:lnTo>
                    <a:pt x="4600956" y="4229100"/>
                  </a:lnTo>
                  <a:close/>
                </a:path>
                <a:path w="4954905" h="4953000">
                  <a:moveTo>
                    <a:pt x="4593336" y="4216400"/>
                  </a:moveTo>
                  <a:lnTo>
                    <a:pt x="4565904" y="4216400"/>
                  </a:lnTo>
                  <a:lnTo>
                    <a:pt x="4565904" y="4229100"/>
                  </a:lnTo>
                  <a:lnTo>
                    <a:pt x="4593336" y="4229100"/>
                  </a:lnTo>
                  <a:lnTo>
                    <a:pt x="4593336" y="4216400"/>
                  </a:lnTo>
                  <a:close/>
                </a:path>
                <a:path w="4954905" h="4953000">
                  <a:moveTo>
                    <a:pt x="4587240" y="4203700"/>
                  </a:moveTo>
                  <a:lnTo>
                    <a:pt x="4559808" y="4203700"/>
                  </a:lnTo>
                  <a:lnTo>
                    <a:pt x="4559808" y="4216400"/>
                  </a:lnTo>
                  <a:lnTo>
                    <a:pt x="4587240" y="4216400"/>
                  </a:lnTo>
                  <a:lnTo>
                    <a:pt x="4587240" y="4203700"/>
                  </a:lnTo>
                  <a:close/>
                </a:path>
                <a:path w="4954905" h="4953000">
                  <a:moveTo>
                    <a:pt x="4581144" y="4191000"/>
                  </a:moveTo>
                  <a:lnTo>
                    <a:pt x="4553712" y="4191000"/>
                  </a:lnTo>
                  <a:lnTo>
                    <a:pt x="4553712" y="4203700"/>
                  </a:lnTo>
                  <a:lnTo>
                    <a:pt x="4581144" y="4203700"/>
                  </a:lnTo>
                  <a:lnTo>
                    <a:pt x="4581144" y="4191000"/>
                  </a:lnTo>
                  <a:close/>
                </a:path>
                <a:path w="4954905" h="4953000">
                  <a:moveTo>
                    <a:pt x="4575048" y="4178300"/>
                  </a:moveTo>
                  <a:lnTo>
                    <a:pt x="4546092" y="4178300"/>
                  </a:lnTo>
                  <a:lnTo>
                    <a:pt x="4546092" y="4191000"/>
                  </a:lnTo>
                  <a:lnTo>
                    <a:pt x="4575048" y="4191000"/>
                  </a:lnTo>
                  <a:lnTo>
                    <a:pt x="4575048" y="4178300"/>
                  </a:lnTo>
                  <a:close/>
                </a:path>
                <a:path w="4954905" h="4953000">
                  <a:moveTo>
                    <a:pt x="4568952" y="4165600"/>
                  </a:moveTo>
                  <a:lnTo>
                    <a:pt x="4539996" y="4165600"/>
                  </a:lnTo>
                  <a:lnTo>
                    <a:pt x="4539996" y="4178300"/>
                  </a:lnTo>
                  <a:lnTo>
                    <a:pt x="4568952" y="4178300"/>
                  </a:lnTo>
                  <a:lnTo>
                    <a:pt x="4568952" y="4165600"/>
                  </a:lnTo>
                  <a:close/>
                </a:path>
                <a:path w="4954905" h="4953000">
                  <a:moveTo>
                    <a:pt x="4562856" y="4152900"/>
                  </a:moveTo>
                  <a:lnTo>
                    <a:pt x="4533900" y="4152900"/>
                  </a:lnTo>
                  <a:lnTo>
                    <a:pt x="4533900" y="4165600"/>
                  </a:lnTo>
                  <a:lnTo>
                    <a:pt x="4562856" y="4165600"/>
                  </a:lnTo>
                  <a:lnTo>
                    <a:pt x="4562856" y="4152900"/>
                  </a:lnTo>
                  <a:close/>
                </a:path>
                <a:path w="4954905" h="4953000">
                  <a:moveTo>
                    <a:pt x="4555236" y="4140200"/>
                  </a:moveTo>
                  <a:lnTo>
                    <a:pt x="4527804" y="4140200"/>
                  </a:lnTo>
                  <a:lnTo>
                    <a:pt x="4527804" y="4152900"/>
                  </a:lnTo>
                  <a:lnTo>
                    <a:pt x="4555236" y="4152900"/>
                  </a:lnTo>
                  <a:lnTo>
                    <a:pt x="4555236" y="4140200"/>
                  </a:lnTo>
                  <a:close/>
                </a:path>
                <a:path w="4954905" h="4953000">
                  <a:moveTo>
                    <a:pt x="4549140" y="4127500"/>
                  </a:moveTo>
                  <a:lnTo>
                    <a:pt x="4521708" y="4127500"/>
                  </a:lnTo>
                  <a:lnTo>
                    <a:pt x="4521708" y="4140200"/>
                  </a:lnTo>
                  <a:lnTo>
                    <a:pt x="4549140" y="4140200"/>
                  </a:lnTo>
                  <a:lnTo>
                    <a:pt x="4549140" y="4127500"/>
                  </a:lnTo>
                  <a:close/>
                </a:path>
                <a:path w="4954905" h="4953000">
                  <a:moveTo>
                    <a:pt x="4543044" y="4114800"/>
                  </a:moveTo>
                  <a:lnTo>
                    <a:pt x="4515612" y="4114800"/>
                  </a:lnTo>
                  <a:lnTo>
                    <a:pt x="4515612" y="4127500"/>
                  </a:lnTo>
                  <a:lnTo>
                    <a:pt x="4543044" y="4127500"/>
                  </a:lnTo>
                  <a:lnTo>
                    <a:pt x="4543044" y="4114800"/>
                  </a:lnTo>
                  <a:close/>
                </a:path>
                <a:path w="4954905" h="4953000">
                  <a:moveTo>
                    <a:pt x="4536948" y="4102100"/>
                  </a:moveTo>
                  <a:lnTo>
                    <a:pt x="4507992" y="4102100"/>
                  </a:lnTo>
                  <a:lnTo>
                    <a:pt x="4507992" y="4114800"/>
                  </a:lnTo>
                  <a:lnTo>
                    <a:pt x="4536948" y="4114800"/>
                  </a:lnTo>
                  <a:lnTo>
                    <a:pt x="4536948" y="4102100"/>
                  </a:lnTo>
                  <a:close/>
                </a:path>
                <a:path w="4954905" h="4953000">
                  <a:moveTo>
                    <a:pt x="4530852" y="4089400"/>
                  </a:moveTo>
                  <a:lnTo>
                    <a:pt x="4501896" y="4089400"/>
                  </a:lnTo>
                  <a:lnTo>
                    <a:pt x="4501896" y="4102100"/>
                  </a:lnTo>
                  <a:lnTo>
                    <a:pt x="4530852" y="4102100"/>
                  </a:lnTo>
                  <a:lnTo>
                    <a:pt x="4530852" y="4089400"/>
                  </a:lnTo>
                  <a:close/>
                </a:path>
                <a:path w="4954905" h="4953000">
                  <a:moveTo>
                    <a:pt x="4524756" y="4076700"/>
                  </a:moveTo>
                  <a:lnTo>
                    <a:pt x="4495800" y="4076700"/>
                  </a:lnTo>
                  <a:lnTo>
                    <a:pt x="4495800" y="4089400"/>
                  </a:lnTo>
                  <a:lnTo>
                    <a:pt x="4524756" y="4089400"/>
                  </a:lnTo>
                  <a:lnTo>
                    <a:pt x="4524756" y="4076700"/>
                  </a:lnTo>
                  <a:close/>
                </a:path>
                <a:path w="4954905" h="4953000">
                  <a:moveTo>
                    <a:pt x="4517136" y="4064000"/>
                  </a:moveTo>
                  <a:lnTo>
                    <a:pt x="4489704" y="4064000"/>
                  </a:lnTo>
                  <a:lnTo>
                    <a:pt x="4489704" y="4076700"/>
                  </a:lnTo>
                  <a:lnTo>
                    <a:pt x="4517136" y="4076700"/>
                  </a:lnTo>
                  <a:lnTo>
                    <a:pt x="4517136" y="4064000"/>
                  </a:lnTo>
                  <a:close/>
                </a:path>
                <a:path w="4954905" h="4953000">
                  <a:moveTo>
                    <a:pt x="4511040" y="4051300"/>
                  </a:moveTo>
                  <a:lnTo>
                    <a:pt x="4483608" y="4051300"/>
                  </a:lnTo>
                  <a:lnTo>
                    <a:pt x="4483608" y="4064000"/>
                  </a:lnTo>
                  <a:lnTo>
                    <a:pt x="4511040" y="4064000"/>
                  </a:lnTo>
                  <a:lnTo>
                    <a:pt x="4511040" y="4051300"/>
                  </a:lnTo>
                  <a:close/>
                </a:path>
                <a:path w="4954905" h="4953000">
                  <a:moveTo>
                    <a:pt x="4504944" y="4038600"/>
                  </a:moveTo>
                  <a:lnTo>
                    <a:pt x="4477512" y="4038600"/>
                  </a:lnTo>
                  <a:lnTo>
                    <a:pt x="4477512" y="4051300"/>
                  </a:lnTo>
                  <a:lnTo>
                    <a:pt x="4504944" y="4051300"/>
                  </a:lnTo>
                  <a:lnTo>
                    <a:pt x="4504944" y="4038600"/>
                  </a:lnTo>
                  <a:close/>
                </a:path>
                <a:path w="4954905" h="4953000">
                  <a:moveTo>
                    <a:pt x="4498848" y="4025900"/>
                  </a:moveTo>
                  <a:lnTo>
                    <a:pt x="4469892" y="4025900"/>
                  </a:lnTo>
                  <a:lnTo>
                    <a:pt x="4469892" y="4038600"/>
                  </a:lnTo>
                  <a:lnTo>
                    <a:pt x="4498848" y="4038600"/>
                  </a:lnTo>
                  <a:lnTo>
                    <a:pt x="4498848" y="4025900"/>
                  </a:lnTo>
                  <a:close/>
                </a:path>
                <a:path w="4954905" h="4953000">
                  <a:moveTo>
                    <a:pt x="4492752" y="4013200"/>
                  </a:moveTo>
                  <a:lnTo>
                    <a:pt x="4463796" y="4013200"/>
                  </a:lnTo>
                  <a:lnTo>
                    <a:pt x="4463796" y="4025900"/>
                  </a:lnTo>
                  <a:lnTo>
                    <a:pt x="4492752" y="4025900"/>
                  </a:lnTo>
                  <a:lnTo>
                    <a:pt x="4492752" y="4013200"/>
                  </a:lnTo>
                  <a:close/>
                </a:path>
                <a:path w="4954905" h="4953000">
                  <a:moveTo>
                    <a:pt x="4486656" y="4000500"/>
                  </a:moveTo>
                  <a:lnTo>
                    <a:pt x="4457700" y="4000500"/>
                  </a:lnTo>
                  <a:lnTo>
                    <a:pt x="4457700" y="4013200"/>
                  </a:lnTo>
                  <a:lnTo>
                    <a:pt x="4486656" y="4013200"/>
                  </a:lnTo>
                  <a:lnTo>
                    <a:pt x="4486656" y="4000500"/>
                  </a:lnTo>
                  <a:close/>
                </a:path>
                <a:path w="4954905" h="4953000">
                  <a:moveTo>
                    <a:pt x="4479036" y="3987800"/>
                  </a:moveTo>
                  <a:lnTo>
                    <a:pt x="4451604" y="3987800"/>
                  </a:lnTo>
                  <a:lnTo>
                    <a:pt x="4451604" y="4000500"/>
                  </a:lnTo>
                  <a:lnTo>
                    <a:pt x="4479036" y="4000500"/>
                  </a:lnTo>
                  <a:lnTo>
                    <a:pt x="4479036" y="3987800"/>
                  </a:lnTo>
                  <a:close/>
                </a:path>
                <a:path w="4954905" h="4953000">
                  <a:moveTo>
                    <a:pt x="4472940" y="3975100"/>
                  </a:moveTo>
                  <a:lnTo>
                    <a:pt x="4445508" y="3975100"/>
                  </a:lnTo>
                  <a:lnTo>
                    <a:pt x="4445508" y="3987800"/>
                  </a:lnTo>
                  <a:lnTo>
                    <a:pt x="4472940" y="3987800"/>
                  </a:lnTo>
                  <a:lnTo>
                    <a:pt x="4472940" y="3975100"/>
                  </a:lnTo>
                  <a:close/>
                </a:path>
                <a:path w="4954905" h="4953000">
                  <a:moveTo>
                    <a:pt x="4466844" y="3962400"/>
                  </a:moveTo>
                  <a:lnTo>
                    <a:pt x="4439412" y="3962400"/>
                  </a:lnTo>
                  <a:lnTo>
                    <a:pt x="4439412" y="3975100"/>
                  </a:lnTo>
                  <a:lnTo>
                    <a:pt x="4466844" y="3975100"/>
                  </a:lnTo>
                  <a:lnTo>
                    <a:pt x="4466844" y="3962400"/>
                  </a:lnTo>
                  <a:close/>
                </a:path>
                <a:path w="4954905" h="4953000">
                  <a:moveTo>
                    <a:pt x="4460748" y="3949700"/>
                  </a:moveTo>
                  <a:lnTo>
                    <a:pt x="4431792" y="3949700"/>
                  </a:lnTo>
                  <a:lnTo>
                    <a:pt x="4431792" y="3962400"/>
                  </a:lnTo>
                  <a:lnTo>
                    <a:pt x="4460748" y="3962400"/>
                  </a:lnTo>
                  <a:lnTo>
                    <a:pt x="4460748" y="3949700"/>
                  </a:lnTo>
                  <a:close/>
                </a:path>
                <a:path w="4954905" h="4953000">
                  <a:moveTo>
                    <a:pt x="4454652" y="3937000"/>
                  </a:moveTo>
                  <a:lnTo>
                    <a:pt x="4425696" y="3937000"/>
                  </a:lnTo>
                  <a:lnTo>
                    <a:pt x="4425696" y="3949700"/>
                  </a:lnTo>
                  <a:lnTo>
                    <a:pt x="4454652" y="3949700"/>
                  </a:lnTo>
                  <a:lnTo>
                    <a:pt x="4454652" y="3937000"/>
                  </a:lnTo>
                  <a:close/>
                </a:path>
                <a:path w="4954905" h="4953000">
                  <a:moveTo>
                    <a:pt x="4448556" y="3924300"/>
                  </a:moveTo>
                  <a:lnTo>
                    <a:pt x="4419600" y="3924300"/>
                  </a:lnTo>
                  <a:lnTo>
                    <a:pt x="4419600" y="3937000"/>
                  </a:lnTo>
                  <a:lnTo>
                    <a:pt x="4448556" y="3937000"/>
                  </a:lnTo>
                  <a:lnTo>
                    <a:pt x="4448556" y="3924300"/>
                  </a:lnTo>
                  <a:close/>
                </a:path>
                <a:path w="4954905" h="4953000">
                  <a:moveTo>
                    <a:pt x="4440936" y="3911600"/>
                  </a:moveTo>
                  <a:lnTo>
                    <a:pt x="4413504" y="3911600"/>
                  </a:lnTo>
                  <a:lnTo>
                    <a:pt x="4413504" y="3924300"/>
                  </a:lnTo>
                  <a:lnTo>
                    <a:pt x="4440936" y="3924300"/>
                  </a:lnTo>
                  <a:lnTo>
                    <a:pt x="4440936" y="3911600"/>
                  </a:lnTo>
                  <a:close/>
                </a:path>
                <a:path w="4954905" h="4953000">
                  <a:moveTo>
                    <a:pt x="4434840" y="3898900"/>
                  </a:moveTo>
                  <a:lnTo>
                    <a:pt x="4407408" y="3898900"/>
                  </a:lnTo>
                  <a:lnTo>
                    <a:pt x="4407408" y="3911600"/>
                  </a:lnTo>
                  <a:lnTo>
                    <a:pt x="4434840" y="3911600"/>
                  </a:lnTo>
                  <a:lnTo>
                    <a:pt x="4434840" y="3898900"/>
                  </a:lnTo>
                  <a:close/>
                </a:path>
                <a:path w="4954905" h="4953000">
                  <a:moveTo>
                    <a:pt x="4428744" y="3886200"/>
                  </a:moveTo>
                  <a:lnTo>
                    <a:pt x="4401312" y="3886200"/>
                  </a:lnTo>
                  <a:lnTo>
                    <a:pt x="4401312" y="3898900"/>
                  </a:lnTo>
                  <a:lnTo>
                    <a:pt x="4428744" y="3898900"/>
                  </a:lnTo>
                  <a:lnTo>
                    <a:pt x="4428744" y="3886200"/>
                  </a:lnTo>
                  <a:close/>
                </a:path>
                <a:path w="4954905" h="4953000">
                  <a:moveTo>
                    <a:pt x="4422648" y="3873500"/>
                  </a:moveTo>
                  <a:lnTo>
                    <a:pt x="4393692" y="3873500"/>
                  </a:lnTo>
                  <a:lnTo>
                    <a:pt x="4393692" y="3886200"/>
                  </a:lnTo>
                  <a:lnTo>
                    <a:pt x="4422648" y="3886200"/>
                  </a:lnTo>
                  <a:lnTo>
                    <a:pt x="4422648" y="3873500"/>
                  </a:lnTo>
                  <a:close/>
                </a:path>
                <a:path w="4954905" h="4953000">
                  <a:moveTo>
                    <a:pt x="4416552" y="3860800"/>
                  </a:moveTo>
                  <a:lnTo>
                    <a:pt x="4387596" y="3860800"/>
                  </a:lnTo>
                  <a:lnTo>
                    <a:pt x="4387596" y="3873500"/>
                  </a:lnTo>
                  <a:lnTo>
                    <a:pt x="4416552" y="3873500"/>
                  </a:lnTo>
                  <a:lnTo>
                    <a:pt x="4416552" y="3860800"/>
                  </a:lnTo>
                  <a:close/>
                </a:path>
                <a:path w="4954905" h="4953000">
                  <a:moveTo>
                    <a:pt x="4410456" y="3848100"/>
                  </a:moveTo>
                  <a:lnTo>
                    <a:pt x="4381500" y="3848100"/>
                  </a:lnTo>
                  <a:lnTo>
                    <a:pt x="4381500" y="3860800"/>
                  </a:lnTo>
                  <a:lnTo>
                    <a:pt x="4410456" y="3860800"/>
                  </a:lnTo>
                  <a:lnTo>
                    <a:pt x="4410456" y="3848100"/>
                  </a:lnTo>
                  <a:close/>
                </a:path>
                <a:path w="4954905" h="4953000">
                  <a:moveTo>
                    <a:pt x="4402836" y="3835400"/>
                  </a:moveTo>
                  <a:lnTo>
                    <a:pt x="4375404" y="3835400"/>
                  </a:lnTo>
                  <a:lnTo>
                    <a:pt x="4375404" y="3848100"/>
                  </a:lnTo>
                  <a:lnTo>
                    <a:pt x="4402836" y="3848100"/>
                  </a:lnTo>
                  <a:lnTo>
                    <a:pt x="4402836" y="3835400"/>
                  </a:lnTo>
                  <a:close/>
                </a:path>
                <a:path w="4954905" h="4953000">
                  <a:moveTo>
                    <a:pt x="4396740" y="3822700"/>
                  </a:moveTo>
                  <a:lnTo>
                    <a:pt x="4369308" y="3822700"/>
                  </a:lnTo>
                  <a:lnTo>
                    <a:pt x="4369308" y="3835400"/>
                  </a:lnTo>
                  <a:lnTo>
                    <a:pt x="4396740" y="3835400"/>
                  </a:lnTo>
                  <a:lnTo>
                    <a:pt x="4396740" y="3822700"/>
                  </a:lnTo>
                  <a:close/>
                </a:path>
                <a:path w="4954905" h="4953000">
                  <a:moveTo>
                    <a:pt x="4390644" y="3810000"/>
                  </a:moveTo>
                  <a:lnTo>
                    <a:pt x="4363212" y="3810000"/>
                  </a:lnTo>
                  <a:lnTo>
                    <a:pt x="4363212" y="3822700"/>
                  </a:lnTo>
                  <a:lnTo>
                    <a:pt x="4390644" y="3822700"/>
                  </a:lnTo>
                  <a:lnTo>
                    <a:pt x="4390644" y="3810000"/>
                  </a:lnTo>
                  <a:close/>
                </a:path>
                <a:path w="4954905" h="4953000">
                  <a:moveTo>
                    <a:pt x="4384548" y="3797300"/>
                  </a:moveTo>
                  <a:lnTo>
                    <a:pt x="4355592" y="3797300"/>
                  </a:lnTo>
                  <a:lnTo>
                    <a:pt x="4355592" y="3810000"/>
                  </a:lnTo>
                  <a:lnTo>
                    <a:pt x="4384548" y="3810000"/>
                  </a:lnTo>
                  <a:lnTo>
                    <a:pt x="4384548" y="3797300"/>
                  </a:lnTo>
                  <a:close/>
                </a:path>
                <a:path w="4954905" h="4953000">
                  <a:moveTo>
                    <a:pt x="4378452" y="3784600"/>
                  </a:moveTo>
                  <a:lnTo>
                    <a:pt x="4349496" y="3784600"/>
                  </a:lnTo>
                  <a:lnTo>
                    <a:pt x="4349496" y="3797300"/>
                  </a:lnTo>
                  <a:lnTo>
                    <a:pt x="4378452" y="3797300"/>
                  </a:lnTo>
                  <a:lnTo>
                    <a:pt x="4378452" y="3784600"/>
                  </a:lnTo>
                  <a:close/>
                </a:path>
                <a:path w="4954905" h="4953000">
                  <a:moveTo>
                    <a:pt x="4372356" y="3771900"/>
                  </a:moveTo>
                  <a:lnTo>
                    <a:pt x="4343400" y="3771900"/>
                  </a:lnTo>
                  <a:lnTo>
                    <a:pt x="4343400" y="3784600"/>
                  </a:lnTo>
                  <a:lnTo>
                    <a:pt x="4372356" y="3784600"/>
                  </a:lnTo>
                  <a:lnTo>
                    <a:pt x="4372356" y="3771900"/>
                  </a:lnTo>
                  <a:close/>
                </a:path>
                <a:path w="4954905" h="4953000">
                  <a:moveTo>
                    <a:pt x="4364736" y="3759200"/>
                  </a:moveTo>
                  <a:lnTo>
                    <a:pt x="4337304" y="3759200"/>
                  </a:lnTo>
                  <a:lnTo>
                    <a:pt x="4337304" y="3771900"/>
                  </a:lnTo>
                  <a:lnTo>
                    <a:pt x="4364736" y="3771900"/>
                  </a:lnTo>
                  <a:lnTo>
                    <a:pt x="4364736" y="3759200"/>
                  </a:lnTo>
                  <a:close/>
                </a:path>
                <a:path w="4954905" h="4953000">
                  <a:moveTo>
                    <a:pt x="4358640" y="3746500"/>
                  </a:moveTo>
                  <a:lnTo>
                    <a:pt x="4331208" y="3746500"/>
                  </a:lnTo>
                  <a:lnTo>
                    <a:pt x="4331208" y="3759200"/>
                  </a:lnTo>
                  <a:lnTo>
                    <a:pt x="4358640" y="3759200"/>
                  </a:lnTo>
                  <a:lnTo>
                    <a:pt x="4358640" y="3746500"/>
                  </a:lnTo>
                  <a:close/>
                </a:path>
                <a:path w="4954905" h="4953000">
                  <a:moveTo>
                    <a:pt x="4352544" y="3733800"/>
                  </a:moveTo>
                  <a:lnTo>
                    <a:pt x="4325112" y="3733800"/>
                  </a:lnTo>
                  <a:lnTo>
                    <a:pt x="4325112" y="3746500"/>
                  </a:lnTo>
                  <a:lnTo>
                    <a:pt x="4352544" y="3746500"/>
                  </a:lnTo>
                  <a:lnTo>
                    <a:pt x="4352544" y="3733800"/>
                  </a:lnTo>
                  <a:close/>
                </a:path>
                <a:path w="4954905" h="4953000">
                  <a:moveTo>
                    <a:pt x="4346448" y="3721100"/>
                  </a:moveTo>
                  <a:lnTo>
                    <a:pt x="4317492" y="3721100"/>
                  </a:lnTo>
                  <a:lnTo>
                    <a:pt x="4317492" y="3733800"/>
                  </a:lnTo>
                  <a:lnTo>
                    <a:pt x="4346448" y="3733800"/>
                  </a:lnTo>
                  <a:lnTo>
                    <a:pt x="4346448" y="3721100"/>
                  </a:lnTo>
                  <a:close/>
                </a:path>
                <a:path w="4954905" h="4953000">
                  <a:moveTo>
                    <a:pt x="4340352" y="3708400"/>
                  </a:moveTo>
                  <a:lnTo>
                    <a:pt x="4311396" y="3708400"/>
                  </a:lnTo>
                  <a:lnTo>
                    <a:pt x="4311396" y="3721100"/>
                  </a:lnTo>
                  <a:lnTo>
                    <a:pt x="4340352" y="3721100"/>
                  </a:lnTo>
                  <a:lnTo>
                    <a:pt x="4340352" y="3708400"/>
                  </a:lnTo>
                  <a:close/>
                </a:path>
                <a:path w="4954905" h="4953000">
                  <a:moveTo>
                    <a:pt x="4334256" y="3695700"/>
                  </a:moveTo>
                  <a:lnTo>
                    <a:pt x="4305300" y="3695700"/>
                  </a:lnTo>
                  <a:lnTo>
                    <a:pt x="4305300" y="3708400"/>
                  </a:lnTo>
                  <a:lnTo>
                    <a:pt x="4334256" y="3708400"/>
                  </a:lnTo>
                  <a:lnTo>
                    <a:pt x="4334256" y="3695700"/>
                  </a:lnTo>
                  <a:close/>
                </a:path>
                <a:path w="4954905" h="4953000">
                  <a:moveTo>
                    <a:pt x="4326636" y="3683000"/>
                  </a:moveTo>
                  <a:lnTo>
                    <a:pt x="4299204" y="3683000"/>
                  </a:lnTo>
                  <a:lnTo>
                    <a:pt x="4299204" y="3695700"/>
                  </a:lnTo>
                  <a:lnTo>
                    <a:pt x="4326636" y="3695700"/>
                  </a:lnTo>
                  <a:lnTo>
                    <a:pt x="4326636" y="3683000"/>
                  </a:lnTo>
                  <a:close/>
                </a:path>
                <a:path w="4954905" h="4953000">
                  <a:moveTo>
                    <a:pt x="4320540" y="3670300"/>
                  </a:moveTo>
                  <a:lnTo>
                    <a:pt x="4293108" y="3670300"/>
                  </a:lnTo>
                  <a:lnTo>
                    <a:pt x="4293108" y="3683000"/>
                  </a:lnTo>
                  <a:lnTo>
                    <a:pt x="4320540" y="3683000"/>
                  </a:lnTo>
                  <a:lnTo>
                    <a:pt x="4320540" y="3670300"/>
                  </a:lnTo>
                  <a:close/>
                </a:path>
                <a:path w="4954905" h="4953000">
                  <a:moveTo>
                    <a:pt x="4314444" y="3657600"/>
                  </a:moveTo>
                  <a:lnTo>
                    <a:pt x="4287012" y="3657600"/>
                  </a:lnTo>
                  <a:lnTo>
                    <a:pt x="4287012" y="3670300"/>
                  </a:lnTo>
                  <a:lnTo>
                    <a:pt x="4314444" y="3670300"/>
                  </a:lnTo>
                  <a:lnTo>
                    <a:pt x="4314444" y="3657600"/>
                  </a:lnTo>
                  <a:close/>
                </a:path>
                <a:path w="4954905" h="4953000">
                  <a:moveTo>
                    <a:pt x="4308348" y="3644900"/>
                  </a:moveTo>
                  <a:lnTo>
                    <a:pt x="4279392" y="3644900"/>
                  </a:lnTo>
                  <a:lnTo>
                    <a:pt x="4279392" y="3657600"/>
                  </a:lnTo>
                  <a:lnTo>
                    <a:pt x="4308348" y="3657600"/>
                  </a:lnTo>
                  <a:lnTo>
                    <a:pt x="4308348" y="3644900"/>
                  </a:lnTo>
                  <a:close/>
                </a:path>
                <a:path w="4954905" h="4953000">
                  <a:moveTo>
                    <a:pt x="4302252" y="3632200"/>
                  </a:moveTo>
                  <a:lnTo>
                    <a:pt x="4273296" y="3632200"/>
                  </a:lnTo>
                  <a:lnTo>
                    <a:pt x="4273296" y="3644900"/>
                  </a:lnTo>
                  <a:lnTo>
                    <a:pt x="4302252" y="3644900"/>
                  </a:lnTo>
                  <a:lnTo>
                    <a:pt x="4302252" y="3632200"/>
                  </a:lnTo>
                  <a:close/>
                </a:path>
                <a:path w="4954905" h="4953000">
                  <a:moveTo>
                    <a:pt x="4296156" y="3619500"/>
                  </a:moveTo>
                  <a:lnTo>
                    <a:pt x="4267200" y="3619500"/>
                  </a:lnTo>
                  <a:lnTo>
                    <a:pt x="4267200" y="3632200"/>
                  </a:lnTo>
                  <a:lnTo>
                    <a:pt x="4296156" y="3632200"/>
                  </a:lnTo>
                  <a:lnTo>
                    <a:pt x="4296156" y="3619500"/>
                  </a:lnTo>
                  <a:close/>
                </a:path>
                <a:path w="4954905" h="4953000">
                  <a:moveTo>
                    <a:pt x="4288536" y="3606800"/>
                  </a:moveTo>
                  <a:lnTo>
                    <a:pt x="4261104" y="3606800"/>
                  </a:lnTo>
                  <a:lnTo>
                    <a:pt x="4261104" y="3619500"/>
                  </a:lnTo>
                  <a:lnTo>
                    <a:pt x="4288536" y="3619500"/>
                  </a:lnTo>
                  <a:lnTo>
                    <a:pt x="4288536" y="3606800"/>
                  </a:lnTo>
                  <a:close/>
                </a:path>
                <a:path w="4954905" h="4953000">
                  <a:moveTo>
                    <a:pt x="4282440" y="3594100"/>
                  </a:moveTo>
                  <a:lnTo>
                    <a:pt x="4255008" y="3594100"/>
                  </a:lnTo>
                  <a:lnTo>
                    <a:pt x="4255008" y="3606800"/>
                  </a:lnTo>
                  <a:lnTo>
                    <a:pt x="4282440" y="3606800"/>
                  </a:lnTo>
                  <a:lnTo>
                    <a:pt x="4282440" y="3594100"/>
                  </a:lnTo>
                  <a:close/>
                </a:path>
                <a:path w="4954905" h="4953000">
                  <a:moveTo>
                    <a:pt x="4276344" y="3581400"/>
                  </a:moveTo>
                  <a:lnTo>
                    <a:pt x="4248912" y="3581400"/>
                  </a:lnTo>
                  <a:lnTo>
                    <a:pt x="4248912" y="3594100"/>
                  </a:lnTo>
                  <a:lnTo>
                    <a:pt x="4276344" y="3594100"/>
                  </a:lnTo>
                  <a:lnTo>
                    <a:pt x="4276344" y="3581400"/>
                  </a:lnTo>
                  <a:close/>
                </a:path>
                <a:path w="4954905" h="4953000">
                  <a:moveTo>
                    <a:pt x="4270248" y="3568700"/>
                  </a:moveTo>
                  <a:lnTo>
                    <a:pt x="4241292" y="3568700"/>
                  </a:lnTo>
                  <a:lnTo>
                    <a:pt x="4241292" y="3581400"/>
                  </a:lnTo>
                  <a:lnTo>
                    <a:pt x="4270248" y="3581400"/>
                  </a:lnTo>
                  <a:lnTo>
                    <a:pt x="4270248" y="3568700"/>
                  </a:lnTo>
                  <a:close/>
                </a:path>
                <a:path w="4954905" h="4953000">
                  <a:moveTo>
                    <a:pt x="4264152" y="3556000"/>
                  </a:moveTo>
                  <a:lnTo>
                    <a:pt x="4235196" y="3556000"/>
                  </a:lnTo>
                  <a:lnTo>
                    <a:pt x="4235196" y="3568700"/>
                  </a:lnTo>
                  <a:lnTo>
                    <a:pt x="4264152" y="3568700"/>
                  </a:lnTo>
                  <a:lnTo>
                    <a:pt x="4264152" y="3556000"/>
                  </a:lnTo>
                  <a:close/>
                </a:path>
                <a:path w="4954905" h="4953000">
                  <a:moveTo>
                    <a:pt x="4258056" y="3543300"/>
                  </a:moveTo>
                  <a:lnTo>
                    <a:pt x="4229100" y="3543300"/>
                  </a:lnTo>
                  <a:lnTo>
                    <a:pt x="4229100" y="3556000"/>
                  </a:lnTo>
                  <a:lnTo>
                    <a:pt x="4258056" y="3556000"/>
                  </a:lnTo>
                  <a:lnTo>
                    <a:pt x="4258056" y="3543300"/>
                  </a:lnTo>
                  <a:close/>
                </a:path>
                <a:path w="4954905" h="4953000">
                  <a:moveTo>
                    <a:pt x="4250436" y="3530600"/>
                  </a:moveTo>
                  <a:lnTo>
                    <a:pt x="4223004" y="3530600"/>
                  </a:lnTo>
                  <a:lnTo>
                    <a:pt x="4223004" y="3543300"/>
                  </a:lnTo>
                  <a:lnTo>
                    <a:pt x="4250436" y="3543300"/>
                  </a:lnTo>
                  <a:lnTo>
                    <a:pt x="4250436" y="3530600"/>
                  </a:lnTo>
                  <a:close/>
                </a:path>
                <a:path w="4954905" h="4953000">
                  <a:moveTo>
                    <a:pt x="4244340" y="3517900"/>
                  </a:moveTo>
                  <a:lnTo>
                    <a:pt x="4216908" y="3517900"/>
                  </a:lnTo>
                  <a:lnTo>
                    <a:pt x="4216908" y="3530600"/>
                  </a:lnTo>
                  <a:lnTo>
                    <a:pt x="4244340" y="3530600"/>
                  </a:lnTo>
                  <a:lnTo>
                    <a:pt x="4244340" y="3517900"/>
                  </a:lnTo>
                  <a:close/>
                </a:path>
                <a:path w="4954905" h="4953000">
                  <a:moveTo>
                    <a:pt x="4238244" y="3505200"/>
                  </a:moveTo>
                  <a:lnTo>
                    <a:pt x="4210812" y="3505200"/>
                  </a:lnTo>
                  <a:lnTo>
                    <a:pt x="4210812" y="3517900"/>
                  </a:lnTo>
                  <a:lnTo>
                    <a:pt x="4238244" y="3517900"/>
                  </a:lnTo>
                  <a:lnTo>
                    <a:pt x="4238244" y="3505200"/>
                  </a:lnTo>
                  <a:close/>
                </a:path>
                <a:path w="4954905" h="4953000">
                  <a:moveTo>
                    <a:pt x="4232148" y="3492500"/>
                  </a:moveTo>
                  <a:lnTo>
                    <a:pt x="4203192" y="3492500"/>
                  </a:lnTo>
                  <a:lnTo>
                    <a:pt x="4203192" y="3505200"/>
                  </a:lnTo>
                  <a:lnTo>
                    <a:pt x="4232148" y="3505200"/>
                  </a:lnTo>
                  <a:lnTo>
                    <a:pt x="4232148" y="3492500"/>
                  </a:lnTo>
                  <a:close/>
                </a:path>
                <a:path w="4954905" h="4953000">
                  <a:moveTo>
                    <a:pt x="4226052" y="3479800"/>
                  </a:moveTo>
                  <a:lnTo>
                    <a:pt x="4197096" y="3479800"/>
                  </a:lnTo>
                  <a:lnTo>
                    <a:pt x="4197096" y="3492500"/>
                  </a:lnTo>
                  <a:lnTo>
                    <a:pt x="4226052" y="3492500"/>
                  </a:lnTo>
                  <a:lnTo>
                    <a:pt x="4226052" y="3479800"/>
                  </a:lnTo>
                  <a:close/>
                </a:path>
                <a:path w="4954905" h="4953000">
                  <a:moveTo>
                    <a:pt x="4219956" y="3467100"/>
                  </a:moveTo>
                  <a:lnTo>
                    <a:pt x="4191000" y="3467100"/>
                  </a:lnTo>
                  <a:lnTo>
                    <a:pt x="4191000" y="3479800"/>
                  </a:lnTo>
                  <a:lnTo>
                    <a:pt x="4219956" y="3479800"/>
                  </a:lnTo>
                  <a:lnTo>
                    <a:pt x="4219956" y="3467100"/>
                  </a:lnTo>
                  <a:close/>
                </a:path>
                <a:path w="4954905" h="4953000">
                  <a:moveTo>
                    <a:pt x="4212336" y="3454400"/>
                  </a:moveTo>
                  <a:lnTo>
                    <a:pt x="4184904" y="3454400"/>
                  </a:lnTo>
                  <a:lnTo>
                    <a:pt x="4184904" y="3467100"/>
                  </a:lnTo>
                  <a:lnTo>
                    <a:pt x="4212336" y="3467100"/>
                  </a:lnTo>
                  <a:lnTo>
                    <a:pt x="4212336" y="3454400"/>
                  </a:lnTo>
                  <a:close/>
                </a:path>
                <a:path w="4954905" h="4953000">
                  <a:moveTo>
                    <a:pt x="4206240" y="3441700"/>
                  </a:moveTo>
                  <a:lnTo>
                    <a:pt x="4178808" y="3441700"/>
                  </a:lnTo>
                  <a:lnTo>
                    <a:pt x="4178808" y="3454400"/>
                  </a:lnTo>
                  <a:lnTo>
                    <a:pt x="4206240" y="3454400"/>
                  </a:lnTo>
                  <a:lnTo>
                    <a:pt x="4206240" y="3441700"/>
                  </a:lnTo>
                  <a:close/>
                </a:path>
                <a:path w="4954905" h="4953000">
                  <a:moveTo>
                    <a:pt x="4200144" y="3429000"/>
                  </a:moveTo>
                  <a:lnTo>
                    <a:pt x="4172712" y="3429000"/>
                  </a:lnTo>
                  <a:lnTo>
                    <a:pt x="4172712" y="3441700"/>
                  </a:lnTo>
                  <a:lnTo>
                    <a:pt x="4200144" y="3441700"/>
                  </a:lnTo>
                  <a:lnTo>
                    <a:pt x="4200144" y="3429000"/>
                  </a:lnTo>
                  <a:close/>
                </a:path>
                <a:path w="4954905" h="4953000">
                  <a:moveTo>
                    <a:pt x="4194048" y="3416300"/>
                  </a:moveTo>
                  <a:lnTo>
                    <a:pt x="4165091" y="3416300"/>
                  </a:lnTo>
                  <a:lnTo>
                    <a:pt x="4165091" y="3429000"/>
                  </a:lnTo>
                  <a:lnTo>
                    <a:pt x="4194048" y="3429000"/>
                  </a:lnTo>
                  <a:lnTo>
                    <a:pt x="4194048" y="3416300"/>
                  </a:lnTo>
                  <a:close/>
                </a:path>
                <a:path w="4954905" h="4953000">
                  <a:moveTo>
                    <a:pt x="4187952" y="3403600"/>
                  </a:moveTo>
                  <a:lnTo>
                    <a:pt x="4158996" y="3403600"/>
                  </a:lnTo>
                  <a:lnTo>
                    <a:pt x="4158996" y="3416300"/>
                  </a:lnTo>
                  <a:lnTo>
                    <a:pt x="4187952" y="3416300"/>
                  </a:lnTo>
                  <a:lnTo>
                    <a:pt x="4187952" y="3403600"/>
                  </a:lnTo>
                  <a:close/>
                </a:path>
                <a:path w="4954905" h="4953000">
                  <a:moveTo>
                    <a:pt x="4181855" y="3390900"/>
                  </a:moveTo>
                  <a:lnTo>
                    <a:pt x="4152900" y="3390900"/>
                  </a:lnTo>
                  <a:lnTo>
                    <a:pt x="4152900" y="3403600"/>
                  </a:lnTo>
                  <a:lnTo>
                    <a:pt x="4181855" y="3403600"/>
                  </a:lnTo>
                  <a:lnTo>
                    <a:pt x="4181855" y="3390900"/>
                  </a:lnTo>
                  <a:close/>
                </a:path>
                <a:path w="4954905" h="4953000">
                  <a:moveTo>
                    <a:pt x="4174236" y="3378200"/>
                  </a:moveTo>
                  <a:lnTo>
                    <a:pt x="4146804" y="3378200"/>
                  </a:lnTo>
                  <a:lnTo>
                    <a:pt x="4146804" y="3390900"/>
                  </a:lnTo>
                  <a:lnTo>
                    <a:pt x="4174236" y="3390900"/>
                  </a:lnTo>
                  <a:lnTo>
                    <a:pt x="4174236" y="3378200"/>
                  </a:lnTo>
                  <a:close/>
                </a:path>
                <a:path w="4954905" h="4953000">
                  <a:moveTo>
                    <a:pt x="4168140" y="3365500"/>
                  </a:moveTo>
                  <a:lnTo>
                    <a:pt x="4140708" y="3365500"/>
                  </a:lnTo>
                  <a:lnTo>
                    <a:pt x="4140708" y="3378200"/>
                  </a:lnTo>
                  <a:lnTo>
                    <a:pt x="4168140" y="3378200"/>
                  </a:lnTo>
                  <a:lnTo>
                    <a:pt x="4168140" y="3365500"/>
                  </a:lnTo>
                  <a:close/>
                </a:path>
                <a:path w="4954905" h="4953000">
                  <a:moveTo>
                    <a:pt x="4162043" y="3352800"/>
                  </a:moveTo>
                  <a:lnTo>
                    <a:pt x="4134612" y="3352800"/>
                  </a:lnTo>
                  <a:lnTo>
                    <a:pt x="4134612" y="3365500"/>
                  </a:lnTo>
                  <a:lnTo>
                    <a:pt x="4162043" y="3365500"/>
                  </a:lnTo>
                  <a:lnTo>
                    <a:pt x="4162043" y="3352800"/>
                  </a:lnTo>
                  <a:close/>
                </a:path>
                <a:path w="4954905" h="4953000">
                  <a:moveTo>
                    <a:pt x="4155948" y="3340100"/>
                  </a:moveTo>
                  <a:lnTo>
                    <a:pt x="4126991" y="3340100"/>
                  </a:lnTo>
                  <a:lnTo>
                    <a:pt x="4126991" y="3352800"/>
                  </a:lnTo>
                  <a:lnTo>
                    <a:pt x="4155948" y="3352800"/>
                  </a:lnTo>
                  <a:lnTo>
                    <a:pt x="4155948" y="3340100"/>
                  </a:lnTo>
                  <a:close/>
                </a:path>
                <a:path w="4954905" h="4953000">
                  <a:moveTo>
                    <a:pt x="4149852" y="3327400"/>
                  </a:moveTo>
                  <a:lnTo>
                    <a:pt x="4120896" y="3327400"/>
                  </a:lnTo>
                  <a:lnTo>
                    <a:pt x="4120896" y="3340100"/>
                  </a:lnTo>
                  <a:lnTo>
                    <a:pt x="4149852" y="3340100"/>
                  </a:lnTo>
                  <a:lnTo>
                    <a:pt x="4149852" y="3327400"/>
                  </a:lnTo>
                  <a:close/>
                </a:path>
                <a:path w="4954905" h="4953000">
                  <a:moveTo>
                    <a:pt x="4143755" y="3314700"/>
                  </a:moveTo>
                  <a:lnTo>
                    <a:pt x="4114800" y="3314700"/>
                  </a:lnTo>
                  <a:lnTo>
                    <a:pt x="4114800" y="3327400"/>
                  </a:lnTo>
                  <a:lnTo>
                    <a:pt x="4143755" y="3327400"/>
                  </a:lnTo>
                  <a:lnTo>
                    <a:pt x="4143755" y="3314700"/>
                  </a:lnTo>
                  <a:close/>
                </a:path>
                <a:path w="4954905" h="4953000">
                  <a:moveTo>
                    <a:pt x="4136136" y="3302000"/>
                  </a:moveTo>
                  <a:lnTo>
                    <a:pt x="4108704" y="3302000"/>
                  </a:lnTo>
                  <a:lnTo>
                    <a:pt x="4108704" y="3314700"/>
                  </a:lnTo>
                  <a:lnTo>
                    <a:pt x="4136136" y="3314700"/>
                  </a:lnTo>
                  <a:lnTo>
                    <a:pt x="4136136" y="3302000"/>
                  </a:lnTo>
                  <a:close/>
                </a:path>
                <a:path w="4954905" h="4953000">
                  <a:moveTo>
                    <a:pt x="4130040" y="3289300"/>
                  </a:moveTo>
                  <a:lnTo>
                    <a:pt x="4102608" y="3289300"/>
                  </a:lnTo>
                  <a:lnTo>
                    <a:pt x="4102608" y="3302000"/>
                  </a:lnTo>
                  <a:lnTo>
                    <a:pt x="4130040" y="3302000"/>
                  </a:lnTo>
                  <a:lnTo>
                    <a:pt x="4130040" y="3289300"/>
                  </a:lnTo>
                  <a:close/>
                </a:path>
                <a:path w="4954905" h="4953000">
                  <a:moveTo>
                    <a:pt x="4123943" y="3276600"/>
                  </a:moveTo>
                  <a:lnTo>
                    <a:pt x="4096512" y="3276600"/>
                  </a:lnTo>
                  <a:lnTo>
                    <a:pt x="4096512" y="3289300"/>
                  </a:lnTo>
                  <a:lnTo>
                    <a:pt x="4123943" y="3289300"/>
                  </a:lnTo>
                  <a:lnTo>
                    <a:pt x="4123943" y="3276600"/>
                  </a:lnTo>
                  <a:close/>
                </a:path>
                <a:path w="4954905" h="4953000">
                  <a:moveTo>
                    <a:pt x="4117848" y="3263900"/>
                  </a:moveTo>
                  <a:lnTo>
                    <a:pt x="4088891" y="3263900"/>
                  </a:lnTo>
                  <a:lnTo>
                    <a:pt x="4088891" y="3276600"/>
                  </a:lnTo>
                  <a:lnTo>
                    <a:pt x="4117848" y="3276600"/>
                  </a:lnTo>
                  <a:lnTo>
                    <a:pt x="4117848" y="3263900"/>
                  </a:lnTo>
                  <a:close/>
                </a:path>
                <a:path w="4954905" h="4953000">
                  <a:moveTo>
                    <a:pt x="4111752" y="3251200"/>
                  </a:moveTo>
                  <a:lnTo>
                    <a:pt x="4082796" y="3251200"/>
                  </a:lnTo>
                  <a:lnTo>
                    <a:pt x="4082796" y="3263900"/>
                  </a:lnTo>
                  <a:lnTo>
                    <a:pt x="4111752" y="3263900"/>
                  </a:lnTo>
                  <a:lnTo>
                    <a:pt x="4111752" y="3251200"/>
                  </a:lnTo>
                  <a:close/>
                </a:path>
                <a:path w="4954905" h="4953000">
                  <a:moveTo>
                    <a:pt x="4105655" y="3238500"/>
                  </a:moveTo>
                  <a:lnTo>
                    <a:pt x="4076700" y="3238500"/>
                  </a:lnTo>
                  <a:lnTo>
                    <a:pt x="4076700" y="3251200"/>
                  </a:lnTo>
                  <a:lnTo>
                    <a:pt x="4105655" y="3251200"/>
                  </a:lnTo>
                  <a:lnTo>
                    <a:pt x="4105655" y="3238500"/>
                  </a:lnTo>
                  <a:close/>
                </a:path>
                <a:path w="4954905" h="4953000">
                  <a:moveTo>
                    <a:pt x="4098036" y="3225800"/>
                  </a:moveTo>
                  <a:lnTo>
                    <a:pt x="4070604" y="3225800"/>
                  </a:lnTo>
                  <a:lnTo>
                    <a:pt x="4070604" y="3238500"/>
                  </a:lnTo>
                  <a:lnTo>
                    <a:pt x="4098036" y="3238500"/>
                  </a:lnTo>
                  <a:lnTo>
                    <a:pt x="4098036" y="3225800"/>
                  </a:lnTo>
                  <a:close/>
                </a:path>
                <a:path w="4954905" h="4953000">
                  <a:moveTo>
                    <a:pt x="4091940" y="3213100"/>
                  </a:moveTo>
                  <a:lnTo>
                    <a:pt x="4064508" y="3213100"/>
                  </a:lnTo>
                  <a:lnTo>
                    <a:pt x="4064508" y="3225800"/>
                  </a:lnTo>
                  <a:lnTo>
                    <a:pt x="4091940" y="3225800"/>
                  </a:lnTo>
                  <a:lnTo>
                    <a:pt x="4091940" y="3213100"/>
                  </a:lnTo>
                  <a:close/>
                </a:path>
                <a:path w="4954905" h="4953000">
                  <a:moveTo>
                    <a:pt x="4085843" y="3200400"/>
                  </a:moveTo>
                  <a:lnTo>
                    <a:pt x="4058412" y="3200400"/>
                  </a:lnTo>
                  <a:lnTo>
                    <a:pt x="4058412" y="3213100"/>
                  </a:lnTo>
                  <a:lnTo>
                    <a:pt x="4085843" y="3213100"/>
                  </a:lnTo>
                  <a:lnTo>
                    <a:pt x="4085843" y="3200400"/>
                  </a:lnTo>
                  <a:close/>
                </a:path>
                <a:path w="4954905" h="4953000">
                  <a:moveTo>
                    <a:pt x="4079748" y="3187700"/>
                  </a:moveTo>
                  <a:lnTo>
                    <a:pt x="4050791" y="3187700"/>
                  </a:lnTo>
                  <a:lnTo>
                    <a:pt x="4050791" y="3200400"/>
                  </a:lnTo>
                  <a:lnTo>
                    <a:pt x="4079748" y="3200400"/>
                  </a:lnTo>
                  <a:lnTo>
                    <a:pt x="4079748" y="3187700"/>
                  </a:lnTo>
                  <a:close/>
                </a:path>
                <a:path w="4954905" h="4953000">
                  <a:moveTo>
                    <a:pt x="4073652" y="3175000"/>
                  </a:moveTo>
                  <a:lnTo>
                    <a:pt x="4044696" y="3175000"/>
                  </a:lnTo>
                  <a:lnTo>
                    <a:pt x="4044696" y="3187700"/>
                  </a:lnTo>
                  <a:lnTo>
                    <a:pt x="4073652" y="3187700"/>
                  </a:lnTo>
                  <a:lnTo>
                    <a:pt x="4073652" y="3175000"/>
                  </a:lnTo>
                  <a:close/>
                </a:path>
                <a:path w="4954905" h="4953000">
                  <a:moveTo>
                    <a:pt x="4067555" y="3162300"/>
                  </a:moveTo>
                  <a:lnTo>
                    <a:pt x="4038600" y="3162300"/>
                  </a:lnTo>
                  <a:lnTo>
                    <a:pt x="4038600" y="3175000"/>
                  </a:lnTo>
                  <a:lnTo>
                    <a:pt x="4067555" y="3175000"/>
                  </a:lnTo>
                  <a:lnTo>
                    <a:pt x="4067555" y="3162300"/>
                  </a:lnTo>
                  <a:close/>
                </a:path>
                <a:path w="4954905" h="4953000">
                  <a:moveTo>
                    <a:pt x="4059936" y="3149600"/>
                  </a:moveTo>
                  <a:lnTo>
                    <a:pt x="4032504" y="3149600"/>
                  </a:lnTo>
                  <a:lnTo>
                    <a:pt x="4032504" y="3162300"/>
                  </a:lnTo>
                  <a:lnTo>
                    <a:pt x="4059936" y="3162300"/>
                  </a:lnTo>
                  <a:lnTo>
                    <a:pt x="4059936" y="3149600"/>
                  </a:lnTo>
                  <a:close/>
                </a:path>
                <a:path w="4954905" h="4953000">
                  <a:moveTo>
                    <a:pt x="4053840" y="3136900"/>
                  </a:moveTo>
                  <a:lnTo>
                    <a:pt x="4026408" y="3136900"/>
                  </a:lnTo>
                  <a:lnTo>
                    <a:pt x="4026408" y="3149600"/>
                  </a:lnTo>
                  <a:lnTo>
                    <a:pt x="4053840" y="3149600"/>
                  </a:lnTo>
                  <a:lnTo>
                    <a:pt x="4053840" y="3136900"/>
                  </a:lnTo>
                  <a:close/>
                </a:path>
                <a:path w="4954905" h="4953000">
                  <a:moveTo>
                    <a:pt x="4047743" y="3124200"/>
                  </a:moveTo>
                  <a:lnTo>
                    <a:pt x="4020312" y="3124200"/>
                  </a:lnTo>
                  <a:lnTo>
                    <a:pt x="4020312" y="3136900"/>
                  </a:lnTo>
                  <a:lnTo>
                    <a:pt x="4047743" y="3136900"/>
                  </a:lnTo>
                  <a:lnTo>
                    <a:pt x="4047743" y="3124200"/>
                  </a:lnTo>
                  <a:close/>
                </a:path>
                <a:path w="4954905" h="4953000">
                  <a:moveTo>
                    <a:pt x="4041648" y="3111500"/>
                  </a:moveTo>
                  <a:lnTo>
                    <a:pt x="4012691" y="3111500"/>
                  </a:lnTo>
                  <a:lnTo>
                    <a:pt x="4012691" y="3124200"/>
                  </a:lnTo>
                  <a:lnTo>
                    <a:pt x="4041648" y="3124200"/>
                  </a:lnTo>
                  <a:lnTo>
                    <a:pt x="4041648" y="3111500"/>
                  </a:lnTo>
                  <a:close/>
                </a:path>
                <a:path w="4954905" h="4953000">
                  <a:moveTo>
                    <a:pt x="4035552" y="3098800"/>
                  </a:moveTo>
                  <a:lnTo>
                    <a:pt x="4006596" y="3098800"/>
                  </a:lnTo>
                  <a:lnTo>
                    <a:pt x="4006596" y="3111500"/>
                  </a:lnTo>
                  <a:lnTo>
                    <a:pt x="4035552" y="3111500"/>
                  </a:lnTo>
                  <a:lnTo>
                    <a:pt x="4035552" y="3098800"/>
                  </a:lnTo>
                  <a:close/>
                </a:path>
                <a:path w="4954905" h="4953000">
                  <a:moveTo>
                    <a:pt x="4029455" y="3086100"/>
                  </a:moveTo>
                  <a:lnTo>
                    <a:pt x="4000500" y="3086100"/>
                  </a:lnTo>
                  <a:lnTo>
                    <a:pt x="4000500" y="3098800"/>
                  </a:lnTo>
                  <a:lnTo>
                    <a:pt x="4029455" y="3098800"/>
                  </a:lnTo>
                  <a:lnTo>
                    <a:pt x="4029455" y="3086100"/>
                  </a:lnTo>
                  <a:close/>
                </a:path>
                <a:path w="4954905" h="4953000">
                  <a:moveTo>
                    <a:pt x="4021836" y="3073400"/>
                  </a:moveTo>
                  <a:lnTo>
                    <a:pt x="3994404" y="3073400"/>
                  </a:lnTo>
                  <a:lnTo>
                    <a:pt x="3994404" y="3086100"/>
                  </a:lnTo>
                  <a:lnTo>
                    <a:pt x="4021836" y="3086100"/>
                  </a:lnTo>
                  <a:lnTo>
                    <a:pt x="4021836" y="3073400"/>
                  </a:lnTo>
                  <a:close/>
                </a:path>
                <a:path w="4954905" h="4953000">
                  <a:moveTo>
                    <a:pt x="4015740" y="3060700"/>
                  </a:moveTo>
                  <a:lnTo>
                    <a:pt x="3988308" y="3060700"/>
                  </a:lnTo>
                  <a:lnTo>
                    <a:pt x="3988308" y="3073400"/>
                  </a:lnTo>
                  <a:lnTo>
                    <a:pt x="4015740" y="3073400"/>
                  </a:lnTo>
                  <a:lnTo>
                    <a:pt x="4015740" y="3060700"/>
                  </a:lnTo>
                  <a:close/>
                </a:path>
                <a:path w="4954905" h="4953000">
                  <a:moveTo>
                    <a:pt x="4009643" y="3048000"/>
                  </a:moveTo>
                  <a:lnTo>
                    <a:pt x="3982212" y="3048000"/>
                  </a:lnTo>
                  <a:lnTo>
                    <a:pt x="3982212" y="3060700"/>
                  </a:lnTo>
                  <a:lnTo>
                    <a:pt x="4009643" y="3060700"/>
                  </a:lnTo>
                  <a:lnTo>
                    <a:pt x="4009643" y="3048000"/>
                  </a:lnTo>
                  <a:close/>
                </a:path>
                <a:path w="4954905" h="4953000">
                  <a:moveTo>
                    <a:pt x="4003548" y="3035300"/>
                  </a:moveTo>
                  <a:lnTo>
                    <a:pt x="3974591" y="3035300"/>
                  </a:lnTo>
                  <a:lnTo>
                    <a:pt x="3974591" y="3048000"/>
                  </a:lnTo>
                  <a:lnTo>
                    <a:pt x="4003548" y="3048000"/>
                  </a:lnTo>
                  <a:lnTo>
                    <a:pt x="4003548" y="3035300"/>
                  </a:lnTo>
                  <a:close/>
                </a:path>
                <a:path w="4954905" h="4953000">
                  <a:moveTo>
                    <a:pt x="3997452" y="3022600"/>
                  </a:moveTo>
                  <a:lnTo>
                    <a:pt x="3968496" y="3022600"/>
                  </a:lnTo>
                  <a:lnTo>
                    <a:pt x="3968496" y="3035300"/>
                  </a:lnTo>
                  <a:lnTo>
                    <a:pt x="3997452" y="3035300"/>
                  </a:lnTo>
                  <a:lnTo>
                    <a:pt x="3997452" y="3022600"/>
                  </a:lnTo>
                  <a:close/>
                </a:path>
                <a:path w="4954905" h="4953000">
                  <a:moveTo>
                    <a:pt x="3991355" y="3009900"/>
                  </a:moveTo>
                  <a:lnTo>
                    <a:pt x="3962400" y="3009900"/>
                  </a:lnTo>
                  <a:lnTo>
                    <a:pt x="3962400" y="3022600"/>
                  </a:lnTo>
                  <a:lnTo>
                    <a:pt x="3991355" y="3022600"/>
                  </a:lnTo>
                  <a:lnTo>
                    <a:pt x="3991355" y="3009900"/>
                  </a:lnTo>
                  <a:close/>
                </a:path>
                <a:path w="4954905" h="4953000">
                  <a:moveTo>
                    <a:pt x="3983736" y="2997200"/>
                  </a:moveTo>
                  <a:lnTo>
                    <a:pt x="3956304" y="2997200"/>
                  </a:lnTo>
                  <a:lnTo>
                    <a:pt x="3956304" y="3009900"/>
                  </a:lnTo>
                  <a:lnTo>
                    <a:pt x="3983736" y="3009900"/>
                  </a:lnTo>
                  <a:lnTo>
                    <a:pt x="3983736" y="2997200"/>
                  </a:lnTo>
                  <a:close/>
                </a:path>
                <a:path w="4954905" h="4953000">
                  <a:moveTo>
                    <a:pt x="3977640" y="2984500"/>
                  </a:moveTo>
                  <a:lnTo>
                    <a:pt x="3950208" y="2984500"/>
                  </a:lnTo>
                  <a:lnTo>
                    <a:pt x="3950208" y="2997200"/>
                  </a:lnTo>
                  <a:lnTo>
                    <a:pt x="3977640" y="2997200"/>
                  </a:lnTo>
                  <a:lnTo>
                    <a:pt x="3977640" y="2984500"/>
                  </a:lnTo>
                  <a:close/>
                </a:path>
                <a:path w="4954905" h="4953000">
                  <a:moveTo>
                    <a:pt x="3971543" y="2971800"/>
                  </a:moveTo>
                  <a:lnTo>
                    <a:pt x="3944112" y="2971800"/>
                  </a:lnTo>
                  <a:lnTo>
                    <a:pt x="3944112" y="2984500"/>
                  </a:lnTo>
                  <a:lnTo>
                    <a:pt x="3971543" y="2984500"/>
                  </a:lnTo>
                  <a:lnTo>
                    <a:pt x="3971543" y="2971800"/>
                  </a:lnTo>
                  <a:close/>
                </a:path>
                <a:path w="4954905" h="4953000">
                  <a:moveTo>
                    <a:pt x="3965448" y="2959100"/>
                  </a:moveTo>
                  <a:lnTo>
                    <a:pt x="3936491" y="2959100"/>
                  </a:lnTo>
                  <a:lnTo>
                    <a:pt x="3936491" y="2971800"/>
                  </a:lnTo>
                  <a:lnTo>
                    <a:pt x="3965448" y="2971800"/>
                  </a:lnTo>
                  <a:lnTo>
                    <a:pt x="3965448" y="2959100"/>
                  </a:lnTo>
                  <a:close/>
                </a:path>
                <a:path w="4954905" h="4953000">
                  <a:moveTo>
                    <a:pt x="3959352" y="2946400"/>
                  </a:moveTo>
                  <a:lnTo>
                    <a:pt x="3930396" y="2946400"/>
                  </a:lnTo>
                  <a:lnTo>
                    <a:pt x="3930396" y="2959100"/>
                  </a:lnTo>
                  <a:lnTo>
                    <a:pt x="3959352" y="2959100"/>
                  </a:lnTo>
                  <a:lnTo>
                    <a:pt x="3959352" y="2946400"/>
                  </a:lnTo>
                  <a:close/>
                </a:path>
                <a:path w="4954905" h="4953000">
                  <a:moveTo>
                    <a:pt x="3953255" y="2933700"/>
                  </a:moveTo>
                  <a:lnTo>
                    <a:pt x="3924300" y="2933700"/>
                  </a:lnTo>
                  <a:lnTo>
                    <a:pt x="3924300" y="2946400"/>
                  </a:lnTo>
                  <a:lnTo>
                    <a:pt x="3953255" y="2946400"/>
                  </a:lnTo>
                  <a:lnTo>
                    <a:pt x="3953255" y="2933700"/>
                  </a:lnTo>
                  <a:close/>
                </a:path>
                <a:path w="4954905" h="4953000">
                  <a:moveTo>
                    <a:pt x="3945636" y="2921000"/>
                  </a:moveTo>
                  <a:lnTo>
                    <a:pt x="3918204" y="2921000"/>
                  </a:lnTo>
                  <a:lnTo>
                    <a:pt x="3918204" y="2933700"/>
                  </a:lnTo>
                  <a:lnTo>
                    <a:pt x="3945636" y="2933700"/>
                  </a:lnTo>
                  <a:lnTo>
                    <a:pt x="3945636" y="2921000"/>
                  </a:lnTo>
                  <a:close/>
                </a:path>
                <a:path w="4954905" h="4953000">
                  <a:moveTo>
                    <a:pt x="3939540" y="2908300"/>
                  </a:moveTo>
                  <a:lnTo>
                    <a:pt x="3912108" y="2908300"/>
                  </a:lnTo>
                  <a:lnTo>
                    <a:pt x="3912108" y="2921000"/>
                  </a:lnTo>
                  <a:lnTo>
                    <a:pt x="3939540" y="2921000"/>
                  </a:lnTo>
                  <a:lnTo>
                    <a:pt x="3939540" y="2908300"/>
                  </a:lnTo>
                  <a:close/>
                </a:path>
                <a:path w="4954905" h="4953000">
                  <a:moveTo>
                    <a:pt x="3933443" y="2895600"/>
                  </a:moveTo>
                  <a:lnTo>
                    <a:pt x="3906012" y="2895600"/>
                  </a:lnTo>
                  <a:lnTo>
                    <a:pt x="3906012" y="2908300"/>
                  </a:lnTo>
                  <a:lnTo>
                    <a:pt x="3933443" y="2908300"/>
                  </a:lnTo>
                  <a:lnTo>
                    <a:pt x="3933443" y="2895600"/>
                  </a:lnTo>
                  <a:close/>
                </a:path>
                <a:path w="4954905" h="4953000">
                  <a:moveTo>
                    <a:pt x="3927348" y="2882900"/>
                  </a:moveTo>
                  <a:lnTo>
                    <a:pt x="3898391" y="2882900"/>
                  </a:lnTo>
                  <a:lnTo>
                    <a:pt x="3898391" y="2895600"/>
                  </a:lnTo>
                  <a:lnTo>
                    <a:pt x="3927348" y="2895600"/>
                  </a:lnTo>
                  <a:lnTo>
                    <a:pt x="3927348" y="2882900"/>
                  </a:lnTo>
                  <a:close/>
                </a:path>
                <a:path w="4954905" h="4953000">
                  <a:moveTo>
                    <a:pt x="3921252" y="2870200"/>
                  </a:moveTo>
                  <a:lnTo>
                    <a:pt x="3892296" y="2870200"/>
                  </a:lnTo>
                  <a:lnTo>
                    <a:pt x="3892296" y="2882900"/>
                  </a:lnTo>
                  <a:lnTo>
                    <a:pt x="3921252" y="2882900"/>
                  </a:lnTo>
                  <a:lnTo>
                    <a:pt x="3921252" y="2870200"/>
                  </a:lnTo>
                  <a:close/>
                </a:path>
                <a:path w="4954905" h="4953000">
                  <a:moveTo>
                    <a:pt x="3915155" y="2857500"/>
                  </a:moveTo>
                  <a:lnTo>
                    <a:pt x="3886200" y="2857500"/>
                  </a:lnTo>
                  <a:lnTo>
                    <a:pt x="3886200" y="2870200"/>
                  </a:lnTo>
                  <a:lnTo>
                    <a:pt x="3915155" y="2870200"/>
                  </a:lnTo>
                  <a:lnTo>
                    <a:pt x="3915155" y="2857500"/>
                  </a:lnTo>
                  <a:close/>
                </a:path>
                <a:path w="4954905" h="4953000">
                  <a:moveTo>
                    <a:pt x="3907536" y="2844800"/>
                  </a:moveTo>
                  <a:lnTo>
                    <a:pt x="3880104" y="2844800"/>
                  </a:lnTo>
                  <a:lnTo>
                    <a:pt x="3880104" y="2857500"/>
                  </a:lnTo>
                  <a:lnTo>
                    <a:pt x="3907536" y="2857500"/>
                  </a:lnTo>
                  <a:lnTo>
                    <a:pt x="3907536" y="2844800"/>
                  </a:lnTo>
                  <a:close/>
                </a:path>
                <a:path w="4954905" h="4953000">
                  <a:moveTo>
                    <a:pt x="3901440" y="2832100"/>
                  </a:moveTo>
                  <a:lnTo>
                    <a:pt x="3874008" y="2832100"/>
                  </a:lnTo>
                  <a:lnTo>
                    <a:pt x="3874008" y="2844800"/>
                  </a:lnTo>
                  <a:lnTo>
                    <a:pt x="3901440" y="2844800"/>
                  </a:lnTo>
                  <a:lnTo>
                    <a:pt x="3901440" y="2832100"/>
                  </a:lnTo>
                  <a:close/>
                </a:path>
                <a:path w="4954905" h="4953000">
                  <a:moveTo>
                    <a:pt x="3895343" y="2819400"/>
                  </a:moveTo>
                  <a:lnTo>
                    <a:pt x="3867912" y="2819400"/>
                  </a:lnTo>
                  <a:lnTo>
                    <a:pt x="3867912" y="2832100"/>
                  </a:lnTo>
                  <a:lnTo>
                    <a:pt x="3895343" y="2832100"/>
                  </a:lnTo>
                  <a:lnTo>
                    <a:pt x="3895343" y="2819400"/>
                  </a:lnTo>
                  <a:close/>
                </a:path>
                <a:path w="4954905" h="4953000">
                  <a:moveTo>
                    <a:pt x="3889248" y="2806700"/>
                  </a:moveTo>
                  <a:lnTo>
                    <a:pt x="3860291" y="2806700"/>
                  </a:lnTo>
                  <a:lnTo>
                    <a:pt x="3860291" y="2819400"/>
                  </a:lnTo>
                  <a:lnTo>
                    <a:pt x="3889248" y="2819400"/>
                  </a:lnTo>
                  <a:lnTo>
                    <a:pt x="3889248" y="2806700"/>
                  </a:lnTo>
                  <a:close/>
                </a:path>
                <a:path w="4954905" h="4953000">
                  <a:moveTo>
                    <a:pt x="3883152" y="2794000"/>
                  </a:moveTo>
                  <a:lnTo>
                    <a:pt x="3854196" y="2794000"/>
                  </a:lnTo>
                  <a:lnTo>
                    <a:pt x="3854196" y="2806700"/>
                  </a:lnTo>
                  <a:lnTo>
                    <a:pt x="3883152" y="2806700"/>
                  </a:lnTo>
                  <a:lnTo>
                    <a:pt x="3883152" y="2794000"/>
                  </a:lnTo>
                  <a:close/>
                </a:path>
                <a:path w="4954905" h="4953000">
                  <a:moveTo>
                    <a:pt x="3877055" y="2781300"/>
                  </a:moveTo>
                  <a:lnTo>
                    <a:pt x="3848100" y="2781300"/>
                  </a:lnTo>
                  <a:lnTo>
                    <a:pt x="3848100" y="2794000"/>
                  </a:lnTo>
                  <a:lnTo>
                    <a:pt x="3877055" y="2794000"/>
                  </a:lnTo>
                  <a:lnTo>
                    <a:pt x="3877055" y="2781300"/>
                  </a:lnTo>
                  <a:close/>
                </a:path>
                <a:path w="4954905" h="4953000">
                  <a:moveTo>
                    <a:pt x="3869436" y="2768600"/>
                  </a:moveTo>
                  <a:lnTo>
                    <a:pt x="3842004" y="2768600"/>
                  </a:lnTo>
                  <a:lnTo>
                    <a:pt x="3842004" y="2781300"/>
                  </a:lnTo>
                  <a:lnTo>
                    <a:pt x="3869436" y="2781300"/>
                  </a:lnTo>
                  <a:lnTo>
                    <a:pt x="3869436" y="2768600"/>
                  </a:lnTo>
                  <a:close/>
                </a:path>
                <a:path w="4954905" h="4953000">
                  <a:moveTo>
                    <a:pt x="3863340" y="2755900"/>
                  </a:moveTo>
                  <a:lnTo>
                    <a:pt x="3835908" y="2755900"/>
                  </a:lnTo>
                  <a:lnTo>
                    <a:pt x="3835908" y="2768600"/>
                  </a:lnTo>
                  <a:lnTo>
                    <a:pt x="3863340" y="2768600"/>
                  </a:lnTo>
                  <a:lnTo>
                    <a:pt x="3863340" y="2755900"/>
                  </a:lnTo>
                  <a:close/>
                </a:path>
                <a:path w="4954905" h="4953000">
                  <a:moveTo>
                    <a:pt x="3857243" y="2743200"/>
                  </a:moveTo>
                  <a:lnTo>
                    <a:pt x="3829812" y="2743200"/>
                  </a:lnTo>
                  <a:lnTo>
                    <a:pt x="3829812" y="2755900"/>
                  </a:lnTo>
                  <a:lnTo>
                    <a:pt x="3857243" y="2755900"/>
                  </a:lnTo>
                  <a:lnTo>
                    <a:pt x="3857243" y="2743200"/>
                  </a:lnTo>
                  <a:close/>
                </a:path>
                <a:path w="4954905" h="4953000">
                  <a:moveTo>
                    <a:pt x="3851148" y="2730500"/>
                  </a:moveTo>
                  <a:lnTo>
                    <a:pt x="3822191" y="2730500"/>
                  </a:lnTo>
                  <a:lnTo>
                    <a:pt x="3822191" y="2743200"/>
                  </a:lnTo>
                  <a:lnTo>
                    <a:pt x="3851148" y="2743200"/>
                  </a:lnTo>
                  <a:lnTo>
                    <a:pt x="3851148" y="2730500"/>
                  </a:lnTo>
                  <a:close/>
                </a:path>
                <a:path w="4954905" h="4953000">
                  <a:moveTo>
                    <a:pt x="3845052" y="2717800"/>
                  </a:moveTo>
                  <a:lnTo>
                    <a:pt x="3816096" y="2717800"/>
                  </a:lnTo>
                  <a:lnTo>
                    <a:pt x="3816096" y="2730500"/>
                  </a:lnTo>
                  <a:lnTo>
                    <a:pt x="3845052" y="2730500"/>
                  </a:lnTo>
                  <a:lnTo>
                    <a:pt x="3845052" y="2717800"/>
                  </a:lnTo>
                  <a:close/>
                </a:path>
                <a:path w="4954905" h="4953000">
                  <a:moveTo>
                    <a:pt x="3838955" y="2705100"/>
                  </a:moveTo>
                  <a:lnTo>
                    <a:pt x="3810000" y="2705100"/>
                  </a:lnTo>
                  <a:lnTo>
                    <a:pt x="3810000" y="2717800"/>
                  </a:lnTo>
                  <a:lnTo>
                    <a:pt x="3838955" y="2717800"/>
                  </a:lnTo>
                  <a:lnTo>
                    <a:pt x="3838955" y="2705100"/>
                  </a:lnTo>
                  <a:close/>
                </a:path>
                <a:path w="4954905" h="4953000">
                  <a:moveTo>
                    <a:pt x="3831336" y="2692400"/>
                  </a:moveTo>
                  <a:lnTo>
                    <a:pt x="3803904" y="2692400"/>
                  </a:lnTo>
                  <a:lnTo>
                    <a:pt x="3803904" y="2705100"/>
                  </a:lnTo>
                  <a:lnTo>
                    <a:pt x="3831336" y="2705100"/>
                  </a:lnTo>
                  <a:lnTo>
                    <a:pt x="3831336" y="2692400"/>
                  </a:lnTo>
                  <a:close/>
                </a:path>
                <a:path w="4954905" h="4953000">
                  <a:moveTo>
                    <a:pt x="3825240" y="2679700"/>
                  </a:moveTo>
                  <a:lnTo>
                    <a:pt x="3797808" y="2679700"/>
                  </a:lnTo>
                  <a:lnTo>
                    <a:pt x="3797808" y="2692400"/>
                  </a:lnTo>
                  <a:lnTo>
                    <a:pt x="3825240" y="2692400"/>
                  </a:lnTo>
                  <a:lnTo>
                    <a:pt x="3825240" y="2679700"/>
                  </a:lnTo>
                  <a:close/>
                </a:path>
                <a:path w="4954905" h="4953000">
                  <a:moveTo>
                    <a:pt x="3819143" y="2667000"/>
                  </a:moveTo>
                  <a:lnTo>
                    <a:pt x="3791712" y="2667000"/>
                  </a:lnTo>
                  <a:lnTo>
                    <a:pt x="3791712" y="2679700"/>
                  </a:lnTo>
                  <a:lnTo>
                    <a:pt x="3819143" y="2679700"/>
                  </a:lnTo>
                  <a:lnTo>
                    <a:pt x="3819143" y="2667000"/>
                  </a:lnTo>
                  <a:close/>
                </a:path>
                <a:path w="4954905" h="4953000">
                  <a:moveTo>
                    <a:pt x="3813048" y="2654300"/>
                  </a:moveTo>
                  <a:lnTo>
                    <a:pt x="3784091" y="2654300"/>
                  </a:lnTo>
                  <a:lnTo>
                    <a:pt x="3784091" y="2667000"/>
                  </a:lnTo>
                  <a:lnTo>
                    <a:pt x="3813048" y="2667000"/>
                  </a:lnTo>
                  <a:lnTo>
                    <a:pt x="3813048" y="2654300"/>
                  </a:lnTo>
                  <a:close/>
                </a:path>
                <a:path w="4954905" h="4953000">
                  <a:moveTo>
                    <a:pt x="3806952" y="2641600"/>
                  </a:moveTo>
                  <a:lnTo>
                    <a:pt x="3777996" y="2641600"/>
                  </a:lnTo>
                  <a:lnTo>
                    <a:pt x="3777996" y="2654300"/>
                  </a:lnTo>
                  <a:lnTo>
                    <a:pt x="3806952" y="2654300"/>
                  </a:lnTo>
                  <a:lnTo>
                    <a:pt x="3806952" y="2641600"/>
                  </a:lnTo>
                  <a:close/>
                </a:path>
                <a:path w="4954905" h="4953000">
                  <a:moveTo>
                    <a:pt x="3800855" y="2628900"/>
                  </a:moveTo>
                  <a:lnTo>
                    <a:pt x="3771900" y="2628900"/>
                  </a:lnTo>
                  <a:lnTo>
                    <a:pt x="3771900" y="2641600"/>
                  </a:lnTo>
                  <a:lnTo>
                    <a:pt x="3800855" y="2641600"/>
                  </a:lnTo>
                  <a:lnTo>
                    <a:pt x="3800855" y="2628900"/>
                  </a:lnTo>
                  <a:close/>
                </a:path>
                <a:path w="4954905" h="4953000">
                  <a:moveTo>
                    <a:pt x="3793236" y="2616200"/>
                  </a:moveTo>
                  <a:lnTo>
                    <a:pt x="3765804" y="2616200"/>
                  </a:lnTo>
                  <a:lnTo>
                    <a:pt x="3765804" y="2628900"/>
                  </a:lnTo>
                  <a:lnTo>
                    <a:pt x="3793236" y="2628900"/>
                  </a:lnTo>
                  <a:lnTo>
                    <a:pt x="3793236" y="2616200"/>
                  </a:lnTo>
                  <a:close/>
                </a:path>
                <a:path w="4954905" h="4953000">
                  <a:moveTo>
                    <a:pt x="3787140" y="2603500"/>
                  </a:moveTo>
                  <a:lnTo>
                    <a:pt x="3759708" y="2603500"/>
                  </a:lnTo>
                  <a:lnTo>
                    <a:pt x="3759708" y="2616200"/>
                  </a:lnTo>
                  <a:lnTo>
                    <a:pt x="3787140" y="2616200"/>
                  </a:lnTo>
                  <a:lnTo>
                    <a:pt x="3787140" y="2603500"/>
                  </a:lnTo>
                  <a:close/>
                </a:path>
                <a:path w="4954905" h="4953000">
                  <a:moveTo>
                    <a:pt x="3781043" y="2590800"/>
                  </a:moveTo>
                  <a:lnTo>
                    <a:pt x="3753612" y="2590800"/>
                  </a:lnTo>
                  <a:lnTo>
                    <a:pt x="3753612" y="2603500"/>
                  </a:lnTo>
                  <a:lnTo>
                    <a:pt x="3781043" y="2603500"/>
                  </a:lnTo>
                  <a:lnTo>
                    <a:pt x="3781043" y="2590800"/>
                  </a:lnTo>
                  <a:close/>
                </a:path>
                <a:path w="4954905" h="4953000">
                  <a:moveTo>
                    <a:pt x="3774948" y="2578100"/>
                  </a:moveTo>
                  <a:lnTo>
                    <a:pt x="3745991" y="2578100"/>
                  </a:lnTo>
                  <a:lnTo>
                    <a:pt x="3745991" y="2590800"/>
                  </a:lnTo>
                  <a:lnTo>
                    <a:pt x="3774948" y="2590800"/>
                  </a:lnTo>
                  <a:lnTo>
                    <a:pt x="3774948" y="2578100"/>
                  </a:lnTo>
                  <a:close/>
                </a:path>
                <a:path w="4954905" h="4953000">
                  <a:moveTo>
                    <a:pt x="3768852" y="2565400"/>
                  </a:moveTo>
                  <a:lnTo>
                    <a:pt x="3739896" y="2565400"/>
                  </a:lnTo>
                  <a:lnTo>
                    <a:pt x="3739896" y="2578100"/>
                  </a:lnTo>
                  <a:lnTo>
                    <a:pt x="3768852" y="2578100"/>
                  </a:lnTo>
                  <a:lnTo>
                    <a:pt x="3768852" y="2565400"/>
                  </a:lnTo>
                  <a:close/>
                </a:path>
                <a:path w="4954905" h="4953000">
                  <a:moveTo>
                    <a:pt x="3762755" y="2552700"/>
                  </a:moveTo>
                  <a:lnTo>
                    <a:pt x="3733800" y="2552700"/>
                  </a:lnTo>
                  <a:lnTo>
                    <a:pt x="3733800" y="2565400"/>
                  </a:lnTo>
                  <a:lnTo>
                    <a:pt x="3762755" y="2565400"/>
                  </a:lnTo>
                  <a:lnTo>
                    <a:pt x="3762755" y="2552700"/>
                  </a:lnTo>
                  <a:close/>
                </a:path>
                <a:path w="4954905" h="4953000">
                  <a:moveTo>
                    <a:pt x="3755136" y="2540000"/>
                  </a:moveTo>
                  <a:lnTo>
                    <a:pt x="3727704" y="2540000"/>
                  </a:lnTo>
                  <a:lnTo>
                    <a:pt x="3727704" y="2552700"/>
                  </a:lnTo>
                  <a:lnTo>
                    <a:pt x="3755136" y="2552700"/>
                  </a:lnTo>
                  <a:lnTo>
                    <a:pt x="3755136" y="2540000"/>
                  </a:lnTo>
                  <a:close/>
                </a:path>
                <a:path w="4954905" h="4953000">
                  <a:moveTo>
                    <a:pt x="3749040" y="2527300"/>
                  </a:moveTo>
                  <a:lnTo>
                    <a:pt x="3721608" y="2527300"/>
                  </a:lnTo>
                  <a:lnTo>
                    <a:pt x="3721608" y="2540000"/>
                  </a:lnTo>
                  <a:lnTo>
                    <a:pt x="3749040" y="2540000"/>
                  </a:lnTo>
                  <a:lnTo>
                    <a:pt x="3749040" y="2527300"/>
                  </a:lnTo>
                  <a:close/>
                </a:path>
                <a:path w="4954905" h="4953000">
                  <a:moveTo>
                    <a:pt x="3742943" y="2514600"/>
                  </a:moveTo>
                  <a:lnTo>
                    <a:pt x="3715512" y="2514600"/>
                  </a:lnTo>
                  <a:lnTo>
                    <a:pt x="3715512" y="2527300"/>
                  </a:lnTo>
                  <a:lnTo>
                    <a:pt x="3742943" y="2527300"/>
                  </a:lnTo>
                  <a:lnTo>
                    <a:pt x="3742943" y="2514600"/>
                  </a:lnTo>
                  <a:close/>
                </a:path>
                <a:path w="4954905" h="4953000">
                  <a:moveTo>
                    <a:pt x="3736848" y="2501900"/>
                  </a:moveTo>
                  <a:lnTo>
                    <a:pt x="3707891" y="2501900"/>
                  </a:lnTo>
                  <a:lnTo>
                    <a:pt x="3707891" y="2514600"/>
                  </a:lnTo>
                  <a:lnTo>
                    <a:pt x="3736848" y="2514600"/>
                  </a:lnTo>
                  <a:lnTo>
                    <a:pt x="3736848" y="2501900"/>
                  </a:lnTo>
                  <a:close/>
                </a:path>
                <a:path w="4954905" h="4953000">
                  <a:moveTo>
                    <a:pt x="3730752" y="2489200"/>
                  </a:moveTo>
                  <a:lnTo>
                    <a:pt x="3701796" y="2489200"/>
                  </a:lnTo>
                  <a:lnTo>
                    <a:pt x="3701796" y="2501900"/>
                  </a:lnTo>
                  <a:lnTo>
                    <a:pt x="3730752" y="2501900"/>
                  </a:lnTo>
                  <a:lnTo>
                    <a:pt x="3730752" y="2489200"/>
                  </a:lnTo>
                  <a:close/>
                </a:path>
                <a:path w="4954905" h="4953000">
                  <a:moveTo>
                    <a:pt x="3724655" y="2476500"/>
                  </a:moveTo>
                  <a:lnTo>
                    <a:pt x="3695700" y="2476500"/>
                  </a:lnTo>
                  <a:lnTo>
                    <a:pt x="3695700" y="2489200"/>
                  </a:lnTo>
                  <a:lnTo>
                    <a:pt x="3724655" y="2489200"/>
                  </a:lnTo>
                  <a:lnTo>
                    <a:pt x="3724655" y="2476500"/>
                  </a:lnTo>
                  <a:close/>
                </a:path>
                <a:path w="4954905" h="4953000">
                  <a:moveTo>
                    <a:pt x="3717036" y="2463800"/>
                  </a:moveTo>
                  <a:lnTo>
                    <a:pt x="3689604" y="2463800"/>
                  </a:lnTo>
                  <a:lnTo>
                    <a:pt x="3689604" y="2476500"/>
                  </a:lnTo>
                  <a:lnTo>
                    <a:pt x="3717036" y="2476500"/>
                  </a:lnTo>
                  <a:lnTo>
                    <a:pt x="3717036" y="2463800"/>
                  </a:lnTo>
                  <a:close/>
                </a:path>
                <a:path w="4954905" h="4953000">
                  <a:moveTo>
                    <a:pt x="3710940" y="2451100"/>
                  </a:moveTo>
                  <a:lnTo>
                    <a:pt x="3683508" y="2451100"/>
                  </a:lnTo>
                  <a:lnTo>
                    <a:pt x="3683508" y="2463800"/>
                  </a:lnTo>
                  <a:lnTo>
                    <a:pt x="3710940" y="2463800"/>
                  </a:lnTo>
                  <a:lnTo>
                    <a:pt x="3710940" y="2451100"/>
                  </a:lnTo>
                  <a:close/>
                </a:path>
                <a:path w="4954905" h="4953000">
                  <a:moveTo>
                    <a:pt x="3704843" y="2438400"/>
                  </a:moveTo>
                  <a:lnTo>
                    <a:pt x="3677412" y="2438400"/>
                  </a:lnTo>
                  <a:lnTo>
                    <a:pt x="3677412" y="2451100"/>
                  </a:lnTo>
                  <a:lnTo>
                    <a:pt x="3704843" y="2451100"/>
                  </a:lnTo>
                  <a:lnTo>
                    <a:pt x="3704843" y="2438400"/>
                  </a:lnTo>
                  <a:close/>
                </a:path>
                <a:path w="4954905" h="4953000">
                  <a:moveTo>
                    <a:pt x="3698748" y="2425700"/>
                  </a:moveTo>
                  <a:lnTo>
                    <a:pt x="3669791" y="2425700"/>
                  </a:lnTo>
                  <a:lnTo>
                    <a:pt x="3669791" y="2438400"/>
                  </a:lnTo>
                  <a:lnTo>
                    <a:pt x="3698748" y="2438400"/>
                  </a:lnTo>
                  <a:lnTo>
                    <a:pt x="3698748" y="2425700"/>
                  </a:lnTo>
                  <a:close/>
                </a:path>
                <a:path w="4954905" h="4953000">
                  <a:moveTo>
                    <a:pt x="3692652" y="2413000"/>
                  </a:moveTo>
                  <a:lnTo>
                    <a:pt x="3663696" y="2413000"/>
                  </a:lnTo>
                  <a:lnTo>
                    <a:pt x="3663696" y="2425700"/>
                  </a:lnTo>
                  <a:lnTo>
                    <a:pt x="3692652" y="2425700"/>
                  </a:lnTo>
                  <a:lnTo>
                    <a:pt x="3692652" y="2413000"/>
                  </a:lnTo>
                  <a:close/>
                </a:path>
                <a:path w="4954905" h="4953000">
                  <a:moveTo>
                    <a:pt x="3686555" y="2400300"/>
                  </a:moveTo>
                  <a:lnTo>
                    <a:pt x="3657600" y="2400300"/>
                  </a:lnTo>
                  <a:lnTo>
                    <a:pt x="3657600" y="2413000"/>
                  </a:lnTo>
                  <a:lnTo>
                    <a:pt x="3686555" y="2413000"/>
                  </a:lnTo>
                  <a:lnTo>
                    <a:pt x="3686555" y="2400300"/>
                  </a:lnTo>
                  <a:close/>
                </a:path>
                <a:path w="4954905" h="4953000">
                  <a:moveTo>
                    <a:pt x="3678936" y="2387600"/>
                  </a:moveTo>
                  <a:lnTo>
                    <a:pt x="3651504" y="2387600"/>
                  </a:lnTo>
                  <a:lnTo>
                    <a:pt x="3651504" y="2400300"/>
                  </a:lnTo>
                  <a:lnTo>
                    <a:pt x="3678936" y="2400300"/>
                  </a:lnTo>
                  <a:lnTo>
                    <a:pt x="3678936" y="2387600"/>
                  </a:lnTo>
                  <a:close/>
                </a:path>
                <a:path w="4954905" h="4953000">
                  <a:moveTo>
                    <a:pt x="3672840" y="2374900"/>
                  </a:moveTo>
                  <a:lnTo>
                    <a:pt x="3645408" y="2374900"/>
                  </a:lnTo>
                  <a:lnTo>
                    <a:pt x="3645408" y="2387600"/>
                  </a:lnTo>
                  <a:lnTo>
                    <a:pt x="3672840" y="2387600"/>
                  </a:lnTo>
                  <a:lnTo>
                    <a:pt x="3672840" y="2374900"/>
                  </a:lnTo>
                  <a:close/>
                </a:path>
                <a:path w="4954905" h="4953000">
                  <a:moveTo>
                    <a:pt x="3666743" y="2362200"/>
                  </a:moveTo>
                  <a:lnTo>
                    <a:pt x="3639312" y="2362200"/>
                  </a:lnTo>
                  <a:lnTo>
                    <a:pt x="3639312" y="2374900"/>
                  </a:lnTo>
                  <a:lnTo>
                    <a:pt x="3666743" y="2374900"/>
                  </a:lnTo>
                  <a:lnTo>
                    <a:pt x="3666743" y="2362200"/>
                  </a:lnTo>
                  <a:close/>
                </a:path>
                <a:path w="4954905" h="4953000">
                  <a:moveTo>
                    <a:pt x="3660648" y="2349500"/>
                  </a:moveTo>
                  <a:lnTo>
                    <a:pt x="3631691" y="2349500"/>
                  </a:lnTo>
                  <a:lnTo>
                    <a:pt x="3631691" y="2362200"/>
                  </a:lnTo>
                  <a:lnTo>
                    <a:pt x="3660648" y="2362200"/>
                  </a:lnTo>
                  <a:lnTo>
                    <a:pt x="3660648" y="2349500"/>
                  </a:lnTo>
                  <a:close/>
                </a:path>
                <a:path w="4954905" h="4953000">
                  <a:moveTo>
                    <a:pt x="3654552" y="2336800"/>
                  </a:moveTo>
                  <a:lnTo>
                    <a:pt x="3625596" y="2336800"/>
                  </a:lnTo>
                  <a:lnTo>
                    <a:pt x="3625596" y="2349500"/>
                  </a:lnTo>
                  <a:lnTo>
                    <a:pt x="3654552" y="2349500"/>
                  </a:lnTo>
                  <a:lnTo>
                    <a:pt x="3654552" y="2336800"/>
                  </a:lnTo>
                  <a:close/>
                </a:path>
                <a:path w="4954905" h="4953000">
                  <a:moveTo>
                    <a:pt x="3648455" y="2324100"/>
                  </a:moveTo>
                  <a:lnTo>
                    <a:pt x="3619500" y="2324100"/>
                  </a:lnTo>
                  <a:lnTo>
                    <a:pt x="3619500" y="2336800"/>
                  </a:lnTo>
                  <a:lnTo>
                    <a:pt x="3648455" y="2336800"/>
                  </a:lnTo>
                  <a:lnTo>
                    <a:pt x="3648455" y="2324100"/>
                  </a:lnTo>
                  <a:close/>
                </a:path>
                <a:path w="4954905" h="4953000">
                  <a:moveTo>
                    <a:pt x="3640836" y="2311400"/>
                  </a:moveTo>
                  <a:lnTo>
                    <a:pt x="3613404" y="2311400"/>
                  </a:lnTo>
                  <a:lnTo>
                    <a:pt x="3613404" y="2324100"/>
                  </a:lnTo>
                  <a:lnTo>
                    <a:pt x="3640836" y="2324100"/>
                  </a:lnTo>
                  <a:lnTo>
                    <a:pt x="3640836" y="2311400"/>
                  </a:lnTo>
                  <a:close/>
                </a:path>
                <a:path w="4954905" h="4953000">
                  <a:moveTo>
                    <a:pt x="3634740" y="2298700"/>
                  </a:moveTo>
                  <a:lnTo>
                    <a:pt x="3607308" y="2298700"/>
                  </a:lnTo>
                  <a:lnTo>
                    <a:pt x="3607308" y="2311400"/>
                  </a:lnTo>
                  <a:lnTo>
                    <a:pt x="3634740" y="2311400"/>
                  </a:lnTo>
                  <a:lnTo>
                    <a:pt x="3634740" y="2298700"/>
                  </a:lnTo>
                  <a:close/>
                </a:path>
                <a:path w="4954905" h="4953000">
                  <a:moveTo>
                    <a:pt x="3628643" y="2286000"/>
                  </a:moveTo>
                  <a:lnTo>
                    <a:pt x="3601212" y="2286000"/>
                  </a:lnTo>
                  <a:lnTo>
                    <a:pt x="3601212" y="2298700"/>
                  </a:lnTo>
                  <a:lnTo>
                    <a:pt x="3628643" y="2298700"/>
                  </a:lnTo>
                  <a:lnTo>
                    <a:pt x="3628643" y="2286000"/>
                  </a:lnTo>
                  <a:close/>
                </a:path>
                <a:path w="4954905" h="4953000">
                  <a:moveTo>
                    <a:pt x="3622548" y="2273300"/>
                  </a:moveTo>
                  <a:lnTo>
                    <a:pt x="3593591" y="2273300"/>
                  </a:lnTo>
                  <a:lnTo>
                    <a:pt x="3593591" y="2286000"/>
                  </a:lnTo>
                  <a:lnTo>
                    <a:pt x="3622548" y="2286000"/>
                  </a:lnTo>
                  <a:lnTo>
                    <a:pt x="3622548" y="2273300"/>
                  </a:lnTo>
                  <a:close/>
                </a:path>
                <a:path w="4954905" h="4953000">
                  <a:moveTo>
                    <a:pt x="3616452" y="2260600"/>
                  </a:moveTo>
                  <a:lnTo>
                    <a:pt x="3587496" y="2260600"/>
                  </a:lnTo>
                  <a:lnTo>
                    <a:pt x="3587496" y="2273300"/>
                  </a:lnTo>
                  <a:lnTo>
                    <a:pt x="3616452" y="2273300"/>
                  </a:lnTo>
                  <a:lnTo>
                    <a:pt x="3616452" y="2260600"/>
                  </a:lnTo>
                  <a:close/>
                </a:path>
                <a:path w="4954905" h="4953000">
                  <a:moveTo>
                    <a:pt x="3610355" y="2247900"/>
                  </a:moveTo>
                  <a:lnTo>
                    <a:pt x="3581400" y="2247900"/>
                  </a:lnTo>
                  <a:lnTo>
                    <a:pt x="3581400" y="2260600"/>
                  </a:lnTo>
                  <a:lnTo>
                    <a:pt x="3610355" y="2260600"/>
                  </a:lnTo>
                  <a:lnTo>
                    <a:pt x="3610355" y="2247900"/>
                  </a:lnTo>
                  <a:close/>
                </a:path>
                <a:path w="4954905" h="4953000">
                  <a:moveTo>
                    <a:pt x="3602736" y="2235200"/>
                  </a:moveTo>
                  <a:lnTo>
                    <a:pt x="3575304" y="2235200"/>
                  </a:lnTo>
                  <a:lnTo>
                    <a:pt x="3575304" y="2247900"/>
                  </a:lnTo>
                  <a:lnTo>
                    <a:pt x="3602736" y="2247900"/>
                  </a:lnTo>
                  <a:lnTo>
                    <a:pt x="3602736" y="2235200"/>
                  </a:lnTo>
                  <a:close/>
                </a:path>
                <a:path w="4954905" h="4953000">
                  <a:moveTo>
                    <a:pt x="3596640" y="2222500"/>
                  </a:moveTo>
                  <a:lnTo>
                    <a:pt x="3569208" y="2222500"/>
                  </a:lnTo>
                  <a:lnTo>
                    <a:pt x="3569208" y="2235200"/>
                  </a:lnTo>
                  <a:lnTo>
                    <a:pt x="3596640" y="2235200"/>
                  </a:lnTo>
                  <a:lnTo>
                    <a:pt x="3596640" y="2222500"/>
                  </a:lnTo>
                  <a:close/>
                </a:path>
                <a:path w="4954905" h="4953000">
                  <a:moveTo>
                    <a:pt x="3590543" y="2209800"/>
                  </a:moveTo>
                  <a:lnTo>
                    <a:pt x="3563112" y="2209800"/>
                  </a:lnTo>
                  <a:lnTo>
                    <a:pt x="3563112" y="2222500"/>
                  </a:lnTo>
                  <a:lnTo>
                    <a:pt x="3590543" y="2222500"/>
                  </a:lnTo>
                  <a:lnTo>
                    <a:pt x="3590543" y="2209800"/>
                  </a:lnTo>
                  <a:close/>
                </a:path>
                <a:path w="4954905" h="4953000">
                  <a:moveTo>
                    <a:pt x="3584448" y="2197100"/>
                  </a:moveTo>
                  <a:lnTo>
                    <a:pt x="3555491" y="2197100"/>
                  </a:lnTo>
                  <a:lnTo>
                    <a:pt x="3555491" y="2209800"/>
                  </a:lnTo>
                  <a:lnTo>
                    <a:pt x="3584448" y="2209800"/>
                  </a:lnTo>
                  <a:lnTo>
                    <a:pt x="3584448" y="2197100"/>
                  </a:lnTo>
                  <a:close/>
                </a:path>
                <a:path w="4954905" h="4953000">
                  <a:moveTo>
                    <a:pt x="3578352" y="2184400"/>
                  </a:moveTo>
                  <a:lnTo>
                    <a:pt x="3549396" y="2184400"/>
                  </a:lnTo>
                  <a:lnTo>
                    <a:pt x="3549396" y="2197100"/>
                  </a:lnTo>
                  <a:lnTo>
                    <a:pt x="3578352" y="2197100"/>
                  </a:lnTo>
                  <a:lnTo>
                    <a:pt x="3578352" y="2184400"/>
                  </a:lnTo>
                  <a:close/>
                </a:path>
                <a:path w="4954905" h="4953000">
                  <a:moveTo>
                    <a:pt x="3572255" y="2171700"/>
                  </a:moveTo>
                  <a:lnTo>
                    <a:pt x="3543300" y="2171700"/>
                  </a:lnTo>
                  <a:lnTo>
                    <a:pt x="3543300" y="2184400"/>
                  </a:lnTo>
                  <a:lnTo>
                    <a:pt x="3572255" y="2184400"/>
                  </a:lnTo>
                  <a:lnTo>
                    <a:pt x="3572255" y="2171700"/>
                  </a:lnTo>
                  <a:close/>
                </a:path>
                <a:path w="4954905" h="4953000">
                  <a:moveTo>
                    <a:pt x="3564636" y="2159000"/>
                  </a:moveTo>
                  <a:lnTo>
                    <a:pt x="3537204" y="2159000"/>
                  </a:lnTo>
                  <a:lnTo>
                    <a:pt x="3537204" y="2171700"/>
                  </a:lnTo>
                  <a:lnTo>
                    <a:pt x="3564636" y="2171700"/>
                  </a:lnTo>
                  <a:lnTo>
                    <a:pt x="3564636" y="2159000"/>
                  </a:lnTo>
                  <a:close/>
                </a:path>
                <a:path w="4954905" h="4953000">
                  <a:moveTo>
                    <a:pt x="3558540" y="2146300"/>
                  </a:moveTo>
                  <a:lnTo>
                    <a:pt x="3531108" y="2146300"/>
                  </a:lnTo>
                  <a:lnTo>
                    <a:pt x="3531108" y="2159000"/>
                  </a:lnTo>
                  <a:lnTo>
                    <a:pt x="3558540" y="2159000"/>
                  </a:lnTo>
                  <a:lnTo>
                    <a:pt x="3558540" y="2146300"/>
                  </a:lnTo>
                  <a:close/>
                </a:path>
                <a:path w="4954905" h="4953000">
                  <a:moveTo>
                    <a:pt x="3552443" y="2133600"/>
                  </a:moveTo>
                  <a:lnTo>
                    <a:pt x="3525012" y="2133600"/>
                  </a:lnTo>
                  <a:lnTo>
                    <a:pt x="3525012" y="2146300"/>
                  </a:lnTo>
                  <a:lnTo>
                    <a:pt x="3552443" y="2146300"/>
                  </a:lnTo>
                  <a:lnTo>
                    <a:pt x="3552443" y="2133600"/>
                  </a:lnTo>
                  <a:close/>
                </a:path>
                <a:path w="4954905" h="4953000">
                  <a:moveTo>
                    <a:pt x="3546348" y="2120900"/>
                  </a:moveTo>
                  <a:lnTo>
                    <a:pt x="3517391" y="2120900"/>
                  </a:lnTo>
                  <a:lnTo>
                    <a:pt x="3517391" y="2133600"/>
                  </a:lnTo>
                  <a:lnTo>
                    <a:pt x="3546348" y="2133600"/>
                  </a:lnTo>
                  <a:lnTo>
                    <a:pt x="3546348" y="2120900"/>
                  </a:lnTo>
                  <a:close/>
                </a:path>
                <a:path w="4954905" h="4953000">
                  <a:moveTo>
                    <a:pt x="3540252" y="2108200"/>
                  </a:moveTo>
                  <a:lnTo>
                    <a:pt x="3511296" y="2108200"/>
                  </a:lnTo>
                  <a:lnTo>
                    <a:pt x="3511296" y="2120900"/>
                  </a:lnTo>
                  <a:lnTo>
                    <a:pt x="3540252" y="2120900"/>
                  </a:lnTo>
                  <a:lnTo>
                    <a:pt x="3540252" y="2108200"/>
                  </a:lnTo>
                  <a:close/>
                </a:path>
                <a:path w="4954905" h="4953000">
                  <a:moveTo>
                    <a:pt x="3534155" y="2095500"/>
                  </a:moveTo>
                  <a:lnTo>
                    <a:pt x="3505200" y="2095500"/>
                  </a:lnTo>
                  <a:lnTo>
                    <a:pt x="3505200" y="2108200"/>
                  </a:lnTo>
                  <a:lnTo>
                    <a:pt x="3534155" y="2108200"/>
                  </a:lnTo>
                  <a:lnTo>
                    <a:pt x="3534155" y="2095500"/>
                  </a:lnTo>
                  <a:close/>
                </a:path>
                <a:path w="4954905" h="4953000">
                  <a:moveTo>
                    <a:pt x="3526536" y="2082800"/>
                  </a:moveTo>
                  <a:lnTo>
                    <a:pt x="3499104" y="2082800"/>
                  </a:lnTo>
                  <a:lnTo>
                    <a:pt x="3499104" y="2095500"/>
                  </a:lnTo>
                  <a:lnTo>
                    <a:pt x="3526536" y="2095500"/>
                  </a:lnTo>
                  <a:lnTo>
                    <a:pt x="3526536" y="2082800"/>
                  </a:lnTo>
                  <a:close/>
                </a:path>
                <a:path w="4954905" h="4953000">
                  <a:moveTo>
                    <a:pt x="3520440" y="2070100"/>
                  </a:moveTo>
                  <a:lnTo>
                    <a:pt x="3493008" y="2070100"/>
                  </a:lnTo>
                  <a:lnTo>
                    <a:pt x="3493008" y="2082800"/>
                  </a:lnTo>
                  <a:lnTo>
                    <a:pt x="3520440" y="2082800"/>
                  </a:lnTo>
                  <a:lnTo>
                    <a:pt x="3520440" y="2070100"/>
                  </a:lnTo>
                  <a:close/>
                </a:path>
                <a:path w="4954905" h="4953000">
                  <a:moveTo>
                    <a:pt x="3514343" y="2057400"/>
                  </a:moveTo>
                  <a:lnTo>
                    <a:pt x="3486912" y="2057400"/>
                  </a:lnTo>
                  <a:lnTo>
                    <a:pt x="3486912" y="2070100"/>
                  </a:lnTo>
                  <a:lnTo>
                    <a:pt x="3514343" y="2070100"/>
                  </a:lnTo>
                  <a:lnTo>
                    <a:pt x="3514343" y="2057400"/>
                  </a:lnTo>
                  <a:close/>
                </a:path>
                <a:path w="4954905" h="4953000">
                  <a:moveTo>
                    <a:pt x="3508248" y="2044700"/>
                  </a:moveTo>
                  <a:lnTo>
                    <a:pt x="3479291" y="2044700"/>
                  </a:lnTo>
                  <a:lnTo>
                    <a:pt x="3479291" y="2057400"/>
                  </a:lnTo>
                  <a:lnTo>
                    <a:pt x="3508248" y="2057400"/>
                  </a:lnTo>
                  <a:lnTo>
                    <a:pt x="3508248" y="2044700"/>
                  </a:lnTo>
                  <a:close/>
                </a:path>
                <a:path w="4954905" h="4953000">
                  <a:moveTo>
                    <a:pt x="3502152" y="2032000"/>
                  </a:moveTo>
                  <a:lnTo>
                    <a:pt x="3473196" y="2032000"/>
                  </a:lnTo>
                  <a:lnTo>
                    <a:pt x="3473196" y="2044700"/>
                  </a:lnTo>
                  <a:lnTo>
                    <a:pt x="3502152" y="2044700"/>
                  </a:lnTo>
                  <a:lnTo>
                    <a:pt x="3502152" y="2032000"/>
                  </a:lnTo>
                  <a:close/>
                </a:path>
                <a:path w="4954905" h="4953000">
                  <a:moveTo>
                    <a:pt x="3496055" y="2019300"/>
                  </a:moveTo>
                  <a:lnTo>
                    <a:pt x="3467100" y="2019300"/>
                  </a:lnTo>
                  <a:lnTo>
                    <a:pt x="3467100" y="2032000"/>
                  </a:lnTo>
                  <a:lnTo>
                    <a:pt x="3496055" y="2032000"/>
                  </a:lnTo>
                  <a:lnTo>
                    <a:pt x="3496055" y="2019300"/>
                  </a:lnTo>
                  <a:close/>
                </a:path>
                <a:path w="4954905" h="4953000">
                  <a:moveTo>
                    <a:pt x="3488436" y="2006600"/>
                  </a:moveTo>
                  <a:lnTo>
                    <a:pt x="3461004" y="2006600"/>
                  </a:lnTo>
                  <a:lnTo>
                    <a:pt x="3461004" y="2019300"/>
                  </a:lnTo>
                  <a:lnTo>
                    <a:pt x="3488436" y="2019300"/>
                  </a:lnTo>
                  <a:lnTo>
                    <a:pt x="3488436" y="2006600"/>
                  </a:lnTo>
                  <a:close/>
                </a:path>
                <a:path w="4954905" h="4953000">
                  <a:moveTo>
                    <a:pt x="3482340" y="1993900"/>
                  </a:moveTo>
                  <a:lnTo>
                    <a:pt x="3454908" y="1993900"/>
                  </a:lnTo>
                  <a:lnTo>
                    <a:pt x="3454908" y="2006600"/>
                  </a:lnTo>
                  <a:lnTo>
                    <a:pt x="3482340" y="2006600"/>
                  </a:lnTo>
                  <a:lnTo>
                    <a:pt x="3482340" y="1993900"/>
                  </a:lnTo>
                  <a:close/>
                </a:path>
                <a:path w="4954905" h="4953000">
                  <a:moveTo>
                    <a:pt x="3476243" y="1981200"/>
                  </a:moveTo>
                  <a:lnTo>
                    <a:pt x="3448812" y="1981200"/>
                  </a:lnTo>
                  <a:lnTo>
                    <a:pt x="3448812" y="1993900"/>
                  </a:lnTo>
                  <a:lnTo>
                    <a:pt x="3476243" y="1993900"/>
                  </a:lnTo>
                  <a:lnTo>
                    <a:pt x="3476243" y="1981200"/>
                  </a:lnTo>
                  <a:close/>
                </a:path>
                <a:path w="4954905" h="4953000">
                  <a:moveTo>
                    <a:pt x="3470148" y="1968500"/>
                  </a:moveTo>
                  <a:lnTo>
                    <a:pt x="3441191" y="1968500"/>
                  </a:lnTo>
                  <a:lnTo>
                    <a:pt x="3441191" y="1981200"/>
                  </a:lnTo>
                  <a:lnTo>
                    <a:pt x="3470148" y="1981200"/>
                  </a:lnTo>
                  <a:lnTo>
                    <a:pt x="3470148" y="1968500"/>
                  </a:lnTo>
                  <a:close/>
                </a:path>
                <a:path w="4954905" h="4953000">
                  <a:moveTo>
                    <a:pt x="3464052" y="1955800"/>
                  </a:moveTo>
                  <a:lnTo>
                    <a:pt x="3435096" y="1955800"/>
                  </a:lnTo>
                  <a:lnTo>
                    <a:pt x="3435096" y="1968500"/>
                  </a:lnTo>
                  <a:lnTo>
                    <a:pt x="3464052" y="1968500"/>
                  </a:lnTo>
                  <a:lnTo>
                    <a:pt x="3464052" y="1955800"/>
                  </a:lnTo>
                  <a:close/>
                </a:path>
                <a:path w="4954905" h="4953000">
                  <a:moveTo>
                    <a:pt x="3457955" y="1943100"/>
                  </a:moveTo>
                  <a:lnTo>
                    <a:pt x="3429000" y="1943100"/>
                  </a:lnTo>
                  <a:lnTo>
                    <a:pt x="3429000" y="1955800"/>
                  </a:lnTo>
                  <a:lnTo>
                    <a:pt x="3457955" y="1955800"/>
                  </a:lnTo>
                  <a:lnTo>
                    <a:pt x="3457955" y="1943100"/>
                  </a:lnTo>
                  <a:close/>
                </a:path>
                <a:path w="4954905" h="4953000">
                  <a:moveTo>
                    <a:pt x="3450336" y="1930400"/>
                  </a:moveTo>
                  <a:lnTo>
                    <a:pt x="3422904" y="1930400"/>
                  </a:lnTo>
                  <a:lnTo>
                    <a:pt x="3422904" y="1943100"/>
                  </a:lnTo>
                  <a:lnTo>
                    <a:pt x="3450336" y="1943100"/>
                  </a:lnTo>
                  <a:lnTo>
                    <a:pt x="3450336" y="1930400"/>
                  </a:lnTo>
                  <a:close/>
                </a:path>
                <a:path w="4954905" h="4953000">
                  <a:moveTo>
                    <a:pt x="3444240" y="1917700"/>
                  </a:moveTo>
                  <a:lnTo>
                    <a:pt x="3416808" y="1917700"/>
                  </a:lnTo>
                  <a:lnTo>
                    <a:pt x="3416808" y="1930400"/>
                  </a:lnTo>
                  <a:lnTo>
                    <a:pt x="3444240" y="1930400"/>
                  </a:lnTo>
                  <a:lnTo>
                    <a:pt x="3444240" y="1917700"/>
                  </a:lnTo>
                  <a:close/>
                </a:path>
                <a:path w="4954905" h="4953000">
                  <a:moveTo>
                    <a:pt x="3438143" y="1905000"/>
                  </a:moveTo>
                  <a:lnTo>
                    <a:pt x="3410712" y="1905000"/>
                  </a:lnTo>
                  <a:lnTo>
                    <a:pt x="3410712" y="1917700"/>
                  </a:lnTo>
                  <a:lnTo>
                    <a:pt x="3438143" y="1917700"/>
                  </a:lnTo>
                  <a:lnTo>
                    <a:pt x="3438143" y="1905000"/>
                  </a:lnTo>
                  <a:close/>
                </a:path>
                <a:path w="4954905" h="4953000">
                  <a:moveTo>
                    <a:pt x="3432048" y="1892300"/>
                  </a:moveTo>
                  <a:lnTo>
                    <a:pt x="3403091" y="1892300"/>
                  </a:lnTo>
                  <a:lnTo>
                    <a:pt x="3403091" y="1905000"/>
                  </a:lnTo>
                  <a:lnTo>
                    <a:pt x="3432048" y="1905000"/>
                  </a:lnTo>
                  <a:lnTo>
                    <a:pt x="3432048" y="1892300"/>
                  </a:lnTo>
                  <a:close/>
                </a:path>
                <a:path w="4954905" h="4953000">
                  <a:moveTo>
                    <a:pt x="3425952" y="1879600"/>
                  </a:moveTo>
                  <a:lnTo>
                    <a:pt x="3396996" y="1879600"/>
                  </a:lnTo>
                  <a:lnTo>
                    <a:pt x="3396996" y="1892300"/>
                  </a:lnTo>
                  <a:lnTo>
                    <a:pt x="3425952" y="1892300"/>
                  </a:lnTo>
                  <a:lnTo>
                    <a:pt x="3425952" y="1879600"/>
                  </a:lnTo>
                  <a:close/>
                </a:path>
                <a:path w="4954905" h="4953000">
                  <a:moveTo>
                    <a:pt x="3419855" y="1866900"/>
                  </a:moveTo>
                  <a:lnTo>
                    <a:pt x="3390900" y="1866900"/>
                  </a:lnTo>
                  <a:lnTo>
                    <a:pt x="3390900" y="1879600"/>
                  </a:lnTo>
                  <a:lnTo>
                    <a:pt x="3419855" y="1879600"/>
                  </a:lnTo>
                  <a:lnTo>
                    <a:pt x="3419855" y="1866900"/>
                  </a:lnTo>
                  <a:close/>
                </a:path>
                <a:path w="4954905" h="4953000">
                  <a:moveTo>
                    <a:pt x="3412236" y="1854200"/>
                  </a:moveTo>
                  <a:lnTo>
                    <a:pt x="3384804" y="1854200"/>
                  </a:lnTo>
                  <a:lnTo>
                    <a:pt x="3384804" y="1866900"/>
                  </a:lnTo>
                  <a:lnTo>
                    <a:pt x="3412236" y="1866900"/>
                  </a:lnTo>
                  <a:lnTo>
                    <a:pt x="3412236" y="1854200"/>
                  </a:lnTo>
                  <a:close/>
                </a:path>
                <a:path w="4954905" h="4953000">
                  <a:moveTo>
                    <a:pt x="3406140" y="1841500"/>
                  </a:moveTo>
                  <a:lnTo>
                    <a:pt x="3378708" y="1841500"/>
                  </a:lnTo>
                  <a:lnTo>
                    <a:pt x="3378708" y="1854200"/>
                  </a:lnTo>
                  <a:lnTo>
                    <a:pt x="3406140" y="1854200"/>
                  </a:lnTo>
                  <a:lnTo>
                    <a:pt x="3406140" y="1841500"/>
                  </a:lnTo>
                  <a:close/>
                </a:path>
                <a:path w="4954905" h="4953000">
                  <a:moveTo>
                    <a:pt x="3400043" y="1828800"/>
                  </a:moveTo>
                  <a:lnTo>
                    <a:pt x="3372612" y="1828800"/>
                  </a:lnTo>
                  <a:lnTo>
                    <a:pt x="3372612" y="1841500"/>
                  </a:lnTo>
                  <a:lnTo>
                    <a:pt x="3400043" y="1841500"/>
                  </a:lnTo>
                  <a:lnTo>
                    <a:pt x="3400043" y="1828800"/>
                  </a:lnTo>
                  <a:close/>
                </a:path>
                <a:path w="4954905" h="4953000">
                  <a:moveTo>
                    <a:pt x="3393948" y="1816100"/>
                  </a:moveTo>
                  <a:lnTo>
                    <a:pt x="3364991" y="1816100"/>
                  </a:lnTo>
                  <a:lnTo>
                    <a:pt x="3364991" y="1828800"/>
                  </a:lnTo>
                  <a:lnTo>
                    <a:pt x="3393948" y="1828800"/>
                  </a:lnTo>
                  <a:lnTo>
                    <a:pt x="3393948" y="1816100"/>
                  </a:lnTo>
                  <a:close/>
                </a:path>
                <a:path w="4954905" h="4953000">
                  <a:moveTo>
                    <a:pt x="3387852" y="1803400"/>
                  </a:moveTo>
                  <a:lnTo>
                    <a:pt x="3358896" y="1803400"/>
                  </a:lnTo>
                  <a:lnTo>
                    <a:pt x="3358896" y="1816100"/>
                  </a:lnTo>
                  <a:lnTo>
                    <a:pt x="3387852" y="1816100"/>
                  </a:lnTo>
                  <a:lnTo>
                    <a:pt x="3387852" y="1803400"/>
                  </a:lnTo>
                  <a:close/>
                </a:path>
                <a:path w="4954905" h="4953000">
                  <a:moveTo>
                    <a:pt x="3381755" y="1790700"/>
                  </a:moveTo>
                  <a:lnTo>
                    <a:pt x="3352800" y="1790700"/>
                  </a:lnTo>
                  <a:lnTo>
                    <a:pt x="3352800" y="1803400"/>
                  </a:lnTo>
                  <a:lnTo>
                    <a:pt x="3381755" y="1803400"/>
                  </a:lnTo>
                  <a:lnTo>
                    <a:pt x="3381755" y="1790700"/>
                  </a:lnTo>
                  <a:close/>
                </a:path>
                <a:path w="4954905" h="4953000">
                  <a:moveTo>
                    <a:pt x="3374136" y="1778000"/>
                  </a:moveTo>
                  <a:lnTo>
                    <a:pt x="3346704" y="1778000"/>
                  </a:lnTo>
                  <a:lnTo>
                    <a:pt x="3346704" y="1790700"/>
                  </a:lnTo>
                  <a:lnTo>
                    <a:pt x="3374136" y="1790700"/>
                  </a:lnTo>
                  <a:lnTo>
                    <a:pt x="3374136" y="1778000"/>
                  </a:lnTo>
                  <a:close/>
                </a:path>
                <a:path w="4954905" h="4953000">
                  <a:moveTo>
                    <a:pt x="3368040" y="1765300"/>
                  </a:moveTo>
                  <a:lnTo>
                    <a:pt x="3340608" y="1765300"/>
                  </a:lnTo>
                  <a:lnTo>
                    <a:pt x="3340608" y="1778000"/>
                  </a:lnTo>
                  <a:lnTo>
                    <a:pt x="3368040" y="1778000"/>
                  </a:lnTo>
                  <a:lnTo>
                    <a:pt x="3368040" y="1765300"/>
                  </a:lnTo>
                  <a:close/>
                </a:path>
                <a:path w="4954905" h="4953000">
                  <a:moveTo>
                    <a:pt x="3361943" y="1752600"/>
                  </a:moveTo>
                  <a:lnTo>
                    <a:pt x="3334512" y="1752600"/>
                  </a:lnTo>
                  <a:lnTo>
                    <a:pt x="3334512" y="1765300"/>
                  </a:lnTo>
                  <a:lnTo>
                    <a:pt x="3361943" y="1765300"/>
                  </a:lnTo>
                  <a:lnTo>
                    <a:pt x="3361943" y="1752600"/>
                  </a:lnTo>
                  <a:close/>
                </a:path>
                <a:path w="4954905" h="4953000">
                  <a:moveTo>
                    <a:pt x="3355848" y="1739900"/>
                  </a:moveTo>
                  <a:lnTo>
                    <a:pt x="3326891" y="1739900"/>
                  </a:lnTo>
                  <a:lnTo>
                    <a:pt x="3326891" y="1752600"/>
                  </a:lnTo>
                  <a:lnTo>
                    <a:pt x="3355848" y="1752600"/>
                  </a:lnTo>
                  <a:lnTo>
                    <a:pt x="3355848" y="1739900"/>
                  </a:lnTo>
                  <a:close/>
                </a:path>
                <a:path w="4954905" h="4953000">
                  <a:moveTo>
                    <a:pt x="3349752" y="1727200"/>
                  </a:moveTo>
                  <a:lnTo>
                    <a:pt x="3320796" y="1727200"/>
                  </a:lnTo>
                  <a:lnTo>
                    <a:pt x="3320796" y="1739900"/>
                  </a:lnTo>
                  <a:lnTo>
                    <a:pt x="3349752" y="1739900"/>
                  </a:lnTo>
                  <a:lnTo>
                    <a:pt x="3349752" y="1727200"/>
                  </a:lnTo>
                  <a:close/>
                </a:path>
                <a:path w="4954905" h="4953000">
                  <a:moveTo>
                    <a:pt x="3343655" y="1714500"/>
                  </a:moveTo>
                  <a:lnTo>
                    <a:pt x="3314700" y="1714500"/>
                  </a:lnTo>
                  <a:lnTo>
                    <a:pt x="3314700" y="1727200"/>
                  </a:lnTo>
                  <a:lnTo>
                    <a:pt x="3343655" y="1727200"/>
                  </a:lnTo>
                  <a:lnTo>
                    <a:pt x="3343655" y="1714500"/>
                  </a:lnTo>
                  <a:close/>
                </a:path>
                <a:path w="4954905" h="4953000">
                  <a:moveTo>
                    <a:pt x="3336036" y="1701800"/>
                  </a:moveTo>
                  <a:lnTo>
                    <a:pt x="3308604" y="1701800"/>
                  </a:lnTo>
                  <a:lnTo>
                    <a:pt x="3308604" y="1714500"/>
                  </a:lnTo>
                  <a:lnTo>
                    <a:pt x="3336036" y="1714500"/>
                  </a:lnTo>
                  <a:lnTo>
                    <a:pt x="3336036" y="1701800"/>
                  </a:lnTo>
                  <a:close/>
                </a:path>
                <a:path w="4954905" h="4953000">
                  <a:moveTo>
                    <a:pt x="3329940" y="1689100"/>
                  </a:moveTo>
                  <a:lnTo>
                    <a:pt x="3302508" y="1689100"/>
                  </a:lnTo>
                  <a:lnTo>
                    <a:pt x="3302508" y="1701800"/>
                  </a:lnTo>
                  <a:lnTo>
                    <a:pt x="3329940" y="1701800"/>
                  </a:lnTo>
                  <a:lnTo>
                    <a:pt x="3329940" y="1689100"/>
                  </a:lnTo>
                  <a:close/>
                </a:path>
                <a:path w="4954905" h="4953000">
                  <a:moveTo>
                    <a:pt x="3323843" y="1676400"/>
                  </a:moveTo>
                  <a:lnTo>
                    <a:pt x="3296412" y="1676400"/>
                  </a:lnTo>
                  <a:lnTo>
                    <a:pt x="3296412" y="1689100"/>
                  </a:lnTo>
                  <a:lnTo>
                    <a:pt x="3323843" y="1689100"/>
                  </a:lnTo>
                  <a:lnTo>
                    <a:pt x="3323843" y="1676400"/>
                  </a:lnTo>
                  <a:close/>
                </a:path>
                <a:path w="4954905" h="4953000">
                  <a:moveTo>
                    <a:pt x="3317748" y="1663700"/>
                  </a:moveTo>
                  <a:lnTo>
                    <a:pt x="3288791" y="1663700"/>
                  </a:lnTo>
                  <a:lnTo>
                    <a:pt x="3288791" y="1676400"/>
                  </a:lnTo>
                  <a:lnTo>
                    <a:pt x="3317748" y="1676400"/>
                  </a:lnTo>
                  <a:lnTo>
                    <a:pt x="3317748" y="1663700"/>
                  </a:lnTo>
                  <a:close/>
                </a:path>
                <a:path w="4954905" h="4953000">
                  <a:moveTo>
                    <a:pt x="3311652" y="1651000"/>
                  </a:moveTo>
                  <a:lnTo>
                    <a:pt x="3282696" y="1651000"/>
                  </a:lnTo>
                  <a:lnTo>
                    <a:pt x="3282696" y="1663700"/>
                  </a:lnTo>
                  <a:lnTo>
                    <a:pt x="3311652" y="1663700"/>
                  </a:lnTo>
                  <a:lnTo>
                    <a:pt x="3311652" y="1651000"/>
                  </a:lnTo>
                  <a:close/>
                </a:path>
                <a:path w="4954905" h="4953000">
                  <a:moveTo>
                    <a:pt x="3305555" y="1638300"/>
                  </a:moveTo>
                  <a:lnTo>
                    <a:pt x="3276600" y="1638300"/>
                  </a:lnTo>
                  <a:lnTo>
                    <a:pt x="3276600" y="1651000"/>
                  </a:lnTo>
                  <a:lnTo>
                    <a:pt x="3305555" y="1651000"/>
                  </a:lnTo>
                  <a:lnTo>
                    <a:pt x="3305555" y="1638300"/>
                  </a:lnTo>
                  <a:close/>
                </a:path>
                <a:path w="4954905" h="4953000">
                  <a:moveTo>
                    <a:pt x="3297936" y="1625600"/>
                  </a:moveTo>
                  <a:lnTo>
                    <a:pt x="3270504" y="1625600"/>
                  </a:lnTo>
                  <a:lnTo>
                    <a:pt x="3270504" y="1638300"/>
                  </a:lnTo>
                  <a:lnTo>
                    <a:pt x="3297936" y="1638300"/>
                  </a:lnTo>
                  <a:lnTo>
                    <a:pt x="3297936" y="1625600"/>
                  </a:lnTo>
                  <a:close/>
                </a:path>
                <a:path w="4954905" h="4953000">
                  <a:moveTo>
                    <a:pt x="3291840" y="1612900"/>
                  </a:moveTo>
                  <a:lnTo>
                    <a:pt x="3264408" y="1612900"/>
                  </a:lnTo>
                  <a:lnTo>
                    <a:pt x="3264408" y="1625600"/>
                  </a:lnTo>
                  <a:lnTo>
                    <a:pt x="3291840" y="1625600"/>
                  </a:lnTo>
                  <a:lnTo>
                    <a:pt x="3291840" y="1612900"/>
                  </a:lnTo>
                  <a:close/>
                </a:path>
                <a:path w="4954905" h="4953000">
                  <a:moveTo>
                    <a:pt x="3285743" y="1600200"/>
                  </a:moveTo>
                  <a:lnTo>
                    <a:pt x="3258312" y="1600200"/>
                  </a:lnTo>
                  <a:lnTo>
                    <a:pt x="3258312" y="1612900"/>
                  </a:lnTo>
                  <a:lnTo>
                    <a:pt x="3285743" y="1612900"/>
                  </a:lnTo>
                  <a:lnTo>
                    <a:pt x="3285743" y="1600200"/>
                  </a:lnTo>
                  <a:close/>
                </a:path>
                <a:path w="4954905" h="4953000">
                  <a:moveTo>
                    <a:pt x="3279648" y="1587500"/>
                  </a:moveTo>
                  <a:lnTo>
                    <a:pt x="3250691" y="1587500"/>
                  </a:lnTo>
                  <a:lnTo>
                    <a:pt x="3250691" y="1600200"/>
                  </a:lnTo>
                  <a:lnTo>
                    <a:pt x="3279648" y="1600200"/>
                  </a:lnTo>
                  <a:lnTo>
                    <a:pt x="3279648" y="1587500"/>
                  </a:lnTo>
                  <a:close/>
                </a:path>
                <a:path w="4954905" h="4953000">
                  <a:moveTo>
                    <a:pt x="3273552" y="1574800"/>
                  </a:moveTo>
                  <a:lnTo>
                    <a:pt x="3244596" y="1574800"/>
                  </a:lnTo>
                  <a:lnTo>
                    <a:pt x="3244596" y="1587500"/>
                  </a:lnTo>
                  <a:lnTo>
                    <a:pt x="3273552" y="1587500"/>
                  </a:lnTo>
                  <a:lnTo>
                    <a:pt x="3273552" y="1574800"/>
                  </a:lnTo>
                  <a:close/>
                </a:path>
                <a:path w="4954905" h="4953000">
                  <a:moveTo>
                    <a:pt x="3267455" y="1562100"/>
                  </a:moveTo>
                  <a:lnTo>
                    <a:pt x="3238500" y="1562100"/>
                  </a:lnTo>
                  <a:lnTo>
                    <a:pt x="3238500" y="1574800"/>
                  </a:lnTo>
                  <a:lnTo>
                    <a:pt x="3267455" y="1574800"/>
                  </a:lnTo>
                  <a:lnTo>
                    <a:pt x="3267455" y="1562100"/>
                  </a:lnTo>
                  <a:close/>
                </a:path>
                <a:path w="4954905" h="4953000">
                  <a:moveTo>
                    <a:pt x="3259836" y="1549400"/>
                  </a:moveTo>
                  <a:lnTo>
                    <a:pt x="3232404" y="1549400"/>
                  </a:lnTo>
                  <a:lnTo>
                    <a:pt x="3232404" y="1562100"/>
                  </a:lnTo>
                  <a:lnTo>
                    <a:pt x="3259836" y="1562100"/>
                  </a:lnTo>
                  <a:lnTo>
                    <a:pt x="3259836" y="1549400"/>
                  </a:lnTo>
                  <a:close/>
                </a:path>
                <a:path w="4954905" h="4953000">
                  <a:moveTo>
                    <a:pt x="3253740" y="1536700"/>
                  </a:moveTo>
                  <a:lnTo>
                    <a:pt x="3226308" y="1536700"/>
                  </a:lnTo>
                  <a:lnTo>
                    <a:pt x="3226308" y="1549400"/>
                  </a:lnTo>
                  <a:lnTo>
                    <a:pt x="3253740" y="1549400"/>
                  </a:lnTo>
                  <a:lnTo>
                    <a:pt x="3253740" y="1536700"/>
                  </a:lnTo>
                  <a:close/>
                </a:path>
                <a:path w="4954905" h="4953000">
                  <a:moveTo>
                    <a:pt x="3247643" y="1524000"/>
                  </a:moveTo>
                  <a:lnTo>
                    <a:pt x="3220212" y="1524000"/>
                  </a:lnTo>
                  <a:lnTo>
                    <a:pt x="3220212" y="1536700"/>
                  </a:lnTo>
                  <a:lnTo>
                    <a:pt x="3247643" y="1536700"/>
                  </a:lnTo>
                  <a:lnTo>
                    <a:pt x="3247643" y="1524000"/>
                  </a:lnTo>
                  <a:close/>
                </a:path>
                <a:path w="4954905" h="4953000">
                  <a:moveTo>
                    <a:pt x="3241548" y="1511300"/>
                  </a:moveTo>
                  <a:lnTo>
                    <a:pt x="3212591" y="1511300"/>
                  </a:lnTo>
                  <a:lnTo>
                    <a:pt x="3212591" y="1524000"/>
                  </a:lnTo>
                  <a:lnTo>
                    <a:pt x="3241548" y="1524000"/>
                  </a:lnTo>
                  <a:lnTo>
                    <a:pt x="3241548" y="1511300"/>
                  </a:lnTo>
                  <a:close/>
                </a:path>
                <a:path w="4954905" h="4953000">
                  <a:moveTo>
                    <a:pt x="3235452" y="1498600"/>
                  </a:moveTo>
                  <a:lnTo>
                    <a:pt x="3206496" y="1498600"/>
                  </a:lnTo>
                  <a:lnTo>
                    <a:pt x="3206496" y="1511300"/>
                  </a:lnTo>
                  <a:lnTo>
                    <a:pt x="3235452" y="1511300"/>
                  </a:lnTo>
                  <a:lnTo>
                    <a:pt x="3235452" y="1498600"/>
                  </a:lnTo>
                  <a:close/>
                </a:path>
                <a:path w="4954905" h="4953000">
                  <a:moveTo>
                    <a:pt x="3229355" y="1485900"/>
                  </a:moveTo>
                  <a:lnTo>
                    <a:pt x="3200400" y="1485900"/>
                  </a:lnTo>
                  <a:lnTo>
                    <a:pt x="3200400" y="1498600"/>
                  </a:lnTo>
                  <a:lnTo>
                    <a:pt x="3229355" y="1498600"/>
                  </a:lnTo>
                  <a:lnTo>
                    <a:pt x="3229355" y="1485900"/>
                  </a:lnTo>
                  <a:close/>
                </a:path>
                <a:path w="4954905" h="4953000">
                  <a:moveTo>
                    <a:pt x="3221736" y="1473200"/>
                  </a:moveTo>
                  <a:lnTo>
                    <a:pt x="3194304" y="1473200"/>
                  </a:lnTo>
                  <a:lnTo>
                    <a:pt x="3194304" y="1485900"/>
                  </a:lnTo>
                  <a:lnTo>
                    <a:pt x="3221736" y="1485900"/>
                  </a:lnTo>
                  <a:lnTo>
                    <a:pt x="3221736" y="1473200"/>
                  </a:lnTo>
                  <a:close/>
                </a:path>
                <a:path w="4954905" h="4953000">
                  <a:moveTo>
                    <a:pt x="3215640" y="1460500"/>
                  </a:moveTo>
                  <a:lnTo>
                    <a:pt x="3188208" y="1460500"/>
                  </a:lnTo>
                  <a:lnTo>
                    <a:pt x="3188208" y="1473200"/>
                  </a:lnTo>
                  <a:lnTo>
                    <a:pt x="3215640" y="1473200"/>
                  </a:lnTo>
                  <a:lnTo>
                    <a:pt x="3215640" y="1460500"/>
                  </a:lnTo>
                  <a:close/>
                </a:path>
                <a:path w="4954905" h="4953000">
                  <a:moveTo>
                    <a:pt x="3209543" y="1447800"/>
                  </a:moveTo>
                  <a:lnTo>
                    <a:pt x="3182112" y="1447800"/>
                  </a:lnTo>
                  <a:lnTo>
                    <a:pt x="3182112" y="1460500"/>
                  </a:lnTo>
                  <a:lnTo>
                    <a:pt x="3209543" y="1460500"/>
                  </a:lnTo>
                  <a:lnTo>
                    <a:pt x="3209543" y="1447800"/>
                  </a:lnTo>
                  <a:close/>
                </a:path>
                <a:path w="4954905" h="4953000">
                  <a:moveTo>
                    <a:pt x="3203448" y="1435100"/>
                  </a:moveTo>
                  <a:lnTo>
                    <a:pt x="3174491" y="1435100"/>
                  </a:lnTo>
                  <a:lnTo>
                    <a:pt x="3174491" y="1447800"/>
                  </a:lnTo>
                  <a:lnTo>
                    <a:pt x="3203448" y="1447800"/>
                  </a:lnTo>
                  <a:lnTo>
                    <a:pt x="3203448" y="1435100"/>
                  </a:lnTo>
                  <a:close/>
                </a:path>
                <a:path w="4954905" h="4953000">
                  <a:moveTo>
                    <a:pt x="3197352" y="1422400"/>
                  </a:moveTo>
                  <a:lnTo>
                    <a:pt x="3168396" y="1422400"/>
                  </a:lnTo>
                  <a:lnTo>
                    <a:pt x="3168396" y="1435100"/>
                  </a:lnTo>
                  <a:lnTo>
                    <a:pt x="3197352" y="1435100"/>
                  </a:lnTo>
                  <a:lnTo>
                    <a:pt x="3197352" y="1422400"/>
                  </a:lnTo>
                  <a:close/>
                </a:path>
                <a:path w="4954905" h="4953000">
                  <a:moveTo>
                    <a:pt x="3191255" y="1409700"/>
                  </a:moveTo>
                  <a:lnTo>
                    <a:pt x="3162300" y="1409700"/>
                  </a:lnTo>
                  <a:lnTo>
                    <a:pt x="3162300" y="1422400"/>
                  </a:lnTo>
                  <a:lnTo>
                    <a:pt x="3191255" y="1422400"/>
                  </a:lnTo>
                  <a:lnTo>
                    <a:pt x="3191255" y="1409700"/>
                  </a:lnTo>
                  <a:close/>
                </a:path>
                <a:path w="4954905" h="4953000">
                  <a:moveTo>
                    <a:pt x="3183636" y="1397000"/>
                  </a:moveTo>
                  <a:lnTo>
                    <a:pt x="3156204" y="1397000"/>
                  </a:lnTo>
                  <a:lnTo>
                    <a:pt x="3156204" y="1409700"/>
                  </a:lnTo>
                  <a:lnTo>
                    <a:pt x="3183636" y="1409700"/>
                  </a:lnTo>
                  <a:lnTo>
                    <a:pt x="3183636" y="1397000"/>
                  </a:lnTo>
                  <a:close/>
                </a:path>
                <a:path w="4954905" h="4953000">
                  <a:moveTo>
                    <a:pt x="3177540" y="1384300"/>
                  </a:moveTo>
                  <a:lnTo>
                    <a:pt x="3150108" y="1384300"/>
                  </a:lnTo>
                  <a:lnTo>
                    <a:pt x="3150108" y="1397000"/>
                  </a:lnTo>
                  <a:lnTo>
                    <a:pt x="3177540" y="1397000"/>
                  </a:lnTo>
                  <a:lnTo>
                    <a:pt x="3177540" y="1384300"/>
                  </a:lnTo>
                  <a:close/>
                </a:path>
                <a:path w="4954905" h="4953000">
                  <a:moveTo>
                    <a:pt x="3171443" y="1371600"/>
                  </a:moveTo>
                  <a:lnTo>
                    <a:pt x="3144012" y="1371600"/>
                  </a:lnTo>
                  <a:lnTo>
                    <a:pt x="3144012" y="1384300"/>
                  </a:lnTo>
                  <a:lnTo>
                    <a:pt x="3171443" y="1384300"/>
                  </a:lnTo>
                  <a:lnTo>
                    <a:pt x="3171443" y="1371600"/>
                  </a:lnTo>
                  <a:close/>
                </a:path>
                <a:path w="4954905" h="4953000">
                  <a:moveTo>
                    <a:pt x="3165348" y="1358900"/>
                  </a:moveTo>
                  <a:lnTo>
                    <a:pt x="3136391" y="1358900"/>
                  </a:lnTo>
                  <a:lnTo>
                    <a:pt x="3136391" y="1371600"/>
                  </a:lnTo>
                  <a:lnTo>
                    <a:pt x="3165348" y="1371600"/>
                  </a:lnTo>
                  <a:lnTo>
                    <a:pt x="3165348" y="1358900"/>
                  </a:lnTo>
                  <a:close/>
                </a:path>
                <a:path w="4954905" h="4953000">
                  <a:moveTo>
                    <a:pt x="3159252" y="1346200"/>
                  </a:moveTo>
                  <a:lnTo>
                    <a:pt x="3130296" y="1346200"/>
                  </a:lnTo>
                  <a:lnTo>
                    <a:pt x="3130296" y="1358900"/>
                  </a:lnTo>
                  <a:lnTo>
                    <a:pt x="3159252" y="1358900"/>
                  </a:lnTo>
                  <a:lnTo>
                    <a:pt x="3159252" y="1346200"/>
                  </a:lnTo>
                  <a:close/>
                </a:path>
                <a:path w="4954905" h="4953000">
                  <a:moveTo>
                    <a:pt x="3153155" y="1333500"/>
                  </a:moveTo>
                  <a:lnTo>
                    <a:pt x="3124200" y="1333500"/>
                  </a:lnTo>
                  <a:lnTo>
                    <a:pt x="3124200" y="1346200"/>
                  </a:lnTo>
                  <a:lnTo>
                    <a:pt x="3153155" y="1346200"/>
                  </a:lnTo>
                  <a:lnTo>
                    <a:pt x="3153155" y="1333500"/>
                  </a:lnTo>
                  <a:close/>
                </a:path>
                <a:path w="4954905" h="4953000">
                  <a:moveTo>
                    <a:pt x="3145536" y="1320800"/>
                  </a:moveTo>
                  <a:lnTo>
                    <a:pt x="3118104" y="1320800"/>
                  </a:lnTo>
                  <a:lnTo>
                    <a:pt x="3118104" y="1333500"/>
                  </a:lnTo>
                  <a:lnTo>
                    <a:pt x="3145536" y="1333500"/>
                  </a:lnTo>
                  <a:lnTo>
                    <a:pt x="3145536" y="1320800"/>
                  </a:lnTo>
                  <a:close/>
                </a:path>
                <a:path w="4954905" h="4953000">
                  <a:moveTo>
                    <a:pt x="3139440" y="1308100"/>
                  </a:moveTo>
                  <a:lnTo>
                    <a:pt x="3112008" y="1308100"/>
                  </a:lnTo>
                  <a:lnTo>
                    <a:pt x="3112008" y="1320800"/>
                  </a:lnTo>
                  <a:lnTo>
                    <a:pt x="3139440" y="1320800"/>
                  </a:lnTo>
                  <a:lnTo>
                    <a:pt x="3139440" y="1308100"/>
                  </a:lnTo>
                  <a:close/>
                </a:path>
                <a:path w="4954905" h="4953000">
                  <a:moveTo>
                    <a:pt x="3133343" y="1295400"/>
                  </a:moveTo>
                  <a:lnTo>
                    <a:pt x="3105912" y="1295400"/>
                  </a:lnTo>
                  <a:lnTo>
                    <a:pt x="3105912" y="1308100"/>
                  </a:lnTo>
                  <a:lnTo>
                    <a:pt x="3133343" y="1308100"/>
                  </a:lnTo>
                  <a:lnTo>
                    <a:pt x="3133343" y="1295400"/>
                  </a:lnTo>
                  <a:close/>
                </a:path>
                <a:path w="4954905" h="4953000">
                  <a:moveTo>
                    <a:pt x="3127248" y="1282700"/>
                  </a:moveTo>
                  <a:lnTo>
                    <a:pt x="3098291" y="1282700"/>
                  </a:lnTo>
                  <a:lnTo>
                    <a:pt x="3098291" y="1295400"/>
                  </a:lnTo>
                  <a:lnTo>
                    <a:pt x="3127248" y="1295400"/>
                  </a:lnTo>
                  <a:lnTo>
                    <a:pt x="3127248" y="1282700"/>
                  </a:lnTo>
                  <a:close/>
                </a:path>
                <a:path w="4954905" h="4953000">
                  <a:moveTo>
                    <a:pt x="3121152" y="1270000"/>
                  </a:moveTo>
                  <a:lnTo>
                    <a:pt x="3092196" y="1270000"/>
                  </a:lnTo>
                  <a:lnTo>
                    <a:pt x="3092196" y="1282700"/>
                  </a:lnTo>
                  <a:lnTo>
                    <a:pt x="3121152" y="1282700"/>
                  </a:lnTo>
                  <a:lnTo>
                    <a:pt x="3121152" y="1270000"/>
                  </a:lnTo>
                  <a:close/>
                </a:path>
                <a:path w="4954905" h="4953000">
                  <a:moveTo>
                    <a:pt x="3115055" y="1257300"/>
                  </a:moveTo>
                  <a:lnTo>
                    <a:pt x="3086100" y="1257300"/>
                  </a:lnTo>
                  <a:lnTo>
                    <a:pt x="3086100" y="1270000"/>
                  </a:lnTo>
                  <a:lnTo>
                    <a:pt x="3115055" y="1270000"/>
                  </a:lnTo>
                  <a:lnTo>
                    <a:pt x="3115055" y="1257300"/>
                  </a:lnTo>
                  <a:close/>
                </a:path>
                <a:path w="4954905" h="4953000">
                  <a:moveTo>
                    <a:pt x="3107436" y="1244600"/>
                  </a:moveTo>
                  <a:lnTo>
                    <a:pt x="3080004" y="1244600"/>
                  </a:lnTo>
                  <a:lnTo>
                    <a:pt x="3080004" y="1257300"/>
                  </a:lnTo>
                  <a:lnTo>
                    <a:pt x="3107436" y="1257300"/>
                  </a:lnTo>
                  <a:lnTo>
                    <a:pt x="3107436" y="1244600"/>
                  </a:lnTo>
                  <a:close/>
                </a:path>
                <a:path w="4954905" h="4953000">
                  <a:moveTo>
                    <a:pt x="3101340" y="1231900"/>
                  </a:moveTo>
                  <a:lnTo>
                    <a:pt x="3073908" y="1231900"/>
                  </a:lnTo>
                  <a:lnTo>
                    <a:pt x="3073908" y="1244600"/>
                  </a:lnTo>
                  <a:lnTo>
                    <a:pt x="3101340" y="1244600"/>
                  </a:lnTo>
                  <a:lnTo>
                    <a:pt x="3101340" y="1231900"/>
                  </a:lnTo>
                  <a:close/>
                </a:path>
                <a:path w="4954905" h="4953000">
                  <a:moveTo>
                    <a:pt x="3095243" y="1219200"/>
                  </a:moveTo>
                  <a:lnTo>
                    <a:pt x="3067812" y="1219200"/>
                  </a:lnTo>
                  <a:lnTo>
                    <a:pt x="3067812" y="1231900"/>
                  </a:lnTo>
                  <a:lnTo>
                    <a:pt x="3095243" y="1231900"/>
                  </a:lnTo>
                  <a:lnTo>
                    <a:pt x="3095243" y="1219200"/>
                  </a:lnTo>
                  <a:close/>
                </a:path>
                <a:path w="4954905" h="4953000">
                  <a:moveTo>
                    <a:pt x="3089148" y="1206500"/>
                  </a:moveTo>
                  <a:lnTo>
                    <a:pt x="3060191" y="1206500"/>
                  </a:lnTo>
                  <a:lnTo>
                    <a:pt x="3060191" y="1219200"/>
                  </a:lnTo>
                  <a:lnTo>
                    <a:pt x="3089148" y="1219200"/>
                  </a:lnTo>
                  <a:lnTo>
                    <a:pt x="3089148" y="1206500"/>
                  </a:lnTo>
                  <a:close/>
                </a:path>
                <a:path w="4954905" h="4953000">
                  <a:moveTo>
                    <a:pt x="3083052" y="1193800"/>
                  </a:moveTo>
                  <a:lnTo>
                    <a:pt x="3054096" y="1193800"/>
                  </a:lnTo>
                  <a:lnTo>
                    <a:pt x="3054096" y="1206500"/>
                  </a:lnTo>
                  <a:lnTo>
                    <a:pt x="3083052" y="1206500"/>
                  </a:lnTo>
                  <a:lnTo>
                    <a:pt x="3083052" y="1193800"/>
                  </a:lnTo>
                  <a:close/>
                </a:path>
                <a:path w="4954905" h="4953000">
                  <a:moveTo>
                    <a:pt x="3076955" y="1181100"/>
                  </a:moveTo>
                  <a:lnTo>
                    <a:pt x="3048000" y="1181100"/>
                  </a:lnTo>
                  <a:lnTo>
                    <a:pt x="3048000" y="1193800"/>
                  </a:lnTo>
                  <a:lnTo>
                    <a:pt x="3076955" y="1193800"/>
                  </a:lnTo>
                  <a:lnTo>
                    <a:pt x="3076955" y="1181100"/>
                  </a:lnTo>
                  <a:close/>
                </a:path>
                <a:path w="4954905" h="4953000">
                  <a:moveTo>
                    <a:pt x="3069336" y="1168400"/>
                  </a:moveTo>
                  <a:lnTo>
                    <a:pt x="3041904" y="1168400"/>
                  </a:lnTo>
                  <a:lnTo>
                    <a:pt x="3041904" y="1181100"/>
                  </a:lnTo>
                  <a:lnTo>
                    <a:pt x="3069336" y="1181100"/>
                  </a:lnTo>
                  <a:lnTo>
                    <a:pt x="3069336" y="1168400"/>
                  </a:lnTo>
                  <a:close/>
                </a:path>
                <a:path w="4954905" h="4953000">
                  <a:moveTo>
                    <a:pt x="3063240" y="1155700"/>
                  </a:moveTo>
                  <a:lnTo>
                    <a:pt x="3035808" y="1155700"/>
                  </a:lnTo>
                  <a:lnTo>
                    <a:pt x="3035808" y="1168400"/>
                  </a:lnTo>
                  <a:lnTo>
                    <a:pt x="3063240" y="1168400"/>
                  </a:lnTo>
                  <a:lnTo>
                    <a:pt x="3063240" y="1155700"/>
                  </a:lnTo>
                  <a:close/>
                </a:path>
                <a:path w="4954905" h="4953000">
                  <a:moveTo>
                    <a:pt x="3057143" y="1143000"/>
                  </a:moveTo>
                  <a:lnTo>
                    <a:pt x="3029712" y="1143000"/>
                  </a:lnTo>
                  <a:lnTo>
                    <a:pt x="3029712" y="1155700"/>
                  </a:lnTo>
                  <a:lnTo>
                    <a:pt x="3057143" y="1155700"/>
                  </a:lnTo>
                  <a:lnTo>
                    <a:pt x="3057143" y="1143000"/>
                  </a:lnTo>
                  <a:close/>
                </a:path>
                <a:path w="4954905" h="4953000">
                  <a:moveTo>
                    <a:pt x="3051048" y="1130300"/>
                  </a:moveTo>
                  <a:lnTo>
                    <a:pt x="3022091" y="1130300"/>
                  </a:lnTo>
                  <a:lnTo>
                    <a:pt x="3022091" y="1143000"/>
                  </a:lnTo>
                  <a:lnTo>
                    <a:pt x="3051048" y="1143000"/>
                  </a:lnTo>
                  <a:lnTo>
                    <a:pt x="3051048" y="1130300"/>
                  </a:lnTo>
                  <a:close/>
                </a:path>
                <a:path w="4954905" h="4953000">
                  <a:moveTo>
                    <a:pt x="3044952" y="1117600"/>
                  </a:moveTo>
                  <a:lnTo>
                    <a:pt x="3015996" y="1117600"/>
                  </a:lnTo>
                  <a:lnTo>
                    <a:pt x="3015996" y="1130300"/>
                  </a:lnTo>
                  <a:lnTo>
                    <a:pt x="3044952" y="1130300"/>
                  </a:lnTo>
                  <a:lnTo>
                    <a:pt x="3044952" y="1117600"/>
                  </a:lnTo>
                  <a:close/>
                </a:path>
                <a:path w="4954905" h="4953000">
                  <a:moveTo>
                    <a:pt x="3038855" y="1104900"/>
                  </a:moveTo>
                  <a:lnTo>
                    <a:pt x="3009900" y="1104900"/>
                  </a:lnTo>
                  <a:lnTo>
                    <a:pt x="3009900" y="1117600"/>
                  </a:lnTo>
                  <a:lnTo>
                    <a:pt x="3038855" y="1117600"/>
                  </a:lnTo>
                  <a:lnTo>
                    <a:pt x="3038855" y="1104900"/>
                  </a:lnTo>
                  <a:close/>
                </a:path>
                <a:path w="4954905" h="4953000">
                  <a:moveTo>
                    <a:pt x="3031236" y="1092200"/>
                  </a:moveTo>
                  <a:lnTo>
                    <a:pt x="3003804" y="1092200"/>
                  </a:lnTo>
                  <a:lnTo>
                    <a:pt x="3003804" y="1104900"/>
                  </a:lnTo>
                  <a:lnTo>
                    <a:pt x="3031236" y="1104900"/>
                  </a:lnTo>
                  <a:lnTo>
                    <a:pt x="3031236" y="1092200"/>
                  </a:lnTo>
                  <a:close/>
                </a:path>
                <a:path w="4954905" h="4953000">
                  <a:moveTo>
                    <a:pt x="3025140" y="1079500"/>
                  </a:moveTo>
                  <a:lnTo>
                    <a:pt x="2997708" y="1079500"/>
                  </a:lnTo>
                  <a:lnTo>
                    <a:pt x="2997708" y="1092200"/>
                  </a:lnTo>
                  <a:lnTo>
                    <a:pt x="3025140" y="1092200"/>
                  </a:lnTo>
                  <a:lnTo>
                    <a:pt x="3025140" y="1079500"/>
                  </a:lnTo>
                  <a:close/>
                </a:path>
                <a:path w="4954905" h="4953000">
                  <a:moveTo>
                    <a:pt x="3019043" y="1066800"/>
                  </a:moveTo>
                  <a:lnTo>
                    <a:pt x="2991612" y="1066800"/>
                  </a:lnTo>
                  <a:lnTo>
                    <a:pt x="2991612" y="1079500"/>
                  </a:lnTo>
                  <a:lnTo>
                    <a:pt x="3019043" y="1079500"/>
                  </a:lnTo>
                  <a:lnTo>
                    <a:pt x="3019043" y="1066800"/>
                  </a:lnTo>
                  <a:close/>
                </a:path>
                <a:path w="4954905" h="4953000">
                  <a:moveTo>
                    <a:pt x="3012948" y="1054100"/>
                  </a:moveTo>
                  <a:lnTo>
                    <a:pt x="2983991" y="1054100"/>
                  </a:lnTo>
                  <a:lnTo>
                    <a:pt x="2983991" y="1066800"/>
                  </a:lnTo>
                  <a:lnTo>
                    <a:pt x="3012948" y="1066800"/>
                  </a:lnTo>
                  <a:lnTo>
                    <a:pt x="3012948" y="1054100"/>
                  </a:lnTo>
                  <a:close/>
                </a:path>
                <a:path w="4954905" h="4953000">
                  <a:moveTo>
                    <a:pt x="3006852" y="1041400"/>
                  </a:moveTo>
                  <a:lnTo>
                    <a:pt x="2977896" y="1041400"/>
                  </a:lnTo>
                  <a:lnTo>
                    <a:pt x="2977896" y="1054100"/>
                  </a:lnTo>
                  <a:lnTo>
                    <a:pt x="3006852" y="1054100"/>
                  </a:lnTo>
                  <a:lnTo>
                    <a:pt x="3006852" y="1041400"/>
                  </a:lnTo>
                  <a:close/>
                </a:path>
                <a:path w="4954905" h="4953000">
                  <a:moveTo>
                    <a:pt x="3000755" y="1028700"/>
                  </a:moveTo>
                  <a:lnTo>
                    <a:pt x="2971800" y="1028700"/>
                  </a:lnTo>
                  <a:lnTo>
                    <a:pt x="2971800" y="1041400"/>
                  </a:lnTo>
                  <a:lnTo>
                    <a:pt x="3000755" y="1041400"/>
                  </a:lnTo>
                  <a:lnTo>
                    <a:pt x="3000755" y="1028700"/>
                  </a:lnTo>
                  <a:close/>
                </a:path>
                <a:path w="4954905" h="4953000">
                  <a:moveTo>
                    <a:pt x="2993136" y="1016000"/>
                  </a:moveTo>
                  <a:lnTo>
                    <a:pt x="2965704" y="1016000"/>
                  </a:lnTo>
                  <a:lnTo>
                    <a:pt x="2965704" y="1028700"/>
                  </a:lnTo>
                  <a:lnTo>
                    <a:pt x="2993136" y="1028700"/>
                  </a:lnTo>
                  <a:lnTo>
                    <a:pt x="2993136" y="1016000"/>
                  </a:lnTo>
                  <a:close/>
                </a:path>
                <a:path w="4954905" h="4953000">
                  <a:moveTo>
                    <a:pt x="2987040" y="1003300"/>
                  </a:moveTo>
                  <a:lnTo>
                    <a:pt x="2959608" y="1003300"/>
                  </a:lnTo>
                  <a:lnTo>
                    <a:pt x="2959608" y="1016000"/>
                  </a:lnTo>
                  <a:lnTo>
                    <a:pt x="2987040" y="1016000"/>
                  </a:lnTo>
                  <a:lnTo>
                    <a:pt x="2987040" y="1003300"/>
                  </a:lnTo>
                  <a:close/>
                </a:path>
                <a:path w="4954905" h="4953000">
                  <a:moveTo>
                    <a:pt x="2980943" y="990600"/>
                  </a:moveTo>
                  <a:lnTo>
                    <a:pt x="2953512" y="990600"/>
                  </a:lnTo>
                  <a:lnTo>
                    <a:pt x="2953512" y="1003300"/>
                  </a:lnTo>
                  <a:lnTo>
                    <a:pt x="2980943" y="1003300"/>
                  </a:lnTo>
                  <a:lnTo>
                    <a:pt x="2980943" y="990600"/>
                  </a:lnTo>
                  <a:close/>
                </a:path>
                <a:path w="4954905" h="4953000">
                  <a:moveTo>
                    <a:pt x="2974848" y="977900"/>
                  </a:moveTo>
                  <a:lnTo>
                    <a:pt x="2945891" y="977900"/>
                  </a:lnTo>
                  <a:lnTo>
                    <a:pt x="2945891" y="990600"/>
                  </a:lnTo>
                  <a:lnTo>
                    <a:pt x="2974848" y="990600"/>
                  </a:lnTo>
                  <a:lnTo>
                    <a:pt x="2974848" y="977900"/>
                  </a:lnTo>
                  <a:close/>
                </a:path>
                <a:path w="4954905" h="4953000">
                  <a:moveTo>
                    <a:pt x="2968752" y="965200"/>
                  </a:moveTo>
                  <a:lnTo>
                    <a:pt x="2939796" y="965200"/>
                  </a:lnTo>
                  <a:lnTo>
                    <a:pt x="2939796" y="977900"/>
                  </a:lnTo>
                  <a:lnTo>
                    <a:pt x="2968752" y="977900"/>
                  </a:lnTo>
                  <a:lnTo>
                    <a:pt x="2968752" y="965200"/>
                  </a:lnTo>
                  <a:close/>
                </a:path>
                <a:path w="4954905" h="4953000">
                  <a:moveTo>
                    <a:pt x="2962655" y="952500"/>
                  </a:moveTo>
                  <a:lnTo>
                    <a:pt x="2933700" y="952500"/>
                  </a:lnTo>
                  <a:lnTo>
                    <a:pt x="2933700" y="965200"/>
                  </a:lnTo>
                  <a:lnTo>
                    <a:pt x="2962655" y="965200"/>
                  </a:lnTo>
                  <a:lnTo>
                    <a:pt x="2962655" y="952500"/>
                  </a:lnTo>
                  <a:close/>
                </a:path>
                <a:path w="4954905" h="4953000">
                  <a:moveTo>
                    <a:pt x="2955036" y="939800"/>
                  </a:moveTo>
                  <a:lnTo>
                    <a:pt x="2927604" y="939800"/>
                  </a:lnTo>
                  <a:lnTo>
                    <a:pt x="2927604" y="952500"/>
                  </a:lnTo>
                  <a:lnTo>
                    <a:pt x="2955036" y="952500"/>
                  </a:lnTo>
                  <a:lnTo>
                    <a:pt x="2955036" y="939800"/>
                  </a:lnTo>
                  <a:close/>
                </a:path>
                <a:path w="4954905" h="4953000">
                  <a:moveTo>
                    <a:pt x="2948940" y="927100"/>
                  </a:moveTo>
                  <a:lnTo>
                    <a:pt x="2921508" y="927100"/>
                  </a:lnTo>
                  <a:lnTo>
                    <a:pt x="2921508" y="939800"/>
                  </a:lnTo>
                  <a:lnTo>
                    <a:pt x="2948940" y="939800"/>
                  </a:lnTo>
                  <a:lnTo>
                    <a:pt x="2948940" y="927100"/>
                  </a:lnTo>
                  <a:close/>
                </a:path>
                <a:path w="4954905" h="4953000">
                  <a:moveTo>
                    <a:pt x="2942843" y="914400"/>
                  </a:moveTo>
                  <a:lnTo>
                    <a:pt x="2915412" y="914400"/>
                  </a:lnTo>
                  <a:lnTo>
                    <a:pt x="2915412" y="927100"/>
                  </a:lnTo>
                  <a:lnTo>
                    <a:pt x="2942843" y="927100"/>
                  </a:lnTo>
                  <a:lnTo>
                    <a:pt x="2942843" y="914400"/>
                  </a:lnTo>
                  <a:close/>
                </a:path>
                <a:path w="4954905" h="4953000">
                  <a:moveTo>
                    <a:pt x="2936748" y="901700"/>
                  </a:moveTo>
                  <a:lnTo>
                    <a:pt x="2907791" y="901700"/>
                  </a:lnTo>
                  <a:lnTo>
                    <a:pt x="2907791" y="914400"/>
                  </a:lnTo>
                  <a:lnTo>
                    <a:pt x="2936748" y="914400"/>
                  </a:lnTo>
                  <a:lnTo>
                    <a:pt x="2936748" y="901700"/>
                  </a:lnTo>
                  <a:close/>
                </a:path>
                <a:path w="4954905" h="4953000">
                  <a:moveTo>
                    <a:pt x="2930652" y="889000"/>
                  </a:moveTo>
                  <a:lnTo>
                    <a:pt x="2901696" y="889000"/>
                  </a:lnTo>
                  <a:lnTo>
                    <a:pt x="2901696" y="901700"/>
                  </a:lnTo>
                  <a:lnTo>
                    <a:pt x="2930652" y="901700"/>
                  </a:lnTo>
                  <a:lnTo>
                    <a:pt x="2930652" y="889000"/>
                  </a:lnTo>
                  <a:close/>
                </a:path>
                <a:path w="4954905" h="4953000">
                  <a:moveTo>
                    <a:pt x="2924555" y="876300"/>
                  </a:moveTo>
                  <a:lnTo>
                    <a:pt x="2895600" y="876300"/>
                  </a:lnTo>
                  <a:lnTo>
                    <a:pt x="2895600" y="889000"/>
                  </a:lnTo>
                  <a:lnTo>
                    <a:pt x="2924555" y="889000"/>
                  </a:lnTo>
                  <a:lnTo>
                    <a:pt x="2924555" y="876300"/>
                  </a:lnTo>
                  <a:close/>
                </a:path>
                <a:path w="4954905" h="4953000">
                  <a:moveTo>
                    <a:pt x="2916936" y="863600"/>
                  </a:moveTo>
                  <a:lnTo>
                    <a:pt x="2889504" y="863600"/>
                  </a:lnTo>
                  <a:lnTo>
                    <a:pt x="2889504" y="876300"/>
                  </a:lnTo>
                  <a:lnTo>
                    <a:pt x="2916936" y="876300"/>
                  </a:lnTo>
                  <a:lnTo>
                    <a:pt x="2916936" y="863600"/>
                  </a:lnTo>
                  <a:close/>
                </a:path>
                <a:path w="4954905" h="4953000">
                  <a:moveTo>
                    <a:pt x="2910840" y="850900"/>
                  </a:moveTo>
                  <a:lnTo>
                    <a:pt x="2883408" y="850900"/>
                  </a:lnTo>
                  <a:lnTo>
                    <a:pt x="2883408" y="863600"/>
                  </a:lnTo>
                  <a:lnTo>
                    <a:pt x="2910840" y="863600"/>
                  </a:lnTo>
                  <a:lnTo>
                    <a:pt x="2910840" y="850900"/>
                  </a:lnTo>
                  <a:close/>
                </a:path>
                <a:path w="4954905" h="4953000">
                  <a:moveTo>
                    <a:pt x="2904743" y="838200"/>
                  </a:moveTo>
                  <a:lnTo>
                    <a:pt x="2877312" y="838200"/>
                  </a:lnTo>
                  <a:lnTo>
                    <a:pt x="2877312" y="850900"/>
                  </a:lnTo>
                  <a:lnTo>
                    <a:pt x="2904743" y="850900"/>
                  </a:lnTo>
                  <a:lnTo>
                    <a:pt x="2904743" y="838200"/>
                  </a:lnTo>
                  <a:close/>
                </a:path>
                <a:path w="4954905" h="4953000">
                  <a:moveTo>
                    <a:pt x="2898648" y="825500"/>
                  </a:moveTo>
                  <a:lnTo>
                    <a:pt x="2869691" y="825500"/>
                  </a:lnTo>
                  <a:lnTo>
                    <a:pt x="2869691" y="838200"/>
                  </a:lnTo>
                  <a:lnTo>
                    <a:pt x="2898648" y="838200"/>
                  </a:lnTo>
                  <a:lnTo>
                    <a:pt x="2898648" y="825500"/>
                  </a:lnTo>
                  <a:close/>
                </a:path>
                <a:path w="4954905" h="4953000">
                  <a:moveTo>
                    <a:pt x="2892552" y="812800"/>
                  </a:moveTo>
                  <a:lnTo>
                    <a:pt x="2863596" y="812800"/>
                  </a:lnTo>
                  <a:lnTo>
                    <a:pt x="2863596" y="825500"/>
                  </a:lnTo>
                  <a:lnTo>
                    <a:pt x="2892552" y="825500"/>
                  </a:lnTo>
                  <a:lnTo>
                    <a:pt x="2892552" y="812800"/>
                  </a:lnTo>
                  <a:close/>
                </a:path>
                <a:path w="4954905" h="4953000">
                  <a:moveTo>
                    <a:pt x="2886455" y="800100"/>
                  </a:moveTo>
                  <a:lnTo>
                    <a:pt x="2857500" y="800100"/>
                  </a:lnTo>
                  <a:lnTo>
                    <a:pt x="2857500" y="812800"/>
                  </a:lnTo>
                  <a:lnTo>
                    <a:pt x="2886455" y="812800"/>
                  </a:lnTo>
                  <a:lnTo>
                    <a:pt x="2886455" y="800100"/>
                  </a:lnTo>
                  <a:close/>
                </a:path>
                <a:path w="4954905" h="4953000">
                  <a:moveTo>
                    <a:pt x="2878836" y="787400"/>
                  </a:moveTo>
                  <a:lnTo>
                    <a:pt x="2851404" y="787400"/>
                  </a:lnTo>
                  <a:lnTo>
                    <a:pt x="2851404" y="800100"/>
                  </a:lnTo>
                  <a:lnTo>
                    <a:pt x="2878836" y="800100"/>
                  </a:lnTo>
                  <a:lnTo>
                    <a:pt x="2878836" y="787400"/>
                  </a:lnTo>
                  <a:close/>
                </a:path>
                <a:path w="4954905" h="4953000">
                  <a:moveTo>
                    <a:pt x="2872740" y="774700"/>
                  </a:moveTo>
                  <a:lnTo>
                    <a:pt x="2845308" y="774700"/>
                  </a:lnTo>
                  <a:lnTo>
                    <a:pt x="2845308" y="787400"/>
                  </a:lnTo>
                  <a:lnTo>
                    <a:pt x="2872740" y="787400"/>
                  </a:lnTo>
                  <a:lnTo>
                    <a:pt x="2872740" y="774700"/>
                  </a:lnTo>
                  <a:close/>
                </a:path>
                <a:path w="4954905" h="4953000">
                  <a:moveTo>
                    <a:pt x="2866643" y="762000"/>
                  </a:moveTo>
                  <a:lnTo>
                    <a:pt x="2839212" y="762000"/>
                  </a:lnTo>
                  <a:lnTo>
                    <a:pt x="2839212" y="774700"/>
                  </a:lnTo>
                  <a:lnTo>
                    <a:pt x="2866643" y="774700"/>
                  </a:lnTo>
                  <a:lnTo>
                    <a:pt x="2866643" y="762000"/>
                  </a:lnTo>
                  <a:close/>
                </a:path>
                <a:path w="4954905" h="4953000">
                  <a:moveTo>
                    <a:pt x="2860548" y="749300"/>
                  </a:moveTo>
                  <a:lnTo>
                    <a:pt x="2831591" y="749300"/>
                  </a:lnTo>
                  <a:lnTo>
                    <a:pt x="2831591" y="762000"/>
                  </a:lnTo>
                  <a:lnTo>
                    <a:pt x="2860548" y="762000"/>
                  </a:lnTo>
                  <a:lnTo>
                    <a:pt x="2860548" y="749300"/>
                  </a:lnTo>
                  <a:close/>
                </a:path>
                <a:path w="4954905" h="4953000">
                  <a:moveTo>
                    <a:pt x="2854452" y="736600"/>
                  </a:moveTo>
                  <a:lnTo>
                    <a:pt x="2825496" y="736600"/>
                  </a:lnTo>
                  <a:lnTo>
                    <a:pt x="2825496" y="749300"/>
                  </a:lnTo>
                  <a:lnTo>
                    <a:pt x="2854452" y="749300"/>
                  </a:lnTo>
                  <a:lnTo>
                    <a:pt x="2854452" y="736600"/>
                  </a:lnTo>
                  <a:close/>
                </a:path>
                <a:path w="4954905" h="4953000">
                  <a:moveTo>
                    <a:pt x="2848355" y="723900"/>
                  </a:moveTo>
                  <a:lnTo>
                    <a:pt x="2819400" y="723900"/>
                  </a:lnTo>
                  <a:lnTo>
                    <a:pt x="2819400" y="736600"/>
                  </a:lnTo>
                  <a:lnTo>
                    <a:pt x="2848355" y="736600"/>
                  </a:lnTo>
                  <a:lnTo>
                    <a:pt x="2848355" y="723900"/>
                  </a:lnTo>
                  <a:close/>
                </a:path>
                <a:path w="4954905" h="4953000">
                  <a:moveTo>
                    <a:pt x="2840736" y="711200"/>
                  </a:moveTo>
                  <a:lnTo>
                    <a:pt x="2813304" y="711200"/>
                  </a:lnTo>
                  <a:lnTo>
                    <a:pt x="2813304" y="723900"/>
                  </a:lnTo>
                  <a:lnTo>
                    <a:pt x="2840736" y="723900"/>
                  </a:lnTo>
                  <a:lnTo>
                    <a:pt x="2840736" y="711200"/>
                  </a:lnTo>
                  <a:close/>
                </a:path>
                <a:path w="4954905" h="4953000">
                  <a:moveTo>
                    <a:pt x="2834640" y="698500"/>
                  </a:moveTo>
                  <a:lnTo>
                    <a:pt x="2807208" y="698500"/>
                  </a:lnTo>
                  <a:lnTo>
                    <a:pt x="2807208" y="711200"/>
                  </a:lnTo>
                  <a:lnTo>
                    <a:pt x="2834640" y="711200"/>
                  </a:lnTo>
                  <a:lnTo>
                    <a:pt x="2834640" y="698500"/>
                  </a:lnTo>
                  <a:close/>
                </a:path>
                <a:path w="4954905" h="4953000">
                  <a:moveTo>
                    <a:pt x="2828543" y="685800"/>
                  </a:moveTo>
                  <a:lnTo>
                    <a:pt x="2801112" y="685800"/>
                  </a:lnTo>
                  <a:lnTo>
                    <a:pt x="2801112" y="698500"/>
                  </a:lnTo>
                  <a:lnTo>
                    <a:pt x="2828543" y="698500"/>
                  </a:lnTo>
                  <a:lnTo>
                    <a:pt x="2828543" y="685800"/>
                  </a:lnTo>
                  <a:close/>
                </a:path>
                <a:path w="4954905" h="4953000">
                  <a:moveTo>
                    <a:pt x="2822448" y="673100"/>
                  </a:moveTo>
                  <a:lnTo>
                    <a:pt x="2793491" y="673100"/>
                  </a:lnTo>
                  <a:lnTo>
                    <a:pt x="2793491" y="685800"/>
                  </a:lnTo>
                  <a:lnTo>
                    <a:pt x="2822448" y="685800"/>
                  </a:lnTo>
                  <a:lnTo>
                    <a:pt x="2822448" y="673100"/>
                  </a:lnTo>
                  <a:close/>
                </a:path>
                <a:path w="4954905" h="4953000">
                  <a:moveTo>
                    <a:pt x="2816352" y="660400"/>
                  </a:moveTo>
                  <a:lnTo>
                    <a:pt x="2787396" y="660400"/>
                  </a:lnTo>
                  <a:lnTo>
                    <a:pt x="2787396" y="673100"/>
                  </a:lnTo>
                  <a:lnTo>
                    <a:pt x="2816352" y="673100"/>
                  </a:lnTo>
                  <a:lnTo>
                    <a:pt x="2816352" y="660400"/>
                  </a:lnTo>
                  <a:close/>
                </a:path>
                <a:path w="4954905" h="4953000">
                  <a:moveTo>
                    <a:pt x="2810255" y="647700"/>
                  </a:moveTo>
                  <a:lnTo>
                    <a:pt x="2781300" y="647700"/>
                  </a:lnTo>
                  <a:lnTo>
                    <a:pt x="2781300" y="660400"/>
                  </a:lnTo>
                  <a:lnTo>
                    <a:pt x="2810255" y="660400"/>
                  </a:lnTo>
                  <a:lnTo>
                    <a:pt x="2810255" y="647700"/>
                  </a:lnTo>
                  <a:close/>
                </a:path>
                <a:path w="4954905" h="4953000">
                  <a:moveTo>
                    <a:pt x="2802636" y="635000"/>
                  </a:moveTo>
                  <a:lnTo>
                    <a:pt x="2775204" y="635000"/>
                  </a:lnTo>
                  <a:lnTo>
                    <a:pt x="2775204" y="647700"/>
                  </a:lnTo>
                  <a:lnTo>
                    <a:pt x="2802636" y="647700"/>
                  </a:lnTo>
                  <a:lnTo>
                    <a:pt x="2802636" y="635000"/>
                  </a:lnTo>
                  <a:close/>
                </a:path>
                <a:path w="4954905" h="4953000">
                  <a:moveTo>
                    <a:pt x="2796540" y="622300"/>
                  </a:moveTo>
                  <a:lnTo>
                    <a:pt x="2769108" y="622300"/>
                  </a:lnTo>
                  <a:lnTo>
                    <a:pt x="2769108" y="635000"/>
                  </a:lnTo>
                  <a:lnTo>
                    <a:pt x="2796540" y="635000"/>
                  </a:lnTo>
                  <a:lnTo>
                    <a:pt x="2796540" y="622300"/>
                  </a:lnTo>
                  <a:close/>
                </a:path>
                <a:path w="4954905" h="4953000">
                  <a:moveTo>
                    <a:pt x="2790443" y="609600"/>
                  </a:moveTo>
                  <a:lnTo>
                    <a:pt x="2763012" y="609600"/>
                  </a:lnTo>
                  <a:lnTo>
                    <a:pt x="2763012" y="622300"/>
                  </a:lnTo>
                  <a:lnTo>
                    <a:pt x="2790443" y="622300"/>
                  </a:lnTo>
                  <a:lnTo>
                    <a:pt x="2790443" y="609600"/>
                  </a:lnTo>
                  <a:close/>
                </a:path>
                <a:path w="4954905" h="4953000">
                  <a:moveTo>
                    <a:pt x="2784348" y="596900"/>
                  </a:moveTo>
                  <a:lnTo>
                    <a:pt x="2755391" y="596900"/>
                  </a:lnTo>
                  <a:lnTo>
                    <a:pt x="2755391" y="609600"/>
                  </a:lnTo>
                  <a:lnTo>
                    <a:pt x="2784348" y="609600"/>
                  </a:lnTo>
                  <a:lnTo>
                    <a:pt x="2784348" y="596900"/>
                  </a:lnTo>
                  <a:close/>
                </a:path>
                <a:path w="4954905" h="4953000">
                  <a:moveTo>
                    <a:pt x="2778252" y="584200"/>
                  </a:moveTo>
                  <a:lnTo>
                    <a:pt x="2749296" y="584200"/>
                  </a:lnTo>
                  <a:lnTo>
                    <a:pt x="2749296" y="596900"/>
                  </a:lnTo>
                  <a:lnTo>
                    <a:pt x="2778252" y="596900"/>
                  </a:lnTo>
                  <a:lnTo>
                    <a:pt x="2778252" y="584200"/>
                  </a:lnTo>
                  <a:close/>
                </a:path>
                <a:path w="4954905" h="4953000">
                  <a:moveTo>
                    <a:pt x="2772155" y="571500"/>
                  </a:moveTo>
                  <a:lnTo>
                    <a:pt x="2743200" y="571500"/>
                  </a:lnTo>
                  <a:lnTo>
                    <a:pt x="2743200" y="584200"/>
                  </a:lnTo>
                  <a:lnTo>
                    <a:pt x="2772155" y="584200"/>
                  </a:lnTo>
                  <a:lnTo>
                    <a:pt x="2772155" y="571500"/>
                  </a:lnTo>
                  <a:close/>
                </a:path>
                <a:path w="4954905" h="4953000">
                  <a:moveTo>
                    <a:pt x="2764536" y="558800"/>
                  </a:moveTo>
                  <a:lnTo>
                    <a:pt x="2737104" y="558800"/>
                  </a:lnTo>
                  <a:lnTo>
                    <a:pt x="2737104" y="571500"/>
                  </a:lnTo>
                  <a:lnTo>
                    <a:pt x="2764536" y="571500"/>
                  </a:lnTo>
                  <a:lnTo>
                    <a:pt x="2764536" y="558800"/>
                  </a:lnTo>
                  <a:close/>
                </a:path>
                <a:path w="4954905" h="4953000">
                  <a:moveTo>
                    <a:pt x="2758440" y="546100"/>
                  </a:moveTo>
                  <a:lnTo>
                    <a:pt x="2731008" y="546100"/>
                  </a:lnTo>
                  <a:lnTo>
                    <a:pt x="2731008" y="558800"/>
                  </a:lnTo>
                  <a:lnTo>
                    <a:pt x="2758440" y="558800"/>
                  </a:lnTo>
                  <a:lnTo>
                    <a:pt x="2758440" y="546100"/>
                  </a:lnTo>
                  <a:close/>
                </a:path>
                <a:path w="4954905" h="4953000">
                  <a:moveTo>
                    <a:pt x="2752343" y="533400"/>
                  </a:moveTo>
                  <a:lnTo>
                    <a:pt x="2724912" y="533400"/>
                  </a:lnTo>
                  <a:lnTo>
                    <a:pt x="2724912" y="546100"/>
                  </a:lnTo>
                  <a:lnTo>
                    <a:pt x="2752343" y="546100"/>
                  </a:lnTo>
                  <a:lnTo>
                    <a:pt x="2752343" y="533400"/>
                  </a:lnTo>
                  <a:close/>
                </a:path>
                <a:path w="4954905" h="4953000">
                  <a:moveTo>
                    <a:pt x="2746248" y="520700"/>
                  </a:moveTo>
                  <a:lnTo>
                    <a:pt x="2717291" y="520700"/>
                  </a:lnTo>
                  <a:lnTo>
                    <a:pt x="2717291" y="533400"/>
                  </a:lnTo>
                  <a:lnTo>
                    <a:pt x="2746248" y="533400"/>
                  </a:lnTo>
                  <a:lnTo>
                    <a:pt x="2746248" y="520700"/>
                  </a:lnTo>
                  <a:close/>
                </a:path>
                <a:path w="4954905" h="4953000">
                  <a:moveTo>
                    <a:pt x="2740152" y="508000"/>
                  </a:moveTo>
                  <a:lnTo>
                    <a:pt x="2711196" y="508000"/>
                  </a:lnTo>
                  <a:lnTo>
                    <a:pt x="2711196" y="520700"/>
                  </a:lnTo>
                  <a:lnTo>
                    <a:pt x="2740152" y="520700"/>
                  </a:lnTo>
                  <a:lnTo>
                    <a:pt x="2740152" y="508000"/>
                  </a:lnTo>
                  <a:close/>
                </a:path>
                <a:path w="4954905" h="4953000">
                  <a:moveTo>
                    <a:pt x="2734055" y="495300"/>
                  </a:moveTo>
                  <a:lnTo>
                    <a:pt x="2705100" y="495300"/>
                  </a:lnTo>
                  <a:lnTo>
                    <a:pt x="2705100" y="508000"/>
                  </a:lnTo>
                  <a:lnTo>
                    <a:pt x="2734055" y="508000"/>
                  </a:lnTo>
                  <a:lnTo>
                    <a:pt x="2734055" y="495300"/>
                  </a:lnTo>
                  <a:close/>
                </a:path>
                <a:path w="4954905" h="4953000">
                  <a:moveTo>
                    <a:pt x="2726436" y="482600"/>
                  </a:moveTo>
                  <a:lnTo>
                    <a:pt x="2699004" y="482600"/>
                  </a:lnTo>
                  <a:lnTo>
                    <a:pt x="2699004" y="495300"/>
                  </a:lnTo>
                  <a:lnTo>
                    <a:pt x="2726436" y="495300"/>
                  </a:lnTo>
                  <a:lnTo>
                    <a:pt x="2726436" y="482600"/>
                  </a:lnTo>
                  <a:close/>
                </a:path>
                <a:path w="4954905" h="4953000">
                  <a:moveTo>
                    <a:pt x="2720340" y="469900"/>
                  </a:moveTo>
                  <a:lnTo>
                    <a:pt x="2692908" y="469900"/>
                  </a:lnTo>
                  <a:lnTo>
                    <a:pt x="2692908" y="482600"/>
                  </a:lnTo>
                  <a:lnTo>
                    <a:pt x="2720340" y="482600"/>
                  </a:lnTo>
                  <a:lnTo>
                    <a:pt x="2720340" y="469900"/>
                  </a:lnTo>
                  <a:close/>
                </a:path>
                <a:path w="4954905" h="4953000">
                  <a:moveTo>
                    <a:pt x="2714243" y="457200"/>
                  </a:moveTo>
                  <a:lnTo>
                    <a:pt x="2686812" y="457200"/>
                  </a:lnTo>
                  <a:lnTo>
                    <a:pt x="2686812" y="469900"/>
                  </a:lnTo>
                  <a:lnTo>
                    <a:pt x="2714243" y="469900"/>
                  </a:lnTo>
                  <a:lnTo>
                    <a:pt x="2714243" y="457200"/>
                  </a:lnTo>
                  <a:close/>
                </a:path>
                <a:path w="4954905" h="4953000">
                  <a:moveTo>
                    <a:pt x="2708148" y="444500"/>
                  </a:moveTo>
                  <a:lnTo>
                    <a:pt x="2679191" y="444500"/>
                  </a:lnTo>
                  <a:lnTo>
                    <a:pt x="2679191" y="457200"/>
                  </a:lnTo>
                  <a:lnTo>
                    <a:pt x="2708148" y="457200"/>
                  </a:lnTo>
                  <a:lnTo>
                    <a:pt x="2708148" y="444500"/>
                  </a:lnTo>
                  <a:close/>
                </a:path>
                <a:path w="4954905" h="4953000">
                  <a:moveTo>
                    <a:pt x="2702052" y="431800"/>
                  </a:moveTo>
                  <a:lnTo>
                    <a:pt x="2673096" y="431800"/>
                  </a:lnTo>
                  <a:lnTo>
                    <a:pt x="2673096" y="444500"/>
                  </a:lnTo>
                  <a:lnTo>
                    <a:pt x="2702052" y="444500"/>
                  </a:lnTo>
                  <a:lnTo>
                    <a:pt x="2702052" y="431800"/>
                  </a:lnTo>
                  <a:close/>
                </a:path>
                <a:path w="4954905" h="4953000">
                  <a:moveTo>
                    <a:pt x="2695955" y="419100"/>
                  </a:moveTo>
                  <a:lnTo>
                    <a:pt x="2667000" y="419100"/>
                  </a:lnTo>
                  <a:lnTo>
                    <a:pt x="2667000" y="431800"/>
                  </a:lnTo>
                  <a:lnTo>
                    <a:pt x="2695955" y="431800"/>
                  </a:lnTo>
                  <a:lnTo>
                    <a:pt x="2695955" y="419100"/>
                  </a:lnTo>
                  <a:close/>
                </a:path>
                <a:path w="4954905" h="4953000">
                  <a:moveTo>
                    <a:pt x="2688336" y="406400"/>
                  </a:moveTo>
                  <a:lnTo>
                    <a:pt x="2660904" y="406400"/>
                  </a:lnTo>
                  <a:lnTo>
                    <a:pt x="2660904" y="419100"/>
                  </a:lnTo>
                  <a:lnTo>
                    <a:pt x="2688336" y="419100"/>
                  </a:lnTo>
                  <a:lnTo>
                    <a:pt x="2688336" y="406400"/>
                  </a:lnTo>
                  <a:close/>
                </a:path>
                <a:path w="4954905" h="4953000">
                  <a:moveTo>
                    <a:pt x="2682240" y="393700"/>
                  </a:moveTo>
                  <a:lnTo>
                    <a:pt x="2654808" y="393700"/>
                  </a:lnTo>
                  <a:lnTo>
                    <a:pt x="2654808" y="406400"/>
                  </a:lnTo>
                  <a:lnTo>
                    <a:pt x="2682240" y="406400"/>
                  </a:lnTo>
                  <a:lnTo>
                    <a:pt x="2682240" y="393700"/>
                  </a:lnTo>
                  <a:close/>
                </a:path>
                <a:path w="4954905" h="4953000">
                  <a:moveTo>
                    <a:pt x="2676143" y="381000"/>
                  </a:moveTo>
                  <a:lnTo>
                    <a:pt x="2648712" y="381000"/>
                  </a:lnTo>
                  <a:lnTo>
                    <a:pt x="2648712" y="393700"/>
                  </a:lnTo>
                  <a:lnTo>
                    <a:pt x="2676143" y="393700"/>
                  </a:lnTo>
                  <a:lnTo>
                    <a:pt x="2676143" y="381000"/>
                  </a:lnTo>
                  <a:close/>
                </a:path>
                <a:path w="4954905" h="4953000">
                  <a:moveTo>
                    <a:pt x="2670048" y="368300"/>
                  </a:moveTo>
                  <a:lnTo>
                    <a:pt x="2641091" y="368300"/>
                  </a:lnTo>
                  <a:lnTo>
                    <a:pt x="2641091" y="381000"/>
                  </a:lnTo>
                  <a:lnTo>
                    <a:pt x="2670048" y="381000"/>
                  </a:lnTo>
                  <a:lnTo>
                    <a:pt x="2670048" y="368300"/>
                  </a:lnTo>
                  <a:close/>
                </a:path>
                <a:path w="4954905" h="4953000">
                  <a:moveTo>
                    <a:pt x="2663952" y="355600"/>
                  </a:moveTo>
                  <a:lnTo>
                    <a:pt x="2634996" y="355600"/>
                  </a:lnTo>
                  <a:lnTo>
                    <a:pt x="2634996" y="368300"/>
                  </a:lnTo>
                  <a:lnTo>
                    <a:pt x="2663952" y="368300"/>
                  </a:lnTo>
                  <a:lnTo>
                    <a:pt x="2663952" y="355600"/>
                  </a:lnTo>
                  <a:close/>
                </a:path>
                <a:path w="4954905" h="4953000">
                  <a:moveTo>
                    <a:pt x="2657855" y="342900"/>
                  </a:moveTo>
                  <a:lnTo>
                    <a:pt x="2628900" y="342900"/>
                  </a:lnTo>
                  <a:lnTo>
                    <a:pt x="2628900" y="355600"/>
                  </a:lnTo>
                  <a:lnTo>
                    <a:pt x="2657855" y="355600"/>
                  </a:lnTo>
                  <a:lnTo>
                    <a:pt x="2657855" y="342900"/>
                  </a:lnTo>
                  <a:close/>
                </a:path>
                <a:path w="4954905" h="4953000">
                  <a:moveTo>
                    <a:pt x="2650236" y="330200"/>
                  </a:moveTo>
                  <a:lnTo>
                    <a:pt x="2622804" y="330200"/>
                  </a:lnTo>
                  <a:lnTo>
                    <a:pt x="2622804" y="342900"/>
                  </a:lnTo>
                  <a:lnTo>
                    <a:pt x="2650236" y="342900"/>
                  </a:lnTo>
                  <a:lnTo>
                    <a:pt x="2650236" y="330200"/>
                  </a:lnTo>
                  <a:close/>
                </a:path>
                <a:path w="4954905" h="4953000">
                  <a:moveTo>
                    <a:pt x="2644140" y="317500"/>
                  </a:moveTo>
                  <a:lnTo>
                    <a:pt x="2616708" y="317500"/>
                  </a:lnTo>
                  <a:lnTo>
                    <a:pt x="2616708" y="330200"/>
                  </a:lnTo>
                  <a:lnTo>
                    <a:pt x="2644140" y="330200"/>
                  </a:lnTo>
                  <a:lnTo>
                    <a:pt x="2644140" y="317500"/>
                  </a:lnTo>
                  <a:close/>
                </a:path>
                <a:path w="4954905" h="4953000">
                  <a:moveTo>
                    <a:pt x="2638043" y="304800"/>
                  </a:moveTo>
                  <a:lnTo>
                    <a:pt x="2610612" y="304800"/>
                  </a:lnTo>
                  <a:lnTo>
                    <a:pt x="2610612" y="317500"/>
                  </a:lnTo>
                  <a:lnTo>
                    <a:pt x="2638043" y="317500"/>
                  </a:lnTo>
                  <a:lnTo>
                    <a:pt x="2638043" y="304800"/>
                  </a:lnTo>
                  <a:close/>
                </a:path>
                <a:path w="4954905" h="4953000">
                  <a:moveTo>
                    <a:pt x="2631948" y="292100"/>
                  </a:moveTo>
                  <a:lnTo>
                    <a:pt x="2602991" y="292100"/>
                  </a:lnTo>
                  <a:lnTo>
                    <a:pt x="2602991" y="304800"/>
                  </a:lnTo>
                  <a:lnTo>
                    <a:pt x="2631948" y="304800"/>
                  </a:lnTo>
                  <a:lnTo>
                    <a:pt x="2631948" y="292100"/>
                  </a:lnTo>
                  <a:close/>
                </a:path>
                <a:path w="4954905" h="4953000">
                  <a:moveTo>
                    <a:pt x="2625852" y="279400"/>
                  </a:moveTo>
                  <a:lnTo>
                    <a:pt x="2596896" y="279400"/>
                  </a:lnTo>
                  <a:lnTo>
                    <a:pt x="2596896" y="292100"/>
                  </a:lnTo>
                  <a:lnTo>
                    <a:pt x="2625852" y="292100"/>
                  </a:lnTo>
                  <a:lnTo>
                    <a:pt x="2625852" y="279400"/>
                  </a:lnTo>
                  <a:close/>
                </a:path>
                <a:path w="4954905" h="4953000">
                  <a:moveTo>
                    <a:pt x="2619755" y="266700"/>
                  </a:moveTo>
                  <a:lnTo>
                    <a:pt x="2590800" y="266700"/>
                  </a:lnTo>
                  <a:lnTo>
                    <a:pt x="2590800" y="279400"/>
                  </a:lnTo>
                  <a:lnTo>
                    <a:pt x="2619755" y="279400"/>
                  </a:lnTo>
                  <a:lnTo>
                    <a:pt x="2619755" y="266700"/>
                  </a:lnTo>
                  <a:close/>
                </a:path>
                <a:path w="4954905" h="4953000">
                  <a:moveTo>
                    <a:pt x="2612136" y="254000"/>
                  </a:moveTo>
                  <a:lnTo>
                    <a:pt x="2584704" y="254000"/>
                  </a:lnTo>
                  <a:lnTo>
                    <a:pt x="2584704" y="266700"/>
                  </a:lnTo>
                  <a:lnTo>
                    <a:pt x="2612136" y="266700"/>
                  </a:lnTo>
                  <a:lnTo>
                    <a:pt x="2612136" y="254000"/>
                  </a:lnTo>
                  <a:close/>
                </a:path>
                <a:path w="4954905" h="4953000">
                  <a:moveTo>
                    <a:pt x="2606040" y="241300"/>
                  </a:moveTo>
                  <a:lnTo>
                    <a:pt x="2578608" y="241300"/>
                  </a:lnTo>
                  <a:lnTo>
                    <a:pt x="2578608" y="254000"/>
                  </a:lnTo>
                  <a:lnTo>
                    <a:pt x="2606040" y="254000"/>
                  </a:lnTo>
                  <a:lnTo>
                    <a:pt x="2606040" y="241300"/>
                  </a:lnTo>
                  <a:close/>
                </a:path>
                <a:path w="4954905" h="4953000">
                  <a:moveTo>
                    <a:pt x="2599943" y="228600"/>
                  </a:moveTo>
                  <a:lnTo>
                    <a:pt x="2572512" y="228600"/>
                  </a:lnTo>
                  <a:lnTo>
                    <a:pt x="2572512" y="241300"/>
                  </a:lnTo>
                  <a:lnTo>
                    <a:pt x="2599943" y="241300"/>
                  </a:lnTo>
                  <a:lnTo>
                    <a:pt x="2599943" y="228600"/>
                  </a:lnTo>
                  <a:close/>
                </a:path>
                <a:path w="4954905" h="4953000">
                  <a:moveTo>
                    <a:pt x="2593848" y="215900"/>
                  </a:moveTo>
                  <a:lnTo>
                    <a:pt x="2564891" y="215900"/>
                  </a:lnTo>
                  <a:lnTo>
                    <a:pt x="2564891" y="228600"/>
                  </a:lnTo>
                  <a:lnTo>
                    <a:pt x="2593848" y="228600"/>
                  </a:lnTo>
                  <a:lnTo>
                    <a:pt x="2593848" y="215900"/>
                  </a:lnTo>
                  <a:close/>
                </a:path>
                <a:path w="4954905" h="4953000">
                  <a:moveTo>
                    <a:pt x="2587752" y="203200"/>
                  </a:moveTo>
                  <a:lnTo>
                    <a:pt x="2558796" y="203200"/>
                  </a:lnTo>
                  <a:lnTo>
                    <a:pt x="2558796" y="215900"/>
                  </a:lnTo>
                  <a:lnTo>
                    <a:pt x="2587752" y="215900"/>
                  </a:lnTo>
                  <a:lnTo>
                    <a:pt x="2587752" y="203200"/>
                  </a:lnTo>
                  <a:close/>
                </a:path>
                <a:path w="4954905" h="4953000">
                  <a:moveTo>
                    <a:pt x="2581655" y="190500"/>
                  </a:moveTo>
                  <a:lnTo>
                    <a:pt x="2552700" y="190500"/>
                  </a:lnTo>
                  <a:lnTo>
                    <a:pt x="2552700" y="203200"/>
                  </a:lnTo>
                  <a:lnTo>
                    <a:pt x="2581655" y="203200"/>
                  </a:lnTo>
                  <a:lnTo>
                    <a:pt x="2581655" y="190500"/>
                  </a:lnTo>
                  <a:close/>
                </a:path>
                <a:path w="4954905" h="4953000">
                  <a:moveTo>
                    <a:pt x="2574036" y="177800"/>
                  </a:moveTo>
                  <a:lnTo>
                    <a:pt x="2546604" y="177800"/>
                  </a:lnTo>
                  <a:lnTo>
                    <a:pt x="2546604" y="190500"/>
                  </a:lnTo>
                  <a:lnTo>
                    <a:pt x="2574036" y="190500"/>
                  </a:lnTo>
                  <a:lnTo>
                    <a:pt x="2574036" y="177800"/>
                  </a:lnTo>
                  <a:close/>
                </a:path>
                <a:path w="4954905" h="4953000">
                  <a:moveTo>
                    <a:pt x="2567940" y="165100"/>
                  </a:moveTo>
                  <a:lnTo>
                    <a:pt x="2540508" y="165100"/>
                  </a:lnTo>
                  <a:lnTo>
                    <a:pt x="2540508" y="177800"/>
                  </a:lnTo>
                  <a:lnTo>
                    <a:pt x="2567940" y="177800"/>
                  </a:lnTo>
                  <a:lnTo>
                    <a:pt x="2567940" y="165100"/>
                  </a:lnTo>
                  <a:close/>
                </a:path>
                <a:path w="4954905" h="4953000">
                  <a:moveTo>
                    <a:pt x="2561843" y="152400"/>
                  </a:moveTo>
                  <a:lnTo>
                    <a:pt x="2534412" y="152400"/>
                  </a:lnTo>
                  <a:lnTo>
                    <a:pt x="2534412" y="165100"/>
                  </a:lnTo>
                  <a:lnTo>
                    <a:pt x="2561843" y="165100"/>
                  </a:lnTo>
                  <a:lnTo>
                    <a:pt x="2561843" y="152400"/>
                  </a:lnTo>
                  <a:close/>
                </a:path>
                <a:path w="4954905" h="4953000">
                  <a:moveTo>
                    <a:pt x="2555748" y="139700"/>
                  </a:moveTo>
                  <a:lnTo>
                    <a:pt x="2526791" y="139700"/>
                  </a:lnTo>
                  <a:lnTo>
                    <a:pt x="2526791" y="152400"/>
                  </a:lnTo>
                  <a:lnTo>
                    <a:pt x="2555748" y="152400"/>
                  </a:lnTo>
                  <a:lnTo>
                    <a:pt x="2555748" y="139700"/>
                  </a:lnTo>
                  <a:close/>
                </a:path>
                <a:path w="4954905" h="4953000">
                  <a:moveTo>
                    <a:pt x="2549652" y="127000"/>
                  </a:moveTo>
                  <a:lnTo>
                    <a:pt x="2520696" y="127000"/>
                  </a:lnTo>
                  <a:lnTo>
                    <a:pt x="2520696" y="139700"/>
                  </a:lnTo>
                  <a:lnTo>
                    <a:pt x="2549652" y="139700"/>
                  </a:lnTo>
                  <a:lnTo>
                    <a:pt x="2549652" y="127000"/>
                  </a:lnTo>
                  <a:close/>
                </a:path>
                <a:path w="4954905" h="4953000">
                  <a:moveTo>
                    <a:pt x="2543555" y="114300"/>
                  </a:moveTo>
                  <a:lnTo>
                    <a:pt x="2514600" y="114300"/>
                  </a:lnTo>
                  <a:lnTo>
                    <a:pt x="2514600" y="127000"/>
                  </a:lnTo>
                  <a:lnTo>
                    <a:pt x="2543555" y="127000"/>
                  </a:lnTo>
                  <a:lnTo>
                    <a:pt x="2543555" y="114300"/>
                  </a:lnTo>
                  <a:close/>
                </a:path>
                <a:path w="4954905" h="4953000">
                  <a:moveTo>
                    <a:pt x="2535936" y="101600"/>
                  </a:moveTo>
                  <a:lnTo>
                    <a:pt x="2508504" y="101600"/>
                  </a:lnTo>
                  <a:lnTo>
                    <a:pt x="2508504" y="114300"/>
                  </a:lnTo>
                  <a:lnTo>
                    <a:pt x="2535936" y="114300"/>
                  </a:lnTo>
                  <a:lnTo>
                    <a:pt x="2535936" y="101600"/>
                  </a:lnTo>
                  <a:close/>
                </a:path>
                <a:path w="4954905" h="4953000">
                  <a:moveTo>
                    <a:pt x="2529840" y="88900"/>
                  </a:moveTo>
                  <a:lnTo>
                    <a:pt x="2502408" y="88900"/>
                  </a:lnTo>
                  <a:lnTo>
                    <a:pt x="2502408" y="101600"/>
                  </a:lnTo>
                  <a:lnTo>
                    <a:pt x="2529840" y="101600"/>
                  </a:lnTo>
                  <a:lnTo>
                    <a:pt x="2529840" y="88900"/>
                  </a:lnTo>
                  <a:close/>
                </a:path>
                <a:path w="4954905" h="4953000">
                  <a:moveTo>
                    <a:pt x="2523743" y="76200"/>
                  </a:moveTo>
                  <a:lnTo>
                    <a:pt x="2496312" y="76200"/>
                  </a:lnTo>
                  <a:lnTo>
                    <a:pt x="2496312" y="88900"/>
                  </a:lnTo>
                  <a:lnTo>
                    <a:pt x="2523743" y="88900"/>
                  </a:lnTo>
                  <a:lnTo>
                    <a:pt x="2523743" y="76200"/>
                  </a:lnTo>
                  <a:close/>
                </a:path>
                <a:path w="4954905" h="4953000">
                  <a:moveTo>
                    <a:pt x="2517648" y="63500"/>
                  </a:moveTo>
                  <a:lnTo>
                    <a:pt x="2488691" y="63500"/>
                  </a:lnTo>
                  <a:lnTo>
                    <a:pt x="2488691" y="76200"/>
                  </a:lnTo>
                  <a:lnTo>
                    <a:pt x="2517648" y="76200"/>
                  </a:lnTo>
                  <a:lnTo>
                    <a:pt x="2517648" y="63500"/>
                  </a:lnTo>
                  <a:close/>
                </a:path>
                <a:path w="4954905" h="4953000">
                  <a:moveTo>
                    <a:pt x="2511552" y="50800"/>
                  </a:moveTo>
                  <a:lnTo>
                    <a:pt x="2482596" y="50800"/>
                  </a:lnTo>
                  <a:lnTo>
                    <a:pt x="2482596" y="63500"/>
                  </a:lnTo>
                  <a:lnTo>
                    <a:pt x="2511552" y="63500"/>
                  </a:lnTo>
                  <a:lnTo>
                    <a:pt x="2511552" y="50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3675" y="2147443"/>
              <a:ext cx="5762625" cy="1165860"/>
            </a:xfrm>
            <a:custGeom>
              <a:avLst/>
              <a:gdLst/>
              <a:ahLst/>
              <a:cxnLst/>
              <a:rect l="l" t="t" r="r" b="b"/>
              <a:pathLst>
                <a:path w="5762625" h="1165860">
                  <a:moveTo>
                    <a:pt x="5568696" y="0"/>
                  </a:moveTo>
                  <a:lnTo>
                    <a:pt x="193548" y="0"/>
                  </a:lnTo>
                  <a:lnTo>
                    <a:pt x="149236" y="5122"/>
                  </a:lnTo>
                  <a:lnTo>
                    <a:pt x="108523" y="19709"/>
                  </a:lnTo>
                  <a:lnTo>
                    <a:pt x="72583" y="42587"/>
                  </a:lnTo>
                  <a:lnTo>
                    <a:pt x="42587" y="72583"/>
                  </a:lnTo>
                  <a:lnTo>
                    <a:pt x="19709" y="108523"/>
                  </a:lnTo>
                  <a:lnTo>
                    <a:pt x="5122" y="149236"/>
                  </a:lnTo>
                  <a:lnTo>
                    <a:pt x="0" y="193548"/>
                  </a:lnTo>
                  <a:lnTo>
                    <a:pt x="0" y="972312"/>
                  </a:lnTo>
                  <a:lnTo>
                    <a:pt x="5122" y="1016623"/>
                  </a:lnTo>
                  <a:lnTo>
                    <a:pt x="19709" y="1057336"/>
                  </a:lnTo>
                  <a:lnTo>
                    <a:pt x="42587" y="1093276"/>
                  </a:lnTo>
                  <a:lnTo>
                    <a:pt x="72583" y="1123272"/>
                  </a:lnTo>
                  <a:lnTo>
                    <a:pt x="108523" y="1146150"/>
                  </a:lnTo>
                  <a:lnTo>
                    <a:pt x="149236" y="1160737"/>
                  </a:lnTo>
                  <a:lnTo>
                    <a:pt x="193548" y="1165860"/>
                  </a:lnTo>
                  <a:lnTo>
                    <a:pt x="5568696" y="1165860"/>
                  </a:lnTo>
                  <a:lnTo>
                    <a:pt x="5613007" y="1160737"/>
                  </a:lnTo>
                  <a:lnTo>
                    <a:pt x="5653720" y="1146150"/>
                  </a:lnTo>
                  <a:lnTo>
                    <a:pt x="5689660" y="1123272"/>
                  </a:lnTo>
                  <a:lnTo>
                    <a:pt x="5719656" y="1093276"/>
                  </a:lnTo>
                  <a:lnTo>
                    <a:pt x="5742534" y="1057336"/>
                  </a:lnTo>
                  <a:lnTo>
                    <a:pt x="5757121" y="1016623"/>
                  </a:lnTo>
                  <a:lnTo>
                    <a:pt x="5762244" y="972312"/>
                  </a:lnTo>
                  <a:lnTo>
                    <a:pt x="5762244" y="193548"/>
                  </a:lnTo>
                  <a:lnTo>
                    <a:pt x="5757121" y="149236"/>
                  </a:lnTo>
                  <a:lnTo>
                    <a:pt x="5742534" y="108523"/>
                  </a:lnTo>
                  <a:lnTo>
                    <a:pt x="5719656" y="72583"/>
                  </a:lnTo>
                  <a:lnTo>
                    <a:pt x="5689660" y="42587"/>
                  </a:lnTo>
                  <a:lnTo>
                    <a:pt x="5653720" y="19709"/>
                  </a:lnTo>
                  <a:lnTo>
                    <a:pt x="5613007" y="5122"/>
                  </a:lnTo>
                  <a:lnTo>
                    <a:pt x="5568696" y="0"/>
                  </a:lnTo>
                  <a:close/>
                </a:path>
              </a:pathLst>
            </a:custGeom>
            <a:solidFill>
              <a:srgbClr val="FFFFFF">
                <a:alpha val="9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21483" y="2135632"/>
              <a:ext cx="5788660" cy="1191260"/>
            </a:xfrm>
            <a:custGeom>
              <a:avLst/>
              <a:gdLst/>
              <a:ahLst/>
              <a:cxnLst/>
              <a:rect l="l" t="t" r="r" b="b"/>
              <a:pathLst>
                <a:path w="5788659" h="1191260">
                  <a:moveTo>
                    <a:pt x="79248" y="1115060"/>
                  </a:moveTo>
                  <a:lnTo>
                    <a:pt x="45720" y="1115060"/>
                  </a:lnTo>
                  <a:lnTo>
                    <a:pt x="47243" y="1116330"/>
                  </a:lnTo>
                  <a:lnTo>
                    <a:pt x="47243" y="1120139"/>
                  </a:lnTo>
                  <a:lnTo>
                    <a:pt x="48768" y="1120139"/>
                  </a:lnTo>
                  <a:lnTo>
                    <a:pt x="74676" y="1145539"/>
                  </a:lnTo>
                  <a:lnTo>
                    <a:pt x="77724" y="1146810"/>
                  </a:lnTo>
                  <a:lnTo>
                    <a:pt x="79248" y="1149350"/>
                  </a:lnTo>
                  <a:lnTo>
                    <a:pt x="82296" y="1150620"/>
                  </a:lnTo>
                  <a:lnTo>
                    <a:pt x="85343" y="1153160"/>
                  </a:lnTo>
                  <a:lnTo>
                    <a:pt x="88392" y="1154430"/>
                  </a:lnTo>
                  <a:lnTo>
                    <a:pt x="91440" y="1158239"/>
                  </a:lnTo>
                  <a:lnTo>
                    <a:pt x="97536" y="1160780"/>
                  </a:lnTo>
                  <a:lnTo>
                    <a:pt x="103632" y="1165860"/>
                  </a:lnTo>
                  <a:lnTo>
                    <a:pt x="106680" y="1167130"/>
                  </a:lnTo>
                  <a:lnTo>
                    <a:pt x="108204" y="1168400"/>
                  </a:lnTo>
                  <a:lnTo>
                    <a:pt x="112776" y="1169670"/>
                  </a:lnTo>
                  <a:lnTo>
                    <a:pt x="115824" y="1172210"/>
                  </a:lnTo>
                  <a:lnTo>
                    <a:pt x="120396" y="1173480"/>
                  </a:lnTo>
                  <a:lnTo>
                    <a:pt x="126492" y="1176020"/>
                  </a:lnTo>
                  <a:lnTo>
                    <a:pt x="131064" y="1177289"/>
                  </a:lnTo>
                  <a:lnTo>
                    <a:pt x="134112" y="1179830"/>
                  </a:lnTo>
                  <a:lnTo>
                    <a:pt x="138684" y="1181100"/>
                  </a:lnTo>
                  <a:lnTo>
                    <a:pt x="144780" y="1183639"/>
                  </a:lnTo>
                  <a:lnTo>
                    <a:pt x="152400" y="1184910"/>
                  </a:lnTo>
                  <a:lnTo>
                    <a:pt x="164592" y="1188720"/>
                  </a:lnTo>
                  <a:lnTo>
                    <a:pt x="185928" y="1191260"/>
                  </a:lnTo>
                  <a:lnTo>
                    <a:pt x="5602224" y="1191260"/>
                  </a:lnTo>
                  <a:lnTo>
                    <a:pt x="5623560" y="1188720"/>
                  </a:lnTo>
                  <a:lnTo>
                    <a:pt x="5629656" y="1187450"/>
                  </a:lnTo>
                  <a:lnTo>
                    <a:pt x="5661660" y="1176020"/>
                  </a:lnTo>
                  <a:lnTo>
                    <a:pt x="5680625" y="1167130"/>
                  </a:lnTo>
                  <a:lnTo>
                    <a:pt x="5599176" y="1167130"/>
                  </a:lnTo>
                  <a:lnTo>
                    <a:pt x="187452" y="1165860"/>
                  </a:lnTo>
                  <a:lnTo>
                    <a:pt x="169164" y="1164589"/>
                  </a:lnTo>
                  <a:lnTo>
                    <a:pt x="164592" y="1162050"/>
                  </a:lnTo>
                  <a:lnTo>
                    <a:pt x="152400" y="1159510"/>
                  </a:lnTo>
                  <a:lnTo>
                    <a:pt x="149352" y="1158239"/>
                  </a:lnTo>
                  <a:lnTo>
                    <a:pt x="135636" y="1153160"/>
                  </a:lnTo>
                  <a:lnTo>
                    <a:pt x="123443" y="1146810"/>
                  </a:lnTo>
                  <a:lnTo>
                    <a:pt x="118872" y="1145539"/>
                  </a:lnTo>
                  <a:lnTo>
                    <a:pt x="115824" y="1143000"/>
                  </a:lnTo>
                  <a:lnTo>
                    <a:pt x="112776" y="1141730"/>
                  </a:lnTo>
                  <a:lnTo>
                    <a:pt x="111252" y="1139189"/>
                  </a:lnTo>
                  <a:lnTo>
                    <a:pt x="108204" y="1137920"/>
                  </a:lnTo>
                  <a:lnTo>
                    <a:pt x="106680" y="1136650"/>
                  </a:lnTo>
                  <a:lnTo>
                    <a:pt x="103632" y="1135380"/>
                  </a:lnTo>
                  <a:lnTo>
                    <a:pt x="97536" y="1130300"/>
                  </a:lnTo>
                  <a:lnTo>
                    <a:pt x="94488" y="1129030"/>
                  </a:lnTo>
                  <a:lnTo>
                    <a:pt x="92964" y="1127760"/>
                  </a:lnTo>
                  <a:lnTo>
                    <a:pt x="89916" y="1126489"/>
                  </a:lnTo>
                  <a:lnTo>
                    <a:pt x="79248" y="1115060"/>
                  </a:lnTo>
                  <a:close/>
                </a:path>
                <a:path w="5788659" h="1191260">
                  <a:moveTo>
                    <a:pt x="5785104" y="167640"/>
                  </a:moveTo>
                  <a:lnTo>
                    <a:pt x="5759196" y="167640"/>
                  </a:lnTo>
                  <a:lnTo>
                    <a:pt x="5759196" y="173990"/>
                  </a:lnTo>
                  <a:lnTo>
                    <a:pt x="5760720" y="173990"/>
                  </a:lnTo>
                  <a:lnTo>
                    <a:pt x="5760720" y="191770"/>
                  </a:lnTo>
                  <a:lnTo>
                    <a:pt x="5762244" y="191770"/>
                  </a:lnTo>
                  <a:lnTo>
                    <a:pt x="5760755" y="985520"/>
                  </a:lnTo>
                  <a:lnTo>
                    <a:pt x="5753100" y="1040130"/>
                  </a:lnTo>
                  <a:lnTo>
                    <a:pt x="5736336" y="1078230"/>
                  </a:lnTo>
                  <a:lnTo>
                    <a:pt x="5725668" y="1093470"/>
                  </a:lnTo>
                  <a:lnTo>
                    <a:pt x="5724144" y="1097280"/>
                  </a:lnTo>
                  <a:lnTo>
                    <a:pt x="5719572" y="1101089"/>
                  </a:lnTo>
                  <a:lnTo>
                    <a:pt x="5718048" y="1104900"/>
                  </a:lnTo>
                  <a:lnTo>
                    <a:pt x="5698236" y="1123950"/>
                  </a:lnTo>
                  <a:lnTo>
                    <a:pt x="5690616" y="1130300"/>
                  </a:lnTo>
                  <a:lnTo>
                    <a:pt x="5687568" y="1131570"/>
                  </a:lnTo>
                  <a:lnTo>
                    <a:pt x="5684520" y="1135380"/>
                  </a:lnTo>
                  <a:lnTo>
                    <a:pt x="5681472" y="1136650"/>
                  </a:lnTo>
                  <a:lnTo>
                    <a:pt x="5679948" y="1137920"/>
                  </a:lnTo>
                  <a:lnTo>
                    <a:pt x="5673852" y="1141730"/>
                  </a:lnTo>
                  <a:lnTo>
                    <a:pt x="5634228" y="1159510"/>
                  </a:lnTo>
                  <a:lnTo>
                    <a:pt x="5599176" y="1165860"/>
                  </a:lnTo>
                  <a:lnTo>
                    <a:pt x="5599176" y="1167130"/>
                  </a:lnTo>
                  <a:lnTo>
                    <a:pt x="5680625" y="1167130"/>
                  </a:lnTo>
                  <a:lnTo>
                    <a:pt x="5686044" y="1164589"/>
                  </a:lnTo>
                  <a:lnTo>
                    <a:pt x="5687568" y="1162050"/>
                  </a:lnTo>
                  <a:lnTo>
                    <a:pt x="5690616" y="1160780"/>
                  </a:lnTo>
                  <a:lnTo>
                    <a:pt x="5692140" y="1159510"/>
                  </a:lnTo>
                  <a:lnTo>
                    <a:pt x="5695188" y="1158239"/>
                  </a:lnTo>
                  <a:lnTo>
                    <a:pt x="5704332" y="1150620"/>
                  </a:lnTo>
                  <a:lnTo>
                    <a:pt x="5707380" y="1149350"/>
                  </a:lnTo>
                  <a:lnTo>
                    <a:pt x="5711952" y="1144270"/>
                  </a:lnTo>
                  <a:lnTo>
                    <a:pt x="5715000" y="1143000"/>
                  </a:lnTo>
                  <a:lnTo>
                    <a:pt x="5719572" y="1137920"/>
                  </a:lnTo>
                  <a:lnTo>
                    <a:pt x="5722620" y="1136650"/>
                  </a:lnTo>
                  <a:lnTo>
                    <a:pt x="5739384" y="1120139"/>
                  </a:lnTo>
                  <a:lnTo>
                    <a:pt x="5740908" y="1116330"/>
                  </a:lnTo>
                  <a:lnTo>
                    <a:pt x="5745480" y="1112520"/>
                  </a:lnTo>
                  <a:lnTo>
                    <a:pt x="5747004" y="1108710"/>
                  </a:lnTo>
                  <a:lnTo>
                    <a:pt x="5751576" y="1104900"/>
                  </a:lnTo>
                  <a:lnTo>
                    <a:pt x="5774436" y="1059180"/>
                  </a:lnTo>
                  <a:lnTo>
                    <a:pt x="5775960" y="1054100"/>
                  </a:lnTo>
                  <a:lnTo>
                    <a:pt x="5777484" y="1051560"/>
                  </a:lnTo>
                  <a:lnTo>
                    <a:pt x="5786628" y="1005839"/>
                  </a:lnTo>
                  <a:lnTo>
                    <a:pt x="5788152" y="207010"/>
                  </a:lnTo>
                  <a:lnTo>
                    <a:pt x="5788152" y="186690"/>
                  </a:lnTo>
                  <a:lnTo>
                    <a:pt x="5786628" y="186690"/>
                  </a:lnTo>
                  <a:lnTo>
                    <a:pt x="5786628" y="176529"/>
                  </a:lnTo>
                  <a:lnTo>
                    <a:pt x="5785104" y="176529"/>
                  </a:lnTo>
                  <a:lnTo>
                    <a:pt x="5785104" y="167640"/>
                  </a:lnTo>
                  <a:close/>
                </a:path>
                <a:path w="5788659" h="1191260">
                  <a:moveTo>
                    <a:pt x="62484" y="1096010"/>
                  </a:moveTo>
                  <a:lnTo>
                    <a:pt x="32004" y="1096010"/>
                  </a:lnTo>
                  <a:lnTo>
                    <a:pt x="33528" y="1097280"/>
                  </a:lnTo>
                  <a:lnTo>
                    <a:pt x="33528" y="1099820"/>
                  </a:lnTo>
                  <a:lnTo>
                    <a:pt x="35052" y="1099820"/>
                  </a:lnTo>
                  <a:lnTo>
                    <a:pt x="35052" y="1103630"/>
                  </a:lnTo>
                  <a:lnTo>
                    <a:pt x="36576" y="1103630"/>
                  </a:lnTo>
                  <a:lnTo>
                    <a:pt x="39624" y="1106170"/>
                  </a:lnTo>
                  <a:lnTo>
                    <a:pt x="39624" y="1108710"/>
                  </a:lnTo>
                  <a:lnTo>
                    <a:pt x="41148" y="1108710"/>
                  </a:lnTo>
                  <a:lnTo>
                    <a:pt x="44196" y="1112520"/>
                  </a:lnTo>
                  <a:lnTo>
                    <a:pt x="44196" y="1115060"/>
                  </a:lnTo>
                  <a:lnTo>
                    <a:pt x="77724" y="1115060"/>
                  </a:lnTo>
                  <a:lnTo>
                    <a:pt x="77724" y="1112520"/>
                  </a:lnTo>
                  <a:lnTo>
                    <a:pt x="67056" y="1101089"/>
                  </a:lnTo>
                  <a:lnTo>
                    <a:pt x="65532" y="1101089"/>
                  </a:lnTo>
                  <a:lnTo>
                    <a:pt x="65532" y="1098550"/>
                  </a:lnTo>
                  <a:lnTo>
                    <a:pt x="62484" y="1096010"/>
                  </a:lnTo>
                  <a:close/>
                </a:path>
                <a:path w="5788659" h="1191260">
                  <a:moveTo>
                    <a:pt x="51816" y="1080770"/>
                  </a:moveTo>
                  <a:lnTo>
                    <a:pt x="22860" y="1080770"/>
                  </a:lnTo>
                  <a:lnTo>
                    <a:pt x="22860" y="1083310"/>
                  </a:lnTo>
                  <a:lnTo>
                    <a:pt x="24384" y="1083310"/>
                  </a:lnTo>
                  <a:lnTo>
                    <a:pt x="24384" y="1085850"/>
                  </a:lnTo>
                  <a:lnTo>
                    <a:pt x="25908" y="1085850"/>
                  </a:lnTo>
                  <a:lnTo>
                    <a:pt x="27432" y="1088389"/>
                  </a:lnTo>
                  <a:lnTo>
                    <a:pt x="27432" y="1090930"/>
                  </a:lnTo>
                  <a:lnTo>
                    <a:pt x="28956" y="1090930"/>
                  </a:lnTo>
                  <a:lnTo>
                    <a:pt x="30480" y="1092200"/>
                  </a:lnTo>
                  <a:lnTo>
                    <a:pt x="30480" y="1096010"/>
                  </a:lnTo>
                  <a:lnTo>
                    <a:pt x="60960" y="1096010"/>
                  </a:lnTo>
                  <a:lnTo>
                    <a:pt x="60960" y="1092200"/>
                  </a:lnTo>
                  <a:lnTo>
                    <a:pt x="56388" y="1088389"/>
                  </a:lnTo>
                  <a:lnTo>
                    <a:pt x="54864" y="1088389"/>
                  </a:lnTo>
                  <a:lnTo>
                    <a:pt x="54864" y="1084580"/>
                  </a:lnTo>
                  <a:lnTo>
                    <a:pt x="53340" y="1084580"/>
                  </a:lnTo>
                  <a:lnTo>
                    <a:pt x="53340" y="1082039"/>
                  </a:lnTo>
                  <a:lnTo>
                    <a:pt x="51816" y="1080770"/>
                  </a:lnTo>
                  <a:close/>
                </a:path>
                <a:path w="5788659" h="1191260">
                  <a:moveTo>
                    <a:pt x="50292" y="1076960"/>
                  </a:moveTo>
                  <a:lnTo>
                    <a:pt x="21336" y="1076960"/>
                  </a:lnTo>
                  <a:lnTo>
                    <a:pt x="21336" y="1080770"/>
                  </a:lnTo>
                  <a:lnTo>
                    <a:pt x="50292" y="1080770"/>
                  </a:lnTo>
                  <a:lnTo>
                    <a:pt x="50292" y="1076960"/>
                  </a:lnTo>
                  <a:close/>
                </a:path>
                <a:path w="5788659" h="1191260">
                  <a:moveTo>
                    <a:pt x="42672" y="1062989"/>
                  </a:moveTo>
                  <a:lnTo>
                    <a:pt x="15240" y="1062989"/>
                  </a:lnTo>
                  <a:lnTo>
                    <a:pt x="15240" y="1068070"/>
                  </a:lnTo>
                  <a:lnTo>
                    <a:pt x="16764" y="1068070"/>
                  </a:lnTo>
                  <a:lnTo>
                    <a:pt x="16764" y="1070610"/>
                  </a:lnTo>
                  <a:lnTo>
                    <a:pt x="18288" y="1070610"/>
                  </a:lnTo>
                  <a:lnTo>
                    <a:pt x="18288" y="1074420"/>
                  </a:lnTo>
                  <a:lnTo>
                    <a:pt x="19812" y="1074420"/>
                  </a:lnTo>
                  <a:lnTo>
                    <a:pt x="19812" y="1076960"/>
                  </a:lnTo>
                  <a:lnTo>
                    <a:pt x="48768" y="1076960"/>
                  </a:lnTo>
                  <a:lnTo>
                    <a:pt x="48768" y="1074420"/>
                  </a:lnTo>
                  <a:lnTo>
                    <a:pt x="47243" y="1073150"/>
                  </a:lnTo>
                  <a:lnTo>
                    <a:pt x="45720" y="1073150"/>
                  </a:lnTo>
                  <a:lnTo>
                    <a:pt x="45720" y="1069339"/>
                  </a:lnTo>
                  <a:lnTo>
                    <a:pt x="44196" y="1069339"/>
                  </a:lnTo>
                  <a:lnTo>
                    <a:pt x="44196" y="1066800"/>
                  </a:lnTo>
                  <a:lnTo>
                    <a:pt x="42672" y="1066800"/>
                  </a:lnTo>
                  <a:lnTo>
                    <a:pt x="42672" y="1062989"/>
                  </a:lnTo>
                  <a:close/>
                </a:path>
                <a:path w="5788659" h="1191260">
                  <a:moveTo>
                    <a:pt x="35052" y="1043939"/>
                  </a:moveTo>
                  <a:lnTo>
                    <a:pt x="9143" y="1043939"/>
                  </a:lnTo>
                  <a:lnTo>
                    <a:pt x="9143" y="1050289"/>
                  </a:lnTo>
                  <a:lnTo>
                    <a:pt x="10668" y="1050289"/>
                  </a:lnTo>
                  <a:lnTo>
                    <a:pt x="10668" y="1054100"/>
                  </a:lnTo>
                  <a:lnTo>
                    <a:pt x="12192" y="1054100"/>
                  </a:lnTo>
                  <a:lnTo>
                    <a:pt x="12192" y="1059180"/>
                  </a:lnTo>
                  <a:lnTo>
                    <a:pt x="13716" y="1059180"/>
                  </a:lnTo>
                  <a:lnTo>
                    <a:pt x="13716" y="1062989"/>
                  </a:lnTo>
                  <a:lnTo>
                    <a:pt x="41148" y="1062989"/>
                  </a:lnTo>
                  <a:lnTo>
                    <a:pt x="41148" y="1060450"/>
                  </a:lnTo>
                  <a:lnTo>
                    <a:pt x="39624" y="1060450"/>
                  </a:lnTo>
                  <a:lnTo>
                    <a:pt x="39624" y="1057910"/>
                  </a:lnTo>
                  <a:lnTo>
                    <a:pt x="38100" y="1057910"/>
                  </a:lnTo>
                  <a:lnTo>
                    <a:pt x="38100" y="1052830"/>
                  </a:lnTo>
                  <a:lnTo>
                    <a:pt x="36576" y="1052830"/>
                  </a:lnTo>
                  <a:lnTo>
                    <a:pt x="36576" y="1047750"/>
                  </a:lnTo>
                  <a:lnTo>
                    <a:pt x="35052" y="1047750"/>
                  </a:lnTo>
                  <a:lnTo>
                    <a:pt x="35052" y="1043939"/>
                  </a:lnTo>
                  <a:close/>
                </a:path>
                <a:path w="5788659" h="1191260">
                  <a:moveTo>
                    <a:pt x="32004" y="1035050"/>
                  </a:moveTo>
                  <a:lnTo>
                    <a:pt x="6096" y="1035050"/>
                  </a:lnTo>
                  <a:lnTo>
                    <a:pt x="6096" y="1038860"/>
                  </a:lnTo>
                  <a:lnTo>
                    <a:pt x="7620" y="1038860"/>
                  </a:lnTo>
                  <a:lnTo>
                    <a:pt x="7620" y="1043939"/>
                  </a:lnTo>
                  <a:lnTo>
                    <a:pt x="33528" y="1043939"/>
                  </a:lnTo>
                  <a:lnTo>
                    <a:pt x="33528" y="1040130"/>
                  </a:lnTo>
                  <a:lnTo>
                    <a:pt x="32004" y="1040130"/>
                  </a:lnTo>
                  <a:lnTo>
                    <a:pt x="32004" y="1035050"/>
                  </a:lnTo>
                  <a:close/>
                </a:path>
                <a:path w="5788659" h="1191260">
                  <a:moveTo>
                    <a:pt x="5580888" y="0"/>
                  </a:moveTo>
                  <a:lnTo>
                    <a:pt x="205740" y="0"/>
                  </a:lnTo>
                  <a:lnTo>
                    <a:pt x="184404" y="1270"/>
                  </a:lnTo>
                  <a:lnTo>
                    <a:pt x="175260" y="2540"/>
                  </a:lnTo>
                  <a:lnTo>
                    <a:pt x="164592" y="3810"/>
                  </a:lnTo>
                  <a:lnTo>
                    <a:pt x="150876" y="8890"/>
                  </a:lnTo>
                  <a:lnTo>
                    <a:pt x="144780" y="10160"/>
                  </a:lnTo>
                  <a:lnTo>
                    <a:pt x="131064" y="15240"/>
                  </a:lnTo>
                  <a:lnTo>
                    <a:pt x="124968" y="16510"/>
                  </a:lnTo>
                  <a:lnTo>
                    <a:pt x="106680" y="25400"/>
                  </a:lnTo>
                  <a:lnTo>
                    <a:pt x="100584" y="30479"/>
                  </a:lnTo>
                  <a:lnTo>
                    <a:pt x="97536" y="31750"/>
                  </a:lnTo>
                  <a:lnTo>
                    <a:pt x="96012" y="33020"/>
                  </a:lnTo>
                  <a:lnTo>
                    <a:pt x="89916" y="36829"/>
                  </a:lnTo>
                  <a:lnTo>
                    <a:pt x="85343" y="40640"/>
                  </a:lnTo>
                  <a:lnTo>
                    <a:pt x="82296" y="41910"/>
                  </a:lnTo>
                  <a:lnTo>
                    <a:pt x="77724" y="46990"/>
                  </a:lnTo>
                  <a:lnTo>
                    <a:pt x="74676" y="48260"/>
                  </a:lnTo>
                  <a:lnTo>
                    <a:pt x="62484" y="60960"/>
                  </a:lnTo>
                  <a:lnTo>
                    <a:pt x="59436" y="62229"/>
                  </a:lnTo>
                  <a:lnTo>
                    <a:pt x="45720" y="76200"/>
                  </a:lnTo>
                  <a:lnTo>
                    <a:pt x="42672" y="82550"/>
                  </a:lnTo>
                  <a:lnTo>
                    <a:pt x="41148" y="83820"/>
                  </a:lnTo>
                  <a:lnTo>
                    <a:pt x="39624" y="86360"/>
                  </a:lnTo>
                  <a:lnTo>
                    <a:pt x="38100" y="87629"/>
                  </a:lnTo>
                  <a:lnTo>
                    <a:pt x="36576" y="91440"/>
                  </a:lnTo>
                  <a:lnTo>
                    <a:pt x="35052" y="92710"/>
                  </a:lnTo>
                  <a:lnTo>
                    <a:pt x="32004" y="99060"/>
                  </a:lnTo>
                  <a:lnTo>
                    <a:pt x="30480" y="100329"/>
                  </a:lnTo>
                  <a:lnTo>
                    <a:pt x="25908" y="107950"/>
                  </a:lnTo>
                  <a:lnTo>
                    <a:pt x="24384" y="109220"/>
                  </a:lnTo>
                  <a:lnTo>
                    <a:pt x="15240" y="128270"/>
                  </a:lnTo>
                  <a:lnTo>
                    <a:pt x="9143" y="146050"/>
                  </a:lnTo>
                  <a:lnTo>
                    <a:pt x="7620" y="152400"/>
                  </a:lnTo>
                  <a:lnTo>
                    <a:pt x="3048" y="166370"/>
                  </a:lnTo>
                  <a:lnTo>
                    <a:pt x="0" y="186690"/>
                  </a:lnTo>
                  <a:lnTo>
                    <a:pt x="0" y="1008380"/>
                  </a:lnTo>
                  <a:lnTo>
                    <a:pt x="1524" y="1008380"/>
                  </a:lnTo>
                  <a:lnTo>
                    <a:pt x="1524" y="1019810"/>
                  </a:lnTo>
                  <a:lnTo>
                    <a:pt x="3048" y="1019810"/>
                  </a:lnTo>
                  <a:lnTo>
                    <a:pt x="3048" y="1029970"/>
                  </a:lnTo>
                  <a:lnTo>
                    <a:pt x="4572" y="1029970"/>
                  </a:lnTo>
                  <a:lnTo>
                    <a:pt x="4572" y="1035050"/>
                  </a:lnTo>
                  <a:lnTo>
                    <a:pt x="30480" y="1035050"/>
                  </a:lnTo>
                  <a:lnTo>
                    <a:pt x="30480" y="1028700"/>
                  </a:lnTo>
                  <a:lnTo>
                    <a:pt x="28956" y="1028700"/>
                  </a:lnTo>
                  <a:lnTo>
                    <a:pt x="28956" y="1022350"/>
                  </a:lnTo>
                  <a:lnTo>
                    <a:pt x="27432" y="1022350"/>
                  </a:lnTo>
                  <a:lnTo>
                    <a:pt x="27432" y="1005839"/>
                  </a:lnTo>
                  <a:lnTo>
                    <a:pt x="25908" y="1005839"/>
                  </a:lnTo>
                  <a:lnTo>
                    <a:pt x="25908" y="985520"/>
                  </a:lnTo>
                  <a:lnTo>
                    <a:pt x="24384" y="985520"/>
                  </a:lnTo>
                  <a:lnTo>
                    <a:pt x="24384" y="207010"/>
                  </a:lnTo>
                  <a:lnTo>
                    <a:pt x="25908" y="189229"/>
                  </a:lnTo>
                  <a:lnTo>
                    <a:pt x="28956" y="170179"/>
                  </a:lnTo>
                  <a:lnTo>
                    <a:pt x="30480" y="166370"/>
                  </a:lnTo>
                  <a:lnTo>
                    <a:pt x="33528" y="153670"/>
                  </a:lnTo>
                  <a:lnTo>
                    <a:pt x="35052" y="151129"/>
                  </a:lnTo>
                  <a:lnTo>
                    <a:pt x="39624" y="137160"/>
                  </a:lnTo>
                  <a:lnTo>
                    <a:pt x="45720" y="124460"/>
                  </a:lnTo>
                  <a:lnTo>
                    <a:pt x="47243" y="120650"/>
                  </a:lnTo>
                  <a:lnTo>
                    <a:pt x="56388" y="105410"/>
                  </a:lnTo>
                  <a:lnTo>
                    <a:pt x="60960" y="100329"/>
                  </a:lnTo>
                  <a:lnTo>
                    <a:pt x="62484" y="97790"/>
                  </a:lnTo>
                  <a:lnTo>
                    <a:pt x="65532" y="93979"/>
                  </a:lnTo>
                  <a:lnTo>
                    <a:pt x="67056" y="91440"/>
                  </a:lnTo>
                  <a:lnTo>
                    <a:pt x="76200" y="82550"/>
                  </a:lnTo>
                  <a:lnTo>
                    <a:pt x="77724" y="78740"/>
                  </a:lnTo>
                  <a:lnTo>
                    <a:pt x="80772" y="77470"/>
                  </a:lnTo>
                  <a:lnTo>
                    <a:pt x="91440" y="67310"/>
                  </a:lnTo>
                  <a:lnTo>
                    <a:pt x="97536" y="62229"/>
                  </a:lnTo>
                  <a:lnTo>
                    <a:pt x="100584" y="60960"/>
                  </a:lnTo>
                  <a:lnTo>
                    <a:pt x="105156" y="55879"/>
                  </a:lnTo>
                  <a:lnTo>
                    <a:pt x="111252" y="53340"/>
                  </a:lnTo>
                  <a:lnTo>
                    <a:pt x="112776" y="52070"/>
                  </a:lnTo>
                  <a:lnTo>
                    <a:pt x="118872" y="48260"/>
                  </a:lnTo>
                  <a:lnTo>
                    <a:pt x="120396" y="46990"/>
                  </a:lnTo>
                  <a:lnTo>
                    <a:pt x="135636" y="39370"/>
                  </a:lnTo>
                  <a:lnTo>
                    <a:pt x="149352" y="34290"/>
                  </a:lnTo>
                  <a:lnTo>
                    <a:pt x="152400" y="33020"/>
                  </a:lnTo>
                  <a:lnTo>
                    <a:pt x="170688" y="29210"/>
                  </a:lnTo>
                  <a:lnTo>
                    <a:pt x="207264" y="25400"/>
                  </a:lnTo>
                  <a:lnTo>
                    <a:pt x="5677814" y="25400"/>
                  </a:lnTo>
                  <a:lnTo>
                    <a:pt x="5654040" y="13970"/>
                  </a:lnTo>
                  <a:lnTo>
                    <a:pt x="5649468" y="11429"/>
                  </a:lnTo>
                  <a:lnTo>
                    <a:pt x="5646420" y="10160"/>
                  </a:lnTo>
                  <a:lnTo>
                    <a:pt x="5641848" y="8890"/>
                  </a:lnTo>
                  <a:lnTo>
                    <a:pt x="5629656" y="6350"/>
                  </a:lnTo>
                  <a:lnTo>
                    <a:pt x="5622036" y="3810"/>
                  </a:lnTo>
                  <a:lnTo>
                    <a:pt x="5600700" y="1270"/>
                  </a:lnTo>
                  <a:lnTo>
                    <a:pt x="5580888" y="0"/>
                  </a:lnTo>
                  <a:close/>
                </a:path>
                <a:path w="5788659" h="1191260">
                  <a:moveTo>
                    <a:pt x="5783580" y="161290"/>
                  </a:moveTo>
                  <a:lnTo>
                    <a:pt x="5757672" y="161290"/>
                  </a:lnTo>
                  <a:lnTo>
                    <a:pt x="5757672" y="167640"/>
                  </a:lnTo>
                  <a:lnTo>
                    <a:pt x="5783580" y="167640"/>
                  </a:lnTo>
                  <a:lnTo>
                    <a:pt x="5783580" y="161290"/>
                  </a:lnTo>
                  <a:close/>
                </a:path>
                <a:path w="5788659" h="1191260">
                  <a:moveTo>
                    <a:pt x="5777484" y="140970"/>
                  </a:moveTo>
                  <a:lnTo>
                    <a:pt x="5751576" y="140970"/>
                  </a:lnTo>
                  <a:lnTo>
                    <a:pt x="5751576" y="146050"/>
                  </a:lnTo>
                  <a:lnTo>
                    <a:pt x="5753100" y="146050"/>
                  </a:lnTo>
                  <a:lnTo>
                    <a:pt x="5753100" y="151129"/>
                  </a:lnTo>
                  <a:lnTo>
                    <a:pt x="5754624" y="151129"/>
                  </a:lnTo>
                  <a:lnTo>
                    <a:pt x="5754624" y="154940"/>
                  </a:lnTo>
                  <a:lnTo>
                    <a:pt x="5756148" y="154940"/>
                  </a:lnTo>
                  <a:lnTo>
                    <a:pt x="5756148" y="161290"/>
                  </a:lnTo>
                  <a:lnTo>
                    <a:pt x="5782056" y="161290"/>
                  </a:lnTo>
                  <a:lnTo>
                    <a:pt x="5782056" y="156210"/>
                  </a:lnTo>
                  <a:lnTo>
                    <a:pt x="5780532" y="156210"/>
                  </a:lnTo>
                  <a:lnTo>
                    <a:pt x="5780532" y="152400"/>
                  </a:lnTo>
                  <a:lnTo>
                    <a:pt x="5779008" y="152400"/>
                  </a:lnTo>
                  <a:lnTo>
                    <a:pt x="5779008" y="147320"/>
                  </a:lnTo>
                  <a:lnTo>
                    <a:pt x="5777484" y="147320"/>
                  </a:lnTo>
                  <a:lnTo>
                    <a:pt x="5777484" y="140970"/>
                  </a:lnTo>
                  <a:close/>
                </a:path>
                <a:path w="5788659" h="1191260">
                  <a:moveTo>
                    <a:pt x="5774436" y="132079"/>
                  </a:moveTo>
                  <a:lnTo>
                    <a:pt x="5747004" y="132079"/>
                  </a:lnTo>
                  <a:lnTo>
                    <a:pt x="5747004" y="135890"/>
                  </a:lnTo>
                  <a:lnTo>
                    <a:pt x="5748528" y="135890"/>
                  </a:lnTo>
                  <a:lnTo>
                    <a:pt x="5748528" y="138429"/>
                  </a:lnTo>
                  <a:lnTo>
                    <a:pt x="5750052" y="138429"/>
                  </a:lnTo>
                  <a:lnTo>
                    <a:pt x="5750052" y="140970"/>
                  </a:lnTo>
                  <a:lnTo>
                    <a:pt x="5775960" y="140970"/>
                  </a:lnTo>
                  <a:lnTo>
                    <a:pt x="5775960" y="137160"/>
                  </a:lnTo>
                  <a:lnTo>
                    <a:pt x="5774436" y="137160"/>
                  </a:lnTo>
                  <a:lnTo>
                    <a:pt x="5774436" y="132079"/>
                  </a:lnTo>
                  <a:close/>
                </a:path>
                <a:path w="5788659" h="1191260">
                  <a:moveTo>
                    <a:pt x="5766816" y="115570"/>
                  </a:moveTo>
                  <a:lnTo>
                    <a:pt x="5737860" y="115570"/>
                  </a:lnTo>
                  <a:lnTo>
                    <a:pt x="5739384" y="116840"/>
                  </a:lnTo>
                  <a:lnTo>
                    <a:pt x="5739384" y="120650"/>
                  </a:lnTo>
                  <a:lnTo>
                    <a:pt x="5740908" y="120650"/>
                  </a:lnTo>
                  <a:lnTo>
                    <a:pt x="5740908" y="123190"/>
                  </a:lnTo>
                  <a:lnTo>
                    <a:pt x="5742432" y="123190"/>
                  </a:lnTo>
                  <a:lnTo>
                    <a:pt x="5742432" y="125729"/>
                  </a:lnTo>
                  <a:lnTo>
                    <a:pt x="5743956" y="125729"/>
                  </a:lnTo>
                  <a:lnTo>
                    <a:pt x="5743956" y="129540"/>
                  </a:lnTo>
                  <a:lnTo>
                    <a:pt x="5745480" y="129540"/>
                  </a:lnTo>
                  <a:lnTo>
                    <a:pt x="5745480" y="132079"/>
                  </a:lnTo>
                  <a:lnTo>
                    <a:pt x="5772912" y="132079"/>
                  </a:lnTo>
                  <a:lnTo>
                    <a:pt x="5772912" y="128270"/>
                  </a:lnTo>
                  <a:lnTo>
                    <a:pt x="5771388" y="128270"/>
                  </a:lnTo>
                  <a:lnTo>
                    <a:pt x="5771388" y="124460"/>
                  </a:lnTo>
                  <a:lnTo>
                    <a:pt x="5769864" y="124460"/>
                  </a:lnTo>
                  <a:lnTo>
                    <a:pt x="5769864" y="121920"/>
                  </a:lnTo>
                  <a:lnTo>
                    <a:pt x="5768340" y="121920"/>
                  </a:lnTo>
                  <a:lnTo>
                    <a:pt x="5768340" y="118110"/>
                  </a:lnTo>
                  <a:lnTo>
                    <a:pt x="5766816" y="118110"/>
                  </a:lnTo>
                  <a:lnTo>
                    <a:pt x="5766816" y="115570"/>
                  </a:lnTo>
                  <a:close/>
                </a:path>
                <a:path w="5788659" h="1191260">
                  <a:moveTo>
                    <a:pt x="5765292" y="113029"/>
                  </a:moveTo>
                  <a:lnTo>
                    <a:pt x="5736336" y="113029"/>
                  </a:lnTo>
                  <a:lnTo>
                    <a:pt x="5736336" y="115570"/>
                  </a:lnTo>
                  <a:lnTo>
                    <a:pt x="5765292" y="115570"/>
                  </a:lnTo>
                  <a:lnTo>
                    <a:pt x="5765292" y="113029"/>
                  </a:lnTo>
                  <a:close/>
                </a:path>
                <a:path w="5788659" h="1191260">
                  <a:moveTo>
                    <a:pt x="5759196" y="101600"/>
                  </a:moveTo>
                  <a:lnTo>
                    <a:pt x="5728716" y="101600"/>
                  </a:lnTo>
                  <a:lnTo>
                    <a:pt x="5731764" y="105410"/>
                  </a:lnTo>
                  <a:lnTo>
                    <a:pt x="5731764" y="107950"/>
                  </a:lnTo>
                  <a:lnTo>
                    <a:pt x="5733288" y="107950"/>
                  </a:lnTo>
                  <a:lnTo>
                    <a:pt x="5734812" y="109220"/>
                  </a:lnTo>
                  <a:lnTo>
                    <a:pt x="5734812" y="113029"/>
                  </a:lnTo>
                  <a:lnTo>
                    <a:pt x="5763768" y="113029"/>
                  </a:lnTo>
                  <a:lnTo>
                    <a:pt x="5763768" y="109220"/>
                  </a:lnTo>
                  <a:lnTo>
                    <a:pt x="5762244" y="109220"/>
                  </a:lnTo>
                  <a:lnTo>
                    <a:pt x="5762244" y="106679"/>
                  </a:lnTo>
                  <a:lnTo>
                    <a:pt x="5760720" y="106679"/>
                  </a:lnTo>
                  <a:lnTo>
                    <a:pt x="5760720" y="102870"/>
                  </a:lnTo>
                  <a:lnTo>
                    <a:pt x="5759196" y="101600"/>
                  </a:lnTo>
                  <a:close/>
                </a:path>
                <a:path w="5788659" h="1191260">
                  <a:moveTo>
                    <a:pt x="5677814" y="25400"/>
                  </a:moveTo>
                  <a:lnTo>
                    <a:pt x="5580888" y="25400"/>
                  </a:lnTo>
                  <a:lnTo>
                    <a:pt x="5599176" y="26670"/>
                  </a:lnTo>
                  <a:lnTo>
                    <a:pt x="5635752" y="34290"/>
                  </a:lnTo>
                  <a:lnTo>
                    <a:pt x="5640324" y="36829"/>
                  </a:lnTo>
                  <a:lnTo>
                    <a:pt x="5643372" y="38100"/>
                  </a:lnTo>
                  <a:lnTo>
                    <a:pt x="5647944" y="39370"/>
                  </a:lnTo>
                  <a:lnTo>
                    <a:pt x="5650992" y="40640"/>
                  </a:lnTo>
                  <a:lnTo>
                    <a:pt x="5655564" y="41910"/>
                  </a:lnTo>
                  <a:lnTo>
                    <a:pt x="5673852" y="52070"/>
                  </a:lnTo>
                  <a:lnTo>
                    <a:pt x="5675376" y="53340"/>
                  </a:lnTo>
                  <a:lnTo>
                    <a:pt x="5681472" y="55879"/>
                  </a:lnTo>
                  <a:lnTo>
                    <a:pt x="5689092" y="62229"/>
                  </a:lnTo>
                  <a:lnTo>
                    <a:pt x="5692140" y="63500"/>
                  </a:lnTo>
                  <a:lnTo>
                    <a:pt x="5696712" y="68579"/>
                  </a:lnTo>
                  <a:lnTo>
                    <a:pt x="5699760" y="69850"/>
                  </a:lnTo>
                  <a:lnTo>
                    <a:pt x="5721096" y="91440"/>
                  </a:lnTo>
                  <a:lnTo>
                    <a:pt x="5721096" y="93979"/>
                  </a:lnTo>
                  <a:lnTo>
                    <a:pt x="5722620" y="93979"/>
                  </a:lnTo>
                  <a:lnTo>
                    <a:pt x="5727192" y="99060"/>
                  </a:lnTo>
                  <a:lnTo>
                    <a:pt x="5727192" y="101600"/>
                  </a:lnTo>
                  <a:lnTo>
                    <a:pt x="5757672" y="101600"/>
                  </a:lnTo>
                  <a:lnTo>
                    <a:pt x="5757672" y="99060"/>
                  </a:lnTo>
                  <a:lnTo>
                    <a:pt x="5756148" y="97790"/>
                  </a:lnTo>
                  <a:lnTo>
                    <a:pt x="5754624" y="97790"/>
                  </a:lnTo>
                  <a:lnTo>
                    <a:pt x="5754624" y="93979"/>
                  </a:lnTo>
                  <a:lnTo>
                    <a:pt x="5753100" y="92710"/>
                  </a:lnTo>
                  <a:lnTo>
                    <a:pt x="5751576" y="92710"/>
                  </a:lnTo>
                  <a:lnTo>
                    <a:pt x="5751576" y="90170"/>
                  </a:lnTo>
                  <a:lnTo>
                    <a:pt x="5747004" y="85090"/>
                  </a:lnTo>
                  <a:lnTo>
                    <a:pt x="5745480" y="85090"/>
                  </a:lnTo>
                  <a:lnTo>
                    <a:pt x="5745480" y="82550"/>
                  </a:lnTo>
                  <a:lnTo>
                    <a:pt x="5740908" y="77470"/>
                  </a:lnTo>
                  <a:lnTo>
                    <a:pt x="5739384" y="77470"/>
                  </a:lnTo>
                  <a:lnTo>
                    <a:pt x="5739384" y="74929"/>
                  </a:lnTo>
                  <a:lnTo>
                    <a:pt x="5734812" y="69850"/>
                  </a:lnTo>
                  <a:lnTo>
                    <a:pt x="5733288" y="69850"/>
                  </a:lnTo>
                  <a:lnTo>
                    <a:pt x="5733288" y="67310"/>
                  </a:lnTo>
                  <a:lnTo>
                    <a:pt x="5715000" y="48260"/>
                  </a:lnTo>
                  <a:lnTo>
                    <a:pt x="5711952" y="46990"/>
                  </a:lnTo>
                  <a:lnTo>
                    <a:pt x="5702808" y="39370"/>
                  </a:lnTo>
                  <a:lnTo>
                    <a:pt x="5699760" y="38100"/>
                  </a:lnTo>
                  <a:lnTo>
                    <a:pt x="5693664" y="33020"/>
                  </a:lnTo>
                  <a:lnTo>
                    <a:pt x="5677814" y="2540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61767" y="2506471"/>
            <a:ext cx="5304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616FF"/>
                </a:solidFill>
                <a:latin typeface="Arial"/>
                <a:cs typeface="Arial"/>
              </a:rPr>
              <a:t>Complications</a:t>
            </a:r>
            <a:r>
              <a:rPr sz="2400" b="1" spc="-65" dirty="0">
                <a:solidFill>
                  <a:srgbClr val="1616F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616FF"/>
                </a:solidFill>
                <a:latin typeface="Arial"/>
                <a:cs typeface="Arial"/>
              </a:rPr>
              <a:t>hydro-</a:t>
            </a:r>
            <a:r>
              <a:rPr sz="2400" b="1" spc="-10" dirty="0">
                <a:solidFill>
                  <a:srgbClr val="1616FF"/>
                </a:solidFill>
                <a:latin typeface="Arial"/>
                <a:cs typeface="Arial"/>
              </a:rPr>
              <a:t>électrolytiques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52904" y="3449065"/>
            <a:ext cx="5923915" cy="1189990"/>
            <a:chOff x="2152904" y="3449065"/>
            <a:chExt cx="5923915" cy="1189990"/>
          </a:xfrm>
        </p:grpSpPr>
        <p:sp>
          <p:nvSpPr>
            <p:cNvPr id="10" name="object 10"/>
            <p:cNvSpPr/>
            <p:nvPr/>
          </p:nvSpPr>
          <p:spPr>
            <a:xfrm>
              <a:off x="2165096" y="3459606"/>
              <a:ext cx="5899785" cy="1167765"/>
            </a:xfrm>
            <a:custGeom>
              <a:avLst/>
              <a:gdLst/>
              <a:ahLst/>
              <a:cxnLst/>
              <a:rect l="l" t="t" r="r" b="b"/>
              <a:pathLst>
                <a:path w="5899784" h="1167764">
                  <a:moveTo>
                    <a:pt x="5704332" y="0"/>
                  </a:moveTo>
                  <a:lnTo>
                    <a:pt x="195072" y="0"/>
                  </a:lnTo>
                  <a:lnTo>
                    <a:pt x="150196" y="5127"/>
                  </a:lnTo>
                  <a:lnTo>
                    <a:pt x="109079" y="19745"/>
                  </a:lnTo>
                  <a:lnTo>
                    <a:pt x="72867" y="42707"/>
                  </a:lnTo>
                  <a:lnTo>
                    <a:pt x="42707" y="72867"/>
                  </a:lnTo>
                  <a:lnTo>
                    <a:pt x="19745" y="109079"/>
                  </a:lnTo>
                  <a:lnTo>
                    <a:pt x="5127" y="150196"/>
                  </a:lnTo>
                  <a:lnTo>
                    <a:pt x="0" y="195071"/>
                  </a:lnTo>
                  <a:lnTo>
                    <a:pt x="0" y="972311"/>
                  </a:lnTo>
                  <a:lnTo>
                    <a:pt x="5127" y="1017187"/>
                  </a:lnTo>
                  <a:lnTo>
                    <a:pt x="19745" y="1058304"/>
                  </a:lnTo>
                  <a:lnTo>
                    <a:pt x="42707" y="1094516"/>
                  </a:lnTo>
                  <a:lnTo>
                    <a:pt x="72867" y="1124676"/>
                  </a:lnTo>
                  <a:lnTo>
                    <a:pt x="109079" y="1147638"/>
                  </a:lnTo>
                  <a:lnTo>
                    <a:pt x="150196" y="1162256"/>
                  </a:lnTo>
                  <a:lnTo>
                    <a:pt x="195072" y="1167383"/>
                  </a:lnTo>
                  <a:lnTo>
                    <a:pt x="5704332" y="1167383"/>
                  </a:lnTo>
                  <a:lnTo>
                    <a:pt x="5749207" y="1162256"/>
                  </a:lnTo>
                  <a:lnTo>
                    <a:pt x="5790324" y="1147638"/>
                  </a:lnTo>
                  <a:lnTo>
                    <a:pt x="5826536" y="1124676"/>
                  </a:lnTo>
                  <a:lnTo>
                    <a:pt x="5856696" y="1094516"/>
                  </a:lnTo>
                  <a:lnTo>
                    <a:pt x="5879658" y="1058304"/>
                  </a:lnTo>
                  <a:lnTo>
                    <a:pt x="5894276" y="1017187"/>
                  </a:lnTo>
                  <a:lnTo>
                    <a:pt x="5899404" y="972311"/>
                  </a:lnTo>
                  <a:lnTo>
                    <a:pt x="5899404" y="195071"/>
                  </a:lnTo>
                  <a:lnTo>
                    <a:pt x="5894276" y="150196"/>
                  </a:lnTo>
                  <a:lnTo>
                    <a:pt x="5879658" y="109079"/>
                  </a:lnTo>
                  <a:lnTo>
                    <a:pt x="5856696" y="72867"/>
                  </a:lnTo>
                  <a:lnTo>
                    <a:pt x="5826536" y="42707"/>
                  </a:lnTo>
                  <a:lnTo>
                    <a:pt x="5790324" y="19745"/>
                  </a:lnTo>
                  <a:lnTo>
                    <a:pt x="5749207" y="5127"/>
                  </a:lnTo>
                  <a:lnTo>
                    <a:pt x="5704332" y="0"/>
                  </a:lnTo>
                  <a:close/>
                </a:path>
              </a:pathLst>
            </a:custGeom>
            <a:solidFill>
              <a:srgbClr val="FFFFFF">
                <a:alpha val="9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52904" y="3449065"/>
              <a:ext cx="5923915" cy="1189990"/>
            </a:xfrm>
            <a:custGeom>
              <a:avLst/>
              <a:gdLst/>
              <a:ahLst/>
              <a:cxnLst/>
              <a:rect l="l" t="t" r="r" b="b"/>
              <a:pathLst>
                <a:path w="5923915" h="1189989">
                  <a:moveTo>
                    <a:pt x="64007" y="1097279"/>
                  </a:moveTo>
                  <a:lnTo>
                    <a:pt x="33527" y="1097279"/>
                  </a:lnTo>
                  <a:lnTo>
                    <a:pt x="33527" y="1101089"/>
                  </a:lnTo>
                  <a:lnTo>
                    <a:pt x="35051" y="1101089"/>
                  </a:lnTo>
                  <a:lnTo>
                    <a:pt x="35051" y="1103629"/>
                  </a:lnTo>
                  <a:lnTo>
                    <a:pt x="36575" y="1103629"/>
                  </a:lnTo>
                  <a:lnTo>
                    <a:pt x="41147" y="1108709"/>
                  </a:lnTo>
                  <a:lnTo>
                    <a:pt x="41147" y="1111250"/>
                  </a:lnTo>
                  <a:lnTo>
                    <a:pt x="42671" y="1111250"/>
                  </a:lnTo>
                  <a:lnTo>
                    <a:pt x="47243" y="1115059"/>
                  </a:lnTo>
                  <a:lnTo>
                    <a:pt x="47243" y="1118870"/>
                  </a:lnTo>
                  <a:lnTo>
                    <a:pt x="48768" y="1118870"/>
                  </a:lnTo>
                  <a:lnTo>
                    <a:pt x="60959" y="1131570"/>
                  </a:lnTo>
                  <a:lnTo>
                    <a:pt x="60959" y="1134109"/>
                  </a:lnTo>
                  <a:lnTo>
                    <a:pt x="64007" y="1134109"/>
                  </a:lnTo>
                  <a:lnTo>
                    <a:pt x="68579" y="1139189"/>
                  </a:lnTo>
                  <a:lnTo>
                    <a:pt x="71627" y="1140459"/>
                  </a:lnTo>
                  <a:lnTo>
                    <a:pt x="83819" y="1150620"/>
                  </a:lnTo>
                  <a:lnTo>
                    <a:pt x="86868" y="1151889"/>
                  </a:lnTo>
                  <a:lnTo>
                    <a:pt x="91439" y="1156970"/>
                  </a:lnTo>
                  <a:lnTo>
                    <a:pt x="97535" y="1159509"/>
                  </a:lnTo>
                  <a:lnTo>
                    <a:pt x="103631" y="1164589"/>
                  </a:lnTo>
                  <a:lnTo>
                    <a:pt x="106679" y="1165859"/>
                  </a:lnTo>
                  <a:lnTo>
                    <a:pt x="108203" y="1167129"/>
                  </a:lnTo>
                  <a:lnTo>
                    <a:pt x="126491" y="1177289"/>
                  </a:lnTo>
                  <a:lnTo>
                    <a:pt x="132587" y="1178559"/>
                  </a:lnTo>
                  <a:lnTo>
                    <a:pt x="146303" y="1182370"/>
                  </a:lnTo>
                  <a:lnTo>
                    <a:pt x="153923" y="1184909"/>
                  </a:lnTo>
                  <a:lnTo>
                    <a:pt x="166115" y="1187450"/>
                  </a:lnTo>
                  <a:lnTo>
                    <a:pt x="176783" y="1188720"/>
                  </a:lnTo>
                  <a:lnTo>
                    <a:pt x="185927" y="1189989"/>
                  </a:lnTo>
                  <a:lnTo>
                    <a:pt x="5739384" y="1189989"/>
                  </a:lnTo>
                  <a:lnTo>
                    <a:pt x="5750052" y="1188720"/>
                  </a:lnTo>
                  <a:lnTo>
                    <a:pt x="5759196" y="1187450"/>
                  </a:lnTo>
                  <a:lnTo>
                    <a:pt x="5766816" y="1186179"/>
                  </a:lnTo>
                  <a:lnTo>
                    <a:pt x="5779008" y="1182370"/>
                  </a:lnTo>
                  <a:lnTo>
                    <a:pt x="5788152" y="1179829"/>
                  </a:lnTo>
                  <a:lnTo>
                    <a:pt x="5791200" y="1178559"/>
                  </a:lnTo>
                  <a:lnTo>
                    <a:pt x="5795772" y="1177289"/>
                  </a:lnTo>
                  <a:lnTo>
                    <a:pt x="5798820" y="1174750"/>
                  </a:lnTo>
                  <a:lnTo>
                    <a:pt x="5803392" y="1173479"/>
                  </a:lnTo>
                  <a:lnTo>
                    <a:pt x="5806440" y="1172209"/>
                  </a:lnTo>
                  <a:lnTo>
                    <a:pt x="5811012" y="1170939"/>
                  </a:lnTo>
                  <a:lnTo>
                    <a:pt x="5820765" y="1165859"/>
                  </a:lnTo>
                  <a:lnTo>
                    <a:pt x="5743956" y="1165859"/>
                  </a:lnTo>
                  <a:lnTo>
                    <a:pt x="178307" y="1164589"/>
                  </a:lnTo>
                  <a:lnTo>
                    <a:pt x="169163" y="1163320"/>
                  </a:lnTo>
                  <a:lnTo>
                    <a:pt x="164591" y="1160779"/>
                  </a:lnTo>
                  <a:lnTo>
                    <a:pt x="152400" y="1158239"/>
                  </a:lnTo>
                  <a:lnTo>
                    <a:pt x="149351" y="1156970"/>
                  </a:lnTo>
                  <a:lnTo>
                    <a:pt x="135635" y="1151889"/>
                  </a:lnTo>
                  <a:lnTo>
                    <a:pt x="120395" y="1144270"/>
                  </a:lnTo>
                  <a:lnTo>
                    <a:pt x="118871" y="1143000"/>
                  </a:lnTo>
                  <a:lnTo>
                    <a:pt x="112775" y="1140459"/>
                  </a:lnTo>
                  <a:lnTo>
                    <a:pt x="111251" y="1139189"/>
                  </a:lnTo>
                  <a:lnTo>
                    <a:pt x="105156" y="1135379"/>
                  </a:lnTo>
                  <a:lnTo>
                    <a:pt x="102107" y="1132839"/>
                  </a:lnTo>
                  <a:lnTo>
                    <a:pt x="99059" y="1131570"/>
                  </a:lnTo>
                  <a:lnTo>
                    <a:pt x="97535" y="1129029"/>
                  </a:lnTo>
                  <a:lnTo>
                    <a:pt x="94487" y="1127759"/>
                  </a:lnTo>
                  <a:lnTo>
                    <a:pt x="92963" y="1126489"/>
                  </a:lnTo>
                  <a:lnTo>
                    <a:pt x="89915" y="1125220"/>
                  </a:lnTo>
                  <a:lnTo>
                    <a:pt x="67056" y="1102359"/>
                  </a:lnTo>
                  <a:lnTo>
                    <a:pt x="65531" y="1102359"/>
                  </a:lnTo>
                  <a:lnTo>
                    <a:pt x="65531" y="1098550"/>
                  </a:lnTo>
                  <a:lnTo>
                    <a:pt x="64007" y="1097279"/>
                  </a:lnTo>
                  <a:close/>
                </a:path>
                <a:path w="5923915" h="1189989">
                  <a:moveTo>
                    <a:pt x="5922264" y="166369"/>
                  </a:moveTo>
                  <a:lnTo>
                    <a:pt x="5894832" y="166369"/>
                  </a:lnTo>
                  <a:lnTo>
                    <a:pt x="5894832" y="172719"/>
                  </a:lnTo>
                  <a:lnTo>
                    <a:pt x="5896356" y="172719"/>
                  </a:lnTo>
                  <a:lnTo>
                    <a:pt x="5896356" y="181610"/>
                  </a:lnTo>
                  <a:lnTo>
                    <a:pt x="5897880" y="181610"/>
                  </a:lnTo>
                  <a:lnTo>
                    <a:pt x="5897880" y="190500"/>
                  </a:lnTo>
                  <a:lnTo>
                    <a:pt x="5899404" y="190500"/>
                  </a:lnTo>
                  <a:lnTo>
                    <a:pt x="5897913" y="986789"/>
                  </a:lnTo>
                  <a:lnTo>
                    <a:pt x="5891784" y="1035050"/>
                  </a:lnTo>
                  <a:lnTo>
                    <a:pt x="5873496" y="1076959"/>
                  </a:lnTo>
                  <a:lnTo>
                    <a:pt x="5862828" y="1093470"/>
                  </a:lnTo>
                  <a:lnTo>
                    <a:pt x="5861304" y="1096009"/>
                  </a:lnTo>
                  <a:lnTo>
                    <a:pt x="5856732" y="1101089"/>
                  </a:lnTo>
                  <a:lnTo>
                    <a:pt x="5855208" y="1103629"/>
                  </a:lnTo>
                  <a:lnTo>
                    <a:pt x="5835396" y="1122679"/>
                  </a:lnTo>
                  <a:lnTo>
                    <a:pt x="5821680" y="1134109"/>
                  </a:lnTo>
                  <a:lnTo>
                    <a:pt x="5818632" y="1135379"/>
                  </a:lnTo>
                  <a:lnTo>
                    <a:pt x="5817108" y="1136650"/>
                  </a:lnTo>
                  <a:lnTo>
                    <a:pt x="5811012" y="1140459"/>
                  </a:lnTo>
                  <a:lnTo>
                    <a:pt x="5809488" y="1141729"/>
                  </a:lnTo>
                  <a:lnTo>
                    <a:pt x="5791200" y="1150620"/>
                  </a:lnTo>
                  <a:lnTo>
                    <a:pt x="5786628" y="1151889"/>
                  </a:lnTo>
                  <a:lnTo>
                    <a:pt x="5783580" y="1153159"/>
                  </a:lnTo>
                  <a:lnTo>
                    <a:pt x="5779008" y="1155700"/>
                  </a:lnTo>
                  <a:lnTo>
                    <a:pt x="5775960" y="1156970"/>
                  </a:lnTo>
                  <a:lnTo>
                    <a:pt x="5753100" y="1163320"/>
                  </a:lnTo>
                  <a:lnTo>
                    <a:pt x="5743956" y="1164589"/>
                  </a:lnTo>
                  <a:lnTo>
                    <a:pt x="5743956" y="1165859"/>
                  </a:lnTo>
                  <a:lnTo>
                    <a:pt x="5820765" y="1165859"/>
                  </a:lnTo>
                  <a:lnTo>
                    <a:pt x="5823204" y="1164589"/>
                  </a:lnTo>
                  <a:lnTo>
                    <a:pt x="5829300" y="1159509"/>
                  </a:lnTo>
                  <a:lnTo>
                    <a:pt x="5832348" y="1158239"/>
                  </a:lnTo>
                  <a:lnTo>
                    <a:pt x="5833872" y="1156970"/>
                  </a:lnTo>
                  <a:lnTo>
                    <a:pt x="5836920" y="1155700"/>
                  </a:lnTo>
                  <a:lnTo>
                    <a:pt x="5841492" y="1150620"/>
                  </a:lnTo>
                  <a:lnTo>
                    <a:pt x="5844540" y="1149350"/>
                  </a:lnTo>
                  <a:lnTo>
                    <a:pt x="5849112" y="1144270"/>
                  </a:lnTo>
                  <a:lnTo>
                    <a:pt x="5852160" y="1143000"/>
                  </a:lnTo>
                  <a:lnTo>
                    <a:pt x="5876544" y="1118870"/>
                  </a:lnTo>
                  <a:lnTo>
                    <a:pt x="5878068" y="1115059"/>
                  </a:lnTo>
                  <a:lnTo>
                    <a:pt x="5881116" y="1112520"/>
                  </a:lnTo>
                  <a:lnTo>
                    <a:pt x="5882640" y="1109979"/>
                  </a:lnTo>
                  <a:lnTo>
                    <a:pt x="5884164" y="1108709"/>
                  </a:lnTo>
                  <a:lnTo>
                    <a:pt x="5885688" y="1104900"/>
                  </a:lnTo>
                  <a:lnTo>
                    <a:pt x="5887212" y="1103629"/>
                  </a:lnTo>
                  <a:lnTo>
                    <a:pt x="5891784" y="1096009"/>
                  </a:lnTo>
                  <a:lnTo>
                    <a:pt x="5893308" y="1094739"/>
                  </a:lnTo>
                  <a:lnTo>
                    <a:pt x="5894832" y="1090929"/>
                  </a:lnTo>
                  <a:lnTo>
                    <a:pt x="5896356" y="1089659"/>
                  </a:lnTo>
                  <a:lnTo>
                    <a:pt x="5908548" y="1065529"/>
                  </a:lnTo>
                  <a:lnTo>
                    <a:pt x="5913120" y="1051559"/>
                  </a:lnTo>
                  <a:lnTo>
                    <a:pt x="5914644" y="1045209"/>
                  </a:lnTo>
                  <a:lnTo>
                    <a:pt x="5919216" y="1032509"/>
                  </a:lnTo>
                  <a:lnTo>
                    <a:pt x="5920740" y="1026159"/>
                  </a:lnTo>
                  <a:lnTo>
                    <a:pt x="5922264" y="1017269"/>
                  </a:lnTo>
                  <a:lnTo>
                    <a:pt x="5923661" y="207010"/>
                  </a:lnTo>
                  <a:lnTo>
                    <a:pt x="5923661" y="175260"/>
                  </a:lnTo>
                  <a:lnTo>
                    <a:pt x="5922264" y="175260"/>
                  </a:lnTo>
                  <a:lnTo>
                    <a:pt x="5922264" y="166369"/>
                  </a:lnTo>
                  <a:close/>
                </a:path>
                <a:path w="5923915" h="1189989">
                  <a:moveTo>
                    <a:pt x="60959" y="1093470"/>
                  </a:moveTo>
                  <a:lnTo>
                    <a:pt x="30479" y="1093470"/>
                  </a:lnTo>
                  <a:lnTo>
                    <a:pt x="32003" y="1094739"/>
                  </a:lnTo>
                  <a:lnTo>
                    <a:pt x="32003" y="1097279"/>
                  </a:lnTo>
                  <a:lnTo>
                    <a:pt x="62483" y="1097279"/>
                  </a:lnTo>
                  <a:lnTo>
                    <a:pt x="62483" y="1094739"/>
                  </a:lnTo>
                  <a:lnTo>
                    <a:pt x="60959" y="1093470"/>
                  </a:lnTo>
                  <a:close/>
                </a:path>
                <a:path w="5923915" h="1189989">
                  <a:moveTo>
                    <a:pt x="56387" y="1084579"/>
                  </a:moveTo>
                  <a:lnTo>
                    <a:pt x="25907" y="1084579"/>
                  </a:lnTo>
                  <a:lnTo>
                    <a:pt x="27431" y="1087120"/>
                  </a:lnTo>
                  <a:lnTo>
                    <a:pt x="27431" y="1089659"/>
                  </a:lnTo>
                  <a:lnTo>
                    <a:pt x="28956" y="1089659"/>
                  </a:lnTo>
                  <a:lnTo>
                    <a:pt x="28956" y="1093470"/>
                  </a:lnTo>
                  <a:lnTo>
                    <a:pt x="59435" y="1093470"/>
                  </a:lnTo>
                  <a:lnTo>
                    <a:pt x="59435" y="1089659"/>
                  </a:lnTo>
                  <a:lnTo>
                    <a:pt x="57912" y="1088389"/>
                  </a:lnTo>
                  <a:lnTo>
                    <a:pt x="56387" y="1088389"/>
                  </a:lnTo>
                  <a:lnTo>
                    <a:pt x="56387" y="1084579"/>
                  </a:lnTo>
                  <a:close/>
                </a:path>
                <a:path w="5923915" h="1189989">
                  <a:moveTo>
                    <a:pt x="53339" y="1080770"/>
                  </a:moveTo>
                  <a:lnTo>
                    <a:pt x="24383" y="1080770"/>
                  </a:lnTo>
                  <a:lnTo>
                    <a:pt x="24383" y="1084579"/>
                  </a:lnTo>
                  <a:lnTo>
                    <a:pt x="54863" y="1084579"/>
                  </a:lnTo>
                  <a:lnTo>
                    <a:pt x="54863" y="1082039"/>
                  </a:lnTo>
                  <a:lnTo>
                    <a:pt x="53339" y="1080770"/>
                  </a:lnTo>
                  <a:close/>
                </a:path>
                <a:path w="5923915" h="1189989">
                  <a:moveTo>
                    <a:pt x="51815" y="1076959"/>
                  </a:moveTo>
                  <a:lnTo>
                    <a:pt x="22859" y="1076959"/>
                  </a:lnTo>
                  <a:lnTo>
                    <a:pt x="22859" y="1080770"/>
                  </a:lnTo>
                  <a:lnTo>
                    <a:pt x="51815" y="1080770"/>
                  </a:lnTo>
                  <a:lnTo>
                    <a:pt x="51815" y="1076959"/>
                  </a:lnTo>
                  <a:close/>
                </a:path>
                <a:path w="5923915" h="1189989">
                  <a:moveTo>
                    <a:pt x="48768" y="1073150"/>
                  </a:moveTo>
                  <a:lnTo>
                    <a:pt x="21335" y="1073150"/>
                  </a:lnTo>
                  <a:lnTo>
                    <a:pt x="21335" y="1076959"/>
                  </a:lnTo>
                  <a:lnTo>
                    <a:pt x="50291" y="1076959"/>
                  </a:lnTo>
                  <a:lnTo>
                    <a:pt x="50291" y="1074420"/>
                  </a:lnTo>
                  <a:lnTo>
                    <a:pt x="48768" y="1073150"/>
                  </a:lnTo>
                  <a:close/>
                </a:path>
                <a:path w="5923915" h="1189989">
                  <a:moveTo>
                    <a:pt x="44195" y="1062989"/>
                  </a:moveTo>
                  <a:lnTo>
                    <a:pt x="16763" y="1062989"/>
                  </a:lnTo>
                  <a:lnTo>
                    <a:pt x="16763" y="1066800"/>
                  </a:lnTo>
                  <a:lnTo>
                    <a:pt x="18287" y="1066800"/>
                  </a:lnTo>
                  <a:lnTo>
                    <a:pt x="18287" y="1070609"/>
                  </a:lnTo>
                  <a:lnTo>
                    <a:pt x="19812" y="1070609"/>
                  </a:lnTo>
                  <a:lnTo>
                    <a:pt x="19812" y="1073150"/>
                  </a:lnTo>
                  <a:lnTo>
                    <a:pt x="47243" y="1073150"/>
                  </a:lnTo>
                  <a:lnTo>
                    <a:pt x="47243" y="1068070"/>
                  </a:lnTo>
                  <a:lnTo>
                    <a:pt x="45719" y="1068070"/>
                  </a:lnTo>
                  <a:lnTo>
                    <a:pt x="45719" y="1065529"/>
                  </a:lnTo>
                  <a:lnTo>
                    <a:pt x="44195" y="1065529"/>
                  </a:lnTo>
                  <a:lnTo>
                    <a:pt x="44195" y="1062989"/>
                  </a:lnTo>
                  <a:close/>
                </a:path>
                <a:path w="5923915" h="1189989">
                  <a:moveTo>
                    <a:pt x="42671" y="1059179"/>
                  </a:moveTo>
                  <a:lnTo>
                    <a:pt x="15239" y="1059179"/>
                  </a:lnTo>
                  <a:lnTo>
                    <a:pt x="15239" y="1062989"/>
                  </a:lnTo>
                  <a:lnTo>
                    <a:pt x="42671" y="1062989"/>
                  </a:lnTo>
                  <a:lnTo>
                    <a:pt x="42671" y="1059179"/>
                  </a:lnTo>
                  <a:close/>
                </a:path>
                <a:path w="5923915" h="1189989">
                  <a:moveTo>
                    <a:pt x="39623" y="1051559"/>
                  </a:moveTo>
                  <a:lnTo>
                    <a:pt x="12191" y="1051559"/>
                  </a:lnTo>
                  <a:lnTo>
                    <a:pt x="12191" y="1055370"/>
                  </a:lnTo>
                  <a:lnTo>
                    <a:pt x="13715" y="1055370"/>
                  </a:lnTo>
                  <a:lnTo>
                    <a:pt x="13715" y="1059179"/>
                  </a:lnTo>
                  <a:lnTo>
                    <a:pt x="41147" y="1059179"/>
                  </a:lnTo>
                  <a:lnTo>
                    <a:pt x="41147" y="1056639"/>
                  </a:lnTo>
                  <a:lnTo>
                    <a:pt x="39623" y="1056639"/>
                  </a:lnTo>
                  <a:lnTo>
                    <a:pt x="39623" y="1051559"/>
                  </a:lnTo>
                  <a:close/>
                </a:path>
                <a:path w="5923915" h="1189989">
                  <a:moveTo>
                    <a:pt x="5716524" y="0"/>
                  </a:moveTo>
                  <a:lnTo>
                    <a:pt x="205739" y="0"/>
                  </a:lnTo>
                  <a:lnTo>
                    <a:pt x="184403" y="1269"/>
                  </a:lnTo>
                  <a:lnTo>
                    <a:pt x="175259" y="2539"/>
                  </a:lnTo>
                  <a:lnTo>
                    <a:pt x="164591" y="5079"/>
                  </a:lnTo>
                  <a:lnTo>
                    <a:pt x="152400" y="7619"/>
                  </a:lnTo>
                  <a:lnTo>
                    <a:pt x="144779" y="8889"/>
                  </a:lnTo>
                  <a:lnTo>
                    <a:pt x="141731" y="11429"/>
                  </a:lnTo>
                  <a:lnTo>
                    <a:pt x="137159" y="12700"/>
                  </a:lnTo>
                  <a:lnTo>
                    <a:pt x="134112" y="13969"/>
                  </a:lnTo>
                  <a:lnTo>
                    <a:pt x="124968" y="16510"/>
                  </a:lnTo>
                  <a:lnTo>
                    <a:pt x="112775" y="22860"/>
                  </a:lnTo>
                  <a:lnTo>
                    <a:pt x="108203" y="24129"/>
                  </a:lnTo>
                  <a:lnTo>
                    <a:pt x="106679" y="26669"/>
                  </a:lnTo>
                  <a:lnTo>
                    <a:pt x="100583" y="29210"/>
                  </a:lnTo>
                  <a:lnTo>
                    <a:pt x="99059" y="30479"/>
                  </a:lnTo>
                  <a:lnTo>
                    <a:pt x="89915" y="35560"/>
                  </a:lnTo>
                  <a:lnTo>
                    <a:pt x="85343" y="39369"/>
                  </a:lnTo>
                  <a:lnTo>
                    <a:pt x="82295" y="40639"/>
                  </a:lnTo>
                  <a:lnTo>
                    <a:pt x="77723" y="45719"/>
                  </a:lnTo>
                  <a:lnTo>
                    <a:pt x="74675" y="46989"/>
                  </a:lnTo>
                  <a:lnTo>
                    <a:pt x="62483" y="59689"/>
                  </a:lnTo>
                  <a:lnTo>
                    <a:pt x="59435" y="60960"/>
                  </a:lnTo>
                  <a:lnTo>
                    <a:pt x="57912" y="64769"/>
                  </a:lnTo>
                  <a:lnTo>
                    <a:pt x="53339" y="68579"/>
                  </a:lnTo>
                  <a:lnTo>
                    <a:pt x="51815" y="71119"/>
                  </a:lnTo>
                  <a:lnTo>
                    <a:pt x="47243" y="76200"/>
                  </a:lnTo>
                  <a:lnTo>
                    <a:pt x="45719" y="78739"/>
                  </a:lnTo>
                  <a:lnTo>
                    <a:pt x="41147" y="83819"/>
                  </a:lnTo>
                  <a:lnTo>
                    <a:pt x="39623" y="87629"/>
                  </a:lnTo>
                  <a:lnTo>
                    <a:pt x="35051" y="91439"/>
                  </a:lnTo>
                  <a:lnTo>
                    <a:pt x="32003" y="97789"/>
                  </a:lnTo>
                  <a:lnTo>
                    <a:pt x="30479" y="99060"/>
                  </a:lnTo>
                  <a:lnTo>
                    <a:pt x="28956" y="102869"/>
                  </a:lnTo>
                  <a:lnTo>
                    <a:pt x="27431" y="104139"/>
                  </a:lnTo>
                  <a:lnTo>
                    <a:pt x="25907" y="106679"/>
                  </a:lnTo>
                  <a:lnTo>
                    <a:pt x="24383" y="107950"/>
                  </a:lnTo>
                  <a:lnTo>
                    <a:pt x="15239" y="127000"/>
                  </a:lnTo>
                  <a:lnTo>
                    <a:pt x="13715" y="132079"/>
                  </a:lnTo>
                  <a:lnTo>
                    <a:pt x="9143" y="146050"/>
                  </a:lnTo>
                  <a:lnTo>
                    <a:pt x="7619" y="152400"/>
                  </a:lnTo>
                  <a:lnTo>
                    <a:pt x="3047" y="166369"/>
                  </a:lnTo>
                  <a:lnTo>
                    <a:pt x="1523" y="176529"/>
                  </a:lnTo>
                  <a:lnTo>
                    <a:pt x="0" y="185419"/>
                  </a:lnTo>
                  <a:lnTo>
                    <a:pt x="0" y="988059"/>
                  </a:lnTo>
                  <a:lnTo>
                    <a:pt x="1523" y="988059"/>
                  </a:lnTo>
                  <a:lnTo>
                    <a:pt x="1523" y="1007109"/>
                  </a:lnTo>
                  <a:lnTo>
                    <a:pt x="3047" y="1007109"/>
                  </a:lnTo>
                  <a:lnTo>
                    <a:pt x="3047" y="1018539"/>
                  </a:lnTo>
                  <a:lnTo>
                    <a:pt x="4571" y="1018539"/>
                  </a:lnTo>
                  <a:lnTo>
                    <a:pt x="4571" y="1028700"/>
                  </a:lnTo>
                  <a:lnTo>
                    <a:pt x="6095" y="1028700"/>
                  </a:lnTo>
                  <a:lnTo>
                    <a:pt x="6095" y="1035050"/>
                  </a:lnTo>
                  <a:lnTo>
                    <a:pt x="7619" y="1035050"/>
                  </a:lnTo>
                  <a:lnTo>
                    <a:pt x="7619" y="1041400"/>
                  </a:lnTo>
                  <a:lnTo>
                    <a:pt x="9143" y="1041400"/>
                  </a:lnTo>
                  <a:lnTo>
                    <a:pt x="9143" y="1049020"/>
                  </a:lnTo>
                  <a:lnTo>
                    <a:pt x="10668" y="1049020"/>
                  </a:lnTo>
                  <a:lnTo>
                    <a:pt x="10668" y="1051559"/>
                  </a:lnTo>
                  <a:lnTo>
                    <a:pt x="38100" y="1051559"/>
                  </a:lnTo>
                  <a:lnTo>
                    <a:pt x="38100" y="1046479"/>
                  </a:lnTo>
                  <a:lnTo>
                    <a:pt x="36575" y="1046479"/>
                  </a:lnTo>
                  <a:lnTo>
                    <a:pt x="36575" y="1042669"/>
                  </a:lnTo>
                  <a:lnTo>
                    <a:pt x="35051" y="1042669"/>
                  </a:lnTo>
                  <a:lnTo>
                    <a:pt x="35051" y="1038859"/>
                  </a:lnTo>
                  <a:lnTo>
                    <a:pt x="33527" y="1038859"/>
                  </a:lnTo>
                  <a:lnTo>
                    <a:pt x="33527" y="1033779"/>
                  </a:lnTo>
                  <a:lnTo>
                    <a:pt x="32003" y="1033779"/>
                  </a:lnTo>
                  <a:lnTo>
                    <a:pt x="32003" y="1027429"/>
                  </a:lnTo>
                  <a:lnTo>
                    <a:pt x="30479" y="1027429"/>
                  </a:lnTo>
                  <a:lnTo>
                    <a:pt x="30479" y="1022350"/>
                  </a:lnTo>
                  <a:lnTo>
                    <a:pt x="28956" y="1022350"/>
                  </a:lnTo>
                  <a:lnTo>
                    <a:pt x="28956" y="1013459"/>
                  </a:lnTo>
                  <a:lnTo>
                    <a:pt x="27431" y="1013459"/>
                  </a:lnTo>
                  <a:lnTo>
                    <a:pt x="27431" y="1004569"/>
                  </a:lnTo>
                  <a:lnTo>
                    <a:pt x="25907" y="1004569"/>
                  </a:lnTo>
                  <a:lnTo>
                    <a:pt x="25907" y="986789"/>
                  </a:lnTo>
                  <a:lnTo>
                    <a:pt x="24383" y="986789"/>
                  </a:lnTo>
                  <a:lnTo>
                    <a:pt x="24383" y="207010"/>
                  </a:lnTo>
                  <a:lnTo>
                    <a:pt x="25907" y="187960"/>
                  </a:lnTo>
                  <a:lnTo>
                    <a:pt x="28956" y="168910"/>
                  </a:lnTo>
                  <a:lnTo>
                    <a:pt x="30479" y="165100"/>
                  </a:lnTo>
                  <a:lnTo>
                    <a:pt x="33527" y="152400"/>
                  </a:lnTo>
                  <a:lnTo>
                    <a:pt x="35051" y="149860"/>
                  </a:lnTo>
                  <a:lnTo>
                    <a:pt x="39623" y="135889"/>
                  </a:lnTo>
                  <a:lnTo>
                    <a:pt x="47243" y="120650"/>
                  </a:lnTo>
                  <a:lnTo>
                    <a:pt x="48768" y="119379"/>
                  </a:lnTo>
                  <a:lnTo>
                    <a:pt x="51815" y="113029"/>
                  </a:lnTo>
                  <a:lnTo>
                    <a:pt x="53339" y="111760"/>
                  </a:lnTo>
                  <a:lnTo>
                    <a:pt x="56387" y="105410"/>
                  </a:lnTo>
                  <a:lnTo>
                    <a:pt x="60959" y="100329"/>
                  </a:lnTo>
                  <a:lnTo>
                    <a:pt x="62483" y="97789"/>
                  </a:lnTo>
                  <a:lnTo>
                    <a:pt x="65531" y="93979"/>
                  </a:lnTo>
                  <a:lnTo>
                    <a:pt x="67056" y="91439"/>
                  </a:lnTo>
                  <a:lnTo>
                    <a:pt x="77723" y="81279"/>
                  </a:lnTo>
                  <a:lnTo>
                    <a:pt x="79247" y="77469"/>
                  </a:lnTo>
                  <a:lnTo>
                    <a:pt x="91439" y="66039"/>
                  </a:lnTo>
                  <a:lnTo>
                    <a:pt x="94487" y="64769"/>
                  </a:lnTo>
                  <a:lnTo>
                    <a:pt x="96012" y="62229"/>
                  </a:lnTo>
                  <a:lnTo>
                    <a:pt x="99059" y="60960"/>
                  </a:lnTo>
                  <a:lnTo>
                    <a:pt x="100583" y="59689"/>
                  </a:lnTo>
                  <a:lnTo>
                    <a:pt x="103631" y="58419"/>
                  </a:lnTo>
                  <a:lnTo>
                    <a:pt x="105156" y="55879"/>
                  </a:lnTo>
                  <a:lnTo>
                    <a:pt x="111251" y="53339"/>
                  </a:lnTo>
                  <a:lnTo>
                    <a:pt x="112775" y="52069"/>
                  </a:lnTo>
                  <a:lnTo>
                    <a:pt x="118871" y="49529"/>
                  </a:lnTo>
                  <a:lnTo>
                    <a:pt x="120395" y="46989"/>
                  </a:lnTo>
                  <a:lnTo>
                    <a:pt x="124968" y="45719"/>
                  </a:lnTo>
                  <a:lnTo>
                    <a:pt x="137159" y="39369"/>
                  </a:lnTo>
                  <a:lnTo>
                    <a:pt x="150875" y="35560"/>
                  </a:lnTo>
                  <a:lnTo>
                    <a:pt x="153923" y="33019"/>
                  </a:lnTo>
                  <a:lnTo>
                    <a:pt x="166115" y="30479"/>
                  </a:lnTo>
                  <a:lnTo>
                    <a:pt x="170687" y="29210"/>
                  </a:lnTo>
                  <a:lnTo>
                    <a:pt x="207263" y="24129"/>
                  </a:lnTo>
                  <a:lnTo>
                    <a:pt x="5814364" y="24129"/>
                  </a:lnTo>
                  <a:lnTo>
                    <a:pt x="5797296" y="15239"/>
                  </a:lnTo>
                  <a:lnTo>
                    <a:pt x="5783580" y="11429"/>
                  </a:lnTo>
                  <a:lnTo>
                    <a:pt x="5777484" y="8889"/>
                  </a:lnTo>
                  <a:lnTo>
                    <a:pt x="5763768" y="5079"/>
                  </a:lnTo>
                  <a:lnTo>
                    <a:pt x="5757672" y="2539"/>
                  </a:lnTo>
                  <a:lnTo>
                    <a:pt x="5716524" y="0"/>
                  </a:lnTo>
                  <a:close/>
                </a:path>
                <a:path w="5923915" h="1189989">
                  <a:moveTo>
                    <a:pt x="5920740" y="160019"/>
                  </a:moveTo>
                  <a:lnTo>
                    <a:pt x="5893308" y="160019"/>
                  </a:lnTo>
                  <a:lnTo>
                    <a:pt x="5893308" y="166369"/>
                  </a:lnTo>
                  <a:lnTo>
                    <a:pt x="5920740" y="166369"/>
                  </a:lnTo>
                  <a:lnTo>
                    <a:pt x="5920740" y="160019"/>
                  </a:lnTo>
                  <a:close/>
                </a:path>
                <a:path w="5923915" h="1189989">
                  <a:moveTo>
                    <a:pt x="5919216" y="154939"/>
                  </a:moveTo>
                  <a:lnTo>
                    <a:pt x="5891784" y="154939"/>
                  </a:lnTo>
                  <a:lnTo>
                    <a:pt x="5891784" y="160019"/>
                  </a:lnTo>
                  <a:lnTo>
                    <a:pt x="5919216" y="160019"/>
                  </a:lnTo>
                  <a:lnTo>
                    <a:pt x="5919216" y="154939"/>
                  </a:lnTo>
                  <a:close/>
                </a:path>
                <a:path w="5923915" h="1189989">
                  <a:moveTo>
                    <a:pt x="5911596" y="130810"/>
                  </a:moveTo>
                  <a:lnTo>
                    <a:pt x="5884164" y="130810"/>
                  </a:lnTo>
                  <a:lnTo>
                    <a:pt x="5884164" y="134619"/>
                  </a:lnTo>
                  <a:lnTo>
                    <a:pt x="5885688" y="134619"/>
                  </a:lnTo>
                  <a:lnTo>
                    <a:pt x="5885688" y="138429"/>
                  </a:lnTo>
                  <a:lnTo>
                    <a:pt x="5887212" y="138429"/>
                  </a:lnTo>
                  <a:lnTo>
                    <a:pt x="5887212" y="143510"/>
                  </a:lnTo>
                  <a:lnTo>
                    <a:pt x="5888736" y="143510"/>
                  </a:lnTo>
                  <a:lnTo>
                    <a:pt x="5888736" y="149860"/>
                  </a:lnTo>
                  <a:lnTo>
                    <a:pt x="5890260" y="149860"/>
                  </a:lnTo>
                  <a:lnTo>
                    <a:pt x="5890260" y="154939"/>
                  </a:lnTo>
                  <a:lnTo>
                    <a:pt x="5917692" y="154939"/>
                  </a:lnTo>
                  <a:lnTo>
                    <a:pt x="5917692" y="151129"/>
                  </a:lnTo>
                  <a:lnTo>
                    <a:pt x="5916168" y="151129"/>
                  </a:lnTo>
                  <a:lnTo>
                    <a:pt x="5916168" y="146050"/>
                  </a:lnTo>
                  <a:lnTo>
                    <a:pt x="5914644" y="146050"/>
                  </a:lnTo>
                  <a:lnTo>
                    <a:pt x="5914644" y="140969"/>
                  </a:lnTo>
                  <a:lnTo>
                    <a:pt x="5913120" y="140969"/>
                  </a:lnTo>
                  <a:lnTo>
                    <a:pt x="5913120" y="135889"/>
                  </a:lnTo>
                  <a:lnTo>
                    <a:pt x="5911596" y="135889"/>
                  </a:lnTo>
                  <a:lnTo>
                    <a:pt x="5911596" y="130810"/>
                  </a:lnTo>
                  <a:close/>
                </a:path>
                <a:path w="5923915" h="1189989">
                  <a:moveTo>
                    <a:pt x="5903976" y="114300"/>
                  </a:moveTo>
                  <a:lnTo>
                    <a:pt x="5875020" y="114300"/>
                  </a:lnTo>
                  <a:lnTo>
                    <a:pt x="5876544" y="115569"/>
                  </a:lnTo>
                  <a:lnTo>
                    <a:pt x="5876544" y="119379"/>
                  </a:lnTo>
                  <a:lnTo>
                    <a:pt x="5878068" y="119379"/>
                  </a:lnTo>
                  <a:lnTo>
                    <a:pt x="5878068" y="121919"/>
                  </a:lnTo>
                  <a:lnTo>
                    <a:pt x="5879592" y="121919"/>
                  </a:lnTo>
                  <a:lnTo>
                    <a:pt x="5879592" y="125729"/>
                  </a:lnTo>
                  <a:lnTo>
                    <a:pt x="5881116" y="125729"/>
                  </a:lnTo>
                  <a:lnTo>
                    <a:pt x="5881116" y="128269"/>
                  </a:lnTo>
                  <a:lnTo>
                    <a:pt x="5882640" y="128269"/>
                  </a:lnTo>
                  <a:lnTo>
                    <a:pt x="5882640" y="130810"/>
                  </a:lnTo>
                  <a:lnTo>
                    <a:pt x="5910072" y="130810"/>
                  </a:lnTo>
                  <a:lnTo>
                    <a:pt x="5910072" y="127000"/>
                  </a:lnTo>
                  <a:lnTo>
                    <a:pt x="5908548" y="127000"/>
                  </a:lnTo>
                  <a:lnTo>
                    <a:pt x="5908548" y="123189"/>
                  </a:lnTo>
                  <a:lnTo>
                    <a:pt x="5907024" y="123189"/>
                  </a:lnTo>
                  <a:lnTo>
                    <a:pt x="5907024" y="120650"/>
                  </a:lnTo>
                  <a:lnTo>
                    <a:pt x="5905500" y="120650"/>
                  </a:lnTo>
                  <a:lnTo>
                    <a:pt x="5905500" y="116839"/>
                  </a:lnTo>
                  <a:lnTo>
                    <a:pt x="5903976" y="116839"/>
                  </a:lnTo>
                  <a:lnTo>
                    <a:pt x="5903976" y="114300"/>
                  </a:lnTo>
                  <a:close/>
                </a:path>
                <a:path w="5923915" h="1189989">
                  <a:moveTo>
                    <a:pt x="5899404" y="106679"/>
                  </a:moveTo>
                  <a:lnTo>
                    <a:pt x="5870448" y="106679"/>
                  </a:lnTo>
                  <a:lnTo>
                    <a:pt x="5871972" y="107950"/>
                  </a:lnTo>
                  <a:lnTo>
                    <a:pt x="5871972" y="111760"/>
                  </a:lnTo>
                  <a:lnTo>
                    <a:pt x="5873496" y="111760"/>
                  </a:lnTo>
                  <a:lnTo>
                    <a:pt x="5873496" y="114300"/>
                  </a:lnTo>
                  <a:lnTo>
                    <a:pt x="5902452" y="114300"/>
                  </a:lnTo>
                  <a:lnTo>
                    <a:pt x="5902452" y="111760"/>
                  </a:lnTo>
                  <a:lnTo>
                    <a:pt x="5900928" y="109219"/>
                  </a:lnTo>
                  <a:lnTo>
                    <a:pt x="5899404" y="109219"/>
                  </a:lnTo>
                  <a:lnTo>
                    <a:pt x="5899404" y="106679"/>
                  </a:lnTo>
                  <a:close/>
                </a:path>
                <a:path w="5923915" h="1189989">
                  <a:moveTo>
                    <a:pt x="5814364" y="24129"/>
                  </a:moveTo>
                  <a:lnTo>
                    <a:pt x="5716524" y="24129"/>
                  </a:lnTo>
                  <a:lnTo>
                    <a:pt x="5736336" y="26669"/>
                  </a:lnTo>
                  <a:lnTo>
                    <a:pt x="5754624" y="29210"/>
                  </a:lnTo>
                  <a:lnTo>
                    <a:pt x="5766816" y="31750"/>
                  </a:lnTo>
                  <a:lnTo>
                    <a:pt x="5785104" y="38100"/>
                  </a:lnTo>
                  <a:lnTo>
                    <a:pt x="5788152" y="39369"/>
                  </a:lnTo>
                  <a:lnTo>
                    <a:pt x="5792724" y="40639"/>
                  </a:lnTo>
                  <a:lnTo>
                    <a:pt x="5807964" y="49529"/>
                  </a:lnTo>
                  <a:lnTo>
                    <a:pt x="5809488" y="50800"/>
                  </a:lnTo>
                  <a:lnTo>
                    <a:pt x="5812536" y="52069"/>
                  </a:lnTo>
                  <a:lnTo>
                    <a:pt x="5814060" y="53339"/>
                  </a:lnTo>
                  <a:lnTo>
                    <a:pt x="5817108" y="54610"/>
                  </a:lnTo>
                  <a:lnTo>
                    <a:pt x="5823204" y="59689"/>
                  </a:lnTo>
                  <a:lnTo>
                    <a:pt x="5826252" y="60960"/>
                  </a:lnTo>
                  <a:lnTo>
                    <a:pt x="5830824" y="64769"/>
                  </a:lnTo>
                  <a:lnTo>
                    <a:pt x="5864352" y="97789"/>
                  </a:lnTo>
                  <a:lnTo>
                    <a:pt x="5864352" y="100329"/>
                  </a:lnTo>
                  <a:lnTo>
                    <a:pt x="5865876" y="100329"/>
                  </a:lnTo>
                  <a:lnTo>
                    <a:pt x="5868924" y="104139"/>
                  </a:lnTo>
                  <a:lnTo>
                    <a:pt x="5868924" y="106679"/>
                  </a:lnTo>
                  <a:lnTo>
                    <a:pt x="5897880" y="106679"/>
                  </a:lnTo>
                  <a:lnTo>
                    <a:pt x="5897880" y="104139"/>
                  </a:lnTo>
                  <a:lnTo>
                    <a:pt x="5896356" y="104139"/>
                  </a:lnTo>
                  <a:lnTo>
                    <a:pt x="5896356" y="100329"/>
                  </a:lnTo>
                  <a:lnTo>
                    <a:pt x="5894832" y="99060"/>
                  </a:lnTo>
                  <a:lnTo>
                    <a:pt x="5893308" y="99060"/>
                  </a:lnTo>
                  <a:lnTo>
                    <a:pt x="5893308" y="96519"/>
                  </a:lnTo>
                  <a:lnTo>
                    <a:pt x="5891784" y="96519"/>
                  </a:lnTo>
                  <a:lnTo>
                    <a:pt x="5891784" y="92710"/>
                  </a:lnTo>
                  <a:lnTo>
                    <a:pt x="5890260" y="91439"/>
                  </a:lnTo>
                  <a:lnTo>
                    <a:pt x="5888736" y="91439"/>
                  </a:lnTo>
                  <a:lnTo>
                    <a:pt x="5888736" y="88900"/>
                  </a:lnTo>
                  <a:lnTo>
                    <a:pt x="5884164" y="83819"/>
                  </a:lnTo>
                  <a:lnTo>
                    <a:pt x="5882640" y="83819"/>
                  </a:lnTo>
                  <a:lnTo>
                    <a:pt x="5882640" y="81279"/>
                  </a:lnTo>
                  <a:lnTo>
                    <a:pt x="5878068" y="76200"/>
                  </a:lnTo>
                  <a:lnTo>
                    <a:pt x="5876544" y="76200"/>
                  </a:lnTo>
                  <a:lnTo>
                    <a:pt x="5876544" y="73660"/>
                  </a:lnTo>
                  <a:lnTo>
                    <a:pt x="5852160" y="49529"/>
                  </a:lnTo>
                  <a:lnTo>
                    <a:pt x="5846064" y="44450"/>
                  </a:lnTo>
                  <a:lnTo>
                    <a:pt x="5843016" y="43179"/>
                  </a:lnTo>
                  <a:lnTo>
                    <a:pt x="5839968" y="39369"/>
                  </a:lnTo>
                  <a:lnTo>
                    <a:pt x="5836920" y="38100"/>
                  </a:lnTo>
                  <a:lnTo>
                    <a:pt x="5835396" y="36829"/>
                  </a:lnTo>
                  <a:lnTo>
                    <a:pt x="5832348" y="35560"/>
                  </a:lnTo>
                  <a:lnTo>
                    <a:pt x="5830824" y="33019"/>
                  </a:lnTo>
                  <a:lnTo>
                    <a:pt x="5827776" y="31750"/>
                  </a:lnTo>
                  <a:lnTo>
                    <a:pt x="5826252" y="30479"/>
                  </a:lnTo>
                  <a:lnTo>
                    <a:pt x="5823204" y="29210"/>
                  </a:lnTo>
                  <a:lnTo>
                    <a:pt x="5821680" y="27939"/>
                  </a:lnTo>
                  <a:lnTo>
                    <a:pt x="5814364" y="24129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127755" y="3818635"/>
            <a:ext cx="397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616FF"/>
                </a:solidFill>
                <a:latin typeface="Arial"/>
                <a:cs typeface="Arial"/>
              </a:rPr>
              <a:t>Complications</a:t>
            </a:r>
            <a:r>
              <a:rPr sz="2400" b="1" spc="-100" dirty="0">
                <a:solidFill>
                  <a:srgbClr val="1616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616FF"/>
                </a:solidFill>
                <a:latin typeface="Arial"/>
                <a:cs typeface="Arial"/>
              </a:rPr>
              <a:t>mécaniques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66620" y="4761229"/>
            <a:ext cx="5897880" cy="1189990"/>
            <a:chOff x="2166620" y="4761229"/>
            <a:chExt cx="5897880" cy="1189990"/>
          </a:xfrm>
        </p:grpSpPr>
        <p:sp>
          <p:nvSpPr>
            <p:cNvPr id="14" name="object 14"/>
            <p:cNvSpPr/>
            <p:nvPr/>
          </p:nvSpPr>
          <p:spPr>
            <a:xfrm>
              <a:off x="2178812" y="4771770"/>
              <a:ext cx="5872480" cy="1167765"/>
            </a:xfrm>
            <a:custGeom>
              <a:avLst/>
              <a:gdLst/>
              <a:ahLst/>
              <a:cxnLst/>
              <a:rect l="l" t="t" r="r" b="b"/>
              <a:pathLst>
                <a:path w="5872480" h="1167764">
                  <a:moveTo>
                    <a:pt x="5678423" y="0"/>
                  </a:moveTo>
                  <a:lnTo>
                    <a:pt x="193548" y="0"/>
                  </a:lnTo>
                  <a:lnTo>
                    <a:pt x="149236" y="5207"/>
                  </a:lnTo>
                  <a:lnTo>
                    <a:pt x="108523" y="20011"/>
                  </a:lnTo>
                  <a:lnTo>
                    <a:pt x="72583" y="43187"/>
                  </a:lnTo>
                  <a:lnTo>
                    <a:pt x="42587" y="73507"/>
                  </a:lnTo>
                  <a:lnTo>
                    <a:pt x="19709" y="109745"/>
                  </a:lnTo>
                  <a:lnTo>
                    <a:pt x="5122" y="150676"/>
                  </a:lnTo>
                  <a:lnTo>
                    <a:pt x="0" y="195071"/>
                  </a:lnTo>
                  <a:lnTo>
                    <a:pt x="0" y="972311"/>
                  </a:lnTo>
                  <a:lnTo>
                    <a:pt x="5122" y="1017187"/>
                  </a:lnTo>
                  <a:lnTo>
                    <a:pt x="19709" y="1058304"/>
                  </a:lnTo>
                  <a:lnTo>
                    <a:pt x="42587" y="1094516"/>
                  </a:lnTo>
                  <a:lnTo>
                    <a:pt x="72583" y="1124676"/>
                  </a:lnTo>
                  <a:lnTo>
                    <a:pt x="108523" y="1147638"/>
                  </a:lnTo>
                  <a:lnTo>
                    <a:pt x="149236" y="1162256"/>
                  </a:lnTo>
                  <a:lnTo>
                    <a:pt x="193548" y="1167383"/>
                  </a:lnTo>
                  <a:lnTo>
                    <a:pt x="5678423" y="1167383"/>
                  </a:lnTo>
                  <a:lnTo>
                    <a:pt x="5722735" y="1162256"/>
                  </a:lnTo>
                  <a:lnTo>
                    <a:pt x="5763448" y="1147638"/>
                  </a:lnTo>
                  <a:lnTo>
                    <a:pt x="5799388" y="1124676"/>
                  </a:lnTo>
                  <a:lnTo>
                    <a:pt x="5829384" y="1094516"/>
                  </a:lnTo>
                  <a:lnTo>
                    <a:pt x="5852262" y="1058304"/>
                  </a:lnTo>
                  <a:lnTo>
                    <a:pt x="5866849" y="1017187"/>
                  </a:lnTo>
                  <a:lnTo>
                    <a:pt x="5871971" y="972311"/>
                  </a:lnTo>
                  <a:lnTo>
                    <a:pt x="5871971" y="195071"/>
                  </a:lnTo>
                  <a:lnTo>
                    <a:pt x="5866849" y="150676"/>
                  </a:lnTo>
                  <a:lnTo>
                    <a:pt x="5852262" y="109745"/>
                  </a:lnTo>
                  <a:lnTo>
                    <a:pt x="5829384" y="73507"/>
                  </a:lnTo>
                  <a:lnTo>
                    <a:pt x="5799388" y="43187"/>
                  </a:lnTo>
                  <a:lnTo>
                    <a:pt x="5763448" y="20011"/>
                  </a:lnTo>
                  <a:lnTo>
                    <a:pt x="5722735" y="5207"/>
                  </a:lnTo>
                  <a:lnTo>
                    <a:pt x="5678423" y="0"/>
                  </a:lnTo>
                  <a:close/>
                </a:path>
              </a:pathLst>
            </a:custGeom>
            <a:solidFill>
              <a:srgbClr val="FFFFFF">
                <a:alpha val="90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66620" y="4761229"/>
              <a:ext cx="5897880" cy="1189990"/>
            </a:xfrm>
            <a:custGeom>
              <a:avLst/>
              <a:gdLst/>
              <a:ahLst/>
              <a:cxnLst/>
              <a:rect l="l" t="t" r="r" b="b"/>
              <a:pathLst>
                <a:path w="5897880" h="1189989">
                  <a:moveTo>
                    <a:pt x="62484" y="1096010"/>
                  </a:moveTo>
                  <a:lnTo>
                    <a:pt x="32004" y="1096010"/>
                  </a:lnTo>
                  <a:lnTo>
                    <a:pt x="33528" y="1097280"/>
                  </a:lnTo>
                  <a:lnTo>
                    <a:pt x="33528" y="1099820"/>
                  </a:lnTo>
                  <a:lnTo>
                    <a:pt x="35052" y="1099820"/>
                  </a:lnTo>
                  <a:lnTo>
                    <a:pt x="35052" y="1103630"/>
                  </a:lnTo>
                  <a:lnTo>
                    <a:pt x="36575" y="1103630"/>
                  </a:lnTo>
                  <a:lnTo>
                    <a:pt x="41148" y="1107440"/>
                  </a:lnTo>
                  <a:lnTo>
                    <a:pt x="41148" y="1111250"/>
                  </a:lnTo>
                  <a:lnTo>
                    <a:pt x="42672" y="1111250"/>
                  </a:lnTo>
                  <a:lnTo>
                    <a:pt x="47243" y="1115060"/>
                  </a:lnTo>
                  <a:lnTo>
                    <a:pt x="47243" y="1118870"/>
                  </a:lnTo>
                  <a:lnTo>
                    <a:pt x="48768" y="1118870"/>
                  </a:lnTo>
                  <a:lnTo>
                    <a:pt x="60960" y="1131570"/>
                  </a:lnTo>
                  <a:lnTo>
                    <a:pt x="60960" y="1134110"/>
                  </a:lnTo>
                  <a:lnTo>
                    <a:pt x="62484" y="1134110"/>
                  </a:lnTo>
                  <a:lnTo>
                    <a:pt x="74675" y="1145540"/>
                  </a:lnTo>
                  <a:lnTo>
                    <a:pt x="80772" y="1149350"/>
                  </a:lnTo>
                  <a:lnTo>
                    <a:pt x="82296" y="1150620"/>
                  </a:lnTo>
                  <a:lnTo>
                    <a:pt x="85343" y="1151890"/>
                  </a:lnTo>
                  <a:lnTo>
                    <a:pt x="91440" y="1156970"/>
                  </a:lnTo>
                  <a:lnTo>
                    <a:pt x="97536" y="1159510"/>
                  </a:lnTo>
                  <a:lnTo>
                    <a:pt x="103631" y="1164590"/>
                  </a:lnTo>
                  <a:lnTo>
                    <a:pt x="106680" y="1165860"/>
                  </a:lnTo>
                  <a:lnTo>
                    <a:pt x="108204" y="1167130"/>
                  </a:lnTo>
                  <a:lnTo>
                    <a:pt x="126492" y="1176020"/>
                  </a:lnTo>
                  <a:lnTo>
                    <a:pt x="144780" y="1182370"/>
                  </a:lnTo>
                  <a:lnTo>
                    <a:pt x="150875" y="1183640"/>
                  </a:lnTo>
                  <a:lnTo>
                    <a:pt x="164592" y="1188720"/>
                  </a:lnTo>
                  <a:lnTo>
                    <a:pt x="175260" y="1189990"/>
                  </a:lnTo>
                  <a:lnTo>
                    <a:pt x="5722620" y="1189990"/>
                  </a:lnTo>
                  <a:lnTo>
                    <a:pt x="5731763" y="1188720"/>
                  </a:lnTo>
                  <a:lnTo>
                    <a:pt x="5737859" y="1187450"/>
                  </a:lnTo>
                  <a:lnTo>
                    <a:pt x="5742432" y="1186180"/>
                  </a:lnTo>
                  <a:lnTo>
                    <a:pt x="5748528" y="1183640"/>
                  </a:lnTo>
                  <a:lnTo>
                    <a:pt x="5771387" y="1176020"/>
                  </a:lnTo>
                  <a:lnTo>
                    <a:pt x="5790353" y="1167130"/>
                  </a:lnTo>
                  <a:lnTo>
                    <a:pt x="5708904" y="1167130"/>
                  </a:lnTo>
                  <a:lnTo>
                    <a:pt x="187452" y="1165860"/>
                  </a:lnTo>
                  <a:lnTo>
                    <a:pt x="169163" y="1163320"/>
                  </a:lnTo>
                  <a:lnTo>
                    <a:pt x="164592" y="1160780"/>
                  </a:lnTo>
                  <a:lnTo>
                    <a:pt x="152400" y="1158240"/>
                  </a:lnTo>
                  <a:lnTo>
                    <a:pt x="149352" y="1156970"/>
                  </a:lnTo>
                  <a:lnTo>
                    <a:pt x="135636" y="1151890"/>
                  </a:lnTo>
                  <a:lnTo>
                    <a:pt x="123443" y="1145540"/>
                  </a:lnTo>
                  <a:lnTo>
                    <a:pt x="118872" y="1144270"/>
                  </a:lnTo>
                  <a:lnTo>
                    <a:pt x="117348" y="1143000"/>
                  </a:lnTo>
                  <a:lnTo>
                    <a:pt x="111252" y="1140460"/>
                  </a:lnTo>
                  <a:lnTo>
                    <a:pt x="109728" y="1137920"/>
                  </a:lnTo>
                  <a:lnTo>
                    <a:pt x="103631" y="1135380"/>
                  </a:lnTo>
                  <a:lnTo>
                    <a:pt x="92963" y="1126490"/>
                  </a:lnTo>
                  <a:lnTo>
                    <a:pt x="89916" y="1125220"/>
                  </a:lnTo>
                  <a:lnTo>
                    <a:pt x="80772" y="1115060"/>
                  </a:lnTo>
                  <a:lnTo>
                    <a:pt x="77724" y="1115060"/>
                  </a:lnTo>
                  <a:lnTo>
                    <a:pt x="77724" y="1112520"/>
                  </a:lnTo>
                  <a:lnTo>
                    <a:pt x="67056" y="1102360"/>
                  </a:lnTo>
                  <a:lnTo>
                    <a:pt x="65531" y="1102360"/>
                  </a:lnTo>
                  <a:lnTo>
                    <a:pt x="65531" y="1098550"/>
                  </a:lnTo>
                  <a:lnTo>
                    <a:pt x="62484" y="1096010"/>
                  </a:lnTo>
                  <a:close/>
                </a:path>
                <a:path w="5897880" h="1189989">
                  <a:moveTo>
                    <a:pt x="5894832" y="166370"/>
                  </a:moveTo>
                  <a:lnTo>
                    <a:pt x="5868924" y="166370"/>
                  </a:lnTo>
                  <a:lnTo>
                    <a:pt x="5868924" y="172720"/>
                  </a:lnTo>
                  <a:lnTo>
                    <a:pt x="5870448" y="172720"/>
                  </a:lnTo>
                  <a:lnTo>
                    <a:pt x="5870448" y="190500"/>
                  </a:lnTo>
                  <a:lnTo>
                    <a:pt x="5871972" y="190500"/>
                  </a:lnTo>
                  <a:lnTo>
                    <a:pt x="5870483" y="985520"/>
                  </a:lnTo>
                  <a:lnTo>
                    <a:pt x="5870448" y="1004570"/>
                  </a:lnTo>
                  <a:lnTo>
                    <a:pt x="5865876" y="1031240"/>
                  </a:lnTo>
                  <a:lnTo>
                    <a:pt x="5864352" y="1038860"/>
                  </a:lnTo>
                  <a:lnTo>
                    <a:pt x="5862828" y="1043940"/>
                  </a:lnTo>
                  <a:lnTo>
                    <a:pt x="5856732" y="1056640"/>
                  </a:lnTo>
                  <a:lnTo>
                    <a:pt x="5855208" y="1060450"/>
                  </a:lnTo>
                  <a:lnTo>
                    <a:pt x="5846063" y="1079500"/>
                  </a:lnTo>
                  <a:lnTo>
                    <a:pt x="5844539" y="1080770"/>
                  </a:lnTo>
                  <a:lnTo>
                    <a:pt x="5841491" y="1087120"/>
                  </a:lnTo>
                  <a:lnTo>
                    <a:pt x="5839968" y="1088390"/>
                  </a:lnTo>
                  <a:lnTo>
                    <a:pt x="5838444" y="1090930"/>
                  </a:lnTo>
                  <a:lnTo>
                    <a:pt x="5835396" y="1094740"/>
                  </a:lnTo>
                  <a:lnTo>
                    <a:pt x="5833872" y="1097280"/>
                  </a:lnTo>
                  <a:lnTo>
                    <a:pt x="5829300" y="1102360"/>
                  </a:lnTo>
                  <a:lnTo>
                    <a:pt x="5827776" y="1104900"/>
                  </a:lnTo>
                  <a:lnTo>
                    <a:pt x="5807963" y="1125220"/>
                  </a:lnTo>
                  <a:lnTo>
                    <a:pt x="5804915" y="1126490"/>
                  </a:lnTo>
                  <a:lnTo>
                    <a:pt x="5800344" y="1131570"/>
                  </a:lnTo>
                  <a:lnTo>
                    <a:pt x="5797296" y="1132840"/>
                  </a:lnTo>
                  <a:lnTo>
                    <a:pt x="5794248" y="1135380"/>
                  </a:lnTo>
                  <a:lnTo>
                    <a:pt x="5791200" y="1136650"/>
                  </a:lnTo>
                  <a:lnTo>
                    <a:pt x="5789676" y="1137920"/>
                  </a:lnTo>
                  <a:lnTo>
                    <a:pt x="5783580" y="1141730"/>
                  </a:lnTo>
                  <a:lnTo>
                    <a:pt x="5782056" y="1143000"/>
                  </a:lnTo>
                  <a:lnTo>
                    <a:pt x="5743956" y="1159510"/>
                  </a:lnTo>
                  <a:lnTo>
                    <a:pt x="5708904" y="1165860"/>
                  </a:lnTo>
                  <a:lnTo>
                    <a:pt x="5708904" y="1167130"/>
                  </a:lnTo>
                  <a:lnTo>
                    <a:pt x="5790353" y="1167130"/>
                  </a:lnTo>
                  <a:lnTo>
                    <a:pt x="5795772" y="1164590"/>
                  </a:lnTo>
                  <a:lnTo>
                    <a:pt x="5801868" y="1159510"/>
                  </a:lnTo>
                  <a:lnTo>
                    <a:pt x="5804915" y="1158240"/>
                  </a:lnTo>
                  <a:lnTo>
                    <a:pt x="5806439" y="1156970"/>
                  </a:lnTo>
                  <a:lnTo>
                    <a:pt x="5809487" y="1155700"/>
                  </a:lnTo>
                  <a:lnTo>
                    <a:pt x="5814059" y="1150620"/>
                  </a:lnTo>
                  <a:lnTo>
                    <a:pt x="5817108" y="1149350"/>
                  </a:lnTo>
                  <a:lnTo>
                    <a:pt x="5821680" y="1144270"/>
                  </a:lnTo>
                  <a:lnTo>
                    <a:pt x="5824728" y="1143000"/>
                  </a:lnTo>
                  <a:lnTo>
                    <a:pt x="5853683" y="1113790"/>
                  </a:lnTo>
                  <a:lnTo>
                    <a:pt x="5855208" y="1111250"/>
                  </a:lnTo>
                  <a:lnTo>
                    <a:pt x="5858256" y="1107440"/>
                  </a:lnTo>
                  <a:lnTo>
                    <a:pt x="5859780" y="1104900"/>
                  </a:lnTo>
                  <a:lnTo>
                    <a:pt x="5861304" y="1103630"/>
                  </a:lnTo>
                  <a:lnTo>
                    <a:pt x="5862828" y="1099820"/>
                  </a:lnTo>
                  <a:lnTo>
                    <a:pt x="5884163" y="1059180"/>
                  </a:lnTo>
                  <a:lnTo>
                    <a:pt x="5894832" y="1017270"/>
                  </a:lnTo>
                  <a:lnTo>
                    <a:pt x="5897753" y="207010"/>
                  </a:lnTo>
                  <a:lnTo>
                    <a:pt x="5897753" y="187960"/>
                  </a:lnTo>
                  <a:lnTo>
                    <a:pt x="5896356" y="187960"/>
                  </a:lnTo>
                  <a:lnTo>
                    <a:pt x="5896356" y="176530"/>
                  </a:lnTo>
                  <a:lnTo>
                    <a:pt x="5894832" y="176530"/>
                  </a:lnTo>
                  <a:lnTo>
                    <a:pt x="5894832" y="166370"/>
                  </a:lnTo>
                  <a:close/>
                </a:path>
                <a:path w="5897880" h="1189989">
                  <a:moveTo>
                    <a:pt x="51816" y="1080770"/>
                  </a:moveTo>
                  <a:lnTo>
                    <a:pt x="22860" y="1080770"/>
                  </a:lnTo>
                  <a:lnTo>
                    <a:pt x="22860" y="1083310"/>
                  </a:lnTo>
                  <a:lnTo>
                    <a:pt x="24384" y="1083310"/>
                  </a:lnTo>
                  <a:lnTo>
                    <a:pt x="24384" y="1087120"/>
                  </a:lnTo>
                  <a:lnTo>
                    <a:pt x="25907" y="1087120"/>
                  </a:lnTo>
                  <a:lnTo>
                    <a:pt x="27431" y="1088390"/>
                  </a:lnTo>
                  <a:lnTo>
                    <a:pt x="27431" y="1090930"/>
                  </a:lnTo>
                  <a:lnTo>
                    <a:pt x="28956" y="1090930"/>
                  </a:lnTo>
                  <a:lnTo>
                    <a:pt x="30480" y="1093470"/>
                  </a:lnTo>
                  <a:lnTo>
                    <a:pt x="30480" y="1096010"/>
                  </a:lnTo>
                  <a:lnTo>
                    <a:pt x="60960" y="1096010"/>
                  </a:lnTo>
                  <a:lnTo>
                    <a:pt x="60960" y="1093470"/>
                  </a:lnTo>
                  <a:lnTo>
                    <a:pt x="56387" y="1088390"/>
                  </a:lnTo>
                  <a:lnTo>
                    <a:pt x="54863" y="1088390"/>
                  </a:lnTo>
                  <a:lnTo>
                    <a:pt x="54863" y="1084580"/>
                  </a:lnTo>
                  <a:lnTo>
                    <a:pt x="53340" y="1084580"/>
                  </a:lnTo>
                  <a:lnTo>
                    <a:pt x="53340" y="1082040"/>
                  </a:lnTo>
                  <a:lnTo>
                    <a:pt x="51816" y="1080770"/>
                  </a:lnTo>
                  <a:close/>
                </a:path>
                <a:path w="5897880" h="1189989">
                  <a:moveTo>
                    <a:pt x="50292" y="1076960"/>
                  </a:moveTo>
                  <a:lnTo>
                    <a:pt x="21336" y="1076960"/>
                  </a:lnTo>
                  <a:lnTo>
                    <a:pt x="21336" y="1080770"/>
                  </a:lnTo>
                  <a:lnTo>
                    <a:pt x="50292" y="1080770"/>
                  </a:lnTo>
                  <a:lnTo>
                    <a:pt x="50292" y="1076960"/>
                  </a:lnTo>
                  <a:close/>
                </a:path>
                <a:path w="5897880" h="1189989">
                  <a:moveTo>
                    <a:pt x="39624" y="1057910"/>
                  </a:moveTo>
                  <a:lnTo>
                    <a:pt x="13716" y="1057910"/>
                  </a:lnTo>
                  <a:lnTo>
                    <a:pt x="13716" y="1061720"/>
                  </a:lnTo>
                  <a:lnTo>
                    <a:pt x="15240" y="1061720"/>
                  </a:lnTo>
                  <a:lnTo>
                    <a:pt x="15240" y="1068070"/>
                  </a:lnTo>
                  <a:lnTo>
                    <a:pt x="16763" y="1068070"/>
                  </a:lnTo>
                  <a:lnTo>
                    <a:pt x="16763" y="1071880"/>
                  </a:lnTo>
                  <a:lnTo>
                    <a:pt x="18287" y="1071880"/>
                  </a:lnTo>
                  <a:lnTo>
                    <a:pt x="18287" y="1074420"/>
                  </a:lnTo>
                  <a:lnTo>
                    <a:pt x="19812" y="1074420"/>
                  </a:lnTo>
                  <a:lnTo>
                    <a:pt x="19812" y="1076960"/>
                  </a:lnTo>
                  <a:lnTo>
                    <a:pt x="48768" y="1076960"/>
                  </a:lnTo>
                  <a:lnTo>
                    <a:pt x="48768" y="1074420"/>
                  </a:lnTo>
                  <a:lnTo>
                    <a:pt x="47243" y="1073150"/>
                  </a:lnTo>
                  <a:lnTo>
                    <a:pt x="45719" y="1073150"/>
                  </a:lnTo>
                  <a:lnTo>
                    <a:pt x="45719" y="1069340"/>
                  </a:lnTo>
                  <a:lnTo>
                    <a:pt x="44196" y="1069340"/>
                  </a:lnTo>
                  <a:lnTo>
                    <a:pt x="44196" y="1066800"/>
                  </a:lnTo>
                  <a:lnTo>
                    <a:pt x="42672" y="1066800"/>
                  </a:lnTo>
                  <a:lnTo>
                    <a:pt x="42672" y="1064260"/>
                  </a:lnTo>
                  <a:lnTo>
                    <a:pt x="41148" y="1064260"/>
                  </a:lnTo>
                  <a:lnTo>
                    <a:pt x="41148" y="1060450"/>
                  </a:lnTo>
                  <a:lnTo>
                    <a:pt x="39624" y="1060450"/>
                  </a:lnTo>
                  <a:lnTo>
                    <a:pt x="39624" y="1057910"/>
                  </a:lnTo>
                  <a:close/>
                </a:path>
                <a:path w="5897880" h="1189989">
                  <a:moveTo>
                    <a:pt x="38100" y="1052830"/>
                  </a:moveTo>
                  <a:lnTo>
                    <a:pt x="12192" y="1052830"/>
                  </a:lnTo>
                  <a:lnTo>
                    <a:pt x="12192" y="1057910"/>
                  </a:lnTo>
                  <a:lnTo>
                    <a:pt x="38100" y="1057910"/>
                  </a:lnTo>
                  <a:lnTo>
                    <a:pt x="38100" y="1052830"/>
                  </a:lnTo>
                  <a:close/>
                </a:path>
                <a:path w="5897880" h="1189989">
                  <a:moveTo>
                    <a:pt x="36575" y="1049020"/>
                  </a:moveTo>
                  <a:lnTo>
                    <a:pt x="10668" y="1049020"/>
                  </a:lnTo>
                  <a:lnTo>
                    <a:pt x="10668" y="1052830"/>
                  </a:lnTo>
                  <a:lnTo>
                    <a:pt x="36575" y="1052830"/>
                  </a:lnTo>
                  <a:lnTo>
                    <a:pt x="36575" y="1049020"/>
                  </a:lnTo>
                  <a:close/>
                </a:path>
                <a:path w="5897880" h="1189989">
                  <a:moveTo>
                    <a:pt x="30480" y="1028700"/>
                  </a:moveTo>
                  <a:lnTo>
                    <a:pt x="4572" y="1028700"/>
                  </a:lnTo>
                  <a:lnTo>
                    <a:pt x="4572" y="1033780"/>
                  </a:lnTo>
                  <a:lnTo>
                    <a:pt x="6096" y="1033780"/>
                  </a:lnTo>
                  <a:lnTo>
                    <a:pt x="6096" y="1037590"/>
                  </a:lnTo>
                  <a:lnTo>
                    <a:pt x="7619" y="1037590"/>
                  </a:lnTo>
                  <a:lnTo>
                    <a:pt x="7619" y="1042670"/>
                  </a:lnTo>
                  <a:lnTo>
                    <a:pt x="9143" y="1042670"/>
                  </a:lnTo>
                  <a:lnTo>
                    <a:pt x="9143" y="1049020"/>
                  </a:lnTo>
                  <a:lnTo>
                    <a:pt x="35052" y="1049020"/>
                  </a:lnTo>
                  <a:lnTo>
                    <a:pt x="35052" y="1043940"/>
                  </a:lnTo>
                  <a:lnTo>
                    <a:pt x="33528" y="1043940"/>
                  </a:lnTo>
                  <a:lnTo>
                    <a:pt x="33528" y="1041400"/>
                  </a:lnTo>
                  <a:lnTo>
                    <a:pt x="32004" y="1041400"/>
                  </a:lnTo>
                  <a:lnTo>
                    <a:pt x="32004" y="1035050"/>
                  </a:lnTo>
                  <a:lnTo>
                    <a:pt x="30480" y="1035050"/>
                  </a:lnTo>
                  <a:lnTo>
                    <a:pt x="30480" y="1028700"/>
                  </a:lnTo>
                  <a:close/>
                </a:path>
                <a:path w="5897880" h="1189989">
                  <a:moveTo>
                    <a:pt x="5690615" y="0"/>
                  </a:moveTo>
                  <a:lnTo>
                    <a:pt x="205740" y="0"/>
                  </a:lnTo>
                  <a:lnTo>
                    <a:pt x="184404" y="1270"/>
                  </a:lnTo>
                  <a:lnTo>
                    <a:pt x="164592" y="5080"/>
                  </a:lnTo>
                  <a:lnTo>
                    <a:pt x="152400" y="7620"/>
                  </a:lnTo>
                  <a:lnTo>
                    <a:pt x="144780" y="8890"/>
                  </a:lnTo>
                  <a:lnTo>
                    <a:pt x="141731" y="11430"/>
                  </a:lnTo>
                  <a:lnTo>
                    <a:pt x="137160" y="12700"/>
                  </a:lnTo>
                  <a:lnTo>
                    <a:pt x="134112" y="13970"/>
                  </a:lnTo>
                  <a:lnTo>
                    <a:pt x="124968" y="16510"/>
                  </a:lnTo>
                  <a:lnTo>
                    <a:pt x="106680" y="25400"/>
                  </a:lnTo>
                  <a:lnTo>
                    <a:pt x="105156" y="27940"/>
                  </a:lnTo>
                  <a:lnTo>
                    <a:pt x="102107" y="29210"/>
                  </a:lnTo>
                  <a:lnTo>
                    <a:pt x="100584" y="30480"/>
                  </a:lnTo>
                  <a:lnTo>
                    <a:pt x="97536" y="31750"/>
                  </a:lnTo>
                  <a:lnTo>
                    <a:pt x="96012" y="33020"/>
                  </a:lnTo>
                  <a:lnTo>
                    <a:pt x="89916" y="36830"/>
                  </a:lnTo>
                  <a:lnTo>
                    <a:pt x="86868" y="39370"/>
                  </a:lnTo>
                  <a:lnTo>
                    <a:pt x="83819" y="40640"/>
                  </a:lnTo>
                  <a:lnTo>
                    <a:pt x="82296" y="43180"/>
                  </a:lnTo>
                  <a:lnTo>
                    <a:pt x="79248" y="44450"/>
                  </a:lnTo>
                  <a:lnTo>
                    <a:pt x="77724" y="45720"/>
                  </a:lnTo>
                  <a:lnTo>
                    <a:pt x="74675" y="46990"/>
                  </a:lnTo>
                  <a:lnTo>
                    <a:pt x="62484" y="59690"/>
                  </a:lnTo>
                  <a:lnTo>
                    <a:pt x="59436" y="60960"/>
                  </a:lnTo>
                  <a:lnTo>
                    <a:pt x="57912" y="63500"/>
                  </a:lnTo>
                  <a:lnTo>
                    <a:pt x="45719" y="76200"/>
                  </a:lnTo>
                  <a:lnTo>
                    <a:pt x="41148" y="83820"/>
                  </a:lnTo>
                  <a:lnTo>
                    <a:pt x="39624" y="85090"/>
                  </a:lnTo>
                  <a:lnTo>
                    <a:pt x="38100" y="88900"/>
                  </a:lnTo>
                  <a:lnTo>
                    <a:pt x="35052" y="91440"/>
                  </a:lnTo>
                  <a:lnTo>
                    <a:pt x="30480" y="100330"/>
                  </a:lnTo>
                  <a:lnTo>
                    <a:pt x="28956" y="101600"/>
                  </a:lnTo>
                  <a:lnTo>
                    <a:pt x="25907" y="107950"/>
                  </a:lnTo>
                  <a:lnTo>
                    <a:pt x="24384" y="109220"/>
                  </a:lnTo>
                  <a:lnTo>
                    <a:pt x="15240" y="128270"/>
                  </a:lnTo>
                  <a:lnTo>
                    <a:pt x="9143" y="146050"/>
                  </a:lnTo>
                  <a:lnTo>
                    <a:pt x="7619" y="152400"/>
                  </a:lnTo>
                  <a:lnTo>
                    <a:pt x="3048" y="166370"/>
                  </a:lnTo>
                  <a:lnTo>
                    <a:pt x="0" y="187960"/>
                  </a:lnTo>
                  <a:lnTo>
                    <a:pt x="0" y="1008380"/>
                  </a:lnTo>
                  <a:lnTo>
                    <a:pt x="1524" y="1008380"/>
                  </a:lnTo>
                  <a:lnTo>
                    <a:pt x="1524" y="1018540"/>
                  </a:lnTo>
                  <a:lnTo>
                    <a:pt x="3048" y="1018540"/>
                  </a:lnTo>
                  <a:lnTo>
                    <a:pt x="3048" y="1028700"/>
                  </a:lnTo>
                  <a:lnTo>
                    <a:pt x="28956" y="1028700"/>
                  </a:lnTo>
                  <a:lnTo>
                    <a:pt x="28956" y="1022350"/>
                  </a:lnTo>
                  <a:lnTo>
                    <a:pt x="27431" y="1022350"/>
                  </a:lnTo>
                  <a:lnTo>
                    <a:pt x="27431" y="1004570"/>
                  </a:lnTo>
                  <a:lnTo>
                    <a:pt x="25907" y="1004570"/>
                  </a:lnTo>
                  <a:lnTo>
                    <a:pt x="25907" y="985520"/>
                  </a:lnTo>
                  <a:lnTo>
                    <a:pt x="24384" y="985520"/>
                  </a:lnTo>
                  <a:lnTo>
                    <a:pt x="24384" y="207010"/>
                  </a:lnTo>
                  <a:lnTo>
                    <a:pt x="25907" y="187960"/>
                  </a:lnTo>
                  <a:lnTo>
                    <a:pt x="27431" y="180340"/>
                  </a:lnTo>
                  <a:lnTo>
                    <a:pt x="28956" y="171450"/>
                  </a:lnTo>
                  <a:lnTo>
                    <a:pt x="33528" y="152400"/>
                  </a:lnTo>
                  <a:lnTo>
                    <a:pt x="35052" y="149860"/>
                  </a:lnTo>
                  <a:lnTo>
                    <a:pt x="39624" y="135890"/>
                  </a:lnTo>
                  <a:lnTo>
                    <a:pt x="47243" y="120650"/>
                  </a:lnTo>
                  <a:lnTo>
                    <a:pt x="48768" y="119380"/>
                  </a:lnTo>
                  <a:lnTo>
                    <a:pt x="51816" y="113030"/>
                  </a:lnTo>
                  <a:lnTo>
                    <a:pt x="53340" y="111760"/>
                  </a:lnTo>
                  <a:lnTo>
                    <a:pt x="56387" y="105410"/>
                  </a:lnTo>
                  <a:lnTo>
                    <a:pt x="60960" y="100330"/>
                  </a:lnTo>
                  <a:lnTo>
                    <a:pt x="62484" y="97790"/>
                  </a:lnTo>
                  <a:lnTo>
                    <a:pt x="65531" y="95250"/>
                  </a:lnTo>
                  <a:lnTo>
                    <a:pt x="67056" y="91440"/>
                  </a:lnTo>
                  <a:lnTo>
                    <a:pt x="71628" y="87630"/>
                  </a:lnTo>
                  <a:lnTo>
                    <a:pt x="73152" y="83820"/>
                  </a:lnTo>
                  <a:lnTo>
                    <a:pt x="76200" y="81280"/>
                  </a:lnTo>
                  <a:lnTo>
                    <a:pt x="77724" y="77470"/>
                  </a:lnTo>
                  <a:lnTo>
                    <a:pt x="80772" y="76200"/>
                  </a:lnTo>
                  <a:lnTo>
                    <a:pt x="91440" y="67310"/>
                  </a:lnTo>
                  <a:lnTo>
                    <a:pt x="94487" y="66040"/>
                  </a:lnTo>
                  <a:lnTo>
                    <a:pt x="97536" y="62230"/>
                  </a:lnTo>
                  <a:lnTo>
                    <a:pt x="100584" y="60960"/>
                  </a:lnTo>
                  <a:lnTo>
                    <a:pt x="105156" y="57150"/>
                  </a:lnTo>
                  <a:lnTo>
                    <a:pt x="111252" y="53340"/>
                  </a:lnTo>
                  <a:lnTo>
                    <a:pt x="112775" y="52070"/>
                  </a:lnTo>
                  <a:lnTo>
                    <a:pt x="118872" y="49530"/>
                  </a:lnTo>
                  <a:lnTo>
                    <a:pt x="120396" y="46990"/>
                  </a:lnTo>
                  <a:lnTo>
                    <a:pt x="135636" y="39370"/>
                  </a:lnTo>
                  <a:lnTo>
                    <a:pt x="149352" y="35560"/>
                  </a:lnTo>
                  <a:lnTo>
                    <a:pt x="152400" y="33020"/>
                  </a:lnTo>
                  <a:lnTo>
                    <a:pt x="188975" y="25400"/>
                  </a:lnTo>
                  <a:lnTo>
                    <a:pt x="5789371" y="25400"/>
                  </a:lnTo>
                  <a:lnTo>
                    <a:pt x="5782056" y="21590"/>
                  </a:lnTo>
                  <a:lnTo>
                    <a:pt x="5777483" y="20320"/>
                  </a:lnTo>
                  <a:lnTo>
                    <a:pt x="5774435" y="19050"/>
                  </a:lnTo>
                  <a:lnTo>
                    <a:pt x="5769863" y="16510"/>
                  </a:lnTo>
                  <a:lnTo>
                    <a:pt x="5763768" y="13970"/>
                  </a:lnTo>
                  <a:lnTo>
                    <a:pt x="5759196" y="12700"/>
                  </a:lnTo>
                  <a:lnTo>
                    <a:pt x="5756148" y="11430"/>
                  </a:lnTo>
                  <a:lnTo>
                    <a:pt x="5751576" y="8890"/>
                  </a:lnTo>
                  <a:lnTo>
                    <a:pt x="5739383" y="6350"/>
                  </a:lnTo>
                  <a:lnTo>
                    <a:pt x="5731763" y="5080"/>
                  </a:lnTo>
                  <a:lnTo>
                    <a:pt x="5710428" y="1270"/>
                  </a:lnTo>
                  <a:lnTo>
                    <a:pt x="5690615" y="0"/>
                  </a:lnTo>
                  <a:close/>
                </a:path>
                <a:path w="5897880" h="1189989">
                  <a:moveTo>
                    <a:pt x="5893308" y="160020"/>
                  </a:moveTo>
                  <a:lnTo>
                    <a:pt x="5867400" y="160020"/>
                  </a:lnTo>
                  <a:lnTo>
                    <a:pt x="5867400" y="166370"/>
                  </a:lnTo>
                  <a:lnTo>
                    <a:pt x="5893308" y="166370"/>
                  </a:lnTo>
                  <a:lnTo>
                    <a:pt x="5893308" y="160020"/>
                  </a:lnTo>
                  <a:close/>
                </a:path>
                <a:path w="5897880" h="1189989">
                  <a:moveTo>
                    <a:pt x="5891783" y="154940"/>
                  </a:moveTo>
                  <a:lnTo>
                    <a:pt x="5865876" y="154940"/>
                  </a:lnTo>
                  <a:lnTo>
                    <a:pt x="5865876" y="160020"/>
                  </a:lnTo>
                  <a:lnTo>
                    <a:pt x="5891783" y="160020"/>
                  </a:lnTo>
                  <a:lnTo>
                    <a:pt x="5891783" y="154940"/>
                  </a:lnTo>
                  <a:close/>
                </a:path>
                <a:path w="5897880" h="1189989">
                  <a:moveTo>
                    <a:pt x="5890259" y="151130"/>
                  </a:moveTo>
                  <a:lnTo>
                    <a:pt x="5864352" y="151130"/>
                  </a:lnTo>
                  <a:lnTo>
                    <a:pt x="5864352" y="154940"/>
                  </a:lnTo>
                  <a:lnTo>
                    <a:pt x="5890259" y="154940"/>
                  </a:lnTo>
                  <a:lnTo>
                    <a:pt x="5890259" y="151130"/>
                  </a:lnTo>
                  <a:close/>
                </a:path>
                <a:path w="5897880" h="1189989">
                  <a:moveTo>
                    <a:pt x="5888735" y="146050"/>
                  </a:moveTo>
                  <a:lnTo>
                    <a:pt x="5862828" y="146050"/>
                  </a:lnTo>
                  <a:lnTo>
                    <a:pt x="5862828" y="151130"/>
                  </a:lnTo>
                  <a:lnTo>
                    <a:pt x="5888735" y="151130"/>
                  </a:lnTo>
                  <a:lnTo>
                    <a:pt x="5888735" y="146050"/>
                  </a:lnTo>
                  <a:close/>
                </a:path>
                <a:path w="5897880" h="1189989">
                  <a:moveTo>
                    <a:pt x="5887211" y="142240"/>
                  </a:moveTo>
                  <a:lnTo>
                    <a:pt x="5861304" y="142240"/>
                  </a:lnTo>
                  <a:lnTo>
                    <a:pt x="5861304" y="146050"/>
                  </a:lnTo>
                  <a:lnTo>
                    <a:pt x="5887211" y="146050"/>
                  </a:lnTo>
                  <a:lnTo>
                    <a:pt x="5887211" y="142240"/>
                  </a:lnTo>
                  <a:close/>
                </a:path>
                <a:path w="5897880" h="1189989">
                  <a:moveTo>
                    <a:pt x="5884163" y="133350"/>
                  </a:moveTo>
                  <a:lnTo>
                    <a:pt x="5856732" y="133350"/>
                  </a:lnTo>
                  <a:lnTo>
                    <a:pt x="5856732" y="135890"/>
                  </a:lnTo>
                  <a:lnTo>
                    <a:pt x="5858256" y="135890"/>
                  </a:lnTo>
                  <a:lnTo>
                    <a:pt x="5858256" y="138430"/>
                  </a:lnTo>
                  <a:lnTo>
                    <a:pt x="5859780" y="138430"/>
                  </a:lnTo>
                  <a:lnTo>
                    <a:pt x="5859780" y="142240"/>
                  </a:lnTo>
                  <a:lnTo>
                    <a:pt x="5885687" y="142240"/>
                  </a:lnTo>
                  <a:lnTo>
                    <a:pt x="5885687" y="137160"/>
                  </a:lnTo>
                  <a:lnTo>
                    <a:pt x="5884163" y="137160"/>
                  </a:lnTo>
                  <a:lnTo>
                    <a:pt x="5884163" y="133350"/>
                  </a:lnTo>
                  <a:close/>
                </a:path>
                <a:path w="5897880" h="1189989">
                  <a:moveTo>
                    <a:pt x="5876544" y="115570"/>
                  </a:moveTo>
                  <a:lnTo>
                    <a:pt x="5847587" y="115570"/>
                  </a:lnTo>
                  <a:lnTo>
                    <a:pt x="5849111" y="116840"/>
                  </a:lnTo>
                  <a:lnTo>
                    <a:pt x="5849111" y="120650"/>
                  </a:lnTo>
                  <a:lnTo>
                    <a:pt x="5850635" y="120650"/>
                  </a:lnTo>
                  <a:lnTo>
                    <a:pt x="5850635" y="123190"/>
                  </a:lnTo>
                  <a:lnTo>
                    <a:pt x="5852159" y="123190"/>
                  </a:lnTo>
                  <a:lnTo>
                    <a:pt x="5852159" y="127000"/>
                  </a:lnTo>
                  <a:lnTo>
                    <a:pt x="5853683" y="127000"/>
                  </a:lnTo>
                  <a:lnTo>
                    <a:pt x="5853683" y="129540"/>
                  </a:lnTo>
                  <a:lnTo>
                    <a:pt x="5855208" y="129540"/>
                  </a:lnTo>
                  <a:lnTo>
                    <a:pt x="5855208" y="133350"/>
                  </a:lnTo>
                  <a:lnTo>
                    <a:pt x="5882639" y="133350"/>
                  </a:lnTo>
                  <a:lnTo>
                    <a:pt x="5882639" y="128270"/>
                  </a:lnTo>
                  <a:lnTo>
                    <a:pt x="5881115" y="128270"/>
                  </a:lnTo>
                  <a:lnTo>
                    <a:pt x="5881115" y="125730"/>
                  </a:lnTo>
                  <a:lnTo>
                    <a:pt x="5879591" y="125730"/>
                  </a:lnTo>
                  <a:lnTo>
                    <a:pt x="5879591" y="121920"/>
                  </a:lnTo>
                  <a:lnTo>
                    <a:pt x="5878068" y="121920"/>
                  </a:lnTo>
                  <a:lnTo>
                    <a:pt x="5878068" y="119380"/>
                  </a:lnTo>
                  <a:lnTo>
                    <a:pt x="5876544" y="119380"/>
                  </a:lnTo>
                  <a:lnTo>
                    <a:pt x="5876544" y="115570"/>
                  </a:lnTo>
                  <a:close/>
                </a:path>
                <a:path w="5897880" h="1189989">
                  <a:moveTo>
                    <a:pt x="5875020" y="113030"/>
                  </a:moveTo>
                  <a:lnTo>
                    <a:pt x="5846063" y="113030"/>
                  </a:lnTo>
                  <a:lnTo>
                    <a:pt x="5846063" y="115570"/>
                  </a:lnTo>
                  <a:lnTo>
                    <a:pt x="5875020" y="115570"/>
                  </a:lnTo>
                  <a:lnTo>
                    <a:pt x="5875020" y="113030"/>
                  </a:lnTo>
                  <a:close/>
                </a:path>
                <a:path w="5897880" h="1189989">
                  <a:moveTo>
                    <a:pt x="5789371" y="25400"/>
                  </a:moveTo>
                  <a:lnTo>
                    <a:pt x="5708904" y="25400"/>
                  </a:lnTo>
                  <a:lnTo>
                    <a:pt x="5745480" y="33020"/>
                  </a:lnTo>
                  <a:lnTo>
                    <a:pt x="5759196" y="38100"/>
                  </a:lnTo>
                  <a:lnTo>
                    <a:pt x="5783580" y="50800"/>
                  </a:lnTo>
                  <a:lnTo>
                    <a:pt x="5785104" y="52070"/>
                  </a:lnTo>
                  <a:lnTo>
                    <a:pt x="5791200" y="54610"/>
                  </a:lnTo>
                  <a:lnTo>
                    <a:pt x="5792724" y="57150"/>
                  </a:lnTo>
                  <a:lnTo>
                    <a:pt x="5795772" y="58420"/>
                  </a:lnTo>
                  <a:lnTo>
                    <a:pt x="5798820" y="60960"/>
                  </a:lnTo>
                  <a:lnTo>
                    <a:pt x="5801868" y="62230"/>
                  </a:lnTo>
                  <a:lnTo>
                    <a:pt x="5835396" y="96520"/>
                  </a:lnTo>
                  <a:lnTo>
                    <a:pt x="5835396" y="99060"/>
                  </a:lnTo>
                  <a:lnTo>
                    <a:pt x="5836920" y="99060"/>
                  </a:lnTo>
                  <a:lnTo>
                    <a:pt x="5838444" y="100330"/>
                  </a:lnTo>
                  <a:lnTo>
                    <a:pt x="5838444" y="104140"/>
                  </a:lnTo>
                  <a:lnTo>
                    <a:pt x="5839968" y="104140"/>
                  </a:lnTo>
                  <a:lnTo>
                    <a:pt x="5841491" y="105410"/>
                  </a:lnTo>
                  <a:lnTo>
                    <a:pt x="5841491" y="107950"/>
                  </a:lnTo>
                  <a:lnTo>
                    <a:pt x="5843015" y="107950"/>
                  </a:lnTo>
                  <a:lnTo>
                    <a:pt x="5844539" y="109220"/>
                  </a:lnTo>
                  <a:lnTo>
                    <a:pt x="5844539" y="113030"/>
                  </a:lnTo>
                  <a:lnTo>
                    <a:pt x="5873496" y="113030"/>
                  </a:lnTo>
                  <a:lnTo>
                    <a:pt x="5873496" y="109220"/>
                  </a:lnTo>
                  <a:lnTo>
                    <a:pt x="5871972" y="109220"/>
                  </a:lnTo>
                  <a:lnTo>
                    <a:pt x="5871972" y="106680"/>
                  </a:lnTo>
                  <a:lnTo>
                    <a:pt x="5870448" y="106680"/>
                  </a:lnTo>
                  <a:lnTo>
                    <a:pt x="5870448" y="104140"/>
                  </a:lnTo>
                  <a:lnTo>
                    <a:pt x="5868924" y="101600"/>
                  </a:lnTo>
                  <a:lnTo>
                    <a:pt x="5867400" y="101600"/>
                  </a:lnTo>
                  <a:lnTo>
                    <a:pt x="5867400" y="99060"/>
                  </a:lnTo>
                  <a:lnTo>
                    <a:pt x="5865876" y="97790"/>
                  </a:lnTo>
                  <a:lnTo>
                    <a:pt x="5864352" y="97790"/>
                  </a:lnTo>
                  <a:lnTo>
                    <a:pt x="5864352" y="95250"/>
                  </a:lnTo>
                  <a:lnTo>
                    <a:pt x="5862828" y="92710"/>
                  </a:lnTo>
                  <a:lnTo>
                    <a:pt x="5861304" y="92710"/>
                  </a:lnTo>
                  <a:lnTo>
                    <a:pt x="5861304" y="90170"/>
                  </a:lnTo>
                  <a:lnTo>
                    <a:pt x="5859780" y="88900"/>
                  </a:lnTo>
                  <a:lnTo>
                    <a:pt x="5858256" y="88900"/>
                  </a:lnTo>
                  <a:lnTo>
                    <a:pt x="5858256" y="85090"/>
                  </a:lnTo>
                  <a:lnTo>
                    <a:pt x="5855208" y="82550"/>
                  </a:lnTo>
                  <a:lnTo>
                    <a:pt x="5853683" y="82550"/>
                  </a:lnTo>
                  <a:lnTo>
                    <a:pt x="5853683" y="78740"/>
                  </a:lnTo>
                  <a:lnTo>
                    <a:pt x="5850635" y="76200"/>
                  </a:lnTo>
                  <a:lnTo>
                    <a:pt x="5849111" y="76200"/>
                  </a:lnTo>
                  <a:lnTo>
                    <a:pt x="5849111" y="73660"/>
                  </a:lnTo>
                  <a:lnTo>
                    <a:pt x="5824728" y="49530"/>
                  </a:lnTo>
                  <a:lnTo>
                    <a:pt x="5818632" y="44450"/>
                  </a:lnTo>
                  <a:lnTo>
                    <a:pt x="5815583" y="43180"/>
                  </a:lnTo>
                  <a:lnTo>
                    <a:pt x="5812535" y="39370"/>
                  </a:lnTo>
                  <a:lnTo>
                    <a:pt x="5809487" y="38100"/>
                  </a:lnTo>
                  <a:lnTo>
                    <a:pt x="5807963" y="36830"/>
                  </a:lnTo>
                  <a:lnTo>
                    <a:pt x="5804915" y="35560"/>
                  </a:lnTo>
                  <a:lnTo>
                    <a:pt x="5803391" y="33020"/>
                  </a:lnTo>
                  <a:lnTo>
                    <a:pt x="5800344" y="31750"/>
                  </a:lnTo>
                  <a:lnTo>
                    <a:pt x="5798820" y="30480"/>
                  </a:lnTo>
                  <a:lnTo>
                    <a:pt x="5795772" y="29210"/>
                  </a:lnTo>
                  <a:lnTo>
                    <a:pt x="5794248" y="27940"/>
                  </a:lnTo>
                  <a:lnTo>
                    <a:pt x="5789371" y="2540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85083" y="5130800"/>
            <a:ext cx="4058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616FF"/>
                </a:solidFill>
                <a:latin typeface="Arial"/>
                <a:cs typeface="Arial"/>
              </a:rPr>
              <a:t>Complications</a:t>
            </a:r>
            <a:r>
              <a:rPr sz="2400" b="1" spc="-100" dirty="0">
                <a:solidFill>
                  <a:srgbClr val="1616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616FF"/>
                </a:solidFill>
                <a:latin typeface="Arial"/>
                <a:cs typeface="Arial"/>
              </a:rPr>
              <a:t>respiratoires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u="none" dirty="0">
                <a:latin typeface="Arial"/>
                <a:cs typeface="Arial"/>
              </a:rPr>
              <a:t>1)Complications</a:t>
            </a:r>
            <a:r>
              <a:rPr sz="4000" b="0" u="none" spc="-229" dirty="0">
                <a:latin typeface="Arial"/>
                <a:cs typeface="Arial"/>
              </a:rPr>
              <a:t> </a:t>
            </a:r>
            <a:r>
              <a:rPr sz="4000" b="0" u="none" spc="-25" dirty="0">
                <a:latin typeface="Arial"/>
                <a:cs typeface="Arial"/>
              </a:rPr>
              <a:t>hydro-</a:t>
            </a:r>
            <a:r>
              <a:rPr sz="4000" b="0" u="none" spc="-10" dirty="0">
                <a:latin typeface="Arial"/>
                <a:cs typeface="Arial"/>
              </a:rPr>
              <a:t>électrolytiques: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707" y="1660651"/>
            <a:ext cx="8547735" cy="34111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spcBef>
                <a:spcPts val="740"/>
              </a:spcBef>
              <a:buClr>
                <a:srgbClr val="00007C"/>
              </a:buClr>
              <a:buSzPct val="75000"/>
              <a:buFont typeface="Wingdings"/>
              <a:buChar char=""/>
              <a:tabLst>
                <a:tab pos="355600" algn="l"/>
              </a:tabLst>
            </a:pPr>
            <a:r>
              <a:rPr dirty="0"/>
              <a:t>Clinique:</a:t>
            </a:r>
            <a:r>
              <a:rPr spc="-100" dirty="0"/>
              <a:t> </a:t>
            </a:r>
            <a:r>
              <a:rPr dirty="0"/>
              <a:t>déshydratation</a:t>
            </a:r>
            <a:r>
              <a:rPr spc="-105" dirty="0"/>
              <a:t> </a:t>
            </a:r>
            <a:r>
              <a:rPr dirty="0"/>
              <a:t>extra</a:t>
            </a:r>
            <a:r>
              <a:rPr spc="-120" dirty="0"/>
              <a:t> </a:t>
            </a:r>
            <a:r>
              <a:rPr dirty="0"/>
              <a:t>cellulaire,</a:t>
            </a:r>
            <a:r>
              <a:rPr spc="-110" dirty="0"/>
              <a:t> </a:t>
            </a:r>
            <a:r>
              <a:rPr spc="-10" dirty="0"/>
              <a:t>dénutrition, </a:t>
            </a:r>
            <a:r>
              <a:rPr dirty="0"/>
              <a:t>asthénie</a:t>
            </a:r>
            <a:r>
              <a:rPr spc="-100" dirty="0"/>
              <a:t> </a:t>
            </a:r>
            <a:r>
              <a:rPr spc="-10" dirty="0"/>
              <a:t>profonde</a:t>
            </a: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00007C"/>
              </a:buClr>
              <a:buFont typeface="Wingdings"/>
              <a:buChar char=""/>
            </a:pPr>
            <a:endParaRPr spc="-10" dirty="0"/>
          </a:p>
          <a:p>
            <a:pPr marL="111125" marR="699135" indent="-99060">
              <a:lnSpc>
                <a:spcPct val="100000"/>
              </a:lnSpc>
              <a:spcBef>
                <a:spcPts val="5"/>
              </a:spcBef>
              <a:buClr>
                <a:srgbClr val="00007C"/>
              </a:buClr>
              <a:buSzPct val="75000"/>
              <a:buFont typeface="Wingdings"/>
              <a:buChar char=""/>
              <a:tabLst>
                <a:tab pos="111125" algn="l"/>
                <a:tab pos="354330" algn="l"/>
              </a:tabLst>
            </a:pPr>
            <a:r>
              <a:rPr dirty="0"/>
              <a:t>	Biologie:</a:t>
            </a:r>
            <a:r>
              <a:rPr spc="-95" dirty="0"/>
              <a:t> </a:t>
            </a:r>
            <a:r>
              <a:rPr dirty="0"/>
              <a:t>troubles</a:t>
            </a:r>
            <a:r>
              <a:rPr spc="-90" dirty="0"/>
              <a:t> </a:t>
            </a:r>
            <a:r>
              <a:rPr dirty="0" err="1"/>
              <a:t>ioniques</a:t>
            </a:r>
            <a:r>
              <a:rPr lang="fr-FR" dirty="0"/>
              <a:t> (</a:t>
            </a:r>
            <a:r>
              <a:rPr lang="fr-FR" dirty="0" err="1"/>
              <a:t>hypoK</a:t>
            </a:r>
            <a:r>
              <a:rPr lang="fr-FR" dirty="0"/>
              <a:t> et </a:t>
            </a:r>
            <a:r>
              <a:rPr lang="fr-FR" dirty="0" err="1"/>
              <a:t>hypocl</a:t>
            </a:r>
            <a:r>
              <a:rPr lang="fr-FR" dirty="0"/>
              <a:t>)</a:t>
            </a:r>
            <a:r>
              <a:rPr dirty="0"/>
              <a:t>,</a:t>
            </a:r>
            <a:r>
              <a:rPr spc="-95" dirty="0"/>
              <a:t> </a:t>
            </a:r>
            <a:r>
              <a:rPr spc="-10" dirty="0"/>
              <a:t>hémoconcentration, </a:t>
            </a:r>
            <a:r>
              <a:rPr dirty="0"/>
              <a:t>IRA,</a:t>
            </a:r>
            <a:r>
              <a:rPr spc="-85" dirty="0"/>
              <a:t> </a:t>
            </a:r>
            <a:r>
              <a:rPr dirty="0"/>
              <a:t>alcalose</a:t>
            </a:r>
            <a:r>
              <a:rPr spc="-65" dirty="0"/>
              <a:t> </a:t>
            </a:r>
            <a:r>
              <a:rPr spc="-10" dirty="0"/>
              <a:t>métabolique</a:t>
            </a: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00007C"/>
              </a:buClr>
              <a:buFont typeface="Wingdings"/>
              <a:buChar char=""/>
            </a:pPr>
            <a:endParaRPr spc="-10" dirty="0"/>
          </a:p>
          <a:p>
            <a:pPr marL="111125" marR="1888489" indent="-99060">
              <a:lnSpc>
                <a:spcPct val="100000"/>
              </a:lnSpc>
              <a:spcBef>
                <a:spcPts val="5"/>
              </a:spcBef>
              <a:buClr>
                <a:srgbClr val="00007C"/>
              </a:buClr>
              <a:buSzPct val="75000"/>
              <a:buFont typeface="Wingdings"/>
              <a:buChar char=""/>
              <a:tabLst>
                <a:tab pos="111125" algn="l"/>
                <a:tab pos="354330" algn="l"/>
              </a:tabLst>
            </a:pPr>
            <a:r>
              <a:rPr dirty="0"/>
              <a:t>	Traitement:</a:t>
            </a:r>
            <a:r>
              <a:rPr spc="-65" dirty="0"/>
              <a:t> </a:t>
            </a:r>
            <a:r>
              <a:rPr dirty="0"/>
              <a:t>repose</a:t>
            </a:r>
            <a:r>
              <a:rPr spc="-75" dirty="0"/>
              <a:t> </a:t>
            </a:r>
            <a:r>
              <a:rPr dirty="0"/>
              <a:t>sur</a:t>
            </a:r>
            <a:r>
              <a:rPr spc="-70" dirty="0"/>
              <a:t> </a:t>
            </a:r>
            <a:r>
              <a:rPr dirty="0"/>
              <a:t>la</a:t>
            </a:r>
            <a:r>
              <a:rPr spc="-75" dirty="0"/>
              <a:t> </a:t>
            </a:r>
            <a:r>
              <a:rPr dirty="0"/>
              <a:t>correction</a:t>
            </a:r>
            <a:r>
              <a:rPr spc="-85" dirty="0"/>
              <a:t> </a:t>
            </a:r>
            <a:r>
              <a:rPr spc="-25" dirty="0"/>
              <a:t>des </a:t>
            </a:r>
            <a:r>
              <a:rPr dirty="0"/>
              <a:t>troubles</a:t>
            </a:r>
            <a:r>
              <a:rPr spc="-85" dirty="0"/>
              <a:t> </a:t>
            </a:r>
            <a:r>
              <a:rPr dirty="0"/>
              <a:t>hydro</a:t>
            </a:r>
            <a:r>
              <a:rPr spc="-80" dirty="0"/>
              <a:t> </a:t>
            </a:r>
            <a:r>
              <a:rPr spc="-10" dirty="0"/>
              <a:t>électrolytiques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7425">
              <a:lnSpc>
                <a:spcPct val="100000"/>
              </a:lnSpc>
              <a:spcBef>
                <a:spcPts val="95"/>
              </a:spcBef>
            </a:pPr>
            <a:r>
              <a:rPr sz="4000" b="0" u="none" dirty="0">
                <a:latin typeface="Arial"/>
                <a:cs typeface="Arial"/>
              </a:rPr>
              <a:t>2)</a:t>
            </a:r>
            <a:r>
              <a:rPr sz="4000" b="0" u="none" spc="-135" dirty="0">
                <a:latin typeface="Arial"/>
                <a:cs typeface="Arial"/>
              </a:rPr>
              <a:t> </a:t>
            </a:r>
            <a:r>
              <a:rPr sz="4000" b="0" u="none" dirty="0">
                <a:latin typeface="Arial"/>
                <a:cs typeface="Arial"/>
              </a:rPr>
              <a:t>Complications</a:t>
            </a:r>
            <a:r>
              <a:rPr sz="4000" b="0" u="none" spc="-120" dirty="0">
                <a:latin typeface="Arial"/>
                <a:cs typeface="Arial"/>
              </a:rPr>
              <a:t> </a:t>
            </a:r>
            <a:r>
              <a:rPr sz="4000" b="0" u="none" spc="-10" dirty="0">
                <a:latin typeface="Arial"/>
                <a:cs typeface="Arial"/>
              </a:rPr>
              <a:t>mécaniques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1805923"/>
            <a:ext cx="8025130" cy="3510448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50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4965" algn="l"/>
              </a:tabLst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Syndrome</a:t>
            </a:r>
            <a:r>
              <a:rPr sz="2800" b="1" i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800" b="1" i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30" dirty="0">
                <a:solidFill>
                  <a:srgbClr val="FF0000"/>
                </a:solidFill>
                <a:latin typeface="Arial"/>
                <a:cs typeface="Arial"/>
              </a:rPr>
              <a:t>MALLORY-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WEISS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3600" spc="-2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Déchirure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longitudinale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muqueuse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cardia</a:t>
            </a:r>
            <a:endParaRPr sz="2800" dirty="0">
              <a:latin typeface="Arial MT"/>
              <a:cs typeface="Arial MT"/>
            </a:endParaRPr>
          </a:p>
          <a:p>
            <a:pPr marL="12700" marR="421005">
              <a:lnSpc>
                <a:spcPct val="120000"/>
              </a:lnSpc>
              <a:spcBef>
                <a:spcPts val="2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Vomissements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répétés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alimentaire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bilieux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et </a:t>
            </a:r>
            <a:r>
              <a:rPr sz="2800" dirty="0">
                <a:latin typeface="Arial MT"/>
                <a:cs typeface="Arial MT"/>
              </a:rPr>
              <a:t>hématémèse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d’abondance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variable</a:t>
            </a:r>
            <a:endParaRPr sz="2800" dirty="0">
              <a:latin typeface="Arial MT"/>
              <a:cs typeface="Arial MT"/>
            </a:endParaRPr>
          </a:p>
          <a:p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Diagnostic: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endoscopie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digestive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haute</a:t>
            </a:r>
            <a:r>
              <a:rPr lang="fr-FR" sz="2800" spc="-10" dirty="0">
                <a:latin typeface="Arial MT"/>
                <a:cs typeface="Arial MT"/>
              </a:rPr>
              <a:t>,</a:t>
            </a:r>
            <a:r>
              <a:rPr lang="fr-DZ" sz="1800" dirty="0"/>
              <a:t> </a:t>
            </a:r>
            <a:r>
              <a:rPr lang="fr-DZ" sz="2800" dirty="0"/>
              <a:t>une</a:t>
            </a:r>
          </a:p>
          <a:p>
            <a:r>
              <a:rPr lang="fr-FR" sz="2800" dirty="0"/>
              <a:t>ulcération linéaire située au niveau de la jonction </a:t>
            </a:r>
            <a:r>
              <a:rPr lang="fr-FR" sz="2800" dirty="0" err="1"/>
              <a:t>eso</a:t>
            </a:r>
            <a:r>
              <a:rPr lang="fr-FR" sz="2800" dirty="0"/>
              <a:t>-gastrique, avec parfois un saignement actif </a:t>
            </a:r>
            <a:r>
              <a:rPr lang="fr-DZ" sz="1600" dirty="0"/>
              <a:t>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59790"/>
            <a:ext cx="9141968" cy="64982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990600"/>
            <a:ext cx="7993379" cy="5216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541780" indent="-342900">
              <a:lnSpc>
                <a:spcPct val="100000"/>
              </a:lnSpc>
              <a:spcBef>
                <a:spcPts val="95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5600" algn="l"/>
              </a:tabLst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Rupture</a:t>
            </a:r>
            <a:r>
              <a:rPr sz="2800" b="1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spontanée</a:t>
            </a:r>
            <a:r>
              <a:rPr sz="2800" b="1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800" b="1" i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l’œsophage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(syndrome</a:t>
            </a:r>
            <a:r>
              <a:rPr sz="2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800" b="1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BOERHAAVE)</a:t>
            </a:r>
            <a:endParaRPr sz="2800" dirty="0">
              <a:latin typeface="Arial"/>
              <a:cs typeface="Arial"/>
            </a:endParaRPr>
          </a:p>
          <a:p>
            <a:endParaRPr lang="fr-DZ" sz="1800" dirty="0"/>
          </a:p>
          <a:p>
            <a:r>
              <a:rPr lang="fr-DZ" sz="1800" dirty="0"/>
              <a:t> </a:t>
            </a:r>
            <a:r>
              <a:rPr lang="fr-FR" sz="1800" dirty="0"/>
              <a:t>  </a:t>
            </a:r>
            <a:r>
              <a:rPr lang="fr-DZ" sz="1800" dirty="0"/>
              <a:t>Rare +++.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800" dirty="0"/>
              <a:t>Rupture de l'</a:t>
            </a:r>
            <a:r>
              <a:rPr lang="fr-FR" sz="1800" dirty="0" err="1"/>
              <a:t>esophage</a:t>
            </a:r>
            <a:r>
              <a:rPr lang="fr-FR" sz="1800" dirty="0"/>
              <a:t> secondaire a l'hyperpression intra-</a:t>
            </a:r>
            <a:r>
              <a:rPr lang="fr-FR" sz="1800" dirty="0" err="1"/>
              <a:t>cesophagienne</a:t>
            </a:r>
            <a:r>
              <a:rPr lang="fr-FR" sz="1800" dirty="0"/>
              <a:t> lors d'efforts de vomissements violents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 err="1"/>
              <a:t>Clinique:</a:t>
            </a:r>
            <a:r>
              <a:rPr lang="fr-FR" sz="1800" dirty="0" err="1"/>
              <a:t>vomissements</a:t>
            </a:r>
            <a:r>
              <a:rPr lang="fr-FR" sz="1800" dirty="0"/>
              <a:t> suivis d'une douleur thoracique brutale, puis évolution vers une détresse</a:t>
            </a:r>
            <a:r>
              <a:rPr lang="fr-FR" dirty="0"/>
              <a:t> </a:t>
            </a:r>
            <a:r>
              <a:rPr lang="fr-FR" sz="1800" dirty="0"/>
              <a:t>respiratoire avec état de choc.</a:t>
            </a:r>
            <a:r>
              <a:rPr lang="fr-DZ" sz="1800" dirty="0"/>
              <a:t>.</a:t>
            </a:r>
            <a:endParaRPr lang="fr-FR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DZ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800" b="1" dirty="0"/>
              <a:t>Diagnostic : </a:t>
            </a:r>
            <a:r>
              <a:rPr lang="fr-FR" sz="1800" dirty="0"/>
              <a:t>radiographie thoracique montrant un pneumo-médiastin et un épanchement pleural, et surtout un scanner thoracique avec opacification aux hydrosolubles.</a:t>
            </a: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lang="fr-FR" sz="1800" dirty="0"/>
              <a:t>. </a:t>
            </a:r>
            <a:r>
              <a:rPr lang="fr-FR" sz="1800" dirty="0">
                <a:solidFill>
                  <a:srgbClr val="FF0000"/>
                </a:solidFill>
                <a:latin typeface="Arial MT"/>
                <a:cs typeface="Arial MT"/>
              </a:rPr>
              <a:t>La</a:t>
            </a:r>
            <a:r>
              <a:rPr lang="fr-FR" sz="18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fr-FR" sz="1800" dirty="0">
                <a:solidFill>
                  <a:srgbClr val="FF0000"/>
                </a:solidFill>
                <a:latin typeface="Arial MT"/>
                <a:cs typeface="Arial MT"/>
              </a:rPr>
              <a:t>FOGD</a:t>
            </a:r>
            <a:r>
              <a:rPr lang="fr-FR" sz="18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fr-FR" sz="1800" dirty="0">
                <a:solidFill>
                  <a:srgbClr val="FF0000"/>
                </a:solidFill>
                <a:latin typeface="Arial MT"/>
                <a:cs typeface="Arial MT"/>
              </a:rPr>
              <a:t>est</a:t>
            </a:r>
            <a:r>
              <a:rPr lang="fr-FR"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fr-FR" sz="1800" dirty="0">
                <a:solidFill>
                  <a:srgbClr val="FF0000"/>
                </a:solidFill>
                <a:latin typeface="Arial MT"/>
                <a:cs typeface="Arial MT"/>
              </a:rPr>
              <a:t>contre</a:t>
            </a:r>
            <a:r>
              <a:rPr lang="fr-FR" sz="18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fr-FR" sz="1800" spc="-10" dirty="0">
                <a:solidFill>
                  <a:srgbClr val="FF0000"/>
                </a:solidFill>
                <a:latin typeface="Arial MT"/>
                <a:cs typeface="Arial MT"/>
              </a:rPr>
              <a:t>indiquée</a:t>
            </a:r>
            <a:endParaRPr lang="fr-FR" sz="1800" dirty="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1440"/>
              </a:spcBef>
              <a:buFont typeface="Wingdings" panose="05000000000000000000" pitchFamily="2" charset="2"/>
              <a:buChar char="§"/>
            </a:pPr>
            <a:r>
              <a:rPr lang="fr-FR" sz="1800" dirty="0">
                <a:latin typeface="Arial MT"/>
                <a:cs typeface="Arial MT"/>
              </a:rPr>
              <a:t>Traitement</a:t>
            </a:r>
            <a:r>
              <a:rPr lang="fr-FR" sz="1800" spc="-90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repose</a:t>
            </a:r>
            <a:r>
              <a:rPr lang="fr-FR" sz="1800" spc="-70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sur</a:t>
            </a:r>
            <a:r>
              <a:rPr lang="fr-FR" sz="1800" spc="-85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la</a:t>
            </a:r>
            <a:r>
              <a:rPr lang="fr-FR" sz="1800" spc="-70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chirurgie</a:t>
            </a:r>
            <a:r>
              <a:rPr lang="fr-FR" sz="1800" spc="-60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+</a:t>
            </a:r>
            <a:r>
              <a:rPr lang="fr-FR" sz="1800" spc="-100" dirty="0">
                <a:latin typeface="Arial MT"/>
                <a:cs typeface="Arial MT"/>
              </a:rPr>
              <a:t> </a:t>
            </a:r>
            <a:r>
              <a:rPr lang="fr-FR" sz="1800" dirty="0">
                <a:latin typeface="Arial MT"/>
                <a:cs typeface="Arial MT"/>
              </a:rPr>
              <a:t>réanimation</a:t>
            </a:r>
            <a:r>
              <a:rPr lang="fr-FR" sz="1800" spc="-50" dirty="0">
                <a:latin typeface="Arial MT"/>
                <a:cs typeface="Arial MT"/>
              </a:rPr>
              <a:t> </a:t>
            </a:r>
            <a:r>
              <a:rPr lang="fr-FR" sz="1800" spc="-10" dirty="0">
                <a:latin typeface="Arial MT"/>
                <a:cs typeface="Arial MT"/>
              </a:rPr>
              <a:t>intensive</a:t>
            </a:r>
            <a:endParaRPr lang="fr-FR" sz="1800" dirty="0">
              <a:latin typeface="Arial MT"/>
              <a:cs typeface="Arial MT"/>
            </a:endParaRPr>
          </a:p>
          <a:p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9762" y="990600"/>
            <a:ext cx="7864475" cy="46342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4965" algn="l"/>
              </a:tabLst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Hématome</a:t>
            </a:r>
            <a:r>
              <a:rPr sz="2800" b="1" i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intra</a:t>
            </a:r>
            <a:r>
              <a:rPr sz="2800" b="1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mural</a:t>
            </a:r>
            <a:r>
              <a:rPr sz="2800" b="1"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800" b="1"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l’œsophage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577340" algn="l"/>
              </a:tabLst>
            </a:pPr>
            <a:r>
              <a:rPr sz="2800" spc="-10" dirty="0">
                <a:latin typeface="Arial MT"/>
                <a:cs typeface="Arial MT"/>
              </a:rPr>
              <a:t>-Douleur</a:t>
            </a:r>
            <a:r>
              <a:rPr sz="2800" dirty="0">
                <a:latin typeface="Arial MT"/>
                <a:cs typeface="Arial MT"/>
              </a:rPr>
              <a:t>	rétro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sternale+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dysphagie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récente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Diagnostic: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Endoscopie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haute</a:t>
            </a:r>
            <a:endParaRPr sz="2800" dirty="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Traitement: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médical,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échec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complication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=&gt; </a:t>
            </a:r>
            <a:r>
              <a:rPr sz="2800" spc="-10" dirty="0">
                <a:latin typeface="Arial MT"/>
                <a:cs typeface="Arial MT"/>
              </a:rPr>
              <a:t>Chirurgie</a:t>
            </a:r>
            <a:endParaRPr sz="28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4965" algn="l"/>
              </a:tabLst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Œsophagite</a:t>
            </a:r>
            <a:r>
              <a:rPr sz="2800" b="1" i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peptique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patients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ayant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vomissements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répétés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Dysphagie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douloureuse,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hématémèse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Diagnostic: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FOGD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6952" y="979423"/>
            <a:ext cx="6603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i="0" dirty="0">
                <a:latin typeface="Arial MT"/>
                <a:cs typeface="Arial MT"/>
              </a:rPr>
              <a:t>3)</a:t>
            </a:r>
            <a:r>
              <a:rPr sz="4000" b="0" u="none" dirty="0">
                <a:latin typeface="Arial"/>
                <a:cs typeface="Arial"/>
              </a:rPr>
              <a:t>Complications</a:t>
            </a:r>
            <a:r>
              <a:rPr sz="4000" b="0" u="none" spc="-265" dirty="0">
                <a:latin typeface="Arial"/>
                <a:cs typeface="Arial"/>
              </a:rPr>
              <a:t> </a:t>
            </a:r>
            <a:r>
              <a:rPr sz="4000" b="0" u="none" spc="-10" dirty="0">
                <a:latin typeface="Arial"/>
                <a:cs typeface="Arial"/>
              </a:rPr>
              <a:t>respiratoires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3989" y="2209800"/>
            <a:ext cx="8289290" cy="14811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Pneumopathie</a:t>
            </a:r>
            <a:r>
              <a:rPr sz="2800" b="1" i="1" spc="-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d’inhalation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00007C"/>
              </a:buClr>
              <a:buSzPct val="75000"/>
              <a:buChar char="•"/>
              <a:tabLst>
                <a:tab pos="355600" algn="l"/>
                <a:tab pos="4074795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Syndrome</a:t>
            </a:r>
            <a:r>
              <a:rPr sz="28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de</a:t>
            </a:r>
            <a:r>
              <a:rPr sz="28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Mendelson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survenant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chez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sujet </a:t>
            </a:r>
            <a:r>
              <a:rPr sz="2800" dirty="0">
                <a:latin typeface="Arial MT"/>
                <a:cs typeface="Arial MT"/>
              </a:rPr>
              <a:t>inconscient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 err="1">
                <a:latin typeface="Arial MT"/>
                <a:cs typeface="Arial MT"/>
              </a:rPr>
              <a:t>ou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 err="1">
                <a:latin typeface="Arial MT"/>
                <a:cs typeface="Arial MT"/>
              </a:rPr>
              <a:t>alité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668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Arial"/>
                <a:cs typeface="Arial"/>
              </a:rPr>
              <a:t>Diagnostic</a:t>
            </a:r>
            <a:r>
              <a:rPr sz="4400" b="0" spc="-155" dirty="0">
                <a:latin typeface="Arial"/>
                <a:cs typeface="Arial"/>
              </a:rPr>
              <a:t> </a:t>
            </a:r>
            <a:r>
              <a:rPr sz="4400" b="0" spc="-10" dirty="0">
                <a:latin typeface="Arial"/>
                <a:cs typeface="Arial"/>
              </a:rPr>
              <a:t>étiologique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8208" y="2276348"/>
            <a:ext cx="5730875" cy="13423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60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5600" algn="l"/>
              </a:tabLst>
            </a:pPr>
            <a:r>
              <a:rPr sz="3600" dirty="0">
                <a:latin typeface="Arial MT"/>
                <a:cs typeface="Arial MT"/>
              </a:rPr>
              <a:t>Vomissements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aigus</a:t>
            </a:r>
            <a:endParaRPr sz="3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007C"/>
              </a:buClr>
              <a:buSzPct val="75000"/>
              <a:buFont typeface="Wingdings"/>
              <a:buChar char=""/>
              <a:tabLst>
                <a:tab pos="355600" algn="l"/>
              </a:tabLst>
            </a:pPr>
            <a:r>
              <a:rPr sz="3600" dirty="0">
                <a:latin typeface="Arial MT"/>
                <a:cs typeface="Arial MT"/>
              </a:rPr>
              <a:t>Vomissements</a:t>
            </a:r>
            <a:r>
              <a:rPr sz="3600" spc="-5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chroniques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811" y="577088"/>
            <a:ext cx="4978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1)Vomissements</a:t>
            </a:r>
            <a:r>
              <a:rPr spc="-50" dirty="0"/>
              <a:t> </a:t>
            </a:r>
            <a:r>
              <a:rPr spc="-10" dirty="0"/>
              <a:t>aigus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817" y="1151128"/>
            <a:ext cx="8914893" cy="51437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A.</a:t>
            </a:r>
            <a:r>
              <a:rPr sz="3200" b="1" i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Enquête</a:t>
            </a:r>
            <a:r>
              <a:rPr sz="3200" b="1" i="1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étiologique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800" b="1" i="1" spc="-10" dirty="0">
                <a:solidFill>
                  <a:srgbClr val="9999FF"/>
                </a:solidFill>
                <a:latin typeface="Arial"/>
                <a:cs typeface="Arial"/>
              </a:rPr>
              <a:t>Interrogatoire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fr-FR" sz="1800" dirty="0" err="1"/>
              <a:t>ll</a:t>
            </a:r>
            <a:r>
              <a:rPr lang="fr-FR" sz="1800" dirty="0"/>
              <a:t> doit </a:t>
            </a:r>
            <a:r>
              <a:rPr lang="fr-FR" dirty="0"/>
              <a:t>préciser</a:t>
            </a:r>
            <a:r>
              <a:rPr lang="fr-FR" sz="1800" dirty="0"/>
              <a:t> les caractéristiques des vomissements </a:t>
            </a:r>
            <a:endParaRPr lang="fr-FR" sz="2800" dirty="0"/>
          </a:p>
          <a:p>
            <a:pPr>
              <a:lnSpc>
                <a:spcPct val="150000"/>
              </a:lnSpc>
            </a:pPr>
            <a:r>
              <a:rPr lang="fr-FR" sz="1800" b="1" dirty="0"/>
              <a:t>Caractère</a:t>
            </a:r>
            <a:r>
              <a:rPr lang="fr-FR" sz="1800" dirty="0"/>
              <a:t>: Aigus ou chroniques ? </a:t>
            </a:r>
            <a:endParaRPr lang="fr-FR" sz="2800" dirty="0"/>
          </a:p>
          <a:p>
            <a:pPr>
              <a:lnSpc>
                <a:spcPct val="150000"/>
              </a:lnSpc>
            </a:pPr>
            <a:r>
              <a:rPr lang="fr-FR" sz="1800" dirty="0"/>
              <a:t>N</a:t>
            </a:r>
            <a:r>
              <a:rPr lang="fr-FR" sz="1800" b="1" dirty="0"/>
              <a:t>ature: </a:t>
            </a:r>
            <a:r>
              <a:rPr lang="fr-FR" sz="1800" dirty="0"/>
              <a:t>alimentaires ou bilieux, fécaloïdes (orientent vers une occlusion), sanglants... </a:t>
            </a:r>
            <a:endParaRPr lang="fr-FR" sz="2800" dirty="0"/>
          </a:p>
          <a:p>
            <a:pPr>
              <a:lnSpc>
                <a:spcPct val="150000"/>
              </a:lnSpc>
            </a:pPr>
            <a:r>
              <a:rPr lang="fr-FR" sz="1800" b="1" dirty="0"/>
              <a:t>En jet,</a:t>
            </a:r>
            <a:r>
              <a:rPr lang="fr-FR" sz="1800" dirty="0"/>
              <a:t> =&gt; hypertension intracrânienne ++ </a:t>
            </a:r>
            <a:endParaRPr lang="fr-FR" sz="2800" dirty="0"/>
          </a:p>
          <a:p>
            <a:pPr>
              <a:lnSpc>
                <a:spcPct val="150000"/>
              </a:lnSpc>
            </a:pPr>
            <a:r>
              <a:rPr lang="fr-FR" sz="1800" b="1" dirty="0"/>
              <a:t>Horaire</a:t>
            </a:r>
            <a:r>
              <a:rPr lang="fr-FR" sz="1800" dirty="0"/>
              <a:t> post-prandial : </a:t>
            </a:r>
            <a:r>
              <a:rPr lang="fr-FR" dirty="0"/>
              <a:t>é</a:t>
            </a:r>
            <a:r>
              <a:rPr lang="fr-FR" sz="1800" dirty="0"/>
              <a:t>voque une sténose digestive haute  </a:t>
            </a:r>
            <a:endParaRPr lang="fr-FR" sz="2800" dirty="0"/>
          </a:p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FF0000"/>
                </a:solidFill>
              </a:rPr>
              <a:t>       Pour l'orientation étiologique </a:t>
            </a:r>
            <a:endParaRPr lang="fr-FR" sz="28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Date de dernières règles,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médicaments </a:t>
            </a:r>
            <a:endParaRPr lang="fr-FR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ATCD récent de traumatisme </a:t>
            </a:r>
            <a:r>
              <a:rPr lang="fr-FR" sz="1800" dirty="0" err="1"/>
              <a:t>cranien</a:t>
            </a:r>
            <a:r>
              <a:rPr lang="fr-FR" sz="1800" dirty="0"/>
              <a:t>, signes neurologiques associés </a:t>
            </a:r>
            <a:endParaRPr lang="fr-FR" sz="28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Diabète, intoxication alcoolique    </a:t>
            </a:r>
            <a:endParaRPr lang="fr-FR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066800"/>
            <a:ext cx="8153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u="none" spc="-10" dirty="0">
                <a:solidFill>
                  <a:srgbClr val="9999FF"/>
                </a:solidFill>
              </a:rPr>
              <a:t>L’examen clinique: </a:t>
            </a:r>
            <a:r>
              <a:rPr lang="fr-FR" sz="2800" u="none" spc="-10" dirty="0">
                <a:solidFill>
                  <a:schemeClr val="tx1"/>
                </a:solidFill>
              </a:rPr>
              <a:t>doit rechercher  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717675"/>
            <a:ext cx="8485505" cy="4422493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 err="1">
                <a:solidFill>
                  <a:srgbClr val="FF0000"/>
                </a:solidFill>
              </a:rPr>
              <a:t>R</a:t>
            </a:r>
            <a:r>
              <a:rPr lang="fr-FR" sz="1800" b="1" dirty="0" err="1">
                <a:solidFill>
                  <a:srgbClr val="FF0000"/>
                </a:solidFill>
              </a:rPr>
              <a:t>etentissment</a:t>
            </a:r>
            <a:endParaRPr lang="fr-FR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1800" b="1" dirty="0"/>
              <a:t>Terrain : </a:t>
            </a:r>
            <a:r>
              <a:rPr lang="fr-FR" sz="1800" dirty="0"/>
              <a:t>sujet </a:t>
            </a:r>
            <a:r>
              <a:rPr lang="fr-FR" dirty="0"/>
              <a:t>âgé </a:t>
            </a:r>
            <a:r>
              <a:rPr lang="fr-FR" sz="1800" dirty="0"/>
              <a:t>, diabétique, insuffisance rénale chronique 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1800" b="1" dirty="0"/>
              <a:t>Signes de déshydratation : </a:t>
            </a:r>
            <a:r>
              <a:rPr lang="fr-FR" sz="1800" dirty="0"/>
              <a:t>pli cutané, poids ++, soif, pouls et pression artérielle 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FF0000"/>
                </a:solidFill>
              </a:rPr>
              <a:t>Signes associés</a:t>
            </a:r>
            <a:endParaRPr lang="fr-FR" sz="24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1800" dirty="0"/>
              <a:t>Fièvre 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1800" dirty="0"/>
              <a:t>Syndrome confusionnel, céphalées 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1800" dirty="0"/>
              <a:t>Douleurs abdominales  </a:t>
            </a:r>
            <a:endParaRPr lang="fr-FR" sz="2400" dirty="0"/>
          </a:p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FF0000"/>
                </a:solidFill>
              </a:rPr>
              <a:t>Examen physique </a:t>
            </a:r>
          </a:p>
          <a:p>
            <a:pPr>
              <a:lnSpc>
                <a:spcPct val="150000"/>
              </a:lnSpc>
            </a:pPr>
            <a:r>
              <a:rPr lang="fr-FR" sz="1800" dirty="0"/>
              <a:t>Rechercher un syndrome méningé, des signes de localisation neurologique</a:t>
            </a:r>
          </a:p>
          <a:p>
            <a:pPr>
              <a:lnSpc>
                <a:spcPct val="150000"/>
              </a:lnSpc>
            </a:pPr>
            <a:r>
              <a:rPr lang="fr-FR" sz="1800" dirty="0"/>
              <a:t>Syndrome occlusif </a:t>
            </a:r>
            <a:r>
              <a:rPr lang="fr-FR" sz="2400" dirty="0"/>
              <a:t>:</a:t>
            </a:r>
            <a:r>
              <a:rPr lang="fr-FR" sz="1800" dirty="0"/>
              <a:t>touchers pelviens, orifices herniaires 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680" y="762000"/>
            <a:ext cx="8783320" cy="546765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770"/>
              </a:spcBef>
            </a:pPr>
            <a:r>
              <a:rPr lang="fr-FR" sz="2800" b="1" i="1" spc="-10" dirty="0">
                <a:solidFill>
                  <a:srgbClr val="9999FF"/>
                </a:solidFill>
                <a:latin typeface="Arial"/>
                <a:cs typeface="Arial"/>
              </a:rPr>
              <a:t>Examens complémentaires : </a:t>
            </a:r>
            <a:r>
              <a:rPr lang="fr-FR" sz="2000" b="1" i="1" spc="-10" dirty="0">
                <a:solidFill>
                  <a:schemeClr val="tx1"/>
                </a:solidFill>
                <a:latin typeface="Arial"/>
                <a:cs typeface="Arial"/>
              </a:rPr>
              <a:t>en fonction de l’orientation clinique 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En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urgence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: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Ionogramme,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fr-FR" sz="2400" dirty="0">
                <a:solidFill>
                  <a:srgbClr val="FF0000"/>
                </a:solidFill>
                <a:latin typeface="Arial MT"/>
                <a:cs typeface="Arial MT"/>
              </a:rPr>
              <a:t>bilan rénale </a:t>
            </a:r>
            <a:endParaRPr sz="2400" dirty="0">
              <a:latin typeface="Arial MT"/>
              <a:cs typeface="Arial MT"/>
            </a:endParaRPr>
          </a:p>
          <a:p>
            <a:pPr marL="12700" marR="1061720">
              <a:lnSpc>
                <a:spcPct val="150000"/>
              </a:lnSpc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Si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suspicion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d’une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urgence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chirurgicale: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en </a:t>
            </a:r>
            <a:r>
              <a:rPr sz="2400" spc="-10" dirty="0">
                <a:latin typeface="Arial MT"/>
                <a:cs typeface="Arial MT"/>
              </a:rPr>
              <a:t>urgence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50000"/>
              </a:lnSpc>
              <a:spcBef>
                <a:spcPts val="67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bilan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biologique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(enzymes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pancréatiques)</a:t>
            </a:r>
            <a:r>
              <a:rPr sz="2400" b="1" spc="-10" dirty="0">
                <a:latin typeface="Arial"/>
                <a:cs typeface="Arial"/>
              </a:rPr>
              <a:t>,</a:t>
            </a:r>
            <a:r>
              <a:rPr sz="2400" spc="-10" dirty="0">
                <a:latin typeface="Arial MT"/>
                <a:cs typeface="Arial MT"/>
              </a:rPr>
              <a:t>échographie </a:t>
            </a:r>
            <a:r>
              <a:rPr sz="2400" dirty="0">
                <a:latin typeface="Arial MT"/>
                <a:cs typeface="Arial MT"/>
              </a:rPr>
              <a:t>abdominale(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voire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TDM),</a:t>
            </a:r>
            <a:endParaRPr lang="fr-FR" sz="2400" spc="-1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50000"/>
              </a:lnSpc>
              <a:spcBef>
                <a:spcPts val="67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Exploration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cardiaque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ECG,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dosage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CPK,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LDH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50000"/>
              </a:lnSpc>
              <a:spcBef>
                <a:spcPts val="6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Exploration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neurologique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TDM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cérébrale,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PL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1069037"/>
            <a:ext cx="28625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</a:t>
            </a:r>
            <a:r>
              <a:rPr sz="3200" dirty="0"/>
              <a:t>.</a:t>
            </a:r>
            <a:r>
              <a:rPr sz="3200" spc="-25" dirty="0"/>
              <a:t> </a:t>
            </a:r>
            <a:r>
              <a:rPr sz="3200" spc="-10" dirty="0"/>
              <a:t>Etiologies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752600"/>
            <a:ext cx="5414010" cy="383349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1)Causes</a:t>
            </a:r>
            <a:r>
              <a:rPr sz="2800" b="1" i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digestives</a:t>
            </a:r>
            <a:r>
              <a:rPr sz="2800" b="1" i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5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433070">
              <a:lnSpc>
                <a:spcPct val="100000"/>
              </a:lnSpc>
              <a:spcBef>
                <a:spcPts val="590"/>
              </a:spcBef>
            </a:pPr>
            <a:r>
              <a:rPr sz="2400" b="1" i="1" dirty="0">
                <a:solidFill>
                  <a:srgbClr val="6363FF"/>
                </a:solidFill>
                <a:latin typeface="Arial"/>
                <a:cs typeface="Arial"/>
              </a:rPr>
              <a:t>Urgences</a:t>
            </a:r>
            <a:r>
              <a:rPr sz="2400" b="1" i="1" spc="-45" dirty="0">
                <a:solidFill>
                  <a:srgbClr val="6363FF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6363FF"/>
                </a:solidFill>
                <a:latin typeface="Arial"/>
                <a:cs typeface="Arial"/>
              </a:rPr>
              <a:t>médico-</a:t>
            </a:r>
            <a:r>
              <a:rPr sz="2400" b="1" i="1" spc="-10" dirty="0">
                <a:solidFill>
                  <a:srgbClr val="6363FF"/>
                </a:solidFill>
                <a:latin typeface="Arial"/>
                <a:cs typeface="Arial"/>
              </a:rPr>
              <a:t>chirurgicales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-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Occlusion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intestinale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aigue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Péritonite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aiguë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Infarctus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mésentérique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Appendicite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aigue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Pancréatite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aiguë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poussée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PC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Colique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hépatique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complications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749" y="1447800"/>
            <a:ext cx="3242945" cy="221996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68605" algn="ctr">
              <a:lnSpc>
                <a:spcPct val="100000"/>
              </a:lnSpc>
              <a:spcBef>
                <a:spcPts val="1540"/>
              </a:spcBef>
            </a:pPr>
            <a:r>
              <a:rPr sz="2400" b="1" i="1" dirty="0">
                <a:solidFill>
                  <a:srgbClr val="6363FF"/>
                </a:solidFill>
                <a:latin typeface="Arial"/>
                <a:cs typeface="Arial"/>
              </a:rPr>
              <a:t>Causes</a:t>
            </a:r>
            <a:r>
              <a:rPr sz="2400" b="1" i="1" spc="-75" dirty="0">
                <a:solidFill>
                  <a:srgbClr val="6363FF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6363FF"/>
                </a:solidFill>
                <a:latin typeface="Arial"/>
                <a:cs typeface="Arial"/>
              </a:rPr>
              <a:t>médicales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Intoxication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alimentaire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-Gastro-</a:t>
            </a:r>
            <a:r>
              <a:rPr sz="2400" dirty="0">
                <a:latin typeface="Arial MT"/>
                <a:cs typeface="Arial MT"/>
              </a:rPr>
              <a:t>entérite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aiguë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Hépatite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aiguë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660" y="1836547"/>
            <a:ext cx="245364" cy="1310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674367"/>
            <a:ext cx="45224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dirty="0"/>
              <a:t>2)Causes</a:t>
            </a:r>
            <a:r>
              <a:rPr sz="2800" u="none" spc="-114" dirty="0"/>
              <a:t> </a:t>
            </a:r>
            <a:r>
              <a:rPr sz="2800" u="none" dirty="0"/>
              <a:t>extradigestives</a:t>
            </a:r>
            <a:r>
              <a:rPr sz="2800" u="none" spc="-110" dirty="0"/>
              <a:t> </a:t>
            </a:r>
            <a:r>
              <a:rPr sz="2800" u="none" spc="-50" dirty="0"/>
              <a:t>: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707" y="2102612"/>
            <a:ext cx="5634355" cy="39757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i="1" dirty="0">
                <a:solidFill>
                  <a:srgbClr val="FF0066"/>
                </a:solidFill>
                <a:latin typeface="Arial"/>
                <a:cs typeface="Arial"/>
              </a:rPr>
              <a:t>Causes</a:t>
            </a:r>
            <a:r>
              <a:rPr sz="2400" b="1" i="1" spc="-7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0066"/>
                </a:solidFill>
                <a:latin typeface="Arial"/>
                <a:cs typeface="Arial"/>
              </a:rPr>
              <a:t>médicamenteuses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-Chimiothérapie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-Radiothérapie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-Digitaliques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Arial MT"/>
                <a:cs typeface="Arial MT"/>
              </a:rPr>
              <a:t>-Antibiotiques(macrolides,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metronidazole)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-Antituberculeux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-AINS/5ASA</a:t>
            </a:r>
            <a:endParaRPr sz="2400" dirty="0">
              <a:latin typeface="Arial MT"/>
              <a:cs typeface="Arial MT"/>
            </a:endParaRPr>
          </a:p>
          <a:p>
            <a:pPr marL="12700" marR="2314575">
              <a:lnSpc>
                <a:spcPct val="120000"/>
              </a:lnSpc>
            </a:pPr>
            <a:r>
              <a:rPr sz="2400" b="1" i="1" dirty="0">
                <a:solidFill>
                  <a:srgbClr val="FF0066"/>
                </a:solidFill>
                <a:latin typeface="Arial"/>
                <a:cs typeface="Arial"/>
              </a:rPr>
              <a:t>Intoxication</a:t>
            </a:r>
            <a:r>
              <a:rPr sz="2400" b="1" i="1" spc="-12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0066"/>
                </a:solidFill>
                <a:latin typeface="Arial"/>
                <a:cs typeface="Arial"/>
              </a:rPr>
              <a:t>alcoolique </a:t>
            </a:r>
            <a:r>
              <a:rPr sz="2400" b="1" i="1" dirty="0">
                <a:solidFill>
                  <a:srgbClr val="FF0066"/>
                </a:solidFill>
                <a:latin typeface="Arial"/>
                <a:cs typeface="Arial"/>
              </a:rPr>
              <a:t>Intoxication</a:t>
            </a:r>
            <a:r>
              <a:rPr sz="2400" b="1" i="1" spc="-9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0066"/>
                </a:solidFill>
                <a:latin typeface="Arial"/>
                <a:cs typeface="Arial"/>
              </a:rPr>
              <a:t>au</a:t>
            </a:r>
            <a:r>
              <a:rPr sz="2400" b="1" i="1" spc="-5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400" b="1" i="1" spc="-25" dirty="0">
                <a:solidFill>
                  <a:srgbClr val="FF0066"/>
                </a:solidFill>
                <a:latin typeface="Arial"/>
                <a:cs typeface="Arial"/>
              </a:rPr>
              <a:t>CO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949891"/>
            <a:ext cx="3295015" cy="97345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400" u="none" dirty="0">
                <a:solidFill>
                  <a:srgbClr val="FF0066"/>
                </a:solidFill>
              </a:rPr>
              <a:t>Causes</a:t>
            </a:r>
            <a:r>
              <a:rPr sz="2400" u="none" spc="-75" dirty="0">
                <a:solidFill>
                  <a:srgbClr val="FF0066"/>
                </a:solidFill>
              </a:rPr>
              <a:t> </a:t>
            </a:r>
            <a:r>
              <a:rPr sz="2400" u="none" spc="-10" dirty="0">
                <a:solidFill>
                  <a:srgbClr val="FF0066"/>
                </a:solidFill>
              </a:rPr>
              <a:t>neurologiques</a:t>
            </a:r>
            <a:endParaRPr sz="2400"/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800" b="0" i="0" u="none" spc="-10" dirty="0">
                <a:solidFill>
                  <a:srgbClr val="000000"/>
                </a:solidFill>
                <a:latin typeface="Arial MT"/>
                <a:cs typeface="Arial MT"/>
              </a:rPr>
              <a:t>-Méningite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2897530"/>
            <a:ext cx="3670300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Hémorragie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méningée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25" dirty="0">
                <a:latin typeface="Arial MT"/>
                <a:cs typeface="Arial MT"/>
              </a:rPr>
              <a:t>HIC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-Migraine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Syndrome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vestibulaire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805164"/>
            <a:ext cx="5951855" cy="8940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u="none" dirty="0">
                <a:solidFill>
                  <a:srgbClr val="FF0066"/>
                </a:solidFill>
              </a:rPr>
              <a:t>Causes</a:t>
            </a:r>
            <a:r>
              <a:rPr sz="2400" u="none" spc="-60" dirty="0">
                <a:solidFill>
                  <a:srgbClr val="FF0066"/>
                </a:solidFill>
              </a:rPr>
              <a:t> </a:t>
            </a:r>
            <a:r>
              <a:rPr sz="2400" u="none" dirty="0">
                <a:solidFill>
                  <a:srgbClr val="FF0066"/>
                </a:solidFill>
              </a:rPr>
              <a:t>métaboliques</a:t>
            </a:r>
            <a:r>
              <a:rPr sz="2400" u="none" spc="-100" dirty="0">
                <a:solidFill>
                  <a:srgbClr val="FF0066"/>
                </a:solidFill>
              </a:rPr>
              <a:t> </a:t>
            </a:r>
            <a:r>
              <a:rPr sz="2400" u="none" dirty="0">
                <a:solidFill>
                  <a:srgbClr val="FF0066"/>
                </a:solidFill>
              </a:rPr>
              <a:t>et</a:t>
            </a:r>
            <a:r>
              <a:rPr sz="2400" u="none" spc="-70" dirty="0">
                <a:solidFill>
                  <a:srgbClr val="FF0066"/>
                </a:solidFill>
              </a:rPr>
              <a:t> </a:t>
            </a:r>
            <a:r>
              <a:rPr sz="2400" u="none" spc="-10" dirty="0">
                <a:solidFill>
                  <a:srgbClr val="FF0066"/>
                </a:solidFill>
              </a:rPr>
              <a:t>endocriniennes:</a:t>
            </a:r>
            <a:endParaRPr sz="2400"/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b="0" i="0" u="none" spc="-10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800" b="0" i="0" u="none" dirty="0">
                <a:solidFill>
                  <a:srgbClr val="000000"/>
                </a:solidFill>
                <a:latin typeface="Arial MT"/>
                <a:cs typeface="Arial MT"/>
              </a:rPr>
              <a:t>Acidocétose</a:t>
            </a:r>
            <a:r>
              <a:rPr sz="2800" b="0" i="0" u="none" spc="-1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b="0" i="0" u="none" spc="-10" dirty="0">
                <a:solidFill>
                  <a:srgbClr val="000000"/>
                </a:solidFill>
                <a:latin typeface="Arial MT"/>
                <a:cs typeface="Arial MT"/>
              </a:rPr>
              <a:t>diabétique: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2673502"/>
            <a:ext cx="4599305" cy="371347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Insuffisance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rénale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aigue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Insuffisance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surrénale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aigue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10" dirty="0">
                <a:latin typeface="Arial MT"/>
                <a:cs typeface="Arial MT"/>
              </a:rPr>
              <a:t>-Hypercalcémie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Arial MT"/>
                <a:cs typeface="Arial MT"/>
              </a:rPr>
              <a:t>-Dysthyroidie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b="1" i="1" dirty="0">
                <a:solidFill>
                  <a:srgbClr val="FF0066"/>
                </a:solidFill>
                <a:latin typeface="Arial"/>
                <a:cs typeface="Arial"/>
              </a:rPr>
              <a:t>Causes</a:t>
            </a:r>
            <a:r>
              <a:rPr sz="2400" b="1" i="1" spc="-7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0066"/>
                </a:solidFill>
                <a:latin typeface="Arial"/>
                <a:cs typeface="Arial"/>
              </a:rPr>
              <a:t>gynécologiques: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Grossesse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extra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uterine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spc="-10" dirty="0">
                <a:latin typeface="Arial MT"/>
                <a:cs typeface="Arial MT"/>
              </a:rPr>
              <a:t>-Salpingite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Torsion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d’un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kyste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ovarien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942323"/>
            <a:ext cx="2804795" cy="8940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u="none" dirty="0">
                <a:solidFill>
                  <a:srgbClr val="FF0066"/>
                </a:solidFill>
              </a:rPr>
              <a:t>Causes</a:t>
            </a:r>
            <a:r>
              <a:rPr sz="2400" u="none" spc="-75" dirty="0">
                <a:solidFill>
                  <a:srgbClr val="FF0066"/>
                </a:solidFill>
              </a:rPr>
              <a:t> </a:t>
            </a:r>
            <a:r>
              <a:rPr sz="2400" u="none" spc="-10" dirty="0">
                <a:solidFill>
                  <a:srgbClr val="FF0066"/>
                </a:solidFill>
              </a:rPr>
              <a:t>cardiaques</a:t>
            </a:r>
            <a:endParaRPr sz="2400"/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800" b="0" i="0" u="none" spc="-10" dirty="0">
                <a:solidFill>
                  <a:srgbClr val="000000"/>
                </a:solidFill>
                <a:latin typeface="Arial MT"/>
                <a:cs typeface="Arial MT"/>
              </a:rPr>
              <a:t>-</a:t>
            </a:r>
            <a:r>
              <a:rPr sz="2800" b="0" i="0" u="none" spc="-25" dirty="0">
                <a:solidFill>
                  <a:srgbClr val="000000"/>
                </a:solidFill>
                <a:latin typeface="Arial MT"/>
                <a:cs typeface="Arial MT"/>
              </a:rPr>
              <a:t>IDM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07" y="2814051"/>
            <a:ext cx="7611745" cy="18326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400" b="1" i="1" spc="-10" dirty="0">
                <a:solidFill>
                  <a:srgbClr val="FF0066"/>
                </a:solidFill>
                <a:latin typeface="Arial"/>
                <a:cs typeface="Arial"/>
              </a:rPr>
              <a:t>Autres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3700"/>
              </a:lnSpc>
              <a:spcBef>
                <a:spcPts val="75"/>
              </a:spcBef>
            </a:pPr>
            <a:r>
              <a:rPr sz="2800" dirty="0">
                <a:latin typeface="Arial MT"/>
                <a:cs typeface="Arial MT"/>
              </a:rPr>
              <a:t>glaucome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aigu,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mal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transport,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colique </a:t>
            </a:r>
            <a:r>
              <a:rPr sz="2800" dirty="0">
                <a:latin typeface="Arial MT"/>
                <a:cs typeface="Arial MT"/>
              </a:rPr>
              <a:t>Néphrétique,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rétention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d’urines,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hématome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rétro péritonéal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9035">
              <a:lnSpc>
                <a:spcPct val="100000"/>
              </a:lnSpc>
              <a:spcBef>
                <a:spcPts val="100"/>
              </a:spcBef>
            </a:pPr>
            <a:r>
              <a:rPr dirty="0"/>
              <a:t>2)Vomissements</a:t>
            </a:r>
            <a:r>
              <a:rPr spc="-50" dirty="0"/>
              <a:t> </a:t>
            </a:r>
            <a:r>
              <a:rPr spc="-10" dirty="0"/>
              <a:t>Chroniques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07" y="1568498"/>
            <a:ext cx="8504555" cy="4882106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A.</a:t>
            </a:r>
            <a:r>
              <a:rPr sz="3200" b="1" i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Enquête</a:t>
            </a:r>
            <a:r>
              <a:rPr sz="3200" b="1" i="1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sz="3200" b="1" i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étiologique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00" b="1" i="1" spc="-10" dirty="0">
                <a:solidFill>
                  <a:srgbClr val="9999CC"/>
                </a:solidFill>
                <a:latin typeface="Arial"/>
                <a:cs typeface="Arial"/>
              </a:rPr>
              <a:t>Interrogatoire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Vomissements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pendant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plus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7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jours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Caractères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vomissements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10" dirty="0">
                <a:latin typeface="Arial MT"/>
                <a:cs typeface="Arial MT"/>
              </a:rPr>
              <a:t>-Terrain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Signes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d’orientation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lang="fr-FR" sz="2400" b="1" i="1" dirty="0">
                <a:solidFill>
                  <a:srgbClr val="9999CC"/>
                </a:solidFill>
                <a:latin typeface="Arial"/>
                <a:cs typeface="Arial"/>
              </a:rPr>
              <a:t>Examens complémentaires 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FOGD(biopsies)+++</a:t>
            </a:r>
            <a:r>
              <a:rPr sz="2400" spc="-10" dirty="0">
                <a:latin typeface="Arial MT"/>
                <a:cs typeface="Arial MT"/>
              </a:rPr>
              <a:t>,ASP,TOGD,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écho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abdominale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voire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TDM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Si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(-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exploration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fonctionnelle</a:t>
            </a:r>
            <a:endParaRPr lang="fr-FR" sz="2400" spc="-1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lang="fr-FR" sz="2400" spc="-10" dirty="0">
                <a:latin typeface="Arial MT"/>
                <a:cs typeface="Arial MT"/>
              </a:rPr>
              <a:t>TDM et IRM Cérébrale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599819"/>
            <a:ext cx="2486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B.</a:t>
            </a:r>
            <a:r>
              <a:rPr sz="3200" spc="-5" dirty="0"/>
              <a:t> </a:t>
            </a:r>
            <a:r>
              <a:rPr sz="3200" spc="-10" dirty="0"/>
              <a:t>Etiologies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6707" y="2088056"/>
            <a:ext cx="6200775" cy="27362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785"/>
              </a:spcBef>
              <a:buSzPct val="96428"/>
              <a:buAutoNum type="arabicParenR"/>
              <a:tabLst>
                <a:tab pos="328930" algn="l"/>
              </a:tabLst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Causes</a:t>
            </a:r>
            <a:r>
              <a:rPr sz="2800" b="1" i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digestives</a:t>
            </a:r>
            <a:endParaRPr sz="2800">
              <a:latin typeface="Arial"/>
              <a:cs typeface="Arial"/>
            </a:endParaRPr>
          </a:p>
          <a:p>
            <a:pPr marL="621665" lvl="1" indent="-608965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75000"/>
              <a:buFont typeface="Wingdings"/>
              <a:buChar char=""/>
              <a:tabLst>
                <a:tab pos="6216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Sténose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antro-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pylorique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ou</a:t>
            </a:r>
            <a:r>
              <a:rPr sz="2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duodénale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Vomissements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prandiaux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tardifs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Clapotage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jeun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Sensation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plénitude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épigastrique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FOGD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+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biopsies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07" y="4871720"/>
            <a:ext cx="1530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-Etiologies: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9915" y="4798567"/>
            <a:ext cx="3519170" cy="1301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Ulcère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bulbaire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antrale </a:t>
            </a:r>
            <a:r>
              <a:rPr sz="2400" dirty="0">
                <a:latin typeface="Arial MT"/>
                <a:cs typeface="Arial MT"/>
              </a:rPr>
              <a:t>Kc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lang="fr-FR" sz="2400" dirty="0">
                <a:latin typeface="Arial MT"/>
                <a:cs typeface="Arial MT"/>
              </a:rPr>
              <a:t>gastrique </a:t>
            </a:r>
            <a:r>
              <a:rPr sz="2400" dirty="0">
                <a:latin typeface="Arial MT"/>
                <a:cs typeface="Arial MT"/>
              </a:rPr>
              <a:t>Compression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extrinsèque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07" y="849883"/>
            <a:ext cx="8488045" cy="5561779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0"/>
              </a:spcBef>
              <a:buClr>
                <a:srgbClr val="FF0000"/>
              </a:buClr>
              <a:buSzPct val="79166"/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Sténose</a:t>
            </a:r>
            <a:r>
              <a:rPr sz="2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du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grêle: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Notion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tableau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occlusif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Vomissements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bilieux</a:t>
            </a:r>
            <a:r>
              <a:rPr sz="2400" spc="-60" dirty="0">
                <a:latin typeface="Arial MT"/>
                <a:cs typeface="Arial MT"/>
              </a:rPr>
              <a:t> 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Météorisme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abdominal</a:t>
            </a:r>
            <a:endParaRPr sz="2400" dirty="0">
              <a:latin typeface="Arial MT"/>
              <a:cs typeface="Arial MT"/>
            </a:endParaRPr>
          </a:p>
          <a:p>
            <a:pPr marL="355600" marR="497205" indent="-342900">
              <a:lnSpc>
                <a:spcPts val="2590"/>
              </a:lnSpc>
              <a:spcBef>
                <a:spcPts val="148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ASP</a:t>
            </a:r>
            <a:r>
              <a:rPr lang="fr-DZ" sz="2400" dirty="0">
                <a:latin typeface="Arial MT"/>
                <a:cs typeface="Arial MT"/>
              </a:rPr>
              <a:t>/</a:t>
            </a:r>
            <a:r>
              <a:rPr lang="fr-DZ" sz="2400" spc="-60" dirty="0">
                <a:latin typeface="Arial MT"/>
                <a:cs typeface="Arial MT"/>
              </a:rPr>
              <a:t> </a:t>
            </a:r>
            <a:r>
              <a:rPr lang="fr-FR" sz="2400" dirty="0">
                <a:latin typeface="Arial MT"/>
                <a:cs typeface="Arial MT"/>
              </a:rPr>
              <a:t>Transit</a:t>
            </a:r>
            <a:r>
              <a:rPr lang="fr-DZ" sz="2400" spc="-45" dirty="0">
                <a:latin typeface="Arial MT"/>
                <a:cs typeface="Arial MT"/>
              </a:rPr>
              <a:t> </a:t>
            </a:r>
            <a:r>
              <a:rPr lang="fr-FR" sz="2400" dirty="0">
                <a:latin typeface="Arial MT"/>
                <a:cs typeface="Arial MT"/>
              </a:rPr>
              <a:t>du</a:t>
            </a:r>
            <a:r>
              <a:rPr lang="fr-DZ" sz="2400" spc="-55" dirty="0">
                <a:latin typeface="Arial MT"/>
                <a:cs typeface="Arial MT"/>
              </a:rPr>
              <a:t> </a:t>
            </a:r>
            <a:r>
              <a:rPr lang="fr-FR" sz="2400" dirty="0">
                <a:latin typeface="Arial MT"/>
                <a:cs typeface="Arial MT"/>
              </a:rPr>
              <a:t>grêle</a:t>
            </a:r>
            <a:r>
              <a:rPr lang="fr-DZ" sz="2400" dirty="0">
                <a:latin typeface="Arial MT"/>
                <a:cs typeface="Arial MT"/>
              </a:rPr>
              <a:t>/</a:t>
            </a:r>
            <a:r>
              <a:rPr lang="fr-DZ" sz="2400" spc="-4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EntéroTDM</a:t>
            </a:r>
            <a:r>
              <a:rPr sz="2400" spc="-10" dirty="0">
                <a:latin typeface="Arial MT"/>
                <a:cs typeface="Arial MT"/>
              </a:rPr>
              <a:t>/entéroscopie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poussée+ biopsies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spc="-10" dirty="0">
                <a:latin typeface="Arial MT"/>
                <a:cs typeface="Arial MT"/>
              </a:rPr>
              <a:t>-Etiologies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50"/>
              </a:spcBef>
              <a:buSzPct val="583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Tumorales: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lymphomes,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ADK,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endocrines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50"/>
              </a:spcBef>
              <a:buSzPct val="583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Inflammatoire: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maladie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CROHN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55"/>
              </a:spcBef>
              <a:buSzPct val="583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Tuberculose,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sténose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médicamenteuse,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entérite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radique</a:t>
            </a:r>
            <a:endParaRPr sz="2400" dirty="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150"/>
              </a:spcBef>
              <a:buSzPct val="583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Extrinsèques: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carcinose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péritonéale,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brides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post-operatoires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707" y="1602739"/>
            <a:ext cx="7830184" cy="49149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"/>
              <a:tabLst>
                <a:tab pos="3549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La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Gatroparésie</a:t>
            </a: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Trouble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fonctionnel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digestif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FOGD: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sans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sténose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spc="-20" dirty="0">
                <a:latin typeface="Arial MT"/>
                <a:cs typeface="Arial MT"/>
              </a:rPr>
              <a:t>TOGD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Scintigraphie</a:t>
            </a:r>
            <a:r>
              <a:rPr sz="24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gastrique</a:t>
            </a: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réalisée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par</a:t>
            </a: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un</a:t>
            </a: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repas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marqué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-Causes: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SzPct val="75000"/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Diabète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SzPct val="75000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Amylose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digestive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SzPct val="75000"/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Sclérodermie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SzPct val="75000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Lupus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érythémateux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disséminé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055"/>
              </a:spcBef>
              <a:buSzPct val="75000"/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Idiopathique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1602218"/>
            <a:ext cx="4400550" cy="365356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2)Causes</a:t>
            </a:r>
            <a:r>
              <a:rPr sz="2800" b="1" i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Arial"/>
                <a:cs typeface="Arial"/>
              </a:rPr>
              <a:t>extra</a:t>
            </a:r>
            <a:r>
              <a:rPr sz="2800" b="1" i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Arial"/>
                <a:cs typeface="Arial"/>
              </a:rPr>
              <a:t>digestives</a:t>
            </a:r>
            <a:endParaRPr sz="2800" dirty="0">
              <a:latin typeface="Arial"/>
              <a:cs typeface="Arial"/>
            </a:endParaRPr>
          </a:p>
          <a:p>
            <a:pPr marL="621665" indent="-608965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621665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Causes</a:t>
            </a:r>
            <a:r>
              <a:rPr sz="28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neurologiques: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-Migraine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spc="-25" dirty="0">
                <a:latin typeface="Arial MT"/>
                <a:cs typeface="Arial MT"/>
              </a:rPr>
              <a:t>HIC</a:t>
            </a:r>
            <a:endParaRPr sz="2800" dirty="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670"/>
              </a:spcBef>
              <a:buFont typeface="Wingdings"/>
              <a:buChar char=""/>
              <a:tabLst>
                <a:tab pos="621665" algn="l"/>
              </a:tabLst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Causes</a:t>
            </a:r>
            <a:r>
              <a:rPr sz="28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psychogènes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Anorexie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mentale</a:t>
            </a:r>
            <a:endParaRPr sz="2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10" dirty="0">
                <a:latin typeface="Arial MT"/>
                <a:cs typeface="Arial MT"/>
              </a:rPr>
              <a:t>-Hystérie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4130">
              <a:lnSpc>
                <a:spcPct val="100000"/>
              </a:lnSpc>
              <a:spcBef>
                <a:spcPts val="100"/>
              </a:spcBef>
            </a:pPr>
            <a:r>
              <a:rPr dirty="0"/>
              <a:t>Cas</a:t>
            </a:r>
            <a:r>
              <a:rPr spc="-65" dirty="0"/>
              <a:t> </a:t>
            </a:r>
            <a:r>
              <a:rPr dirty="0"/>
              <a:t>particuliers:</a:t>
            </a:r>
            <a:r>
              <a:rPr spc="-55" dirty="0"/>
              <a:t> </a:t>
            </a:r>
            <a:r>
              <a:rPr spc="-10" dirty="0"/>
              <a:t>Grossesse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991" y="1454404"/>
            <a:ext cx="8526016" cy="28002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5400">
              <a:lnSpc>
                <a:spcPct val="150000"/>
              </a:lnSpc>
              <a:spcBef>
                <a:spcPts val="770"/>
              </a:spcBef>
            </a:pPr>
            <a:r>
              <a:rPr lang="fr-FR" sz="2400" dirty="0">
                <a:solidFill>
                  <a:schemeClr val="tx1"/>
                </a:solidFill>
                <a:latin typeface="Arial MT"/>
              </a:rPr>
              <a:t>Les vomissements du premier trimestre </a:t>
            </a:r>
            <a:r>
              <a:rPr lang="fr-FR" sz="2400" b="1" dirty="0">
                <a:latin typeface="Arial MT"/>
              </a:rPr>
              <a:t>:</a:t>
            </a:r>
            <a:r>
              <a:rPr lang="fr-FR" sz="2400" dirty="0">
                <a:latin typeface="Arial MT"/>
              </a:rPr>
              <a:t> habituellement non pathologiques, sauf s'ils retentissent sur EG=&gt;</a:t>
            </a:r>
            <a:r>
              <a:rPr lang="fr-FR" sz="2400" dirty="0" err="1">
                <a:solidFill>
                  <a:srgbClr val="000000"/>
                </a:solidFill>
                <a:latin typeface="Arial MT"/>
                <a:cs typeface="Times New Roman" panose="02020603050405020304" charset="0"/>
              </a:rPr>
              <a:t>hyperemesis</a:t>
            </a:r>
            <a:r>
              <a:rPr lang="fr-FR" sz="2400" dirty="0">
                <a:solidFill>
                  <a:srgbClr val="000000"/>
                </a:solidFill>
                <a:latin typeface="Arial MT"/>
                <a:cs typeface="Times New Roman" panose="02020603050405020304" charset="0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Arial MT"/>
                <a:cs typeface="Times New Roman" panose="02020603050405020304" charset="0"/>
              </a:rPr>
              <a:t>gravidarum</a:t>
            </a:r>
            <a:r>
              <a:rPr lang="fr-FR" sz="2400" dirty="0">
                <a:solidFill>
                  <a:srgbClr val="000000"/>
                </a:solidFill>
                <a:latin typeface="Arial MT"/>
                <a:cs typeface="Times New Roman" panose="02020603050405020304" charset="0"/>
              </a:rPr>
              <a:t>: correspond aux vomissements gravidiques incoercibles du premier trimestre. Ces vomissements entraînent un amaigrissement et des troubles électrolytiques.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602740"/>
            <a:ext cx="7009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dirty="0"/>
              <a:t>2)La</a:t>
            </a:r>
            <a:r>
              <a:rPr sz="2800" u="none" spc="-80" dirty="0"/>
              <a:t> </a:t>
            </a:r>
            <a:r>
              <a:rPr sz="2800" u="none" dirty="0"/>
              <a:t>stéatose</a:t>
            </a:r>
            <a:r>
              <a:rPr sz="2800" u="none" spc="-80" dirty="0"/>
              <a:t> </a:t>
            </a:r>
            <a:r>
              <a:rPr sz="2800" u="none" dirty="0"/>
              <a:t>hépatique</a:t>
            </a:r>
            <a:r>
              <a:rPr sz="2800" u="none" spc="-55" dirty="0"/>
              <a:t> </a:t>
            </a:r>
            <a:r>
              <a:rPr sz="2800" u="none" dirty="0"/>
              <a:t>aigue</a:t>
            </a:r>
            <a:r>
              <a:rPr sz="2800" u="none" spc="-80" dirty="0"/>
              <a:t> </a:t>
            </a:r>
            <a:r>
              <a:rPr sz="2800" u="none" spc="-10" dirty="0"/>
              <a:t>gravidique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707" y="2027096"/>
            <a:ext cx="8230234" cy="357854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85"/>
              </a:spcBef>
              <a:buFont typeface="Wingdings" panose="05000000000000000000" pitchFamily="2" charset="2"/>
              <a:buChar char="Ø"/>
            </a:pPr>
            <a:r>
              <a:rPr sz="2400" dirty="0">
                <a:latin typeface="Arial MT"/>
                <a:cs typeface="Arial MT"/>
              </a:rPr>
              <a:t>Rare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potentiellement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mortelle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(3eme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Trimestre)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90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Nausées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vomissements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Douleurs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abdominales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particulier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épigastriques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Polyurie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polydipsie</a:t>
            </a:r>
            <a:endParaRPr sz="24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Ictère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HTA,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protéinurie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 err="1">
                <a:latin typeface="Arial MT"/>
                <a:cs typeface="Arial MT"/>
              </a:rPr>
              <a:t>sont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fréquentes</a:t>
            </a:r>
            <a:endParaRPr lang="fr-FR" sz="2400" spc="-1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Le traitement repose sr l’extraction fœtale 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 panose="05000000000000000000" pitchFamily="2" charset="2"/>
              <a:buChar char="Ø"/>
            </a:pPr>
            <a:r>
              <a:rPr lang="fr-FR"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l’absence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traitement,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peut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avoir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évolution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vers </a:t>
            </a:r>
            <a:r>
              <a:rPr sz="2400" spc="-10" dirty="0">
                <a:latin typeface="Arial MT"/>
                <a:cs typeface="Arial MT"/>
              </a:rPr>
              <a:t>l’encéphalopathie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hépatique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07" y="1602740"/>
            <a:ext cx="2734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u="none" dirty="0"/>
              <a:t>3)Pré</a:t>
            </a:r>
            <a:r>
              <a:rPr sz="2800" u="none" spc="-40" dirty="0"/>
              <a:t> </a:t>
            </a:r>
            <a:r>
              <a:rPr sz="2800" u="none" spc="-10" dirty="0"/>
              <a:t>éclampsie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76707" y="2030983"/>
            <a:ext cx="8419465" cy="22199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HTA+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protéinurie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&gt;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0,3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g/24h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(3eme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Trimestre)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20000"/>
              </a:lnSpc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Les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lésions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hépatique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secondaires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dépôts intravasculaires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fibrine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situés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principalement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niveau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des </a:t>
            </a:r>
            <a:r>
              <a:rPr sz="2400" dirty="0">
                <a:latin typeface="Arial MT"/>
                <a:cs typeface="Arial MT"/>
              </a:rPr>
              <a:t>sinusoïdes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péri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portales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Traitement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évacuation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utérine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831" y="830198"/>
            <a:ext cx="803973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Traitement</a:t>
            </a:r>
            <a:r>
              <a:rPr sz="4400" spc="-25" dirty="0"/>
              <a:t> </a:t>
            </a:r>
            <a:r>
              <a:rPr sz="4400" dirty="0"/>
              <a:t>des</a:t>
            </a:r>
            <a:r>
              <a:rPr sz="4400" spc="-20" dirty="0"/>
              <a:t> </a:t>
            </a:r>
            <a:r>
              <a:rPr sz="4400" spc="-10" dirty="0"/>
              <a:t>vomissements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732" y="1574419"/>
            <a:ext cx="6725412" cy="4876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3416" y="2366264"/>
            <a:ext cx="4968875" cy="2848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1616FF"/>
                </a:solidFill>
                <a:latin typeface="Arial MT"/>
                <a:cs typeface="Arial MT"/>
              </a:rPr>
              <a:t>Traitement</a:t>
            </a:r>
            <a:r>
              <a:rPr sz="3000" spc="-85" dirty="0">
                <a:solidFill>
                  <a:srgbClr val="1616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1616FF"/>
                </a:solidFill>
                <a:latin typeface="Arial MT"/>
                <a:cs typeface="Arial MT"/>
              </a:rPr>
              <a:t>des</a:t>
            </a:r>
            <a:r>
              <a:rPr sz="3000" spc="-75" dirty="0">
                <a:solidFill>
                  <a:srgbClr val="1616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1616FF"/>
                </a:solidFill>
                <a:latin typeface="Arial MT"/>
                <a:cs typeface="Arial MT"/>
              </a:rPr>
              <a:t>complications</a:t>
            </a:r>
            <a:endParaRPr sz="3000" dirty="0">
              <a:latin typeface="Arial MT"/>
              <a:cs typeface="Arial MT"/>
            </a:endParaRPr>
          </a:p>
          <a:p>
            <a:pPr marL="234950" marR="230504" indent="-635" algn="ctr">
              <a:lnSpc>
                <a:spcPct val="282700"/>
              </a:lnSpc>
              <a:spcBef>
                <a:spcPts val="10"/>
              </a:spcBef>
            </a:pPr>
            <a:r>
              <a:rPr sz="3000" dirty="0">
                <a:solidFill>
                  <a:srgbClr val="1616FF"/>
                </a:solidFill>
                <a:latin typeface="Arial MT"/>
                <a:cs typeface="Arial MT"/>
              </a:rPr>
              <a:t>Tr</a:t>
            </a:r>
            <a:r>
              <a:rPr lang="fr-FR" sz="3000" dirty="0">
                <a:solidFill>
                  <a:srgbClr val="1616FF"/>
                </a:solidFill>
                <a:latin typeface="Arial MT"/>
                <a:cs typeface="Arial MT"/>
              </a:rPr>
              <a:t>ai</a:t>
            </a:r>
            <a:r>
              <a:rPr sz="3000" dirty="0">
                <a:solidFill>
                  <a:srgbClr val="1616FF"/>
                </a:solidFill>
                <a:latin typeface="Arial MT"/>
                <a:cs typeface="Arial MT"/>
              </a:rPr>
              <a:t>t</a:t>
            </a:r>
            <a:r>
              <a:rPr lang="fr-FR" sz="3000" dirty="0">
                <a:solidFill>
                  <a:srgbClr val="1616FF"/>
                </a:solidFill>
                <a:latin typeface="Arial MT"/>
                <a:cs typeface="Arial MT"/>
              </a:rPr>
              <a:t>e</a:t>
            </a:r>
            <a:r>
              <a:rPr sz="3000" dirty="0" err="1">
                <a:solidFill>
                  <a:srgbClr val="1616FF"/>
                </a:solidFill>
                <a:latin typeface="Arial MT"/>
                <a:cs typeface="Arial MT"/>
              </a:rPr>
              <a:t>ment</a:t>
            </a:r>
            <a:r>
              <a:rPr sz="3000" spc="-165" dirty="0">
                <a:solidFill>
                  <a:srgbClr val="1616FF"/>
                </a:solidFill>
                <a:latin typeface="Arial MT"/>
                <a:cs typeface="Arial MT"/>
              </a:rPr>
              <a:t> </a:t>
            </a:r>
            <a:r>
              <a:rPr lang="fr-FR" sz="3000" spc="-10" dirty="0">
                <a:solidFill>
                  <a:srgbClr val="1616FF"/>
                </a:solidFill>
                <a:latin typeface="Arial MT"/>
                <a:cs typeface="Arial MT"/>
              </a:rPr>
              <a:t>symptomatique</a:t>
            </a:r>
            <a:r>
              <a:rPr sz="3000" spc="-10" dirty="0">
                <a:solidFill>
                  <a:srgbClr val="1616FF"/>
                </a:solidFill>
                <a:latin typeface="Arial MT"/>
                <a:cs typeface="Arial MT"/>
              </a:rPr>
              <a:t> </a:t>
            </a:r>
            <a:r>
              <a:rPr sz="3000" dirty="0" err="1">
                <a:solidFill>
                  <a:srgbClr val="1616FF"/>
                </a:solidFill>
                <a:latin typeface="Arial MT"/>
                <a:cs typeface="Arial MT"/>
              </a:rPr>
              <a:t>Traitement</a:t>
            </a:r>
            <a:r>
              <a:rPr sz="3000" spc="-165" dirty="0">
                <a:solidFill>
                  <a:srgbClr val="1616FF"/>
                </a:solidFill>
                <a:latin typeface="Arial MT"/>
                <a:cs typeface="Arial MT"/>
              </a:rPr>
              <a:t> </a:t>
            </a:r>
            <a:r>
              <a:rPr lang="fr-FR" sz="3000" spc="-10" dirty="0">
                <a:solidFill>
                  <a:srgbClr val="1616FF"/>
                </a:solidFill>
                <a:latin typeface="Arial MT"/>
                <a:cs typeface="Arial MT"/>
              </a:rPr>
              <a:t>étiologique</a:t>
            </a:r>
            <a:endParaRPr sz="3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1F41C-834B-DF7F-7C53-E15926E6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849A8D-2A08-F2DB-36EA-432A9F115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7" y="1660651"/>
            <a:ext cx="8547735" cy="1846659"/>
          </a:xfrm>
        </p:spPr>
        <p:txBody>
          <a:bodyPr/>
          <a:lstStyle/>
          <a:p>
            <a:r>
              <a:rPr lang="fr-DZ" sz="2000" dirty="0">
                <a:solidFill>
                  <a:srgbClr val="FF0000"/>
                </a:solidFill>
              </a:rPr>
              <a:t>HOSPITALISATION </a:t>
            </a:r>
            <a:r>
              <a:rPr lang="fr-FR" sz="2000" dirty="0">
                <a:solidFill>
                  <a:srgbClr val="FF0000"/>
                </a:solidFill>
              </a:rPr>
              <a:t>si</a:t>
            </a:r>
            <a:r>
              <a:rPr lang="fr-DZ" sz="2000" dirty="0">
                <a:solidFill>
                  <a:srgbClr val="FF0000"/>
                </a:solidFill>
              </a:rPr>
              <a:t> </a:t>
            </a:r>
            <a:r>
              <a:rPr lang="fr-DZ" sz="2000" dirty="0"/>
              <a:t>:</a:t>
            </a:r>
            <a:endParaRPr lang="fr-FR" sz="2000" dirty="0"/>
          </a:p>
          <a:p>
            <a:endParaRPr lang="fr-DZ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Déshydratation, troubles </a:t>
            </a:r>
            <a:r>
              <a:rPr lang="fr-FR" sz="2000" dirty="0" err="1"/>
              <a:t>hydro-électrolytiques</a:t>
            </a:r>
            <a:r>
              <a:rPr lang="fr-FR" sz="2000" dirty="0"/>
              <a:t> et prise orale impossible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dirty="0"/>
              <a:t>Terrain fragile : diabète, insuffisance rénale chronique, âges extrêmes de la vie </a:t>
            </a:r>
            <a:endParaRPr lang="fr-DZ" sz="2000" dirty="0"/>
          </a:p>
        </p:txBody>
      </p:sp>
    </p:spTree>
    <p:extLst>
      <p:ext uri="{BB962C8B-B14F-4D97-AF65-F5344CB8AC3E}">
        <p14:creationId xmlns:p14="http://schemas.microsoft.com/office/powerpoint/2010/main" val="3939955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076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1)Traitement</a:t>
            </a:r>
            <a:r>
              <a:rPr sz="2800" spc="-120" dirty="0"/>
              <a:t> </a:t>
            </a:r>
            <a:r>
              <a:rPr sz="2800" spc="-10" dirty="0"/>
              <a:t>symptomatique</a:t>
            </a:r>
            <a:endParaRPr sz="28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DB6C17-5701-3811-571B-CED2B85E0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86968"/>
            <a:ext cx="7010400" cy="42566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375" rIns="0" bIns="0" rtlCol="0">
            <a:spAutoFit/>
          </a:bodyPr>
          <a:lstStyle/>
          <a:p>
            <a:pPr marL="30467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35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i="1" spc="-10" dirty="0">
                <a:latin typeface="Comic Sans MS"/>
                <a:cs typeface="Comic Sans MS"/>
              </a:rPr>
              <a:t>-</a:t>
            </a:r>
            <a:r>
              <a:rPr dirty="0"/>
              <a:t>motif</a:t>
            </a:r>
            <a:r>
              <a:rPr spc="-55" dirty="0"/>
              <a:t> </a:t>
            </a:r>
            <a:r>
              <a:rPr dirty="0"/>
              <a:t>fréquent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10" dirty="0"/>
              <a:t>consultation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pc="-10" dirty="0"/>
              <a:t>-</a:t>
            </a:r>
            <a:r>
              <a:rPr dirty="0"/>
              <a:t>Etiologies</a:t>
            </a:r>
            <a:r>
              <a:rPr spc="-105" dirty="0"/>
              <a:t> </a:t>
            </a:r>
            <a:r>
              <a:rPr spc="-10" dirty="0"/>
              <a:t>diverses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pc="-10" dirty="0"/>
              <a:t>-</a:t>
            </a:r>
            <a:r>
              <a:rPr dirty="0"/>
              <a:t>On</a:t>
            </a:r>
            <a:r>
              <a:rPr spc="-65" dirty="0"/>
              <a:t> </a:t>
            </a:r>
            <a:r>
              <a:rPr dirty="0"/>
              <a:t>distingue</a:t>
            </a:r>
            <a:r>
              <a:rPr spc="-65" dirty="0"/>
              <a:t> </a:t>
            </a:r>
            <a:r>
              <a:rPr dirty="0"/>
              <a:t>les</a:t>
            </a:r>
            <a:r>
              <a:rPr spc="-65" dirty="0"/>
              <a:t> </a:t>
            </a:r>
            <a:r>
              <a:rPr dirty="0"/>
              <a:t>vomissements</a:t>
            </a:r>
            <a:r>
              <a:rPr spc="-70" dirty="0"/>
              <a:t> </a:t>
            </a:r>
            <a:r>
              <a:rPr dirty="0"/>
              <a:t>aigus</a:t>
            </a:r>
            <a:r>
              <a:rPr spc="-65" dirty="0"/>
              <a:t> </a:t>
            </a:r>
            <a:r>
              <a:rPr dirty="0"/>
              <a:t>et</a:t>
            </a:r>
            <a:r>
              <a:rPr spc="-75" dirty="0"/>
              <a:t> </a:t>
            </a:r>
            <a:r>
              <a:rPr spc="-10" dirty="0"/>
              <a:t>chroniques</a:t>
            </a:r>
          </a:p>
          <a:p>
            <a:pPr marL="12700" marR="5080">
              <a:lnSpc>
                <a:spcPct val="110000"/>
              </a:lnSpc>
            </a:pPr>
            <a:r>
              <a:rPr spc="-10" dirty="0"/>
              <a:t>-</a:t>
            </a:r>
            <a:r>
              <a:rPr dirty="0"/>
              <a:t>Le</a:t>
            </a:r>
            <a:r>
              <a:rPr spc="-60" dirty="0"/>
              <a:t> </a:t>
            </a:r>
            <a:r>
              <a:rPr dirty="0"/>
              <a:t>traitement</a:t>
            </a:r>
            <a:r>
              <a:rPr spc="-60" dirty="0"/>
              <a:t> </a:t>
            </a:r>
            <a:r>
              <a:rPr dirty="0"/>
              <a:t>repose</a:t>
            </a:r>
            <a:r>
              <a:rPr spc="-50" dirty="0"/>
              <a:t> </a:t>
            </a:r>
            <a:r>
              <a:rPr dirty="0"/>
              <a:t>sur</a:t>
            </a:r>
            <a:r>
              <a:rPr spc="-75" dirty="0"/>
              <a:t> </a:t>
            </a:r>
            <a:r>
              <a:rPr dirty="0"/>
              <a:t>un</a:t>
            </a:r>
            <a:r>
              <a:rPr spc="-60" dirty="0"/>
              <a:t> </a:t>
            </a:r>
            <a:r>
              <a:rPr dirty="0"/>
              <a:t>traitement</a:t>
            </a:r>
            <a:r>
              <a:rPr spc="-60" dirty="0"/>
              <a:t> </a:t>
            </a:r>
            <a:r>
              <a:rPr dirty="0"/>
              <a:t>des</a:t>
            </a:r>
            <a:r>
              <a:rPr spc="-60" dirty="0"/>
              <a:t> </a:t>
            </a:r>
            <a:r>
              <a:rPr spc="-10" dirty="0"/>
              <a:t>désordres </a:t>
            </a:r>
            <a:r>
              <a:rPr dirty="0"/>
              <a:t>hydro</a:t>
            </a:r>
            <a:r>
              <a:rPr spc="-105" dirty="0"/>
              <a:t> </a:t>
            </a:r>
            <a:r>
              <a:rPr dirty="0"/>
              <a:t>électrolytiques,</a:t>
            </a:r>
            <a:r>
              <a:rPr spc="-114" dirty="0"/>
              <a:t> </a:t>
            </a:r>
            <a:r>
              <a:rPr dirty="0"/>
              <a:t>symptomatique</a:t>
            </a:r>
            <a:r>
              <a:rPr spc="-95" dirty="0"/>
              <a:t> </a:t>
            </a:r>
            <a:r>
              <a:rPr dirty="0"/>
              <a:t>et</a:t>
            </a:r>
            <a:r>
              <a:rPr spc="-120" dirty="0"/>
              <a:t> </a:t>
            </a:r>
            <a:r>
              <a:rPr spc="-10" dirty="0"/>
              <a:t>étiologique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47"/>
            <a:ext cx="272374" cy="5334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0555" y="7747"/>
            <a:ext cx="8860790" cy="501650"/>
            <a:chOff x="130555" y="7747"/>
            <a:chExt cx="8860790" cy="5016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971" y="143383"/>
              <a:ext cx="8580146" cy="27432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7924" y="7746"/>
              <a:ext cx="278765" cy="273050"/>
            </a:xfrm>
            <a:custGeom>
              <a:avLst/>
              <a:gdLst/>
              <a:ahLst/>
              <a:cxnLst/>
              <a:rect l="l" t="t" r="r" b="b"/>
              <a:pathLst>
                <a:path w="278765" h="273050">
                  <a:moveTo>
                    <a:pt x="138684" y="135636"/>
                  </a:moveTo>
                  <a:lnTo>
                    <a:pt x="0" y="135636"/>
                  </a:lnTo>
                  <a:lnTo>
                    <a:pt x="0" y="272796"/>
                  </a:lnTo>
                  <a:lnTo>
                    <a:pt x="138684" y="272796"/>
                  </a:lnTo>
                  <a:lnTo>
                    <a:pt x="138684" y="135636"/>
                  </a:lnTo>
                  <a:close/>
                </a:path>
                <a:path w="278765" h="273050">
                  <a:moveTo>
                    <a:pt x="278765" y="0"/>
                  </a:moveTo>
                  <a:lnTo>
                    <a:pt x="138684" y="0"/>
                  </a:lnTo>
                  <a:lnTo>
                    <a:pt x="138684" y="135636"/>
                  </a:lnTo>
                  <a:lnTo>
                    <a:pt x="278765" y="135636"/>
                  </a:lnTo>
                  <a:lnTo>
                    <a:pt x="278765" y="0"/>
                  </a:lnTo>
                  <a:close/>
                </a:path>
              </a:pathLst>
            </a:custGeom>
            <a:solidFill>
              <a:srgbClr val="CCC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6607" y="143383"/>
              <a:ext cx="140335" cy="142240"/>
            </a:xfrm>
            <a:custGeom>
              <a:avLst/>
              <a:gdLst/>
              <a:ahLst/>
              <a:cxnLst/>
              <a:rect l="l" t="t" r="r" b="b"/>
              <a:pathLst>
                <a:path w="140334" h="142240">
                  <a:moveTo>
                    <a:pt x="140081" y="0"/>
                  </a:moveTo>
                  <a:lnTo>
                    <a:pt x="0" y="0"/>
                  </a:lnTo>
                  <a:lnTo>
                    <a:pt x="0" y="141731"/>
                  </a:lnTo>
                  <a:lnTo>
                    <a:pt x="140081" y="141731"/>
                  </a:lnTo>
                  <a:lnTo>
                    <a:pt x="140081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811" y="283590"/>
              <a:ext cx="135890" cy="134620"/>
            </a:xfrm>
            <a:custGeom>
              <a:avLst/>
              <a:gdLst/>
              <a:ahLst/>
              <a:cxnLst/>
              <a:rect l="l" t="t" r="r" b="b"/>
              <a:pathLst>
                <a:path w="135890" h="134620">
                  <a:moveTo>
                    <a:pt x="0" y="134111"/>
                  </a:moveTo>
                  <a:lnTo>
                    <a:pt x="135509" y="134111"/>
                  </a:lnTo>
                  <a:lnTo>
                    <a:pt x="135509" y="0"/>
                  </a:lnTo>
                  <a:lnTo>
                    <a:pt x="0" y="0"/>
                  </a:lnTo>
                  <a:lnTo>
                    <a:pt x="0" y="134111"/>
                  </a:lnTo>
                  <a:close/>
                </a:path>
              </a:pathLst>
            </a:custGeom>
            <a:solidFill>
              <a:srgbClr val="CCC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555" y="144907"/>
              <a:ext cx="142240" cy="139065"/>
            </a:xfrm>
            <a:custGeom>
              <a:avLst/>
              <a:gdLst/>
              <a:ahLst/>
              <a:cxnLst/>
              <a:rect l="l" t="t" r="r" b="b"/>
              <a:pathLst>
                <a:path w="142240" h="139065">
                  <a:moveTo>
                    <a:pt x="141731" y="0"/>
                  </a:moveTo>
                  <a:lnTo>
                    <a:pt x="0" y="0"/>
                  </a:lnTo>
                  <a:lnTo>
                    <a:pt x="0" y="138556"/>
                  </a:lnTo>
                  <a:lnTo>
                    <a:pt x="141731" y="138556"/>
                  </a:lnTo>
                  <a:lnTo>
                    <a:pt x="141731" y="0"/>
                  </a:lnTo>
                  <a:close/>
                </a:path>
              </a:pathLst>
            </a:custGeom>
            <a:solidFill>
              <a:srgbClr val="000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3812" y="280542"/>
              <a:ext cx="273050" cy="228600"/>
            </a:xfrm>
            <a:custGeom>
              <a:avLst/>
              <a:gdLst/>
              <a:ahLst/>
              <a:cxnLst/>
              <a:rect l="l" t="t" r="r" b="b"/>
              <a:pathLst>
                <a:path w="273050" h="228600">
                  <a:moveTo>
                    <a:pt x="272796" y="0"/>
                  </a:moveTo>
                  <a:lnTo>
                    <a:pt x="134112" y="0"/>
                  </a:lnTo>
                  <a:lnTo>
                    <a:pt x="134112" y="137160"/>
                  </a:lnTo>
                  <a:lnTo>
                    <a:pt x="0" y="137160"/>
                  </a:lnTo>
                  <a:lnTo>
                    <a:pt x="0" y="228600"/>
                  </a:lnTo>
                  <a:lnTo>
                    <a:pt x="135509" y="228600"/>
                  </a:lnTo>
                  <a:lnTo>
                    <a:pt x="135509" y="137160"/>
                  </a:lnTo>
                  <a:lnTo>
                    <a:pt x="272796" y="137160"/>
                  </a:lnTo>
                  <a:lnTo>
                    <a:pt x="272796" y="0"/>
                  </a:lnTo>
                  <a:close/>
                </a:path>
              </a:pathLst>
            </a:custGeom>
            <a:solidFill>
              <a:srgbClr val="99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343647" y="2853054"/>
            <a:ext cx="1798320" cy="3027045"/>
            <a:chOff x="7343647" y="2853054"/>
            <a:chExt cx="1798320" cy="3027045"/>
          </a:xfrm>
        </p:grpSpPr>
        <p:sp>
          <p:nvSpPr>
            <p:cNvPr id="11" name="object 11"/>
            <p:cNvSpPr/>
            <p:nvPr/>
          </p:nvSpPr>
          <p:spPr>
            <a:xfrm>
              <a:off x="7357363" y="2865246"/>
              <a:ext cx="1784985" cy="3001010"/>
            </a:xfrm>
            <a:custGeom>
              <a:avLst/>
              <a:gdLst/>
              <a:ahLst/>
              <a:cxnLst/>
              <a:rect l="l" t="t" r="r" b="b"/>
              <a:pathLst>
                <a:path w="1784984" h="3001010">
                  <a:moveTo>
                    <a:pt x="1784603" y="0"/>
                  </a:moveTo>
                  <a:lnTo>
                    <a:pt x="0" y="0"/>
                  </a:lnTo>
                  <a:lnTo>
                    <a:pt x="0" y="3000756"/>
                  </a:lnTo>
                  <a:lnTo>
                    <a:pt x="1784603" y="3000756"/>
                  </a:lnTo>
                  <a:lnTo>
                    <a:pt x="1784603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43647" y="2853054"/>
              <a:ext cx="1798320" cy="3027045"/>
            </a:xfrm>
            <a:custGeom>
              <a:avLst/>
              <a:gdLst/>
              <a:ahLst/>
              <a:cxnLst/>
              <a:rect l="l" t="t" r="r" b="b"/>
              <a:pathLst>
                <a:path w="1798320" h="3027045">
                  <a:moveTo>
                    <a:pt x="1798319" y="0"/>
                  </a:moveTo>
                  <a:lnTo>
                    <a:pt x="13716" y="0"/>
                  </a:lnTo>
                  <a:lnTo>
                    <a:pt x="9144" y="1524"/>
                  </a:lnTo>
                  <a:lnTo>
                    <a:pt x="6096" y="3048"/>
                  </a:lnTo>
                  <a:lnTo>
                    <a:pt x="1524" y="7620"/>
                  </a:lnTo>
                  <a:lnTo>
                    <a:pt x="0" y="12192"/>
                  </a:lnTo>
                  <a:lnTo>
                    <a:pt x="0" y="3014345"/>
                  </a:lnTo>
                  <a:lnTo>
                    <a:pt x="1524" y="3014345"/>
                  </a:lnTo>
                  <a:lnTo>
                    <a:pt x="1524" y="3019044"/>
                  </a:lnTo>
                  <a:lnTo>
                    <a:pt x="3048" y="3019044"/>
                  </a:lnTo>
                  <a:lnTo>
                    <a:pt x="3048" y="3022092"/>
                  </a:lnTo>
                  <a:lnTo>
                    <a:pt x="4572" y="3022092"/>
                  </a:lnTo>
                  <a:lnTo>
                    <a:pt x="6096" y="3023616"/>
                  </a:lnTo>
                  <a:lnTo>
                    <a:pt x="9144" y="3025140"/>
                  </a:lnTo>
                  <a:lnTo>
                    <a:pt x="1798320" y="3026664"/>
                  </a:lnTo>
                  <a:lnTo>
                    <a:pt x="1798320" y="3000756"/>
                  </a:lnTo>
                  <a:lnTo>
                    <a:pt x="25907" y="3000756"/>
                  </a:lnTo>
                  <a:lnTo>
                    <a:pt x="25907" y="25908"/>
                  </a:lnTo>
                  <a:lnTo>
                    <a:pt x="1798319" y="25908"/>
                  </a:lnTo>
                  <a:lnTo>
                    <a:pt x="1798319" y="0"/>
                  </a:lnTo>
                  <a:close/>
                </a:path>
                <a:path w="1798320" h="3027045">
                  <a:moveTo>
                    <a:pt x="1798320" y="25908"/>
                  </a:moveTo>
                  <a:lnTo>
                    <a:pt x="1786127" y="25908"/>
                  </a:lnTo>
                  <a:lnTo>
                    <a:pt x="1786127" y="3000756"/>
                  </a:lnTo>
                  <a:lnTo>
                    <a:pt x="1798320" y="3000756"/>
                  </a:lnTo>
                  <a:lnTo>
                    <a:pt x="1798320" y="25908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72288" y="6068695"/>
            <a:ext cx="8869680" cy="789305"/>
            <a:chOff x="272288" y="6068695"/>
            <a:chExt cx="8869680" cy="789305"/>
          </a:xfrm>
        </p:grpSpPr>
        <p:sp>
          <p:nvSpPr>
            <p:cNvPr id="14" name="object 14"/>
            <p:cNvSpPr/>
            <p:nvPr/>
          </p:nvSpPr>
          <p:spPr>
            <a:xfrm>
              <a:off x="284480" y="6080887"/>
              <a:ext cx="8857615" cy="777240"/>
            </a:xfrm>
            <a:custGeom>
              <a:avLst/>
              <a:gdLst/>
              <a:ahLst/>
              <a:cxnLst/>
              <a:rect l="l" t="t" r="r" b="b"/>
              <a:pathLst>
                <a:path w="8857615" h="777240">
                  <a:moveTo>
                    <a:pt x="8857488" y="0"/>
                  </a:moveTo>
                  <a:lnTo>
                    <a:pt x="0" y="0"/>
                  </a:lnTo>
                  <a:lnTo>
                    <a:pt x="0" y="777113"/>
                  </a:lnTo>
                  <a:lnTo>
                    <a:pt x="8857488" y="777112"/>
                  </a:lnTo>
                  <a:lnTo>
                    <a:pt x="8857488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72288" y="6068695"/>
              <a:ext cx="8869680" cy="789305"/>
            </a:xfrm>
            <a:custGeom>
              <a:avLst/>
              <a:gdLst/>
              <a:ahLst/>
              <a:cxnLst/>
              <a:rect l="l" t="t" r="r" b="b"/>
              <a:pathLst>
                <a:path w="8869680" h="789304">
                  <a:moveTo>
                    <a:pt x="8869679" y="0"/>
                  </a:moveTo>
                  <a:lnTo>
                    <a:pt x="12191" y="0"/>
                  </a:lnTo>
                  <a:lnTo>
                    <a:pt x="6096" y="1523"/>
                  </a:lnTo>
                  <a:lnTo>
                    <a:pt x="1524" y="6095"/>
                  </a:lnTo>
                  <a:lnTo>
                    <a:pt x="0" y="12191"/>
                  </a:lnTo>
                  <a:lnTo>
                    <a:pt x="0" y="789304"/>
                  </a:lnTo>
                  <a:lnTo>
                    <a:pt x="8869679" y="789304"/>
                  </a:lnTo>
                  <a:lnTo>
                    <a:pt x="8869679" y="784859"/>
                  </a:lnTo>
                  <a:lnTo>
                    <a:pt x="24384" y="784859"/>
                  </a:lnTo>
                  <a:lnTo>
                    <a:pt x="24384" y="24383"/>
                  </a:lnTo>
                  <a:lnTo>
                    <a:pt x="8869679" y="24383"/>
                  </a:lnTo>
                  <a:lnTo>
                    <a:pt x="8869679" y="0"/>
                  </a:lnTo>
                  <a:close/>
                </a:path>
                <a:path w="8869680" h="789304">
                  <a:moveTo>
                    <a:pt x="8869680" y="24383"/>
                  </a:moveTo>
                  <a:lnTo>
                    <a:pt x="8857488" y="24383"/>
                  </a:lnTo>
                  <a:lnTo>
                    <a:pt x="8857488" y="784859"/>
                  </a:lnTo>
                  <a:lnTo>
                    <a:pt x="8869680" y="784859"/>
                  </a:lnTo>
                  <a:lnTo>
                    <a:pt x="8869680" y="24383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201159" y="2853054"/>
            <a:ext cx="3025140" cy="3027045"/>
            <a:chOff x="4201159" y="2853054"/>
            <a:chExt cx="3025140" cy="3027045"/>
          </a:xfrm>
        </p:grpSpPr>
        <p:sp>
          <p:nvSpPr>
            <p:cNvPr id="17" name="object 17"/>
            <p:cNvSpPr/>
            <p:nvPr/>
          </p:nvSpPr>
          <p:spPr>
            <a:xfrm>
              <a:off x="4213351" y="2865246"/>
              <a:ext cx="3001010" cy="3001010"/>
            </a:xfrm>
            <a:custGeom>
              <a:avLst/>
              <a:gdLst/>
              <a:ahLst/>
              <a:cxnLst/>
              <a:rect l="l" t="t" r="r" b="b"/>
              <a:pathLst>
                <a:path w="3001009" h="3001010">
                  <a:moveTo>
                    <a:pt x="3000755" y="0"/>
                  </a:moveTo>
                  <a:lnTo>
                    <a:pt x="0" y="0"/>
                  </a:lnTo>
                  <a:lnTo>
                    <a:pt x="0" y="3000756"/>
                  </a:lnTo>
                  <a:lnTo>
                    <a:pt x="3000755" y="3000756"/>
                  </a:lnTo>
                  <a:lnTo>
                    <a:pt x="3000755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01159" y="2853054"/>
              <a:ext cx="3025140" cy="3027045"/>
            </a:xfrm>
            <a:custGeom>
              <a:avLst/>
              <a:gdLst/>
              <a:ahLst/>
              <a:cxnLst/>
              <a:rect l="l" t="t" r="r" b="b"/>
              <a:pathLst>
                <a:path w="3025140" h="3027045">
                  <a:moveTo>
                    <a:pt x="3012947" y="0"/>
                  </a:moveTo>
                  <a:lnTo>
                    <a:pt x="12191" y="0"/>
                  </a:lnTo>
                  <a:lnTo>
                    <a:pt x="7619" y="1524"/>
                  </a:lnTo>
                  <a:lnTo>
                    <a:pt x="4572" y="3048"/>
                  </a:lnTo>
                  <a:lnTo>
                    <a:pt x="3048" y="4445"/>
                  </a:lnTo>
                  <a:lnTo>
                    <a:pt x="1524" y="7620"/>
                  </a:lnTo>
                  <a:lnTo>
                    <a:pt x="0" y="12192"/>
                  </a:lnTo>
                  <a:lnTo>
                    <a:pt x="0" y="3014345"/>
                  </a:lnTo>
                  <a:lnTo>
                    <a:pt x="1524" y="3014345"/>
                  </a:lnTo>
                  <a:lnTo>
                    <a:pt x="1524" y="3020568"/>
                  </a:lnTo>
                  <a:lnTo>
                    <a:pt x="3048" y="3020568"/>
                  </a:lnTo>
                  <a:lnTo>
                    <a:pt x="3048" y="3023616"/>
                  </a:lnTo>
                  <a:lnTo>
                    <a:pt x="4572" y="3023616"/>
                  </a:lnTo>
                  <a:lnTo>
                    <a:pt x="7619" y="3025140"/>
                  </a:lnTo>
                  <a:lnTo>
                    <a:pt x="3019043" y="3026664"/>
                  </a:lnTo>
                  <a:lnTo>
                    <a:pt x="3019043" y="3025140"/>
                  </a:lnTo>
                  <a:lnTo>
                    <a:pt x="3022091" y="3022092"/>
                  </a:lnTo>
                  <a:lnTo>
                    <a:pt x="3023616" y="3019044"/>
                  </a:lnTo>
                  <a:lnTo>
                    <a:pt x="3023625" y="3000756"/>
                  </a:lnTo>
                  <a:lnTo>
                    <a:pt x="24384" y="3000756"/>
                  </a:lnTo>
                  <a:lnTo>
                    <a:pt x="24384" y="25908"/>
                  </a:lnTo>
                  <a:lnTo>
                    <a:pt x="3025013" y="25908"/>
                  </a:lnTo>
                  <a:lnTo>
                    <a:pt x="3025013" y="7620"/>
                  </a:lnTo>
                  <a:lnTo>
                    <a:pt x="3019043" y="1524"/>
                  </a:lnTo>
                  <a:lnTo>
                    <a:pt x="3012947" y="0"/>
                  </a:lnTo>
                  <a:close/>
                </a:path>
                <a:path w="3025140" h="3027045">
                  <a:moveTo>
                    <a:pt x="3025013" y="25908"/>
                  </a:moveTo>
                  <a:lnTo>
                    <a:pt x="3000756" y="25908"/>
                  </a:lnTo>
                  <a:lnTo>
                    <a:pt x="3000756" y="3000756"/>
                  </a:lnTo>
                  <a:lnTo>
                    <a:pt x="3023625" y="3000756"/>
                  </a:lnTo>
                  <a:lnTo>
                    <a:pt x="3025013" y="258572"/>
                  </a:lnTo>
                  <a:lnTo>
                    <a:pt x="3025013" y="25908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00660" y="2924682"/>
            <a:ext cx="2668905" cy="2955290"/>
            <a:chOff x="200660" y="2924682"/>
            <a:chExt cx="2668905" cy="2955290"/>
          </a:xfrm>
        </p:grpSpPr>
        <p:sp>
          <p:nvSpPr>
            <p:cNvPr id="20" name="object 20"/>
            <p:cNvSpPr/>
            <p:nvPr/>
          </p:nvSpPr>
          <p:spPr>
            <a:xfrm>
              <a:off x="212852" y="2936874"/>
              <a:ext cx="2642870" cy="2929255"/>
            </a:xfrm>
            <a:custGeom>
              <a:avLst/>
              <a:gdLst/>
              <a:ahLst/>
              <a:cxnLst/>
              <a:rect l="l" t="t" r="r" b="b"/>
              <a:pathLst>
                <a:path w="2642870" h="2929254">
                  <a:moveTo>
                    <a:pt x="2642616" y="0"/>
                  </a:moveTo>
                  <a:lnTo>
                    <a:pt x="0" y="0"/>
                  </a:lnTo>
                  <a:lnTo>
                    <a:pt x="0" y="2929128"/>
                  </a:lnTo>
                  <a:lnTo>
                    <a:pt x="2642616" y="2929128"/>
                  </a:lnTo>
                  <a:lnTo>
                    <a:pt x="2642616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0660" y="2924682"/>
              <a:ext cx="2668905" cy="2955290"/>
            </a:xfrm>
            <a:custGeom>
              <a:avLst/>
              <a:gdLst/>
              <a:ahLst/>
              <a:cxnLst/>
              <a:rect l="l" t="t" r="r" b="b"/>
              <a:pathLst>
                <a:path w="2668905" h="2955290">
                  <a:moveTo>
                    <a:pt x="2654807" y="0"/>
                  </a:moveTo>
                  <a:lnTo>
                    <a:pt x="12192" y="0"/>
                  </a:lnTo>
                  <a:lnTo>
                    <a:pt x="7620" y="1524"/>
                  </a:lnTo>
                  <a:lnTo>
                    <a:pt x="4571" y="3047"/>
                  </a:lnTo>
                  <a:lnTo>
                    <a:pt x="3048" y="4571"/>
                  </a:lnTo>
                  <a:lnTo>
                    <a:pt x="1524" y="7619"/>
                  </a:lnTo>
                  <a:lnTo>
                    <a:pt x="0" y="12191"/>
                  </a:lnTo>
                  <a:lnTo>
                    <a:pt x="0" y="2942716"/>
                  </a:lnTo>
                  <a:lnTo>
                    <a:pt x="1524" y="2942716"/>
                  </a:lnTo>
                  <a:lnTo>
                    <a:pt x="1524" y="2948940"/>
                  </a:lnTo>
                  <a:lnTo>
                    <a:pt x="3048" y="2948940"/>
                  </a:lnTo>
                  <a:lnTo>
                    <a:pt x="3048" y="2951988"/>
                  </a:lnTo>
                  <a:lnTo>
                    <a:pt x="4571" y="2951988"/>
                  </a:lnTo>
                  <a:lnTo>
                    <a:pt x="7620" y="2953511"/>
                  </a:lnTo>
                  <a:lnTo>
                    <a:pt x="2660904" y="2954909"/>
                  </a:lnTo>
                  <a:lnTo>
                    <a:pt x="2660904" y="2953511"/>
                  </a:lnTo>
                  <a:lnTo>
                    <a:pt x="2663952" y="2951988"/>
                  </a:lnTo>
                  <a:lnTo>
                    <a:pt x="2665476" y="2950464"/>
                  </a:lnTo>
                  <a:lnTo>
                    <a:pt x="2667000" y="2947416"/>
                  </a:lnTo>
                  <a:lnTo>
                    <a:pt x="2667009" y="2929128"/>
                  </a:lnTo>
                  <a:lnTo>
                    <a:pt x="24384" y="2929128"/>
                  </a:lnTo>
                  <a:lnTo>
                    <a:pt x="24384" y="25907"/>
                  </a:lnTo>
                  <a:lnTo>
                    <a:pt x="2668514" y="25907"/>
                  </a:lnTo>
                  <a:lnTo>
                    <a:pt x="2668524" y="7619"/>
                  </a:lnTo>
                  <a:lnTo>
                    <a:pt x="2663952" y="3047"/>
                  </a:lnTo>
                  <a:lnTo>
                    <a:pt x="2660904" y="1524"/>
                  </a:lnTo>
                  <a:lnTo>
                    <a:pt x="2654807" y="0"/>
                  </a:lnTo>
                  <a:close/>
                </a:path>
                <a:path w="2668905" h="2955290">
                  <a:moveTo>
                    <a:pt x="2668514" y="25907"/>
                  </a:moveTo>
                  <a:lnTo>
                    <a:pt x="2642616" y="25907"/>
                  </a:lnTo>
                  <a:lnTo>
                    <a:pt x="2642616" y="2929128"/>
                  </a:lnTo>
                  <a:lnTo>
                    <a:pt x="2667009" y="2929128"/>
                  </a:lnTo>
                  <a:lnTo>
                    <a:pt x="2668514" y="25907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72159" y="1710054"/>
            <a:ext cx="5097780" cy="597535"/>
            <a:chOff x="772159" y="1710054"/>
            <a:chExt cx="5097780" cy="597535"/>
          </a:xfrm>
        </p:grpSpPr>
        <p:sp>
          <p:nvSpPr>
            <p:cNvPr id="23" name="object 23"/>
            <p:cNvSpPr/>
            <p:nvPr/>
          </p:nvSpPr>
          <p:spPr>
            <a:xfrm>
              <a:off x="784351" y="1722246"/>
              <a:ext cx="5071745" cy="571500"/>
            </a:xfrm>
            <a:custGeom>
              <a:avLst/>
              <a:gdLst/>
              <a:ahLst/>
              <a:cxnLst/>
              <a:rect l="l" t="t" r="r" b="b"/>
              <a:pathLst>
                <a:path w="5071745" h="571500">
                  <a:moveTo>
                    <a:pt x="5071745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5071745" y="571500"/>
                  </a:lnTo>
                  <a:lnTo>
                    <a:pt x="5071745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72159" y="1710054"/>
              <a:ext cx="5097780" cy="597535"/>
            </a:xfrm>
            <a:custGeom>
              <a:avLst/>
              <a:gdLst/>
              <a:ahLst/>
              <a:cxnLst/>
              <a:rect l="l" t="t" r="r" b="b"/>
              <a:pathLst>
                <a:path w="5097780" h="597535">
                  <a:moveTo>
                    <a:pt x="5084064" y="0"/>
                  </a:moveTo>
                  <a:lnTo>
                    <a:pt x="12192" y="0"/>
                  </a:lnTo>
                  <a:lnTo>
                    <a:pt x="7620" y="1524"/>
                  </a:lnTo>
                  <a:lnTo>
                    <a:pt x="4571" y="3048"/>
                  </a:lnTo>
                  <a:lnTo>
                    <a:pt x="3048" y="4445"/>
                  </a:lnTo>
                  <a:lnTo>
                    <a:pt x="1523" y="7620"/>
                  </a:lnTo>
                  <a:lnTo>
                    <a:pt x="0" y="12192"/>
                  </a:lnTo>
                  <a:lnTo>
                    <a:pt x="0" y="585216"/>
                  </a:lnTo>
                  <a:lnTo>
                    <a:pt x="1524" y="585216"/>
                  </a:lnTo>
                  <a:lnTo>
                    <a:pt x="1524" y="591312"/>
                  </a:lnTo>
                  <a:lnTo>
                    <a:pt x="3048" y="591312"/>
                  </a:lnTo>
                  <a:lnTo>
                    <a:pt x="3048" y="594360"/>
                  </a:lnTo>
                  <a:lnTo>
                    <a:pt x="4571" y="594360"/>
                  </a:lnTo>
                  <a:lnTo>
                    <a:pt x="7619" y="595884"/>
                  </a:lnTo>
                  <a:lnTo>
                    <a:pt x="5090160" y="597408"/>
                  </a:lnTo>
                  <a:lnTo>
                    <a:pt x="5090160" y="595884"/>
                  </a:lnTo>
                  <a:lnTo>
                    <a:pt x="5093208" y="594360"/>
                  </a:lnTo>
                  <a:lnTo>
                    <a:pt x="5094732" y="592836"/>
                  </a:lnTo>
                  <a:lnTo>
                    <a:pt x="5096256" y="589788"/>
                  </a:lnTo>
                  <a:lnTo>
                    <a:pt x="5096303" y="571500"/>
                  </a:lnTo>
                  <a:lnTo>
                    <a:pt x="24384" y="571500"/>
                  </a:lnTo>
                  <a:lnTo>
                    <a:pt x="24384" y="25908"/>
                  </a:lnTo>
                  <a:lnTo>
                    <a:pt x="5097732" y="25908"/>
                  </a:lnTo>
                  <a:lnTo>
                    <a:pt x="5097779" y="7620"/>
                  </a:lnTo>
                  <a:lnTo>
                    <a:pt x="5093208" y="3048"/>
                  </a:lnTo>
                  <a:lnTo>
                    <a:pt x="5090160" y="1524"/>
                  </a:lnTo>
                  <a:lnTo>
                    <a:pt x="5084064" y="0"/>
                  </a:lnTo>
                  <a:close/>
                </a:path>
                <a:path w="5097780" h="597535">
                  <a:moveTo>
                    <a:pt x="5097732" y="25908"/>
                  </a:moveTo>
                  <a:lnTo>
                    <a:pt x="5071871" y="25908"/>
                  </a:lnTo>
                  <a:lnTo>
                    <a:pt x="5071871" y="571500"/>
                  </a:lnTo>
                  <a:lnTo>
                    <a:pt x="5096303" y="571500"/>
                  </a:lnTo>
                  <a:lnTo>
                    <a:pt x="5097732" y="25908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201159" y="995299"/>
            <a:ext cx="3096895" cy="454025"/>
            <a:chOff x="4201159" y="995299"/>
            <a:chExt cx="3096895" cy="454025"/>
          </a:xfrm>
        </p:grpSpPr>
        <p:sp>
          <p:nvSpPr>
            <p:cNvPr id="26" name="object 26"/>
            <p:cNvSpPr/>
            <p:nvPr/>
          </p:nvSpPr>
          <p:spPr>
            <a:xfrm>
              <a:off x="4213351" y="1009015"/>
              <a:ext cx="3072765" cy="428625"/>
            </a:xfrm>
            <a:custGeom>
              <a:avLst/>
              <a:gdLst/>
              <a:ahLst/>
              <a:cxnLst/>
              <a:rect l="l" t="t" r="r" b="b"/>
              <a:pathLst>
                <a:path w="3072765" h="428625">
                  <a:moveTo>
                    <a:pt x="3072383" y="0"/>
                  </a:moveTo>
                  <a:lnTo>
                    <a:pt x="0" y="0"/>
                  </a:lnTo>
                  <a:lnTo>
                    <a:pt x="0" y="428116"/>
                  </a:lnTo>
                  <a:lnTo>
                    <a:pt x="3072383" y="428116"/>
                  </a:lnTo>
                  <a:lnTo>
                    <a:pt x="3072383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01159" y="995299"/>
              <a:ext cx="3096895" cy="454025"/>
            </a:xfrm>
            <a:custGeom>
              <a:avLst/>
              <a:gdLst/>
              <a:ahLst/>
              <a:cxnLst/>
              <a:rect l="l" t="t" r="r" b="b"/>
              <a:pathLst>
                <a:path w="3096895" h="454025">
                  <a:moveTo>
                    <a:pt x="3084575" y="0"/>
                  </a:moveTo>
                  <a:lnTo>
                    <a:pt x="12191" y="0"/>
                  </a:lnTo>
                  <a:lnTo>
                    <a:pt x="7619" y="1524"/>
                  </a:lnTo>
                  <a:lnTo>
                    <a:pt x="4572" y="3048"/>
                  </a:lnTo>
                  <a:lnTo>
                    <a:pt x="3048" y="4572"/>
                  </a:lnTo>
                  <a:lnTo>
                    <a:pt x="1524" y="7620"/>
                  </a:lnTo>
                  <a:lnTo>
                    <a:pt x="0" y="13715"/>
                  </a:lnTo>
                  <a:lnTo>
                    <a:pt x="0" y="443484"/>
                  </a:lnTo>
                  <a:lnTo>
                    <a:pt x="1524" y="443484"/>
                  </a:lnTo>
                  <a:lnTo>
                    <a:pt x="1524" y="449579"/>
                  </a:lnTo>
                  <a:lnTo>
                    <a:pt x="3048" y="449579"/>
                  </a:lnTo>
                  <a:lnTo>
                    <a:pt x="6095" y="452500"/>
                  </a:lnTo>
                  <a:lnTo>
                    <a:pt x="3090671" y="454025"/>
                  </a:lnTo>
                  <a:lnTo>
                    <a:pt x="3090671" y="452500"/>
                  </a:lnTo>
                  <a:lnTo>
                    <a:pt x="3093719" y="451103"/>
                  </a:lnTo>
                  <a:lnTo>
                    <a:pt x="3095243" y="448055"/>
                  </a:lnTo>
                  <a:lnTo>
                    <a:pt x="3095307" y="429767"/>
                  </a:lnTo>
                  <a:lnTo>
                    <a:pt x="24384" y="429767"/>
                  </a:lnTo>
                  <a:lnTo>
                    <a:pt x="24384" y="25908"/>
                  </a:lnTo>
                  <a:lnTo>
                    <a:pt x="3096641" y="25908"/>
                  </a:lnTo>
                  <a:lnTo>
                    <a:pt x="3096641" y="9143"/>
                  </a:lnTo>
                  <a:lnTo>
                    <a:pt x="3095243" y="9143"/>
                  </a:lnTo>
                  <a:lnTo>
                    <a:pt x="3095243" y="6096"/>
                  </a:lnTo>
                  <a:lnTo>
                    <a:pt x="3090671" y="1524"/>
                  </a:lnTo>
                  <a:lnTo>
                    <a:pt x="3084575" y="0"/>
                  </a:lnTo>
                  <a:close/>
                </a:path>
                <a:path w="3096895" h="454025">
                  <a:moveTo>
                    <a:pt x="3096641" y="25908"/>
                  </a:moveTo>
                  <a:lnTo>
                    <a:pt x="3070860" y="25908"/>
                  </a:lnTo>
                  <a:lnTo>
                    <a:pt x="3070860" y="429767"/>
                  </a:lnTo>
                  <a:lnTo>
                    <a:pt x="3095307" y="429767"/>
                  </a:lnTo>
                  <a:lnTo>
                    <a:pt x="3096641" y="45719"/>
                  </a:lnTo>
                  <a:lnTo>
                    <a:pt x="3096641" y="25908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-2031" y="495300"/>
            <a:ext cx="7085330" cy="382905"/>
            <a:chOff x="-2031" y="495300"/>
            <a:chExt cx="7085330" cy="382905"/>
          </a:xfrm>
        </p:grpSpPr>
        <p:sp>
          <p:nvSpPr>
            <p:cNvPr id="29" name="object 29"/>
            <p:cNvSpPr/>
            <p:nvPr/>
          </p:nvSpPr>
          <p:spPr>
            <a:xfrm>
              <a:off x="-2031" y="509143"/>
              <a:ext cx="7073265" cy="356870"/>
            </a:xfrm>
            <a:custGeom>
              <a:avLst/>
              <a:gdLst/>
              <a:ahLst/>
              <a:cxnLst/>
              <a:rect l="l" t="t" r="r" b="b"/>
              <a:pathLst>
                <a:path w="7073265" h="356869">
                  <a:moveTo>
                    <a:pt x="7072757" y="0"/>
                  </a:moveTo>
                  <a:lnTo>
                    <a:pt x="0" y="0"/>
                  </a:lnTo>
                  <a:lnTo>
                    <a:pt x="0" y="356488"/>
                  </a:lnTo>
                  <a:lnTo>
                    <a:pt x="7072757" y="356488"/>
                  </a:lnTo>
                  <a:lnTo>
                    <a:pt x="7072757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495300"/>
              <a:ext cx="7083425" cy="382905"/>
            </a:xfrm>
            <a:custGeom>
              <a:avLst/>
              <a:gdLst/>
              <a:ahLst/>
              <a:cxnLst/>
              <a:rect l="l" t="t" r="r" b="b"/>
              <a:pathLst>
                <a:path w="7083425" h="382905">
                  <a:moveTo>
                    <a:pt x="7070852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7078472" y="381000"/>
                  </a:lnTo>
                  <a:lnTo>
                    <a:pt x="7081520" y="378078"/>
                  </a:lnTo>
                  <a:lnTo>
                    <a:pt x="7081601" y="358266"/>
                  </a:lnTo>
                  <a:lnTo>
                    <a:pt x="11683" y="358266"/>
                  </a:lnTo>
                  <a:lnTo>
                    <a:pt x="11683" y="26035"/>
                  </a:lnTo>
                  <a:lnTo>
                    <a:pt x="7082917" y="26035"/>
                  </a:lnTo>
                  <a:lnTo>
                    <a:pt x="7082917" y="7747"/>
                  </a:lnTo>
                  <a:lnTo>
                    <a:pt x="7081520" y="7747"/>
                  </a:lnTo>
                  <a:lnTo>
                    <a:pt x="7081520" y="4699"/>
                  </a:lnTo>
                  <a:lnTo>
                    <a:pt x="7079996" y="3175"/>
                  </a:lnTo>
                  <a:lnTo>
                    <a:pt x="7076948" y="1650"/>
                  </a:lnTo>
                  <a:lnTo>
                    <a:pt x="7070852" y="0"/>
                  </a:lnTo>
                  <a:close/>
                </a:path>
                <a:path w="7083425" h="382905">
                  <a:moveTo>
                    <a:pt x="7082917" y="26035"/>
                  </a:moveTo>
                  <a:lnTo>
                    <a:pt x="7058659" y="26035"/>
                  </a:lnTo>
                  <a:lnTo>
                    <a:pt x="7058659" y="358266"/>
                  </a:lnTo>
                  <a:lnTo>
                    <a:pt x="7081601" y="358266"/>
                  </a:lnTo>
                  <a:lnTo>
                    <a:pt x="7082917" y="38608"/>
                  </a:lnTo>
                  <a:lnTo>
                    <a:pt x="7082917" y="26035"/>
                  </a:lnTo>
                  <a:close/>
                </a:path>
              </a:pathLst>
            </a:custGeom>
            <a:solidFill>
              <a:srgbClr val="6D6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6707" y="535940"/>
            <a:ext cx="723392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Vomissements: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Rejet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actif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bouche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d’une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partie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ou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totalité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du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CG</a:t>
            </a:r>
            <a:endParaRPr sz="1600">
              <a:latin typeface="Arial MT"/>
              <a:cs typeface="Arial MT"/>
            </a:endParaRPr>
          </a:p>
          <a:p>
            <a:pPr marL="982980" marR="5080" indent="3201670">
              <a:lnSpc>
                <a:spcPct val="24000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Eliminer:</a:t>
            </a:r>
            <a:r>
              <a:rPr sz="16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régurgitation,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rumination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Dépister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et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traiter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une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éventuelle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complication</a:t>
            </a:r>
            <a:endParaRPr sz="160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Troubles</a:t>
            </a:r>
            <a:r>
              <a:rPr sz="16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hydro-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électrolytiques,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respiratoires,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mécaniques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7395" y="2827426"/>
            <a:ext cx="261302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71500" indent="-114300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99FF"/>
                </a:solidFill>
                <a:latin typeface="Arial"/>
                <a:cs typeface="Arial"/>
              </a:rPr>
              <a:t>Vomissements</a:t>
            </a:r>
            <a:r>
              <a:rPr sz="1600" b="1" spc="-65" dirty="0">
                <a:solidFill>
                  <a:srgbClr val="FF99F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F99FF"/>
                </a:solidFill>
                <a:latin typeface="Arial"/>
                <a:cs typeface="Arial"/>
              </a:rPr>
              <a:t>aigus </a:t>
            </a: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Causes</a:t>
            </a:r>
            <a:r>
              <a:rPr sz="1600" b="1" spc="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00"/>
                </a:solidFill>
                <a:latin typeface="Arial"/>
                <a:cs typeface="Arial"/>
              </a:rPr>
              <a:t>digestives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Urgence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médicochirurgicale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Causes</a:t>
            </a:r>
            <a:r>
              <a:rPr sz="16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médicales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27040" y="2827426"/>
            <a:ext cx="2794635" cy="178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marR="192405" indent="-321945">
              <a:lnSpc>
                <a:spcPct val="120000"/>
              </a:lnSpc>
              <a:spcBef>
                <a:spcPts val="100"/>
              </a:spcBef>
            </a:pPr>
            <a:r>
              <a:rPr sz="1600" b="1" dirty="0">
                <a:solidFill>
                  <a:srgbClr val="FF99FF"/>
                </a:solidFill>
                <a:latin typeface="Arial"/>
                <a:cs typeface="Arial"/>
              </a:rPr>
              <a:t>Vomissements</a:t>
            </a:r>
            <a:r>
              <a:rPr sz="1600" b="1" spc="-75" dirty="0">
                <a:solidFill>
                  <a:srgbClr val="FF99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99FF"/>
                </a:solidFill>
                <a:latin typeface="Arial"/>
                <a:cs typeface="Arial"/>
              </a:rPr>
              <a:t>chroniques </a:t>
            </a: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Causes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00"/>
                </a:solidFill>
                <a:latin typeface="Arial"/>
                <a:cs typeface="Arial"/>
              </a:rPr>
              <a:t>digestives</a:t>
            </a:r>
            <a:endParaRPr sz="16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384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Sténose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pyloro-duodénale</a:t>
            </a:r>
            <a:endParaRPr sz="160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  <a:spcBef>
                <a:spcPts val="380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Sténose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chronique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du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grêle</a:t>
            </a:r>
            <a:endParaRPr sz="1600">
              <a:latin typeface="Arial MT"/>
              <a:cs typeface="Arial MT"/>
            </a:endParaRPr>
          </a:p>
          <a:p>
            <a:pPr marL="27749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Troubles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6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MGI</a:t>
            </a:r>
            <a:endParaRPr sz="1600">
              <a:latin typeface="Arial MT"/>
              <a:cs typeface="Arial MT"/>
            </a:endParaRPr>
          </a:p>
          <a:p>
            <a:pPr marL="375285">
              <a:lnSpc>
                <a:spcPct val="100000"/>
              </a:lnSpc>
              <a:spcBef>
                <a:spcPts val="385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Causes</a:t>
            </a:r>
            <a:r>
              <a:rPr sz="1600" b="1" spc="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00"/>
                </a:solidFill>
                <a:latin typeface="Arial"/>
                <a:cs typeface="Arial"/>
              </a:rPr>
              <a:t>extra-digestive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34504" y="2827426"/>
            <a:ext cx="1734820" cy="17811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484"/>
              </a:spcBef>
            </a:pPr>
            <a:r>
              <a:rPr sz="1600" b="1" spc="-10" dirty="0">
                <a:solidFill>
                  <a:srgbClr val="FF99FF"/>
                </a:solidFill>
                <a:latin typeface="Arial"/>
                <a:cs typeface="Arial"/>
              </a:rPr>
              <a:t>Grossesse</a:t>
            </a:r>
            <a:endParaRPr sz="1600">
              <a:latin typeface="Arial"/>
              <a:cs typeface="Arial"/>
            </a:endParaRPr>
          </a:p>
          <a:p>
            <a:pPr marL="127635">
              <a:lnSpc>
                <a:spcPct val="100000"/>
              </a:lnSpc>
              <a:spcBef>
                <a:spcPts val="380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Hyperemèsis</a:t>
            </a:r>
            <a:endParaRPr sz="1600">
              <a:latin typeface="Arial MT"/>
              <a:cs typeface="Arial MT"/>
            </a:endParaRPr>
          </a:p>
          <a:p>
            <a:pPr marL="6032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gravidarum:1</a:t>
            </a:r>
            <a:r>
              <a:rPr sz="1575" baseline="26455" dirty="0">
                <a:solidFill>
                  <a:srgbClr val="FFFFFF"/>
                </a:solidFill>
                <a:latin typeface="Arial MT"/>
                <a:cs typeface="Arial MT"/>
              </a:rPr>
              <a:t>er</a:t>
            </a:r>
            <a:r>
              <a:rPr sz="1575" spc="165" baseline="26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endParaRPr sz="1600">
              <a:latin typeface="Arial MT"/>
              <a:cs typeface="Arial MT"/>
            </a:endParaRPr>
          </a:p>
          <a:p>
            <a:pPr marL="151765" marR="53340" indent="-35560">
              <a:lnSpc>
                <a:spcPct val="120000"/>
              </a:lnSpc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Stéatose:3emeT hépatique</a:t>
            </a:r>
            <a:endParaRPr sz="16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Pré-éclampsie:3T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65835" y="4875682"/>
            <a:ext cx="142557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Neurologiques</a:t>
            </a:r>
            <a:endParaRPr sz="1600">
              <a:latin typeface="Arial MT"/>
              <a:cs typeface="Arial MT"/>
            </a:endParaRPr>
          </a:p>
          <a:p>
            <a:pPr marL="26034">
              <a:lnSpc>
                <a:spcPct val="100000"/>
              </a:lnSpc>
              <a:spcBef>
                <a:spcPts val="380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Psychiatriques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5308" y="4290466"/>
            <a:ext cx="2230755" cy="14884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Causes </a:t>
            </a:r>
            <a:r>
              <a:rPr sz="1600" b="1" spc="-10" dirty="0">
                <a:solidFill>
                  <a:srgbClr val="FFFF00"/>
                </a:solidFill>
                <a:latin typeface="Arial"/>
                <a:cs typeface="Arial"/>
              </a:rPr>
              <a:t>extra-digestive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  <a:spcBef>
                <a:spcPts val="380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Toxiques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Neurologiques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Métaboliques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ORL,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autres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5308" y="6046114"/>
            <a:ext cx="873061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Hospitalisation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si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DSH,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Troubles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HE,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prise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orale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impossible,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terrain</a:t>
            </a:r>
            <a:r>
              <a:rPr sz="16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à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 risque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TRT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cause/TRT</a:t>
            </a:r>
            <a:r>
              <a:rPr sz="1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symptomatique</a:t>
            </a:r>
            <a:r>
              <a:rPr sz="1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par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antiémétiques: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prokinétiques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600" spc="3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neuroleptiques,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sétrons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513836" y="865758"/>
            <a:ext cx="628015" cy="858519"/>
          </a:xfrm>
          <a:custGeom>
            <a:avLst/>
            <a:gdLst/>
            <a:ahLst/>
            <a:cxnLst/>
            <a:rect l="l" t="t" r="r" b="b"/>
            <a:pathLst>
              <a:path w="628014" h="858519">
                <a:moveTo>
                  <a:pt x="627888" y="358140"/>
                </a:moveTo>
                <a:lnTo>
                  <a:pt x="626364" y="356616"/>
                </a:lnTo>
                <a:lnTo>
                  <a:pt x="620268" y="353441"/>
                </a:lnTo>
                <a:lnTo>
                  <a:pt x="618744" y="352044"/>
                </a:lnTo>
                <a:lnTo>
                  <a:pt x="609600" y="347472"/>
                </a:lnTo>
                <a:lnTo>
                  <a:pt x="608076" y="345948"/>
                </a:lnTo>
                <a:lnTo>
                  <a:pt x="601980" y="342900"/>
                </a:lnTo>
                <a:lnTo>
                  <a:pt x="600456" y="341376"/>
                </a:lnTo>
                <a:lnTo>
                  <a:pt x="591312" y="336804"/>
                </a:lnTo>
                <a:lnTo>
                  <a:pt x="589788" y="335280"/>
                </a:lnTo>
                <a:lnTo>
                  <a:pt x="580644" y="330708"/>
                </a:lnTo>
                <a:lnTo>
                  <a:pt x="579120" y="329184"/>
                </a:lnTo>
                <a:lnTo>
                  <a:pt x="573024" y="326136"/>
                </a:lnTo>
                <a:lnTo>
                  <a:pt x="571500" y="324612"/>
                </a:lnTo>
                <a:lnTo>
                  <a:pt x="562356" y="320040"/>
                </a:lnTo>
                <a:lnTo>
                  <a:pt x="560832" y="318516"/>
                </a:lnTo>
                <a:lnTo>
                  <a:pt x="554736" y="315341"/>
                </a:lnTo>
                <a:lnTo>
                  <a:pt x="553212" y="313944"/>
                </a:lnTo>
                <a:lnTo>
                  <a:pt x="544068" y="309372"/>
                </a:lnTo>
                <a:lnTo>
                  <a:pt x="542544" y="307848"/>
                </a:lnTo>
                <a:lnTo>
                  <a:pt x="533387" y="303276"/>
                </a:lnTo>
                <a:lnTo>
                  <a:pt x="522732" y="303276"/>
                </a:lnTo>
                <a:lnTo>
                  <a:pt x="519684" y="304800"/>
                </a:lnTo>
                <a:lnTo>
                  <a:pt x="516636" y="307848"/>
                </a:lnTo>
                <a:lnTo>
                  <a:pt x="515112" y="312420"/>
                </a:lnTo>
                <a:lnTo>
                  <a:pt x="515112" y="318516"/>
                </a:lnTo>
                <a:lnTo>
                  <a:pt x="516636" y="318516"/>
                </a:lnTo>
                <a:lnTo>
                  <a:pt x="516636" y="321564"/>
                </a:lnTo>
                <a:lnTo>
                  <a:pt x="518160" y="321564"/>
                </a:lnTo>
                <a:lnTo>
                  <a:pt x="521208" y="324612"/>
                </a:lnTo>
                <a:lnTo>
                  <a:pt x="527304" y="327660"/>
                </a:lnTo>
                <a:lnTo>
                  <a:pt x="528828" y="329184"/>
                </a:lnTo>
                <a:lnTo>
                  <a:pt x="534924" y="332232"/>
                </a:lnTo>
                <a:lnTo>
                  <a:pt x="536448" y="333756"/>
                </a:lnTo>
                <a:lnTo>
                  <a:pt x="542544" y="336804"/>
                </a:lnTo>
                <a:lnTo>
                  <a:pt x="544068" y="338328"/>
                </a:lnTo>
                <a:lnTo>
                  <a:pt x="547116" y="339852"/>
                </a:lnTo>
                <a:lnTo>
                  <a:pt x="548640" y="341376"/>
                </a:lnTo>
                <a:lnTo>
                  <a:pt x="554736" y="344424"/>
                </a:lnTo>
                <a:lnTo>
                  <a:pt x="70104" y="345909"/>
                </a:lnTo>
                <a:lnTo>
                  <a:pt x="70104" y="0"/>
                </a:lnTo>
                <a:lnTo>
                  <a:pt x="44196" y="0"/>
                </a:lnTo>
                <a:lnTo>
                  <a:pt x="42748" y="743712"/>
                </a:lnTo>
                <a:lnTo>
                  <a:pt x="42672" y="784860"/>
                </a:lnTo>
                <a:lnTo>
                  <a:pt x="41148" y="784860"/>
                </a:lnTo>
                <a:lnTo>
                  <a:pt x="41148" y="781812"/>
                </a:lnTo>
                <a:lnTo>
                  <a:pt x="39624" y="781812"/>
                </a:lnTo>
                <a:lnTo>
                  <a:pt x="39624" y="778764"/>
                </a:lnTo>
                <a:lnTo>
                  <a:pt x="38100" y="777240"/>
                </a:lnTo>
                <a:lnTo>
                  <a:pt x="36576" y="777240"/>
                </a:lnTo>
                <a:lnTo>
                  <a:pt x="36576" y="774192"/>
                </a:lnTo>
                <a:lnTo>
                  <a:pt x="35052" y="774192"/>
                </a:lnTo>
                <a:lnTo>
                  <a:pt x="35052" y="771144"/>
                </a:lnTo>
                <a:lnTo>
                  <a:pt x="33528" y="769620"/>
                </a:lnTo>
                <a:lnTo>
                  <a:pt x="32004" y="769620"/>
                </a:lnTo>
                <a:lnTo>
                  <a:pt x="32004" y="766572"/>
                </a:lnTo>
                <a:lnTo>
                  <a:pt x="30480" y="766572"/>
                </a:lnTo>
                <a:lnTo>
                  <a:pt x="30480" y="763524"/>
                </a:lnTo>
                <a:lnTo>
                  <a:pt x="28956" y="763524"/>
                </a:lnTo>
                <a:lnTo>
                  <a:pt x="28956" y="760476"/>
                </a:lnTo>
                <a:lnTo>
                  <a:pt x="27432" y="758952"/>
                </a:lnTo>
                <a:lnTo>
                  <a:pt x="25908" y="758952"/>
                </a:lnTo>
                <a:lnTo>
                  <a:pt x="25908" y="755904"/>
                </a:lnTo>
                <a:lnTo>
                  <a:pt x="24384" y="755904"/>
                </a:lnTo>
                <a:lnTo>
                  <a:pt x="24384" y="752856"/>
                </a:lnTo>
                <a:lnTo>
                  <a:pt x="22860" y="751332"/>
                </a:lnTo>
                <a:lnTo>
                  <a:pt x="21336" y="751332"/>
                </a:lnTo>
                <a:lnTo>
                  <a:pt x="21336" y="748284"/>
                </a:lnTo>
                <a:lnTo>
                  <a:pt x="18288" y="745236"/>
                </a:lnTo>
                <a:lnTo>
                  <a:pt x="15240" y="743712"/>
                </a:lnTo>
                <a:lnTo>
                  <a:pt x="9144" y="743712"/>
                </a:lnTo>
                <a:lnTo>
                  <a:pt x="4572" y="745236"/>
                </a:lnTo>
                <a:lnTo>
                  <a:pt x="1524" y="748284"/>
                </a:lnTo>
                <a:lnTo>
                  <a:pt x="0" y="751332"/>
                </a:lnTo>
                <a:lnTo>
                  <a:pt x="0" y="763524"/>
                </a:lnTo>
                <a:lnTo>
                  <a:pt x="1524" y="763524"/>
                </a:lnTo>
                <a:lnTo>
                  <a:pt x="3048" y="765048"/>
                </a:lnTo>
                <a:lnTo>
                  <a:pt x="3048" y="768096"/>
                </a:lnTo>
                <a:lnTo>
                  <a:pt x="4572" y="768096"/>
                </a:lnTo>
                <a:lnTo>
                  <a:pt x="4572" y="771144"/>
                </a:lnTo>
                <a:lnTo>
                  <a:pt x="6096" y="771144"/>
                </a:lnTo>
                <a:lnTo>
                  <a:pt x="6096" y="774192"/>
                </a:lnTo>
                <a:lnTo>
                  <a:pt x="7620" y="774192"/>
                </a:lnTo>
                <a:lnTo>
                  <a:pt x="9144" y="775716"/>
                </a:lnTo>
                <a:lnTo>
                  <a:pt x="9144" y="778764"/>
                </a:lnTo>
                <a:lnTo>
                  <a:pt x="10668" y="778764"/>
                </a:lnTo>
                <a:lnTo>
                  <a:pt x="10668" y="781812"/>
                </a:lnTo>
                <a:lnTo>
                  <a:pt x="12192" y="781812"/>
                </a:lnTo>
                <a:lnTo>
                  <a:pt x="12192" y="784860"/>
                </a:lnTo>
                <a:lnTo>
                  <a:pt x="13716" y="784860"/>
                </a:lnTo>
                <a:lnTo>
                  <a:pt x="15240" y="786384"/>
                </a:lnTo>
                <a:lnTo>
                  <a:pt x="15240" y="789432"/>
                </a:lnTo>
                <a:lnTo>
                  <a:pt x="16764" y="789432"/>
                </a:lnTo>
                <a:lnTo>
                  <a:pt x="16764" y="792480"/>
                </a:lnTo>
                <a:lnTo>
                  <a:pt x="18288" y="792480"/>
                </a:lnTo>
                <a:lnTo>
                  <a:pt x="18288" y="795528"/>
                </a:lnTo>
                <a:lnTo>
                  <a:pt x="19812" y="795528"/>
                </a:lnTo>
                <a:lnTo>
                  <a:pt x="21336" y="797052"/>
                </a:lnTo>
                <a:lnTo>
                  <a:pt x="21336" y="800100"/>
                </a:lnTo>
                <a:lnTo>
                  <a:pt x="22860" y="800100"/>
                </a:lnTo>
                <a:lnTo>
                  <a:pt x="22860" y="803148"/>
                </a:lnTo>
                <a:lnTo>
                  <a:pt x="24384" y="803148"/>
                </a:lnTo>
                <a:lnTo>
                  <a:pt x="24384" y="806196"/>
                </a:lnTo>
                <a:lnTo>
                  <a:pt x="25908" y="806196"/>
                </a:lnTo>
                <a:lnTo>
                  <a:pt x="27432" y="807720"/>
                </a:lnTo>
                <a:lnTo>
                  <a:pt x="27432" y="810641"/>
                </a:lnTo>
                <a:lnTo>
                  <a:pt x="28956" y="810641"/>
                </a:lnTo>
                <a:lnTo>
                  <a:pt x="28956" y="813816"/>
                </a:lnTo>
                <a:lnTo>
                  <a:pt x="30480" y="813816"/>
                </a:lnTo>
                <a:lnTo>
                  <a:pt x="30480" y="816864"/>
                </a:lnTo>
                <a:lnTo>
                  <a:pt x="32004" y="816864"/>
                </a:lnTo>
                <a:lnTo>
                  <a:pt x="33528" y="818388"/>
                </a:lnTo>
                <a:lnTo>
                  <a:pt x="33528" y="821436"/>
                </a:lnTo>
                <a:lnTo>
                  <a:pt x="35052" y="821436"/>
                </a:lnTo>
                <a:lnTo>
                  <a:pt x="35052" y="824484"/>
                </a:lnTo>
                <a:lnTo>
                  <a:pt x="36576" y="824484"/>
                </a:lnTo>
                <a:lnTo>
                  <a:pt x="36576" y="827532"/>
                </a:lnTo>
                <a:lnTo>
                  <a:pt x="38100" y="827532"/>
                </a:lnTo>
                <a:lnTo>
                  <a:pt x="39624" y="829056"/>
                </a:lnTo>
                <a:lnTo>
                  <a:pt x="39624" y="832104"/>
                </a:lnTo>
                <a:lnTo>
                  <a:pt x="41148" y="832104"/>
                </a:lnTo>
                <a:lnTo>
                  <a:pt x="41148" y="835152"/>
                </a:lnTo>
                <a:lnTo>
                  <a:pt x="42672" y="835152"/>
                </a:lnTo>
                <a:lnTo>
                  <a:pt x="42672" y="838200"/>
                </a:lnTo>
                <a:lnTo>
                  <a:pt x="44196" y="838200"/>
                </a:lnTo>
                <a:lnTo>
                  <a:pt x="45720" y="839724"/>
                </a:lnTo>
                <a:lnTo>
                  <a:pt x="45720" y="842772"/>
                </a:lnTo>
                <a:lnTo>
                  <a:pt x="47244" y="842772"/>
                </a:lnTo>
                <a:lnTo>
                  <a:pt x="47244" y="845820"/>
                </a:lnTo>
                <a:lnTo>
                  <a:pt x="48768" y="845820"/>
                </a:lnTo>
                <a:lnTo>
                  <a:pt x="48768" y="848741"/>
                </a:lnTo>
                <a:lnTo>
                  <a:pt x="50292" y="848741"/>
                </a:lnTo>
                <a:lnTo>
                  <a:pt x="51816" y="850392"/>
                </a:lnTo>
                <a:lnTo>
                  <a:pt x="51816" y="853440"/>
                </a:lnTo>
                <a:lnTo>
                  <a:pt x="53340" y="853440"/>
                </a:lnTo>
                <a:lnTo>
                  <a:pt x="53340" y="856488"/>
                </a:lnTo>
                <a:lnTo>
                  <a:pt x="54864" y="856488"/>
                </a:lnTo>
                <a:lnTo>
                  <a:pt x="56388" y="858012"/>
                </a:lnTo>
                <a:lnTo>
                  <a:pt x="56388" y="856488"/>
                </a:lnTo>
                <a:lnTo>
                  <a:pt x="59436" y="850392"/>
                </a:lnTo>
                <a:lnTo>
                  <a:pt x="60960" y="848741"/>
                </a:lnTo>
                <a:lnTo>
                  <a:pt x="64008" y="842772"/>
                </a:lnTo>
                <a:lnTo>
                  <a:pt x="65532" y="841248"/>
                </a:lnTo>
                <a:lnTo>
                  <a:pt x="70104" y="832104"/>
                </a:lnTo>
                <a:lnTo>
                  <a:pt x="71628" y="830580"/>
                </a:lnTo>
                <a:lnTo>
                  <a:pt x="74676" y="824484"/>
                </a:lnTo>
                <a:lnTo>
                  <a:pt x="76200" y="822960"/>
                </a:lnTo>
                <a:lnTo>
                  <a:pt x="79248" y="816864"/>
                </a:lnTo>
                <a:lnTo>
                  <a:pt x="80772" y="815340"/>
                </a:lnTo>
                <a:lnTo>
                  <a:pt x="85344" y="806196"/>
                </a:lnTo>
                <a:lnTo>
                  <a:pt x="86868" y="804672"/>
                </a:lnTo>
                <a:lnTo>
                  <a:pt x="89916" y="798576"/>
                </a:lnTo>
                <a:lnTo>
                  <a:pt x="91440" y="797052"/>
                </a:lnTo>
                <a:lnTo>
                  <a:pt x="94488" y="790956"/>
                </a:lnTo>
                <a:lnTo>
                  <a:pt x="96012" y="789432"/>
                </a:lnTo>
                <a:lnTo>
                  <a:pt x="96774" y="787908"/>
                </a:lnTo>
                <a:lnTo>
                  <a:pt x="99822" y="781812"/>
                </a:lnTo>
                <a:lnTo>
                  <a:pt x="100584" y="780288"/>
                </a:lnTo>
                <a:lnTo>
                  <a:pt x="102108" y="778764"/>
                </a:lnTo>
                <a:lnTo>
                  <a:pt x="105156" y="772541"/>
                </a:lnTo>
                <a:lnTo>
                  <a:pt x="106680" y="771144"/>
                </a:lnTo>
                <a:lnTo>
                  <a:pt x="111252" y="762000"/>
                </a:lnTo>
                <a:lnTo>
                  <a:pt x="112649" y="751332"/>
                </a:lnTo>
                <a:lnTo>
                  <a:pt x="111252" y="751332"/>
                </a:lnTo>
                <a:lnTo>
                  <a:pt x="111252" y="748284"/>
                </a:lnTo>
                <a:lnTo>
                  <a:pt x="109728" y="746760"/>
                </a:lnTo>
                <a:lnTo>
                  <a:pt x="106680" y="745236"/>
                </a:lnTo>
                <a:lnTo>
                  <a:pt x="94488" y="745236"/>
                </a:lnTo>
                <a:lnTo>
                  <a:pt x="91440" y="748284"/>
                </a:lnTo>
                <a:lnTo>
                  <a:pt x="88392" y="749808"/>
                </a:lnTo>
                <a:lnTo>
                  <a:pt x="83820" y="758952"/>
                </a:lnTo>
                <a:lnTo>
                  <a:pt x="82296" y="760476"/>
                </a:lnTo>
                <a:lnTo>
                  <a:pt x="77724" y="769620"/>
                </a:lnTo>
                <a:lnTo>
                  <a:pt x="76200" y="771144"/>
                </a:lnTo>
                <a:lnTo>
                  <a:pt x="73152" y="777240"/>
                </a:lnTo>
                <a:lnTo>
                  <a:pt x="71628" y="778764"/>
                </a:lnTo>
                <a:lnTo>
                  <a:pt x="70104" y="781812"/>
                </a:lnTo>
                <a:lnTo>
                  <a:pt x="70104" y="371856"/>
                </a:lnTo>
                <a:lnTo>
                  <a:pt x="554736" y="371856"/>
                </a:lnTo>
                <a:lnTo>
                  <a:pt x="553212" y="373380"/>
                </a:lnTo>
                <a:lnTo>
                  <a:pt x="544068" y="377952"/>
                </a:lnTo>
                <a:lnTo>
                  <a:pt x="542544" y="379476"/>
                </a:lnTo>
                <a:lnTo>
                  <a:pt x="533400" y="384048"/>
                </a:lnTo>
                <a:lnTo>
                  <a:pt x="531876" y="385572"/>
                </a:lnTo>
                <a:lnTo>
                  <a:pt x="519684" y="391541"/>
                </a:lnTo>
                <a:lnTo>
                  <a:pt x="516636" y="394716"/>
                </a:lnTo>
                <a:lnTo>
                  <a:pt x="515112" y="397764"/>
                </a:lnTo>
                <a:lnTo>
                  <a:pt x="515112" y="411480"/>
                </a:lnTo>
                <a:lnTo>
                  <a:pt x="518160" y="411480"/>
                </a:lnTo>
                <a:lnTo>
                  <a:pt x="521208" y="414528"/>
                </a:lnTo>
                <a:lnTo>
                  <a:pt x="533387" y="415925"/>
                </a:lnTo>
                <a:lnTo>
                  <a:pt x="533400" y="414528"/>
                </a:lnTo>
                <a:lnTo>
                  <a:pt x="542544" y="409956"/>
                </a:lnTo>
                <a:lnTo>
                  <a:pt x="544068" y="408432"/>
                </a:lnTo>
                <a:lnTo>
                  <a:pt x="550164" y="405384"/>
                </a:lnTo>
                <a:lnTo>
                  <a:pt x="551688" y="403860"/>
                </a:lnTo>
                <a:lnTo>
                  <a:pt x="557784" y="400812"/>
                </a:lnTo>
                <a:lnTo>
                  <a:pt x="559308" y="399288"/>
                </a:lnTo>
                <a:lnTo>
                  <a:pt x="565404" y="396240"/>
                </a:lnTo>
                <a:lnTo>
                  <a:pt x="566928" y="394716"/>
                </a:lnTo>
                <a:lnTo>
                  <a:pt x="573024" y="391541"/>
                </a:lnTo>
                <a:lnTo>
                  <a:pt x="574548" y="390144"/>
                </a:lnTo>
                <a:lnTo>
                  <a:pt x="580644" y="387096"/>
                </a:lnTo>
                <a:lnTo>
                  <a:pt x="582168" y="385572"/>
                </a:lnTo>
                <a:lnTo>
                  <a:pt x="588264" y="382524"/>
                </a:lnTo>
                <a:lnTo>
                  <a:pt x="589788" y="381000"/>
                </a:lnTo>
                <a:lnTo>
                  <a:pt x="595884" y="377952"/>
                </a:lnTo>
                <a:lnTo>
                  <a:pt x="597408" y="376428"/>
                </a:lnTo>
                <a:lnTo>
                  <a:pt x="603504" y="373380"/>
                </a:lnTo>
                <a:lnTo>
                  <a:pt x="605028" y="371856"/>
                </a:lnTo>
                <a:lnTo>
                  <a:pt x="611124" y="368808"/>
                </a:lnTo>
                <a:lnTo>
                  <a:pt x="612648" y="367284"/>
                </a:lnTo>
                <a:lnTo>
                  <a:pt x="618744" y="364236"/>
                </a:lnTo>
                <a:lnTo>
                  <a:pt x="620268" y="362712"/>
                </a:lnTo>
                <a:lnTo>
                  <a:pt x="626364" y="359664"/>
                </a:lnTo>
                <a:lnTo>
                  <a:pt x="627888" y="3581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2719" y="5867400"/>
            <a:ext cx="114300" cy="21335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4744" y="5867400"/>
            <a:ext cx="112775" cy="213487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1157732" y="2295270"/>
            <a:ext cx="7042784" cy="641985"/>
          </a:xfrm>
          <a:custGeom>
            <a:avLst/>
            <a:gdLst/>
            <a:ahLst/>
            <a:cxnLst/>
            <a:rect l="l" t="t" r="r" b="b"/>
            <a:pathLst>
              <a:path w="7042784" h="641985">
                <a:moveTo>
                  <a:pt x="7042404" y="464820"/>
                </a:moveTo>
                <a:lnTo>
                  <a:pt x="7040880" y="464820"/>
                </a:lnTo>
                <a:lnTo>
                  <a:pt x="7040880" y="461772"/>
                </a:lnTo>
                <a:lnTo>
                  <a:pt x="7039356" y="460248"/>
                </a:lnTo>
                <a:lnTo>
                  <a:pt x="7036308" y="458724"/>
                </a:lnTo>
                <a:lnTo>
                  <a:pt x="7024116" y="458724"/>
                </a:lnTo>
                <a:lnTo>
                  <a:pt x="7021068" y="461772"/>
                </a:lnTo>
                <a:lnTo>
                  <a:pt x="7018020" y="463296"/>
                </a:lnTo>
                <a:lnTo>
                  <a:pt x="7013448" y="472440"/>
                </a:lnTo>
                <a:lnTo>
                  <a:pt x="7011924" y="473964"/>
                </a:lnTo>
                <a:lnTo>
                  <a:pt x="7007352" y="483108"/>
                </a:lnTo>
                <a:lnTo>
                  <a:pt x="7005828" y="484632"/>
                </a:lnTo>
                <a:lnTo>
                  <a:pt x="7002780" y="490728"/>
                </a:lnTo>
                <a:lnTo>
                  <a:pt x="7001256" y="492252"/>
                </a:lnTo>
                <a:lnTo>
                  <a:pt x="6999732" y="495300"/>
                </a:lnTo>
                <a:lnTo>
                  <a:pt x="6999732" y="141732"/>
                </a:lnTo>
                <a:lnTo>
                  <a:pt x="6984492" y="141732"/>
                </a:lnTo>
                <a:lnTo>
                  <a:pt x="6984492" y="131064"/>
                </a:lnTo>
                <a:lnTo>
                  <a:pt x="1924812" y="131064"/>
                </a:lnTo>
                <a:lnTo>
                  <a:pt x="1924812" y="0"/>
                </a:lnTo>
                <a:lnTo>
                  <a:pt x="1900428" y="0"/>
                </a:lnTo>
                <a:lnTo>
                  <a:pt x="1900428" y="131064"/>
                </a:lnTo>
                <a:lnTo>
                  <a:pt x="54864" y="131064"/>
                </a:lnTo>
                <a:lnTo>
                  <a:pt x="54864" y="141732"/>
                </a:lnTo>
                <a:lnTo>
                  <a:pt x="42672" y="141732"/>
                </a:lnTo>
                <a:lnTo>
                  <a:pt x="41287" y="528828"/>
                </a:lnTo>
                <a:lnTo>
                  <a:pt x="41262" y="533400"/>
                </a:lnTo>
                <a:lnTo>
                  <a:pt x="41148" y="566928"/>
                </a:lnTo>
                <a:lnTo>
                  <a:pt x="39624" y="566928"/>
                </a:lnTo>
                <a:lnTo>
                  <a:pt x="39624" y="563880"/>
                </a:lnTo>
                <a:lnTo>
                  <a:pt x="38100" y="563880"/>
                </a:lnTo>
                <a:lnTo>
                  <a:pt x="38100" y="560832"/>
                </a:lnTo>
                <a:lnTo>
                  <a:pt x="36576" y="559308"/>
                </a:lnTo>
                <a:lnTo>
                  <a:pt x="35052" y="559308"/>
                </a:lnTo>
                <a:lnTo>
                  <a:pt x="35052" y="556260"/>
                </a:lnTo>
                <a:lnTo>
                  <a:pt x="33528" y="556260"/>
                </a:lnTo>
                <a:lnTo>
                  <a:pt x="33528" y="553212"/>
                </a:lnTo>
                <a:lnTo>
                  <a:pt x="32004" y="551688"/>
                </a:lnTo>
                <a:lnTo>
                  <a:pt x="30480" y="551688"/>
                </a:lnTo>
                <a:lnTo>
                  <a:pt x="30480" y="548640"/>
                </a:lnTo>
                <a:lnTo>
                  <a:pt x="28956" y="548640"/>
                </a:lnTo>
                <a:lnTo>
                  <a:pt x="28956" y="545592"/>
                </a:lnTo>
                <a:lnTo>
                  <a:pt x="27432" y="544068"/>
                </a:lnTo>
                <a:lnTo>
                  <a:pt x="25908" y="544068"/>
                </a:lnTo>
                <a:lnTo>
                  <a:pt x="25908" y="541020"/>
                </a:lnTo>
                <a:lnTo>
                  <a:pt x="24384" y="541020"/>
                </a:lnTo>
                <a:lnTo>
                  <a:pt x="24384" y="537972"/>
                </a:lnTo>
                <a:lnTo>
                  <a:pt x="22860" y="536448"/>
                </a:lnTo>
                <a:lnTo>
                  <a:pt x="21336" y="536448"/>
                </a:lnTo>
                <a:lnTo>
                  <a:pt x="21336" y="533400"/>
                </a:lnTo>
                <a:lnTo>
                  <a:pt x="18288" y="530352"/>
                </a:lnTo>
                <a:lnTo>
                  <a:pt x="15240" y="528828"/>
                </a:lnTo>
                <a:lnTo>
                  <a:pt x="9144" y="528828"/>
                </a:lnTo>
                <a:lnTo>
                  <a:pt x="4572" y="530352"/>
                </a:lnTo>
                <a:lnTo>
                  <a:pt x="1524" y="533400"/>
                </a:lnTo>
                <a:lnTo>
                  <a:pt x="0" y="536448"/>
                </a:lnTo>
                <a:lnTo>
                  <a:pt x="0" y="548640"/>
                </a:lnTo>
                <a:lnTo>
                  <a:pt x="1524" y="548640"/>
                </a:lnTo>
                <a:lnTo>
                  <a:pt x="3048" y="550164"/>
                </a:lnTo>
                <a:lnTo>
                  <a:pt x="3048" y="553212"/>
                </a:lnTo>
                <a:lnTo>
                  <a:pt x="4572" y="553212"/>
                </a:lnTo>
                <a:lnTo>
                  <a:pt x="4572" y="556260"/>
                </a:lnTo>
                <a:lnTo>
                  <a:pt x="6096" y="556260"/>
                </a:lnTo>
                <a:lnTo>
                  <a:pt x="7620" y="557784"/>
                </a:lnTo>
                <a:lnTo>
                  <a:pt x="7620" y="560832"/>
                </a:lnTo>
                <a:lnTo>
                  <a:pt x="9144" y="560832"/>
                </a:lnTo>
                <a:lnTo>
                  <a:pt x="9144" y="563880"/>
                </a:lnTo>
                <a:lnTo>
                  <a:pt x="10668" y="563880"/>
                </a:lnTo>
                <a:lnTo>
                  <a:pt x="10668" y="566928"/>
                </a:lnTo>
                <a:lnTo>
                  <a:pt x="12192" y="566928"/>
                </a:lnTo>
                <a:lnTo>
                  <a:pt x="13716" y="568452"/>
                </a:lnTo>
                <a:lnTo>
                  <a:pt x="13716" y="571500"/>
                </a:lnTo>
                <a:lnTo>
                  <a:pt x="15240" y="571500"/>
                </a:lnTo>
                <a:lnTo>
                  <a:pt x="15240" y="574548"/>
                </a:lnTo>
                <a:lnTo>
                  <a:pt x="16764" y="574548"/>
                </a:lnTo>
                <a:lnTo>
                  <a:pt x="18288" y="576072"/>
                </a:lnTo>
                <a:lnTo>
                  <a:pt x="18288" y="579120"/>
                </a:lnTo>
                <a:lnTo>
                  <a:pt x="19812" y="579120"/>
                </a:lnTo>
                <a:lnTo>
                  <a:pt x="19812" y="582168"/>
                </a:lnTo>
                <a:lnTo>
                  <a:pt x="21336" y="582168"/>
                </a:lnTo>
                <a:lnTo>
                  <a:pt x="21336" y="585216"/>
                </a:lnTo>
                <a:lnTo>
                  <a:pt x="22860" y="585216"/>
                </a:lnTo>
                <a:lnTo>
                  <a:pt x="24384" y="586740"/>
                </a:lnTo>
                <a:lnTo>
                  <a:pt x="24384" y="589788"/>
                </a:lnTo>
                <a:lnTo>
                  <a:pt x="25908" y="589788"/>
                </a:lnTo>
                <a:lnTo>
                  <a:pt x="25908" y="592836"/>
                </a:lnTo>
                <a:lnTo>
                  <a:pt x="27432" y="592836"/>
                </a:lnTo>
                <a:lnTo>
                  <a:pt x="27432" y="595884"/>
                </a:lnTo>
                <a:lnTo>
                  <a:pt x="28956" y="595884"/>
                </a:lnTo>
                <a:lnTo>
                  <a:pt x="30480" y="597408"/>
                </a:lnTo>
                <a:lnTo>
                  <a:pt x="30480" y="600329"/>
                </a:lnTo>
                <a:lnTo>
                  <a:pt x="32004" y="600329"/>
                </a:lnTo>
                <a:lnTo>
                  <a:pt x="32004" y="603504"/>
                </a:lnTo>
                <a:lnTo>
                  <a:pt x="33528" y="603504"/>
                </a:lnTo>
                <a:lnTo>
                  <a:pt x="35052" y="605028"/>
                </a:lnTo>
                <a:lnTo>
                  <a:pt x="35052" y="608076"/>
                </a:lnTo>
                <a:lnTo>
                  <a:pt x="36576" y="608076"/>
                </a:lnTo>
                <a:lnTo>
                  <a:pt x="36576" y="611124"/>
                </a:lnTo>
                <a:lnTo>
                  <a:pt x="38100" y="611124"/>
                </a:lnTo>
                <a:lnTo>
                  <a:pt x="38100" y="614172"/>
                </a:lnTo>
                <a:lnTo>
                  <a:pt x="39624" y="614172"/>
                </a:lnTo>
                <a:lnTo>
                  <a:pt x="41148" y="615696"/>
                </a:lnTo>
                <a:lnTo>
                  <a:pt x="41148" y="618744"/>
                </a:lnTo>
                <a:lnTo>
                  <a:pt x="42672" y="618744"/>
                </a:lnTo>
                <a:lnTo>
                  <a:pt x="42672" y="621792"/>
                </a:lnTo>
                <a:lnTo>
                  <a:pt x="44196" y="621792"/>
                </a:lnTo>
                <a:lnTo>
                  <a:pt x="45720" y="623316"/>
                </a:lnTo>
                <a:lnTo>
                  <a:pt x="45720" y="626364"/>
                </a:lnTo>
                <a:lnTo>
                  <a:pt x="47244" y="626364"/>
                </a:lnTo>
                <a:lnTo>
                  <a:pt x="47244" y="629412"/>
                </a:lnTo>
                <a:lnTo>
                  <a:pt x="48768" y="629412"/>
                </a:lnTo>
                <a:lnTo>
                  <a:pt x="48768" y="632460"/>
                </a:lnTo>
                <a:lnTo>
                  <a:pt x="50292" y="632460"/>
                </a:lnTo>
                <a:lnTo>
                  <a:pt x="51816" y="633984"/>
                </a:lnTo>
                <a:lnTo>
                  <a:pt x="51816" y="637032"/>
                </a:lnTo>
                <a:lnTo>
                  <a:pt x="53340" y="637032"/>
                </a:lnTo>
                <a:lnTo>
                  <a:pt x="53340" y="640080"/>
                </a:lnTo>
                <a:lnTo>
                  <a:pt x="54864" y="640080"/>
                </a:lnTo>
                <a:lnTo>
                  <a:pt x="56388" y="641477"/>
                </a:lnTo>
                <a:lnTo>
                  <a:pt x="56388" y="640080"/>
                </a:lnTo>
                <a:lnTo>
                  <a:pt x="59436" y="633984"/>
                </a:lnTo>
                <a:lnTo>
                  <a:pt x="60960" y="632460"/>
                </a:lnTo>
                <a:lnTo>
                  <a:pt x="64008" y="626364"/>
                </a:lnTo>
                <a:lnTo>
                  <a:pt x="65532" y="624840"/>
                </a:lnTo>
                <a:lnTo>
                  <a:pt x="68580" y="618744"/>
                </a:lnTo>
                <a:lnTo>
                  <a:pt x="70104" y="617220"/>
                </a:lnTo>
                <a:lnTo>
                  <a:pt x="73152" y="611124"/>
                </a:lnTo>
                <a:lnTo>
                  <a:pt x="74676" y="609600"/>
                </a:lnTo>
                <a:lnTo>
                  <a:pt x="77724" y="603504"/>
                </a:lnTo>
                <a:lnTo>
                  <a:pt x="79248" y="601980"/>
                </a:lnTo>
                <a:lnTo>
                  <a:pt x="82296" y="595884"/>
                </a:lnTo>
                <a:lnTo>
                  <a:pt x="83820" y="594360"/>
                </a:lnTo>
                <a:lnTo>
                  <a:pt x="86868" y="588264"/>
                </a:lnTo>
                <a:lnTo>
                  <a:pt x="88392" y="586740"/>
                </a:lnTo>
                <a:lnTo>
                  <a:pt x="91440" y="580644"/>
                </a:lnTo>
                <a:lnTo>
                  <a:pt x="92964" y="579120"/>
                </a:lnTo>
                <a:lnTo>
                  <a:pt x="96012" y="573024"/>
                </a:lnTo>
                <a:lnTo>
                  <a:pt x="97536" y="571500"/>
                </a:lnTo>
                <a:lnTo>
                  <a:pt x="98298" y="569976"/>
                </a:lnTo>
                <a:lnTo>
                  <a:pt x="100584" y="565404"/>
                </a:lnTo>
                <a:lnTo>
                  <a:pt x="102108" y="563880"/>
                </a:lnTo>
                <a:lnTo>
                  <a:pt x="105156" y="557784"/>
                </a:lnTo>
                <a:lnTo>
                  <a:pt x="106680" y="556260"/>
                </a:lnTo>
                <a:lnTo>
                  <a:pt x="111252" y="547116"/>
                </a:lnTo>
                <a:lnTo>
                  <a:pt x="112776" y="536448"/>
                </a:lnTo>
                <a:lnTo>
                  <a:pt x="111252" y="536448"/>
                </a:lnTo>
                <a:lnTo>
                  <a:pt x="111252" y="533400"/>
                </a:lnTo>
                <a:lnTo>
                  <a:pt x="109728" y="531876"/>
                </a:lnTo>
                <a:lnTo>
                  <a:pt x="103632" y="528828"/>
                </a:lnTo>
                <a:lnTo>
                  <a:pt x="97536" y="528828"/>
                </a:lnTo>
                <a:lnTo>
                  <a:pt x="91440" y="531876"/>
                </a:lnTo>
                <a:lnTo>
                  <a:pt x="88392" y="534924"/>
                </a:lnTo>
                <a:lnTo>
                  <a:pt x="83820" y="544068"/>
                </a:lnTo>
                <a:lnTo>
                  <a:pt x="82296" y="545592"/>
                </a:lnTo>
                <a:lnTo>
                  <a:pt x="77724" y="554736"/>
                </a:lnTo>
                <a:lnTo>
                  <a:pt x="76200" y="556260"/>
                </a:lnTo>
                <a:lnTo>
                  <a:pt x="73152" y="562229"/>
                </a:lnTo>
                <a:lnTo>
                  <a:pt x="71628" y="563880"/>
                </a:lnTo>
                <a:lnTo>
                  <a:pt x="68580" y="569976"/>
                </a:lnTo>
                <a:lnTo>
                  <a:pt x="68580" y="568452"/>
                </a:lnTo>
                <a:lnTo>
                  <a:pt x="68580" y="156845"/>
                </a:lnTo>
                <a:lnTo>
                  <a:pt x="3829735" y="156845"/>
                </a:lnTo>
                <a:lnTo>
                  <a:pt x="3828453" y="457200"/>
                </a:lnTo>
                <a:lnTo>
                  <a:pt x="3828402" y="469392"/>
                </a:lnTo>
                <a:lnTo>
                  <a:pt x="3828288" y="495300"/>
                </a:lnTo>
                <a:lnTo>
                  <a:pt x="3826764" y="495300"/>
                </a:lnTo>
                <a:lnTo>
                  <a:pt x="3826764" y="492252"/>
                </a:lnTo>
                <a:lnTo>
                  <a:pt x="3825240" y="490728"/>
                </a:lnTo>
                <a:lnTo>
                  <a:pt x="3823716" y="490728"/>
                </a:lnTo>
                <a:lnTo>
                  <a:pt x="3823716" y="487680"/>
                </a:lnTo>
                <a:lnTo>
                  <a:pt x="3822192" y="487680"/>
                </a:lnTo>
                <a:lnTo>
                  <a:pt x="3822192" y="484632"/>
                </a:lnTo>
                <a:lnTo>
                  <a:pt x="3820668" y="483108"/>
                </a:lnTo>
                <a:lnTo>
                  <a:pt x="3819144" y="483108"/>
                </a:lnTo>
                <a:lnTo>
                  <a:pt x="3819144" y="480060"/>
                </a:lnTo>
                <a:lnTo>
                  <a:pt x="3817620" y="480060"/>
                </a:lnTo>
                <a:lnTo>
                  <a:pt x="3817620" y="477012"/>
                </a:lnTo>
                <a:lnTo>
                  <a:pt x="3816096" y="477012"/>
                </a:lnTo>
                <a:lnTo>
                  <a:pt x="3816096" y="473964"/>
                </a:lnTo>
                <a:lnTo>
                  <a:pt x="3814572" y="472440"/>
                </a:lnTo>
                <a:lnTo>
                  <a:pt x="3813048" y="472440"/>
                </a:lnTo>
                <a:lnTo>
                  <a:pt x="3813048" y="469392"/>
                </a:lnTo>
                <a:lnTo>
                  <a:pt x="3811524" y="469392"/>
                </a:lnTo>
                <a:lnTo>
                  <a:pt x="3811524" y="466344"/>
                </a:lnTo>
                <a:lnTo>
                  <a:pt x="3810000" y="464820"/>
                </a:lnTo>
                <a:lnTo>
                  <a:pt x="3808476" y="464820"/>
                </a:lnTo>
                <a:lnTo>
                  <a:pt x="3808476" y="461772"/>
                </a:lnTo>
                <a:lnTo>
                  <a:pt x="3805428" y="458724"/>
                </a:lnTo>
                <a:lnTo>
                  <a:pt x="3802380" y="457200"/>
                </a:lnTo>
                <a:lnTo>
                  <a:pt x="3796284" y="457200"/>
                </a:lnTo>
                <a:lnTo>
                  <a:pt x="3791712" y="458724"/>
                </a:lnTo>
                <a:lnTo>
                  <a:pt x="3787140" y="463296"/>
                </a:lnTo>
                <a:lnTo>
                  <a:pt x="3785616" y="466344"/>
                </a:lnTo>
                <a:lnTo>
                  <a:pt x="3785616" y="472440"/>
                </a:lnTo>
                <a:lnTo>
                  <a:pt x="3787140" y="472440"/>
                </a:lnTo>
                <a:lnTo>
                  <a:pt x="3787140" y="477012"/>
                </a:lnTo>
                <a:lnTo>
                  <a:pt x="3788664" y="477012"/>
                </a:lnTo>
                <a:lnTo>
                  <a:pt x="3790188" y="478536"/>
                </a:lnTo>
                <a:lnTo>
                  <a:pt x="3790188" y="481584"/>
                </a:lnTo>
                <a:lnTo>
                  <a:pt x="3791712" y="481584"/>
                </a:lnTo>
                <a:lnTo>
                  <a:pt x="3791712" y="484632"/>
                </a:lnTo>
                <a:lnTo>
                  <a:pt x="3793236" y="484632"/>
                </a:lnTo>
                <a:lnTo>
                  <a:pt x="3793236" y="487680"/>
                </a:lnTo>
                <a:lnTo>
                  <a:pt x="3794760" y="487680"/>
                </a:lnTo>
                <a:lnTo>
                  <a:pt x="3796284" y="489204"/>
                </a:lnTo>
                <a:lnTo>
                  <a:pt x="3796284" y="492252"/>
                </a:lnTo>
                <a:lnTo>
                  <a:pt x="3797808" y="492252"/>
                </a:lnTo>
                <a:lnTo>
                  <a:pt x="3797808" y="495300"/>
                </a:lnTo>
                <a:lnTo>
                  <a:pt x="3799332" y="495300"/>
                </a:lnTo>
                <a:lnTo>
                  <a:pt x="3799332" y="498348"/>
                </a:lnTo>
                <a:lnTo>
                  <a:pt x="3800856" y="498348"/>
                </a:lnTo>
                <a:lnTo>
                  <a:pt x="3802380" y="499872"/>
                </a:lnTo>
                <a:lnTo>
                  <a:pt x="3802380" y="502920"/>
                </a:lnTo>
                <a:lnTo>
                  <a:pt x="3803904" y="502920"/>
                </a:lnTo>
                <a:lnTo>
                  <a:pt x="3803904" y="505968"/>
                </a:lnTo>
                <a:lnTo>
                  <a:pt x="3805428" y="505968"/>
                </a:lnTo>
                <a:lnTo>
                  <a:pt x="3805428" y="509016"/>
                </a:lnTo>
                <a:lnTo>
                  <a:pt x="3806952" y="509016"/>
                </a:lnTo>
                <a:lnTo>
                  <a:pt x="3808476" y="510540"/>
                </a:lnTo>
                <a:lnTo>
                  <a:pt x="3808476" y="513588"/>
                </a:lnTo>
                <a:lnTo>
                  <a:pt x="3810000" y="513588"/>
                </a:lnTo>
                <a:lnTo>
                  <a:pt x="3810000" y="516636"/>
                </a:lnTo>
                <a:lnTo>
                  <a:pt x="3811524" y="516636"/>
                </a:lnTo>
                <a:lnTo>
                  <a:pt x="3811524" y="519684"/>
                </a:lnTo>
                <a:lnTo>
                  <a:pt x="3813048" y="519684"/>
                </a:lnTo>
                <a:lnTo>
                  <a:pt x="3814572" y="521208"/>
                </a:lnTo>
                <a:lnTo>
                  <a:pt x="3814572" y="524129"/>
                </a:lnTo>
                <a:lnTo>
                  <a:pt x="3816096" y="524129"/>
                </a:lnTo>
                <a:lnTo>
                  <a:pt x="3816096" y="527304"/>
                </a:lnTo>
                <a:lnTo>
                  <a:pt x="3817620" y="527304"/>
                </a:lnTo>
                <a:lnTo>
                  <a:pt x="3817620" y="530352"/>
                </a:lnTo>
                <a:lnTo>
                  <a:pt x="3819144" y="530352"/>
                </a:lnTo>
                <a:lnTo>
                  <a:pt x="3820668" y="531876"/>
                </a:lnTo>
                <a:lnTo>
                  <a:pt x="3820668" y="534924"/>
                </a:lnTo>
                <a:lnTo>
                  <a:pt x="3822192" y="534924"/>
                </a:lnTo>
                <a:lnTo>
                  <a:pt x="3822192" y="537972"/>
                </a:lnTo>
                <a:lnTo>
                  <a:pt x="3823716" y="537972"/>
                </a:lnTo>
                <a:lnTo>
                  <a:pt x="3823716" y="541020"/>
                </a:lnTo>
                <a:lnTo>
                  <a:pt x="3825240" y="541020"/>
                </a:lnTo>
                <a:lnTo>
                  <a:pt x="3826764" y="542544"/>
                </a:lnTo>
                <a:lnTo>
                  <a:pt x="3826764" y="545592"/>
                </a:lnTo>
                <a:lnTo>
                  <a:pt x="3828288" y="545592"/>
                </a:lnTo>
                <a:lnTo>
                  <a:pt x="3828288" y="548640"/>
                </a:lnTo>
                <a:lnTo>
                  <a:pt x="3829812" y="548640"/>
                </a:lnTo>
                <a:lnTo>
                  <a:pt x="3829812" y="551688"/>
                </a:lnTo>
                <a:lnTo>
                  <a:pt x="3831336" y="551688"/>
                </a:lnTo>
                <a:lnTo>
                  <a:pt x="3832860" y="553212"/>
                </a:lnTo>
                <a:lnTo>
                  <a:pt x="3832860" y="556260"/>
                </a:lnTo>
                <a:lnTo>
                  <a:pt x="3834384" y="556260"/>
                </a:lnTo>
                <a:lnTo>
                  <a:pt x="3834384" y="559308"/>
                </a:lnTo>
                <a:lnTo>
                  <a:pt x="3835908" y="559308"/>
                </a:lnTo>
                <a:lnTo>
                  <a:pt x="3835908" y="562229"/>
                </a:lnTo>
                <a:lnTo>
                  <a:pt x="3837432" y="562229"/>
                </a:lnTo>
                <a:lnTo>
                  <a:pt x="3838956" y="563880"/>
                </a:lnTo>
                <a:lnTo>
                  <a:pt x="3838956" y="566928"/>
                </a:lnTo>
                <a:lnTo>
                  <a:pt x="3840480" y="566928"/>
                </a:lnTo>
                <a:lnTo>
                  <a:pt x="3840480" y="569976"/>
                </a:lnTo>
                <a:lnTo>
                  <a:pt x="3842004" y="569976"/>
                </a:lnTo>
                <a:lnTo>
                  <a:pt x="3843388" y="571373"/>
                </a:lnTo>
                <a:lnTo>
                  <a:pt x="3843528" y="571373"/>
                </a:lnTo>
                <a:lnTo>
                  <a:pt x="3843528" y="569976"/>
                </a:lnTo>
                <a:lnTo>
                  <a:pt x="3848100" y="560832"/>
                </a:lnTo>
                <a:lnTo>
                  <a:pt x="3849624" y="559308"/>
                </a:lnTo>
                <a:lnTo>
                  <a:pt x="3854196" y="550164"/>
                </a:lnTo>
                <a:lnTo>
                  <a:pt x="3855720" y="548640"/>
                </a:lnTo>
                <a:lnTo>
                  <a:pt x="3860292" y="539496"/>
                </a:lnTo>
                <a:lnTo>
                  <a:pt x="3861816" y="537972"/>
                </a:lnTo>
                <a:lnTo>
                  <a:pt x="3866388" y="528828"/>
                </a:lnTo>
                <a:lnTo>
                  <a:pt x="3867912" y="527304"/>
                </a:lnTo>
                <a:lnTo>
                  <a:pt x="3872484" y="518160"/>
                </a:lnTo>
                <a:lnTo>
                  <a:pt x="3874008" y="516636"/>
                </a:lnTo>
                <a:lnTo>
                  <a:pt x="3878580" y="507492"/>
                </a:lnTo>
                <a:lnTo>
                  <a:pt x="3880104" y="505968"/>
                </a:lnTo>
                <a:lnTo>
                  <a:pt x="3884676" y="496824"/>
                </a:lnTo>
                <a:lnTo>
                  <a:pt x="3886200" y="495300"/>
                </a:lnTo>
                <a:lnTo>
                  <a:pt x="3890772" y="486029"/>
                </a:lnTo>
                <a:lnTo>
                  <a:pt x="3892296" y="484632"/>
                </a:lnTo>
                <a:lnTo>
                  <a:pt x="3898392" y="472440"/>
                </a:lnTo>
                <a:lnTo>
                  <a:pt x="3899916" y="466344"/>
                </a:lnTo>
                <a:lnTo>
                  <a:pt x="3898392" y="466344"/>
                </a:lnTo>
                <a:lnTo>
                  <a:pt x="3898392" y="463296"/>
                </a:lnTo>
                <a:lnTo>
                  <a:pt x="3895344" y="460248"/>
                </a:lnTo>
                <a:lnTo>
                  <a:pt x="3892296" y="458724"/>
                </a:lnTo>
                <a:lnTo>
                  <a:pt x="3881628" y="458724"/>
                </a:lnTo>
                <a:lnTo>
                  <a:pt x="3878580" y="460248"/>
                </a:lnTo>
                <a:lnTo>
                  <a:pt x="3875532" y="463296"/>
                </a:lnTo>
                <a:lnTo>
                  <a:pt x="3870960" y="472440"/>
                </a:lnTo>
                <a:lnTo>
                  <a:pt x="3869436" y="473964"/>
                </a:lnTo>
                <a:lnTo>
                  <a:pt x="3864864" y="483108"/>
                </a:lnTo>
                <a:lnTo>
                  <a:pt x="3863340" y="484632"/>
                </a:lnTo>
                <a:lnTo>
                  <a:pt x="3860292" y="490728"/>
                </a:lnTo>
                <a:lnTo>
                  <a:pt x="3858768" y="492252"/>
                </a:lnTo>
                <a:lnTo>
                  <a:pt x="3855720" y="498348"/>
                </a:lnTo>
                <a:lnTo>
                  <a:pt x="3855720" y="156845"/>
                </a:lnTo>
                <a:lnTo>
                  <a:pt x="6973748" y="156845"/>
                </a:lnTo>
                <a:lnTo>
                  <a:pt x="6972478" y="457200"/>
                </a:lnTo>
                <a:lnTo>
                  <a:pt x="6972414" y="472440"/>
                </a:lnTo>
                <a:lnTo>
                  <a:pt x="6972300" y="499872"/>
                </a:lnTo>
                <a:lnTo>
                  <a:pt x="6972300" y="496824"/>
                </a:lnTo>
                <a:lnTo>
                  <a:pt x="6970776" y="496824"/>
                </a:lnTo>
                <a:lnTo>
                  <a:pt x="6970776" y="493776"/>
                </a:lnTo>
                <a:lnTo>
                  <a:pt x="6969252" y="493776"/>
                </a:lnTo>
                <a:lnTo>
                  <a:pt x="6969252" y="490728"/>
                </a:lnTo>
                <a:lnTo>
                  <a:pt x="6967728" y="489204"/>
                </a:lnTo>
                <a:lnTo>
                  <a:pt x="6966204" y="489204"/>
                </a:lnTo>
                <a:lnTo>
                  <a:pt x="6966204" y="486029"/>
                </a:lnTo>
                <a:lnTo>
                  <a:pt x="6964680" y="486029"/>
                </a:lnTo>
                <a:lnTo>
                  <a:pt x="6964680" y="483108"/>
                </a:lnTo>
                <a:lnTo>
                  <a:pt x="6963156" y="483108"/>
                </a:lnTo>
                <a:lnTo>
                  <a:pt x="6963156" y="480060"/>
                </a:lnTo>
                <a:lnTo>
                  <a:pt x="6961632" y="480060"/>
                </a:lnTo>
                <a:lnTo>
                  <a:pt x="6961632" y="477012"/>
                </a:lnTo>
                <a:lnTo>
                  <a:pt x="6960108" y="475488"/>
                </a:lnTo>
                <a:lnTo>
                  <a:pt x="6958584" y="475488"/>
                </a:lnTo>
                <a:lnTo>
                  <a:pt x="6958584" y="472440"/>
                </a:lnTo>
                <a:lnTo>
                  <a:pt x="6957060" y="472440"/>
                </a:lnTo>
                <a:lnTo>
                  <a:pt x="6957060" y="469392"/>
                </a:lnTo>
                <a:lnTo>
                  <a:pt x="6955536" y="469392"/>
                </a:lnTo>
                <a:lnTo>
                  <a:pt x="6955536" y="466344"/>
                </a:lnTo>
                <a:lnTo>
                  <a:pt x="6947916" y="458724"/>
                </a:lnTo>
                <a:lnTo>
                  <a:pt x="6944868" y="457200"/>
                </a:lnTo>
                <a:lnTo>
                  <a:pt x="6938772" y="457200"/>
                </a:lnTo>
                <a:lnTo>
                  <a:pt x="6934200" y="458724"/>
                </a:lnTo>
                <a:lnTo>
                  <a:pt x="6931152" y="461772"/>
                </a:lnTo>
                <a:lnTo>
                  <a:pt x="6929628" y="464820"/>
                </a:lnTo>
                <a:lnTo>
                  <a:pt x="6929628" y="477012"/>
                </a:lnTo>
                <a:lnTo>
                  <a:pt x="6931152" y="477012"/>
                </a:lnTo>
                <a:lnTo>
                  <a:pt x="6932676" y="478536"/>
                </a:lnTo>
                <a:lnTo>
                  <a:pt x="6932676" y="481584"/>
                </a:lnTo>
                <a:lnTo>
                  <a:pt x="6934200" y="481584"/>
                </a:lnTo>
                <a:lnTo>
                  <a:pt x="6934200" y="484632"/>
                </a:lnTo>
                <a:lnTo>
                  <a:pt x="6935724" y="484632"/>
                </a:lnTo>
                <a:lnTo>
                  <a:pt x="6935724" y="487680"/>
                </a:lnTo>
                <a:lnTo>
                  <a:pt x="6937248" y="487680"/>
                </a:lnTo>
                <a:lnTo>
                  <a:pt x="6938772" y="489204"/>
                </a:lnTo>
                <a:lnTo>
                  <a:pt x="6938772" y="492252"/>
                </a:lnTo>
                <a:lnTo>
                  <a:pt x="6940296" y="492252"/>
                </a:lnTo>
                <a:lnTo>
                  <a:pt x="6940296" y="495300"/>
                </a:lnTo>
                <a:lnTo>
                  <a:pt x="6941820" y="495300"/>
                </a:lnTo>
                <a:lnTo>
                  <a:pt x="6941820" y="498348"/>
                </a:lnTo>
                <a:lnTo>
                  <a:pt x="6943344" y="498348"/>
                </a:lnTo>
                <a:lnTo>
                  <a:pt x="6944868" y="499872"/>
                </a:lnTo>
                <a:lnTo>
                  <a:pt x="6944868" y="502920"/>
                </a:lnTo>
                <a:lnTo>
                  <a:pt x="6946392" y="502920"/>
                </a:lnTo>
                <a:lnTo>
                  <a:pt x="6946392" y="505968"/>
                </a:lnTo>
                <a:lnTo>
                  <a:pt x="6947916" y="505968"/>
                </a:lnTo>
                <a:lnTo>
                  <a:pt x="6947916" y="509016"/>
                </a:lnTo>
                <a:lnTo>
                  <a:pt x="6949440" y="509016"/>
                </a:lnTo>
                <a:lnTo>
                  <a:pt x="6950964" y="510540"/>
                </a:lnTo>
                <a:lnTo>
                  <a:pt x="6950964" y="513588"/>
                </a:lnTo>
                <a:lnTo>
                  <a:pt x="6952488" y="513588"/>
                </a:lnTo>
                <a:lnTo>
                  <a:pt x="6952488" y="516636"/>
                </a:lnTo>
                <a:lnTo>
                  <a:pt x="6954012" y="516636"/>
                </a:lnTo>
                <a:lnTo>
                  <a:pt x="6954012" y="519684"/>
                </a:lnTo>
                <a:lnTo>
                  <a:pt x="6955536" y="519684"/>
                </a:lnTo>
                <a:lnTo>
                  <a:pt x="6957060" y="521208"/>
                </a:lnTo>
                <a:lnTo>
                  <a:pt x="6957060" y="524129"/>
                </a:lnTo>
                <a:lnTo>
                  <a:pt x="6958584" y="524129"/>
                </a:lnTo>
                <a:lnTo>
                  <a:pt x="6958584" y="527304"/>
                </a:lnTo>
                <a:lnTo>
                  <a:pt x="6960108" y="527304"/>
                </a:lnTo>
                <a:lnTo>
                  <a:pt x="6960108" y="530352"/>
                </a:lnTo>
                <a:lnTo>
                  <a:pt x="6961632" y="530352"/>
                </a:lnTo>
                <a:lnTo>
                  <a:pt x="6963156" y="531876"/>
                </a:lnTo>
                <a:lnTo>
                  <a:pt x="6963156" y="534924"/>
                </a:lnTo>
                <a:lnTo>
                  <a:pt x="6964680" y="534924"/>
                </a:lnTo>
                <a:lnTo>
                  <a:pt x="6964680" y="537972"/>
                </a:lnTo>
                <a:lnTo>
                  <a:pt x="6966204" y="537972"/>
                </a:lnTo>
                <a:lnTo>
                  <a:pt x="6966204" y="541020"/>
                </a:lnTo>
                <a:lnTo>
                  <a:pt x="6967728" y="541020"/>
                </a:lnTo>
                <a:lnTo>
                  <a:pt x="6969252" y="542544"/>
                </a:lnTo>
                <a:lnTo>
                  <a:pt x="6969252" y="545592"/>
                </a:lnTo>
                <a:lnTo>
                  <a:pt x="6970776" y="545592"/>
                </a:lnTo>
                <a:lnTo>
                  <a:pt x="6970776" y="548640"/>
                </a:lnTo>
                <a:lnTo>
                  <a:pt x="6972300" y="548640"/>
                </a:lnTo>
                <a:lnTo>
                  <a:pt x="6972300" y="551688"/>
                </a:lnTo>
                <a:lnTo>
                  <a:pt x="6973824" y="551688"/>
                </a:lnTo>
                <a:lnTo>
                  <a:pt x="6975348" y="553212"/>
                </a:lnTo>
                <a:lnTo>
                  <a:pt x="6975348" y="556260"/>
                </a:lnTo>
                <a:lnTo>
                  <a:pt x="6976872" y="556260"/>
                </a:lnTo>
                <a:lnTo>
                  <a:pt x="6976872" y="559308"/>
                </a:lnTo>
                <a:lnTo>
                  <a:pt x="6978396" y="559308"/>
                </a:lnTo>
                <a:lnTo>
                  <a:pt x="6978396" y="562229"/>
                </a:lnTo>
                <a:lnTo>
                  <a:pt x="6979920" y="562229"/>
                </a:lnTo>
                <a:lnTo>
                  <a:pt x="6981444" y="563880"/>
                </a:lnTo>
                <a:lnTo>
                  <a:pt x="6981444" y="566928"/>
                </a:lnTo>
                <a:lnTo>
                  <a:pt x="6982968" y="566928"/>
                </a:lnTo>
                <a:lnTo>
                  <a:pt x="6982968" y="569976"/>
                </a:lnTo>
                <a:lnTo>
                  <a:pt x="6984492" y="569976"/>
                </a:lnTo>
                <a:lnTo>
                  <a:pt x="6985876" y="571373"/>
                </a:lnTo>
                <a:lnTo>
                  <a:pt x="6986016" y="571373"/>
                </a:lnTo>
                <a:lnTo>
                  <a:pt x="6986016" y="569976"/>
                </a:lnTo>
                <a:lnTo>
                  <a:pt x="6989064" y="563880"/>
                </a:lnTo>
                <a:lnTo>
                  <a:pt x="6990588" y="562229"/>
                </a:lnTo>
                <a:lnTo>
                  <a:pt x="6993636" y="556260"/>
                </a:lnTo>
                <a:lnTo>
                  <a:pt x="6995160" y="554736"/>
                </a:lnTo>
                <a:lnTo>
                  <a:pt x="6999732" y="545592"/>
                </a:lnTo>
                <a:lnTo>
                  <a:pt x="7001256" y="544068"/>
                </a:lnTo>
                <a:lnTo>
                  <a:pt x="7004304" y="537972"/>
                </a:lnTo>
                <a:lnTo>
                  <a:pt x="7005828" y="536448"/>
                </a:lnTo>
                <a:lnTo>
                  <a:pt x="7008876" y="530352"/>
                </a:lnTo>
                <a:lnTo>
                  <a:pt x="7010400" y="528828"/>
                </a:lnTo>
                <a:lnTo>
                  <a:pt x="7014972" y="519684"/>
                </a:lnTo>
                <a:lnTo>
                  <a:pt x="7016496" y="518160"/>
                </a:lnTo>
                <a:lnTo>
                  <a:pt x="7019544" y="512064"/>
                </a:lnTo>
                <a:lnTo>
                  <a:pt x="7021068" y="510540"/>
                </a:lnTo>
                <a:lnTo>
                  <a:pt x="7024116" y="504444"/>
                </a:lnTo>
                <a:lnTo>
                  <a:pt x="7025640" y="502920"/>
                </a:lnTo>
                <a:lnTo>
                  <a:pt x="7027164" y="499872"/>
                </a:lnTo>
                <a:lnTo>
                  <a:pt x="7029450" y="495300"/>
                </a:lnTo>
                <a:lnTo>
                  <a:pt x="7030212" y="493776"/>
                </a:lnTo>
                <a:lnTo>
                  <a:pt x="7031736" y="492252"/>
                </a:lnTo>
                <a:lnTo>
                  <a:pt x="7034784" y="486029"/>
                </a:lnTo>
                <a:lnTo>
                  <a:pt x="7036308" y="484632"/>
                </a:lnTo>
                <a:lnTo>
                  <a:pt x="7040880" y="475488"/>
                </a:lnTo>
                <a:lnTo>
                  <a:pt x="7042404" y="464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6816" y="796416"/>
            <a:ext cx="7847330" cy="4792345"/>
            <a:chOff x="686816" y="796416"/>
            <a:chExt cx="7847330" cy="4792345"/>
          </a:xfrm>
        </p:grpSpPr>
        <p:sp>
          <p:nvSpPr>
            <p:cNvPr id="3" name="object 3"/>
            <p:cNvSpPr/>
            <p:nvPr/>
          </p:nvSpPr>
          <p:spPr>
            <a:xfrm>
              <a:off x="3807676" y="1254785"/>
              <a:ext cx="3665854" cy="2119630"/>
            </a:xfrm>
            <a:custGeom>
              <a:avLst/>
              <a:gdLst/>
              <a:ahLst/>
              <a:cxnLst/>
              <a:rect l="l" t="t" r="r" b="b"/>
              <a:pathLst>
                <a:path w="3665854" h="2119629">
                  <a:moveTo>
                    <a:pt x="25755" y="2104504"/>
                  </a:moveTo>
                  <a:lnTo>
                    <a:pt x="19494" y="2106968"/>
                  </a:lnTo>
                  <a:lnTo>
                    <a:pt x="10960" y="2110333"/>
                  </a:lnTo>
                  <a:lnTo>
                    <a:pt x="4622" y="2115566"/>
                  </a:lnTo>
                  <a:lnTo>
                    <a:pt x="0" y="2119388"/>
                  </a:lnTo>
                  <a:lnTo>
                    <a:pt x="25755" y="2104504"/>
                  </a:lnTo>
                  <a:close/>
                </a:path>
                <a:path w="3665854" h="2119629">
                  <a:moveTo>
                    <a:pt x="956068" y="1566976"/>
                  </a:moveTo>
                  <a:lnTo>
                    <a:pt x="955954" y="1565808"/>
                  </a:lnTo>
                  <a:lnTo>
                    <a:pt x="955840" y="1564614"/>
                  </a:lnTo>
                  <a:lnTo>
                    <a:pt x="953668" y="1567129"/>
                  </a:lnTo>
                  <a:lnTo>
                    <a:pt x="951572" y="1569580"/>
                  </a:lnTo>
                  <a:lnTo>
                    <a:pt x="956068" y="1566976"/>
                  </a:lnTo>
                  <a:close/>
                </a:path>
                <a:path w="3665854" h="2119629">
                  <a:moveTo>
                    <a:pt x="2396236" y="734860"/>
                  </a:moveTo>
                  <a:lnTo>
                    <a:pt x="2396210" y="734631"/>
                  </a:lnTo>
                  <a:lnTo>
                    <a:pt x="2396109" y="733577"/>
                  </a:lnTo>
                  <a:lnTo>
                    <a:pt x="2396020" y="732637"/>
                  </a:lnTo>
                  <a:lnTo>
                    <a:pt x="2394305" y="734631"/>
                  </a:lnTo>
                  <a:lnTo>
                    <a:pt x="2391981" y="737311"/>
                  </a:lnTo>
                  <a:lnTo>
                    <a:pt x="2396236" y="734860"/>
                  </a:lnTo>
                  <a:close/>
                </a:path>
                <a:path w="3665854" h="2119629">
                  <a:moveTo>
                    <a:pt x="2679636" y="571106"/>
                  </a:moveTo>
                  <a:lnTo>
                    <a:pt x="2679535" y="570077"/>
                  </a:lnTo>
                  <a:lnTo>
                    <a:pt x="2679496" y="569810"/>
                  </a:lnTo>
                  <a:lnTo>
                    <a:pt x="2679039" y="570077"/>
                  </a:lnTo>
                  <a:lnTo>
                    <a:pt x="2676677" y="572820"/>
                  </a:lnTo>
                  <a:lnTo>
                    <a:pt x="2679636" y="571106"/>
                  </a:lnTo>
                  <a:close/>
                </a:path>
                <a:path w="3665854" h="2119629">
                  <a:moveTo>
                    <a:pt x="3665677" y="1384"/>
                  </a:moveTo>
                  <a:lnTo>
                    <a:pt x="3665588" y="444"/>
                  </a:lnTo>
                  <a:lnTo>
                    <a:pt x="3665537" y="0"/>
                  </a:lnTo>
                  <a:lnTo>
                    <a:pt x="3664775" y="444"/>
                  </a:lnTo>
                  <a:lnTo>
                    <a:pt x="3662273" y="3352"/>
                  </a:lnTo>
                  <a:lnTo>
                    <a:pt x="3665677" y="1384"/>
                  </a:lnTo>
                  <a:close/>
                </a:path>
              </a:pathLst>
            </a:custGeom>
            <a:solidFill>
              <a:srgbClr val="B5B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94696" y="1256169"/>
              <a:ext cx="3679190" cy="2129790"/>
            </a:xfrm>
            <a:custGeom>
              <a:avLst/>
              <a:gdLst/>
              <a:ahLst/>
              <a:cxnLst/>
              <a:rect l="l" t="t" r="r" b="b"/>
              <a:pathLst>
                <a:path w="3679190" h="2129790">
                  <a:moveTo>
                    <a:pt x="56705" y="2096592"/>
                  </a:moveTo>
                  <a:lnTo>
                    <a:pt x="55295" y="2096592"/>
                  </a:lnTo>
                  <a:lnTo>
                    <a:pt x="49047" y="2099056"/>
                  </a:lnTo>
                  <a:lnTo>
                    <a:pt x="38735" y="2103120"/>
                  </a:lnTo>
                  <a:lnTo>
                    <a:pt x="12979" y="2118004"/>
                  </a:lnTo>
                  <a:lnTo>
                    <a:pt x="5359" y="2124291"/>
                  </a:lnTo>
                  <a:lnTo>
                    <a:pt x="787" y="2128075"/>
                  </a:lnTo>
                  <a:lnTo>
                    <a:pt x="0" y="2129358"/>
                  </a:lnTo>
                  <a:lnTo>
                    <a:pt x="56705" y="2096592"/>
                  </a:lnTo>
                  <a:close/>
                </a:path>
                <a:path w="3679190" h="2129790">
                  <a:moveTo>
                    <a:pt x="969429" y="1569250"/>
                  </a:moveTo>
                  <a:lnTo>
                    <a:pt x="969251" y="1567472"/>
                  </a:lnTo>
                  <a:lnTo>
                    <a:pt x="969048" y="1565592"/>
                  </a:lnTo>
                  <a:lnTo>
                    <a:pt x="964552" y="1568196"/>
                  </a:lnTo>
                  <a:lnTo>
                    <a:pt x="961136" y="1572171"/>
                  </a:lnTo>
                  <a:lnTo>
                    <a:pt x="957922" y="1575892"/>
                  </a:lnTo>
                  <a:lnTo>
                    <a:pt x="969429" y="1569250"/>
                  </a:lnTo>
                  <a:close/>
                </a:path>
                <a:path w="3679190" h="2129790">
                  <a:moveTo>
                    <a:pt x="2409596" y="737146"/>
                  </a:moveTo>
                  <a:lnTo>
                    <a:pt x="2409431" y="735507"/>
                  </a:lnTo>
                  <a:lnTo>
                    <a:pt x="2409215" y="733475"/>
                  </a:lnTo>
                  <a:lnTo>
                    <a:pt x="2404961" y="735926"/>
                  </a:lnTo>
                  <a:lnTo>
                    <a:pt x="2401227" y="740244"/>
                  </a:lnTo>
                  <a:lnTo>
                    <a:pt x="2398242" y="743699"/>
                  </a:lnTo>
                  <a:lnTo>
                    <a:pt x="2409596" y="737146"/>
                  </a:lnTo>
                  <a:close/>
                </a:path>
                <a:path w="3679190" h="2129790">
                  <a:moveTo>
                    <a:pt x="2692997" y="573405"/>
                  </a:moveTo>
                  <a:lnTo>
                    <a:pt x="2692831" y="571792"/>
                  </a:lnTo>
                  <a:lnTo>
                    <a:pt x="2692616" y="569722"/>
                  </a:lnTo>
                  <a:lnTo>
                    <a:pt x="2689656" y="571436"/>
                  </a:lnTo>
                  <a:lnTo>
                    <a:pt x="2685872" y="575805"/>
                  </a:lnTo>
                  <a:lnTo>
                    <a:pt x="2682938" y="579208"/>
                  </a:lnTo>
                  <a:lnTo>
                    <a:pt x="2692997" y="573405"/>
                  </a:lnTo>
                  <a:close/>
                </a:path>
                <a:path w="3679190" h="2129790">
                  <a:moveTo>
                    <a:pt x="3678999" y="3708"/>
                  </a:moveTo>
                  <a:lnTo>
                    <a:pt x="3678859" y="2184"/>
                  </a:lnTo>
                  <a:lnTo>
                    <a:pt x="3678656" y="0"/>
                  </a:lnTo>
                  <a:lnTo>
                    <a:pt x="3675253" y="1968"/>
                  </a:lnTo>
                  <a:lnTo>
                    <a:pt x="3671278" y="6565"/>
                  </a:lnTo>
                  <a:lnTo>
                    <a:pt x="3668496" y="9779"/>
                  </a:lnTo>
                  <a:lnTo>
                    <a:pt x="3678999" y="3708"/>
                  </a:lnTo>
                  <a:close/>
                </a:path>
              </a:pathLst>
            </a:custGeom>
            <a:solidFill>
              <a:srgbClr val="B2B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18" y="1259877"/>
              <a:ext cx="3684904" cy="2134235"/>
            </a:xfrm>
            <a:custGeom>
              <a:avLst/>
              <a:gdLst/>
              <a:ahLst/>
              <a:cxnLst/>
              <a:rect l="l" t="t" r="r" b="b"/>
              <a:pathLst>
                <a:path w="3684904" h="2134235">
                  <a:moveTo>
                    <a:pt x="71780" y="2092299"/>
                  </a:moveTo>
                  <a:lnTo>
                    <a:pt x="68186" y="2092490"/>
                  </a:lnTo>
                  <a:lnTo>
                    <a:pt x="64325" y="2092680"/>
                  </a:lnTo>
                  <a:lnTo>
                    <a:pt x="61810" y="2092807"/>
                  </a:lnTo>
                  <a:lnTo>
                    <a:pt x="4978" y="2125649"/>
                  </a:lnTo>
                  <a:lnTo>
                    <a:pt x="3721" y="2127707"/>
                  </a:lnTo>
                  <a:lnTo>
                    <a:pt x="1790" y="2130856"/>
                  </a:lnTo>
                  <a:lnTo>
                    <a:pt x="0" y="2133790"/>
                  </a:lnTo>
                  <a:lnTo>
                    <a:pt x="71780" y="2092299"/>
                  </a:lnTo>
                  <a:close/>
                </a:path>
                <a:path w="3684904" h="2134235">
                  <a:moveTo>
                    <a:pt x="974902" y="1570405"/>
                  </a:moveTo>
                  <a:lnTo>
                    <a:pt x="974712" y="1568526"/>
                  </a:lnTo>
                  <a:lnTo>
                    <a:pt x="974521" y="1566697"/>
                  </a:lnTo>
                  <a:lnTo>
                    <a:pt x="974407" y="1565541"/>
                  </a:lnTo>
                  <a:lnTo>
                    <a:pt x="962901" y="1572183"/>
                  </a:lnTo>
                  <a:lnTo>
                    <a:pt x="960793" y="1574634"/>
                  </a:lnTo>
                  <a:lnTo>
                    <a:pt x="957491" y="1578483"/>
                  </a:lnTo>
                  <a:lnTo>
                    <a:pt x="954074" y="1582458"/>
                  </a:lnTo>
                  <a:lnTo>
                    <a:pt x="974902" y="1570405"/>
                  </a:lnTo>
                  <a:close/>
                </a:path>
                <a:path w="3684904" h="2134235">
                  <a:moveTo>
                    <a:pt x="2415057" y="738187"/>
                  </a:moveTo>
                  <a:lnTo>
                    <a:pt x="2414841" y="736142"/>
                  </a:lnTo>
                  <a:lnTo>
                    <a:pt x="2414676" y="734466"/>
                  </a:lnTo>
                  <a:lnTo>
                    <a:pt x="2414574" y="733437"/>
                  </a:lnTo>
                  <a:lnTo>
                    <a:pt x="2403221" y="739990"/>
                  </a:lnTo>
                  <a:lnTo>
                    <a:pt x="2401341" y="742175"/>
                  </a:lnTo>
                  <a:lnTo>
                    <a:pt x="2398293" y="745705"/>
                  </a:lnTo>
                  <a:lnTo>
                    <a:pt x="2394572" y="750023"/>
                  </a:lnTo>
                  <a:lnTo>
                    <a:pt x="2415057" y="738187"/>
                  </a:lnTo>
                  <a:close/>
                </a:path>
                <a:path w="3684904" h="2134235">
                  <a:moveTo>
                    <a:pt x="2698458" y="574408"/>
                  </a:moveTo>
                  <a:lnTo>
                    <a:pt x="2698242" y="572338"/>
                  </a:lnTo>
                  <a:lnTo>
                    <a:pt x="2698077" y="570699"/>
                  </a:lnTo>
                  <a:lnTo>
                    <a:pt x="2697975" y="569696"/>
                  </a:lnTo>
                  <a:lnTo>
                    <a:pt x="2687917" y="575500"/>
                  </a:lnTo>
                  <a:lnTo>
                    <a:pt x="2686075" y="577634"/>
                  </a:lnTo>
                  <a:lnTo>
                    <a:pt x="2683091" y="581101"/>
                  </a:lnTo>
                  <a:lnTo>
                    <a:pt x="2679306" y="585470"/>
                  </a:lnTo>
                  <a:lnTo>
                    <a:pt x="2698458" y="574408"/>
                  </a:lnTo>
                  <a:close/>
                </a:path>
                <a:path w="3684904" h="2134235">
                  <a:moveTo>
                    <a:pt x="3684409" y="4648"/>
                  </a:moveTo>
                  <a:lnTo>
                    <a:pt x="3684206" y="2463"/>
                  </a:lnTo>
                  <a:lnTo>
                    <a:pt x="3684054" y="927"/>
                  </a:lnTo>
                  <a:lnTo>
                    <a:pt x="3683978" y="0"/>
                  </a:lnTo>
                  <a:lnTo>
                    <a:pt x="3673475" y="6070"/>
                  </a:lnTo>
                  <a:lnTo>
                    <a:pt x="3671811" y="8001"/>
                  </a:lnTo>
                  <a:lnTo>
                    <a:pt x="3669004" y="11239"/>
                  </a:lnTo>
                  <a:lnTo>
                    <a:pt x="3665042" y="15849"/>
                  </a:lnTo>
                  <a:lnTo>
                    <a:pt x="3684409" y="4648"/>
                  </a:lnTo>
                  <a:close/>
                </a:path>
              </a:pathLst>
            </a:custGeom>
            <a:solidFill>
              <a:srgbClr val="AFA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6848" y="1264526"/>
              <a:ext cx="3688079" cy="2134235"/>
            </a:xfrm>
            <a:custGeom>
              <a:avLst/>
              <a:gdLst/>
              <a:ahLst/>
              <a:cxnLst/>
              <a:rect l="l" t="t" r="r" b="b"/>
              <a:pathLst>
                <a:path w="3688079" h="2134235">
                  <a:moveTo>
                    <a:pt x="80276" y="2087460"/>
                  </a:moveTo>
                  <a:lnTo>
                    <a:pt x="78511" y="2087460"/>
                  </a:lnTo>
                  <a:lnTo>
                    <a:pt x="74650" y="2087651"/>
                  </a:lnTo>
                  <a:lnTo>
                    <a:pt x="2870" y="2129142"/>
                  </a:lnTo>
                  <a:lnTo>
                    <a:pt x="939" y="2132292"/>
                  </a:lnTo>
                  <a:lnTo>
                    <a:pt x="0" y="2133828"/>
                  </a:lnTo>
                  <a:lnTo>
                    <a:pt x="80276" y="2087460"/>
                  </a:lnTo>
                  <a:close/>
                </a:path>
                <a:path w="3688079" h="2134235">
                  <a:moveTo>
                    <a:pt x="978090" y="1568805"/>
                  </a:moveTo>
                  <a:lnTo>
                    <a:pt x="977963" y="1567586"/>
                  </a:lnTo>
                  <a:lnTo>
                    <a:pt x="977773" y="1565757"/>
                  </a:lnTo>
                  <a:lnTo>
                    <a:pt x="956945" y="1577809"/>
                  </a:lnTo>
                  <a:lnTo>
                    <a:pt x="953630" y="1581645"/>
                  </a:lnTo>
                  <a:lnTo>
                    <a:pt x="951420" y="1584210"/>
                  </a:lnTo>
                  <a:lnTo>
                    <a:pt x="978090" y="1568805"/>
                  </a:lnTo>
                  <a:close/>
                </a:path>
                <a:path w="3688079" h="2134235">
                  <a:moveTo>
                    <a:pt x="2418257" y="736854"/>
                  </a:moveTo>
                  <a:lnTo>
                    <a:pt x="2418092" y="735203"/>
                  </a:lnTo>
                  <a:lnTo>
                    <a:pt x="2417927" y="733539"/>
                  </a:lnTo>
                  <a:lnTo>
                    <a:pt x="2397442" y="745375"/>
                  </a:lnTo>
                  <a:lnTo>
                    <a:pt x="2394381" y="748906"/>
                  </a:lnTo>
                  <a:lnTo>
                    <a:pt x="2391397" y="752360"/>
                  </a:lnTo>
                  <a:lnTo>
                    <a:pt x="2418257" y="736854"/>
                  </a:lnTo>
                  <a:close/>
                </a:path>
                <a:path w="3688079" h="2134235">
                  <a:moveTo>
                    <a:pt x="2701671" y="573125"/>
                  </a:moveTo>
                  <a:lnTo>
                    <a:pt x="2701493" y="571398"/>
                  </a:lnTo>
                  <a:lnTo>
                    <a:pt x="2701328" y="569760"/>
                  </a:lnTo>
                  <a:lnTo>
                    <a:pt x="2682176" y="580821"/>
                  </a:lnTo>
                  <a:lnTo>
                    <a:pt x="2679179" y="584301"/>
                  </a:lnTo>
                  <a:lnTo>
                    <a:pt x="2676042" y="587933"/>
                  </a:lnTo>
                  <a:lnTo>
                    <a:pt x="2701671" y="573125"/>
                  </a:lnTo>
                  <a:close/>
                </a:path>
                <a:path w="3688079" h="2134235">
                  <a:moveTo>
                    <a:pt x="3687610" y="3568"/>
                  </a:moveTo>
                  <a:lnTo>
                    <a:pt x="3687419" y="1536"/>
                  </a:lnTo>
                  <a:lnTo>
                    <a:pt x="3687280" y="0"/>
                  </a:lnTo>
                  <a:lnTo>
                    <a:pt x="3667912" y="11201"/>
                  </a:lnTo>
                  <a:lnTo>
                    <a:pt x="3665105" y="14439"/>
                  </a:lnTo>
                  <a:lnTo>
                    <a:pt x="3661435" y="18681"/>
                  </a:lnTo>
                  <a:lnTo>
                    <a:pt x="3687610" y="3568"/>
                  </a:lnTo>
                  <a:close/>
                </a:path>
              </a:pathLst>
            </a:custGeom>
            <a:solidFill>
              <a:srgbClr val="AD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1196" y="1268094"/>
              <a:ext cx="3693795" cy="2139950"/>
            </a:xfrm>
            <a:custGeom>
              <a:avLst/>
              <a:gdLst/>
              <a:ahLst/>
              <a:cxnLst/>
              <a:rect l="l" t="t" r="r" b="b"/>
              <a:pathLst>
                <a:path w="3693795" h="2139950">
                  <a:moveTo>
                    <a:pt x="97396" y="2083219"/>
                  </a:moveTo>
                  <a:lnTo>
                    <a:pt x="93446" y="2083422"/>
                  </a:lnTo>
                  <a:lnTo>
                    <a:pt x="89941" y="2083600"/>
                  </a:lnTo>
                  <a:lnTo>
                    <a:pt x="86093" y="2083790"/>
                  </a:lnTo>
                  <a:lnTo>
                    <a:pt x="5651" y="2130260"/>
                  </a:lnTo>
                  <a:lnTo>
                    <a:pt x="3721" y="2133422"/>
                  </a:lnTo>
                  <a:lnTo>
                    <a:pt x="1981" y="2136254"/>
                  </a:lnTo>
                  <a:lnTo>
                    <a:pt x="0" y="2139492"/>
                  </a:lnTo>
                  <a:lnTo>
                    <a:pt x="97396" y="2083219"/>
                  </a:lnTo>
                  <a:close/>
                </a:path>
                <a:path w="3693795" h="2139950">
                  <a:moveTo>
                    <a:pt x="984300" y="1570774"/>
                  </a:moveTo>
                  <a:lnTo>
                    <a:pt x="984110" y="1568881"/>
                  </a:lnTo>
                  <a:lnTo>
                    <a:pt x="983919" y="1567065"/>
                  </a:lnTo>
                  <a:lnTo>
                    <a:pt x="983742" y="1565236"/>
                  </a:lnTo>
                  <a:lnTo>
                    <a:pt x="957072" y="1580642"/>
                  </a:lnTo>
                  <a:lnTo>
                    <a:pt x="953770" y="1584490"/>
                  </a:lnTo>
                  <a:lnTo>
                    <a:pt x="953363" y="1584960"/>
                  </a:lnTo>
                  <a:lnTo>
                    <a:pt x="953706" y="1586445"/>
                  </a:lnTo>
                  <a:lnTo>
                    <a:pt x="954138" y="1588198"/>
                  </a:lnTo>
                  <a:lnTo>
                    <a:pt x="984300" y="1570774"/>
                  </a:lnTo>
                  <a:close/>
                </a:path>
                <a:path w="3693795" h="2139950">
                  <a:moveTo>
                    <a:pt x="2424455" y="738657"/>
                  </a:moveTo>
                  <a:lnTo>
                    <a:pt x="2424277" y="736904"/>
                  </a:lnTo>
                  <a:lnTo>
                    <a:pt x="2424074" y="734949"/>
                  </a:lnTo>
                  <a:lnTo>
                    <a:pt x="2423909" y="733285"/>
                  </a:lnTo>
                  <a:lnTo>
                    <a:pt x="2397048" y="748792"/>
                  </a:lnTo>
                  <a:lnTo>
                    <a:pt x="2394000" y="752335"/>
                  </a:lnTo>
                  <a:lnTo>
                    <a:pt x="2393543" y="752856"/>
                  </a:lnTo>
                  <a:lnTo>
                    <a:pt x="2393835" y="754494"/>
                  </a:lnTo>
                  <a:lnTo>
                    <a:pt x="2394140" y="756170"/>
                  </a:lnTo>
                  <a:lnTo>
                    <a:pt x="2424455" y="738657"/>
                  </a:lnTo>
                  <a:close/>
                </a:path>
                <a:path w="3693795" h="2139950">
                  <a:moveTo>
                    <a:pt x="2707868" y="574903"/>
                  </a:moveTo>
                  <a:lnTo>
                    <a:pt x="2707690" y="573176"/>
                  </a:lnTo>
                  <a:lnTo>
                    <a:pt x="2707487" y="571195"/>
                  </a:lnTo>
                  <a:lnTo>
                    <a:pt x="2707322" y="569556"/>
                  </a:lnTo>
                  <a:lnTo>
                    <a:pt x="2681694" y="584365"/>
                  </a:lnTo>
                  <a:lnTo>
                    <a:pt x="2678696" y="587832"/>
                  </a:lnTo>
                  <a:lnTo>
                    <a:pt x="2677007" y="589788"/>
                  </a:lnTo>
                  <a:lnTo>
                    <a:pt x="2677236" y="590765"/>
                  </a:lnTo>
                  <a:lnTo>
                    <a:pt x="2677617" y="592378"/>
                  </a:lnTo>
                  <a:lnTo>
                    <a:pt x="2707868" y="574903"/>
                  </a:lnTo>
                  <a:close/>
                </a:path>
                <a:path w="3693795" h="2139950">
                  <a:moveTo>
                    <a:pt x="3693744" y="5270"/>
                  </a:moveTo>
                  <a:lnTo>
                    <a:pt x="3693591" y="3619"/>
                  </a:lnTo>
                  <a:lnTo>
                    <a:pt x="3693401" y="1536"/>
                  </a:lnTo>
                  <a:lnTo>
                    <a:pt x="3693261" y="0"/>
                  </a:lnTo>
                  <a:lnTo>
                    <a:pt x="3667087" y="15113"/>
                  </a:lnTo>
                  <a:lnTo>
                    <a:pt x="3664280" y="18364"/>
                  </a:lnTo>
                  <a:lnTo>
                    <a:pt x="3663035" y="19812"/>
                  </a:lnTo>
                  <a:lnTo>
                    <a:pt x="3663264" y="21145"/>
                  </a:lnTo>
                  <a:lnTo>
                    <a:pt x="3663531" y="22720"/>
                  </a:lnTo>
                  <a:lnTo>
                    <a:pt x="3693744" y="5270"/>
                  </a:lnTo>
                  <a:close/>
                </a:path>
              </a:pathLst>
            </a:custGeom>
            <a:solidFill>
              <a:srgbClr val="AAA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77742" y="1273365"/>
              <a:ext cx="3698240" cy="2141855"/>
            </a:xfrm>
            <a:custGeom>
              <a:avLst/>
              <a:gdLst/>
              <a:ahLst/>
              <a:cxnLst/>
              <a:rect l="l" t="t" r="r" b="b"/>
              <a:pathLst>
                <a:path w="3698240" h="2141854">
                  <a:moveTo>
                    <a:pt x="108381" y="2078774"/>
                  </a:moveTo>
                  <a:lnTo>
                    <a:pt x="106146" y="2078164"/>
                  </a:lnTo>
                  <a:lnTo>
                    <a:pt x="104902" y="2077834"/>
                  </a:lnTo>
                  <a:lnTo>
                    <a:pt x="103225" y="2077834"/>
                  </a:lnTo>
                  <a:lnTo>
                    <a:pt x="103022" y="2077948"/>
                  </a:lnTo>
                  <a:lnTo>
                    <a:pt x="100850" y="2077948"/>
                  </a:lnTo>
                  <a:lnTo>
                    <a:pt x="3454" y="2134222"/>
                  </a:lnTo>
                  <a:lnTo>
                    <a:pt x="0" y="2141410"/>
                  </a:lnTo>
                  <a:lnTo>
                    <a:pt x="108381" y="2078774"/>
                  </a:lnTo>
                  <a:close/>
                </a:path>
                <a:path w="3698240" h="2141854">
                  <a:moveTo>
                    <a:pt x="988250" y="1570316"/>
                  </a:moveTo>
                  <a:lnTo>
                    <a:pt x="988060" y="1568437"/>
                  </a:lnTo>
                  <a:lnTo>
                    <a:pt x="987869" y="1566608"/>
                  </a:lnTo>
                  <a:lnTo>
                    <a:pt x="987755" y="1565503"/>
                  </a:lnTo>
                  <a:lnTo>
                    <a:pt x="957592" y="1582928"/>
                  </a:lnTo>
                  <a:lnTo>
                    <a:pt x="957834" y="1583969"/>
                  </a:lnTo>
                  <a:lnTo>
                    <a:pt x="958240" y="1585671"/>
                  </a:lnTo>
                  <a:lnTo>
                    <a:pt x="958659" y="1587423"/>
                  </a:lnTo>
                  <a:lnTo>
                    <a:pt x="988250" y="1570316"/>
                  </a:lnTo>
                  <a:close/>
                </a:path>
                <a:path w="3698240" h="2141854">
                  <a:moveTo>
                    <a:pt x="2428392" y="738098"/>
                  </a:moveTo>
                  <a:lnTo>
                    <a:pt x="2428176" y="736053"/>
                  </a:lnTo>
                  <a:lnTo>
                    <a:pt x="2428011" y="734390"/>
                  </a:lnTo>
                  <a:lnTo>
                    <a:pt x="2427909" y="733386"/>
                  </a:lnTo>
                  <a:lnTo>
                    <a:pt x="2397595" y="750900"/>
                  </a:lnTo>
                  <a:lnTo>
                    <a:pt x="2397772" y="751865"/>
                  </a:lnTo>
                  <a:lnTo>
                    <a:pt x="2398064" y="753465"/>
                  </a:lnTo>
                  <a:lnTo>
                    <a:pt x="2398407" y="755421"/>
                  </a:lnTo>
                  <a:lnTo>
                    <a:pt x="2428392" y="738098"/>
                  </a:lnTo>
                  <a:close/>
                </a:path>
                <a:path w="3698240" h="2141854">
                  <a:moveTo>
                    <a:pt x="2711805" y="574319"/>
                  </a:moveTo>
                  <a:lnTo>
                    <a:pt x="2711589" y="572249"/>
                  </a:lnTo>
                  <a:lnTo>
                    <a:pt x="2711424" y="570611"/>
                  </a:lnTo>
                  <a:lnTo>
                    <a:pt x="2711323" y="569633"/>
                  </a:lnTo>
                  <a:lnTo>
                    <a:pt x="2681071" y="587108"/>
                  </a:lnTo>
                  <a:lnTo>
                    <a:pt x="2681287" y="588022"/>
                  </a:lnTo>
                  <a:lnTo>
                    <a:pt x="2681655" y="589546"/>
                  </a:lnTo>
                  <a:lnTo>
                    <a:pt x="2682125" y="591477"/>
                  </a:lnTo>
                  <a:lnTo>
                    <a:pt x="2711805" y="574319"/>
                  </a:lnTo>
                  <a:close/>
                </a:path>
                <a:path w="3698240" h="2141854">
                  <a:moveTo>
                    <a:pt x="3697630" y="4635"/>
                  </a:moveTo>
                  <a:lnTo>
                    <a:pt x="3697427" y="2438"/>
                  </a:lnTo>
                  <a:lnTo>
                    <a:pt x="3697287" y="901"/>
                  </a:lnTo>
                  <a:lnTo>
                    <a:pt x="3697198" y="0"/>
                  </a:lnTo>
                  <a:lnTo>
                    <a:pt x="3666985" y="17449"/>
                  </a:lnTo>
                  <a:lnTo>
                    <a:pt x="3667137" y="18326"/>
                  </a:lnTo>
                  <a:lnTo>
                    <a:pt x="3667404" y="19799"/>
                  </a:lnTo>
                  <a:lnTo>
                    <a:pt x="3667760" y="21894"/>
                  </a:lnTo>
                  <a:lnTo>
                    <a:pt x="3697630" y="4635"/>
                  </a:lnTo>
                  <a:close/>
                </a:path>
              </a:pathLst>
            </a:custGeom>
            <a:solidFill>
              <a:srgbClr val="A8A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76662" y="1278000"/>
              <a:ext cx="3698875" cy="2140585"/>
            </a:xfrm>
            <a:custGeom>
              <a:avLst/>
              <a:gdLst/>
              <a:ahLst/>
              <a:cxnLst/>
              <a:rect l="l" t="t" r="r" b="b"/>
              <a:pathLst>
                <a:path w="3698875" h="2140585">
                  <a:moveTo>
                    <a:pt x="113068" y="2075116"/>
                  </a:moveTo>
                  <a:lnTo>
                    <a:pt x="111848" y="2074786"/>
                  </a:lnTo>
                  <a:lnTo>
                    <a:pt x="109461" y="2074138"/>
                  </a:lnTo>
                  <a:lnTo>
                    <a:pt x="1079" y="2136775"/>
                  </a:lnTo>
                  <a:lnTo>
                    <a:pt x="355" y="2139238"/>
                  </a:lnTo>
                  <a:lnTo>
                    <a:pt x="0" y="2140432"/>
                  </a:lnTo>
                  <a:lnTo>
                    <a:pt x="113068" y="2075116"/>
                  </a:lnTo>
                  <a:close/>
                </a:path>
                <a:path w="3698875" h="2140585">
                  <a:moveTo>
                    <a:pt x="989330" y="1565681"/>
                  </a:moveTo>
                  <a:lnTo>
                    <a:pt x="959739" y="1582788"/>
                  </a:lnTo>
                  <a:lnTo>
                    <a:pt x="960145" y="1584490"/>
                  </a:lnTo>
                  <a:lnTo>
                    <a:pt x="960424" y="1585620"/>
                  </a:lnTo>
                  <a:lnTo>
                    <a:pt x="989215" y="1568983"/>
                  </a:lnTo>
                  <a:lnTo>
                    <a:pt x="989304" y="1567624"/>
                  </a:lnTo>
                  <a:lnTo>
                    <a:pt x="989330" y="1565681"/>
                  </a:lnTo>
                  <a:close/>
                </a:path>
                <a:path w="3698875" h="2140585">
                  <a:moveTo>
                    <a:pt x="2429484" y="735228"/>
                  </a:moveTo>
                  <a:lnTo>
                    <a:pt x="2429472" y="733463"/>
                  </a:lnTo>
                  <a:lnTo>
                    <a:pt x="2399487" y="750785"/>
                  </a:lnTo>
                  <a:lnTo>
                    <a:pt x="2399779" y="752386"/>
                  </a:lnTo>
                  <a:lnTo>
                    <a:pt x="2400071" y="753960"/>
                  </a:lnTo>
                  <a:lnTo>
                    <a:pt x="2429345" y="737044"/>
                  </a:lnTo>
                  <a:lnTo>
                    <a:pt x="2429484" y="735228"/>
                  </a:lnTo>
                  <a:close/>
                </a:path>
                <a:path w="3698875" h="2140585">
                  <a:moveTo>
                    <a:pt x="2712986" y="571360"/>
                  </a:moveTo>
                  <a:lnTo>
                    <a:pt x="2712885" y="569683"/>
                  </a:lnTo>
                  <a:lnTo>
                    <a:pt x="2683205" y="586841"/>
                  </a:lnTo>
                  <a:lnTo>
                    <a:pt x="2683560" y="588365"/>
                  </a:lnTo>
                  <a:lnTo>
                    <a:pt x="2683954" y="589965"/>
                  </a:lnTo>
                  <a:lnTo>
                    <a:pt x="2712847" y="573265"/>
                  </a:lnTo>
                  <a:lnTo>
                    <a:pt x="2712986" y="571360"/>
                  </a:lnTo>
                  <a:close/>
                </a:path>
                <a:path w="3698875" h="2140585">
                  <a:moveTo>
                    <a:pt x="3698798" y="1574"/>
                  </a:moveTo>
                  <a:lnTo>
                    <a:pt x="3698710" y="0"/>
                  </a:lnTo>
                  <a:lnTo>
                    <a:pt x="3668839" y="17259"/>
                  </a:lnTo>
                  <a:lnTo>
                    <a:pt x="3669106" y="18732"/>
                  </a:lnTo>
                  <a:lnTo>
                    <a:pt x="3669436" y="20662"/>
                  </a:lnTo>
                  <a:lnTo>
                    <a:pt x="3698595" y="3810"/>
                  </a:lnTo>
                  <a:lnTo>
                    <a:pt x="3698798" y="1574"/>
                  </a:lnTo>
                  <a:close/>
                </a:path>
              </a:pathLst>
            </a:custGeom>
            <a:solidFill>
              <a:srgbClr val="A5A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75948" y="1281810"/>
              <a:ext cx="3699510" cy="2139315"/>
            </a:xfrm>
            <a:custGeom>
              <a:avLst/>
              <a:gdLst/>
              <a:ahLst/>
              <a:cxnLst/>
              <a:rect l="l" t="t" r="r" b="b"/>
              <a:pathLst>
                <a:path w="3699509" h="2139315">
                  <a:moveTo>
                    <a:pt x="3699321" y="0"/>
                  </a:moveTo>
                  <a:lnTo>
                    <a:pt x="3670156" y="16847"/>
                  </a:lnTo>
                  <a:lnTo>
                    <a:pt x="3670414" y="18326"/>
                  </a:lnTo>
                  <a:lnTo>
                    <a:pt x="3699171" y="1710"/>
                  </a:lnTo>
                  <a:lnTo>
                    <a:pt x="3699321" y="0"/>
                  </a:lnTo>
                  <a:close/>
                </a:path>
                <a:path w="3699509" h="2139315">
                  <a:moveTo>
                    <a:pt x="2713566" y="569453"/>
                  </a:moveTo>
                  <a:lnTo>
                    <a:pt x="2684668" y="586146"/>
                  </a:lnTo>
                  <a:lnTo>
                    <a:pt x="2685034" y="587673"/>
                  </a:lnTo>
                  <a:lnTo>
                    <a:pt x="2713431" y="571266"/>
                  </a:lnTo>
                  <a:lnTo>
                    <a:pt x="2713566" y="569453"/>
                  </a:lnTo>
                  <a:close/>
                </a:path>
                <a:path w="3699509" h="2139315">
                  <a:moveTo>
                    <a:pt x="2430068" y="733224"/>
                  </a:moveTo>
                  <a:lnTo>
                    <a:pt x="2400789" y="750138"/>
                  </a:lnTo>
                  <a:lnTo>
                    <a:pt x="2401080" y="751741"/>
                  </a:lnTo>
                  <a:lnTo>
                    <a:pt x="2429934" y="735069"/>
                  </a:lnTo>
                  <a:lnTo>
                    <a:pt x="2430068" y="733224"/>
                  </a:lnTo>
                  <a:close/>
                </a:path>
                <a:path w="3699509" h="2139315">
                  <a:moveTo>
                    <a:pt x="989939" y="1565161"/>
                  </a:moveTo>
                  <a:lnTo>
                    <a:pt x="961139" y="1581798"/>
                  </a:lnTo>
                  <a:lnTo>
                    <a:pt x="961546" y="1583496"/>
                  </a:lnTo>
                  <a:lnTo>
                    <a:pt x="989807" y="1567168"/>
                  </a:lnTo>
                  <a:lnTo>
                    <a:pt x="989939" y="1565161"/>
                  </a:lnTo>
                  <a:close/>
                </a:path>
                <a:path w="3699509" h="2139315">
                  <a:moveTo>
                    <a:pt x="113782" y="2071302"/>
                  </a:moveTo>
                  <a:lnTo>
                    <a:pt x="726" y="2136612"/>
                  </a:lnTo>
                  <a:lnTo>
                    <a:pt x="0" y="2139074"/>
                  </a:lnTo>
                  <a:lnTo>
                    <a:pt x="116171" y="2071950"/>
                  </a:lnTo>
                  <a:lnTo>
                    <a:pt x="113782" y="2071302"/>
                  </a:lnTo>
                  <a:close/>
                </a:path>
              </a:pathLst>
            </a:custGeom>
            <a:solidFill>
              <a:srgbClr val="A3A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74770" y="1283525"/>
              <a:ext cx="3700779" cy="2141855"/>
            </a:xfrm>
            <a:custGeom>
              <a:avLst/>
              <a:gdLst/>
              <a:ahLst/>
              <a:cxnLst/>
              <a:rect l="l" t="t" r="r" b="b"/>
              <a:pathLst>
                <a:path w="3700779" h="2141854">
                  <a:moveTo>
                    <a:pt x="121208" y="2071293"/>
                  </a:moveTo>
                  <a:lnTo>
                    <a:pt x="119583" y="2070849"/>
                  </a:lnTo>
                  <a:lnTo>
                    <a:pt x="117348" y="2070239"/>
                  </a:lnTo>
                  <a:lnTo>
                    <a:pt x="1168" y="2137359"/>
                  </a:lnTo>
                  <a:lnTo>
                    <a:pt x="495" y="2139645"/>
                  </a:lnTo>
                  <a:lnTo>
                    <a:pt x="0" y="2141347"/>
                  </a:lnTo>
                  <a:lnTo>
                    <a:pt x="121208" y="2071293"/>
                  </a:lnTo>
                  <a:close/>
                </a:path>
                <a:path w="3700779" h="2141854">
                  <a:moveTo>
                    <a:pt x="990981" y="1565465"/>
                  </a:moveTo>
                  <a:lnTo>
                    <a:pt x="962723" y="1581785"/>
                  </a:lnTo>
                  <a:lnTo>
                    <a:pt x="962926" y="1582661"/>
                  </a:lnTo>
                  <a:lnTo>
                    <a:pt x="962952" y="1583651"/>
                  </a:lnTo>
                  <a:lnTo>
                    <a:pt x="962977" y="1584756"/>
                  </a:lnTo>
                  <a:lnTo>
                    <a:pt x="990765" y="1568691"/>
                  </a:lnTo>
                  <a:lnTo>
                    <a:pt x="990841" y="1567535"/>
                  </a:lnTo>
                  <a:lnTo>
                    <a:pt x="990981" y="1565465"/>
                  </a:lnTo>
                  <a:close/>
                </a:path>
                <a:path w="3700779" h="2141854">
                  <a:moveTo>
                    <a:pt x="2431110" y="733361"/>
                  </a:moveTo>
                  <a:lnTo>
                    <a:pt x="2402255" y="750036"/>
                  </a:lnTo>
                  <a:lnTo>
                    <a:pt x="2402459" y="751192"/>
                  </a:lnTo>
                  <a:lnTo>
                    <a:pt x="2402484" y="752055"/>
                  </a:lnTo>
                  <a:lnTo>
                    <a:pt x="2402509" y="752716"/>
                  </a:lnTo>
                  <a:lnTo>
                    <a:pt x="2430894" y="736307"/>
                  </a:lnTo>
                  <a:lnTo>
                    <a:pt x="2430945" y="735622"/>
                  </a:lnTo>
                  <a:lnTo>
                    <a:pt x="2431110" y="733361"/>
                  </a:lnTo>
                  <a:close/>
                </a:path>
                <a:path w="3700779" h="2141854">
                  <a:moveTo>
                    <a:pt x="2714599" y="569556"/>
                  </a:moveTo>
                  <a:lnTo>
                    <a:pt x="2686202" y="585965"/>
                  </a:lnTo>
                  <a:lnTo>
                    <a:pt x="2686570" y="587489"/>
                  </a:lnTo>
                  <a:lnTo>
                    <a:pt x="2686583" y="587933"/>
                  </a:lnTo>
                  <a:lnTo>
                    <a:pt x="2686596" y="588518"/>
                  </a:lnTo>
                  <a:lnTo>
                    <a:pt x="2714383" y="572452"/>
                  </a:lnTo>
                  <a:lnTo>
                    <a:pt x="2714434" y="571842"/>
                  </a:lnTo>
                  <a:lnTo>
                    <a:pt x="2714599" y="569556"/>
                  </a:lnTo>
                  <a:close/>
                </a:path>
                <a:path w="3700779" h="2141854">
                  <a:moveTo>
                    <a:pt x="3700348" y="0"/>
                  </a:moveTo>
                  <a:lnTo>
                    <a:pt x="3671582" y="16611"/>
                  </a:lnTo>
                  <a:lnTo>
                    <a:pt x="3671735" y="17513"/>
                  </a:lnTo>
                  <a:lnTo>
                    <a:pt x="3671735" y="18834"/>
                  </a:lnTo>
                  <a:lnTo>
                    <a:pt x="3671735" y="19113"/>
                  </a:lnTo>
                  <a:lnTo>
                    <a:pt x="3700107" y="2717"/>
                  </a:lnTo>
                  <a:lnTo>
                    <a:pt x="3700132" y="2425"/>
                  </a:lnTo>
                  <a:lnTo>
                    <a:pt x="3700348" y="0"/>
                  </a:lnTo>
                  <a:close/>
                </a:path>
              </a:pathLst>
            </a:custGeom>
            <a:solidFill>
              <a:srgbClr val="A3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73373" y="1286243"/>
              <a:ext cx="3702050" cy="2143760"/>
            </a:xfrm>
            <a:custGeom>
              <a:avLst/>
              <a:gdLst/>
              <a:ahLst/>
              <a:cxnLst/>
              <a:rect l="l" t="t" r="r" b="b"/>
              <a:pathLst>
                <a:path w="3702050" h="2143760">
                  <a:moveTo>
                    <a:pt x="127228" y="2069833"/>
                  </a:moveTo>
                  <a:lnTo>
                    <a:pt x="124841" y="2069172"/>
                  </a:lnTo>
                  <a:lnTo>
                    <a:pt x="122605" y="2068576"/>
                  </a:lnTo>
                  <a:lnTo>
                    <a:pt x="1397" y="2138629"/>
                  </a:lnTo>
                  <a:lnTo>
                    <a:pt x="723" y="2140902"/>
                  </a:lnTo>
                  <a:lnTo>
                    <a:pt x="0" y="2143366"/>
                  </a:lnTo>
                  <a:lnTo>
                    <a:pt x="127228" y="2069833"/>
                  </a:lnTo>
                  <a:close/>
                </a:path>
                <a:path w="3702050" h="2143760">
                  <a:moveTo>
                    <a:pt x="992162" y="1565973"/>
                  </a:moveTo>
                  <a:lnTo>
                    <a:pt x="964374" y="1582039"/>
                  </a:lnTo>
                  <a:lnTo>
                    <a:pt x="964425" y="1584007"/>
                  </a:lnTo>
                  <a:lnTo>
                    <a:pt x="964463" y="1585912"/>
                  </a:lnTo>
                  <a:lnTo>
                    <a:pt x="991895" y="1570062"/>
                  </a:lnTo>
                  <a:lnTo>
                    <a:pt x="992022" y="1568056"/>
                  </a:lnTo>
                  <a:lnTo>
                    <a:pt x="992162" y="1565973"/>
                  </a:lnTo>
                  <a:close/>
                </a:path>
                <a:path w="3702050" h="2143760">
                  <a:moveTo>
                    <a:pt x="2432291" y="733590"/>
                  </a:moveTo>
                  <a:lnTo>
                    <a:pt x="2403906" y="749998"/>
                  </a:lnTo>
                  <a:lnTo>
                    <a:pt x="2403970" y="752119"/>
                  </a:lnTo>
                  <a:lnTo>
                    <a:pt x="2404021" y="753859"/>
                  </a:lnTo>
                  <a:lnTo>
                    <a:pt x="2431986" y="737692"/>
                  </a:lnTo>
                  <a:lnTo>
                    <a:pt x="2432126" y="735850"/>
                  </a:lnTo>
                  <a:lnTo>
                    <a:pt x="2432291" y="733590"/>
                  </a:lnTo>
                  <a:close/>
                </a:path>
                <a:path w="3702050" h="2143760">
                  <a:moveTo>
                    <a:pt x="2715780" y="569734"/>
                  </a:moveTo>
                  <a:lnTo>
                    <a:pt x="2687993" y="585800"/>
                  </a:lnTo>
                  <a:lnTo>
                    <a:pt x="2688044" y="587959"/>
                  </a:lnTo>
                  <a:lnTo>
                    <a:pt x="2688082" y="589673"/>
                  </a:lnTo>
                  <a:lnTo>
                    <a:pt x="2715476" y="573836"/>
                  </a:lnTo>
                  <a:lnTo>
                    <a:pt x="2715615" y="572020"/>
                  </a:lnTo>
                  <a:lnTo>
                    <a:pt x="2715780" y="569734"/>
                  </a:lnTo>
                  <a:close/>
                </a:path>
                <a:path w="3702050" h="2143760">
                  <a:moveTo>
                    <a:pt x="3701504" y="0"/>
                  </a:moveTo>
                  <a:lnTo>
                    <a:pt x="3673132" y="16395"/>
                  </a:lnTo>
                  <a:lnTo>
                    <a:pt x="3673132" y="18694"/>
                  </a:lnTo>
                  <a:lnTo>
                    <a:pt x="3673132" y="20320"/>
                  </a:lnTo>
                  <a:lnTo>
                    <a:pt x="3701135" y="4140"/>
                  </a:lnTo>
                  <a:lnTo>
                    <a:pt x="3701288" y="2425"/>
                  </a:lnTo>
                  <a:lnTo>
                    <a:pt x="3701504" y="0"/>
                  </a:lnTo>
                  <a:close/>
                </a:path>
              </a:pathLst>
            </a:custGeom>
            <a:solidFill>
              <a:srgbClr val="A0A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71620" y="1290383"/>
              <a:ext cx="3703320" cy="2145665"/>
            </a:xfrm>
            <a:custGeom>
              <a:avLst/>
              <a:gdLst/>
              <a:ahLst/>
              <a:cxnLst/>
              <a:rect l="l" t="t" r="r" b="b"/>
              <a:pathLst>
                <a:path w="3703320" h="2145665">
                  <a:moveTo>
                    <a:pt x="134810" y="2067267"/>
                  </a:moveTo>
                  <a:lnTo>
                    <a:pt x="132575" y="2066658"/>
                  </a:lnTo>
                  <a:lnTo>
                    <a:pt x="131216" y="2066290"/>
                  </a:lnTo>
                  <a:lnTo>
                    <a:pt x="128981" y="2065693"/>
                  </a:lnTo>
                  <a:lnTo>
                    <a:pt x="1752" y="2139226"/>
                  </a:lnTo>
                  <a:lnTo>
                    <a:pt x="1079" y="2141499"/>
                  </a:lnTo>
                  <a:lnTo>
                    <a:pt x="673" y="2142883"/>
                  </a:lnTo>
                  <a:lnTo>
                    <a:pt x="0" y="2145157"/>
                  </a:lnTo>
                  <a:lnTo>
                    <a:pt x="41986" y="2120900"/>
                  </a:lnTo>
                  <a:lnTo>
                    <a:pt x="48539" y="2115883"/>
                  </a:lnTo>
                  <a:lnTo>
                    <a:pt x="54533" y="2113648"/>
                  </a:lnTo>
                  <a:lnTo>
                    <a:pt x="134810" y="2067267"/>
                  </a:lnTo>
                  <a:close/>
                </a:path>
                <a:path w="3703320" h="2145665">
                  <a:moveTo>
                    <a:pt x="993648" y="1565922"/>
                  </a:moveTo>
                  <a:lnTo>
                    <a:pt x="966216" y="1581772"/>
                  </a:lnTo>
                  <a:lnTo>
                    <a:pt x="966266" y="1583740"/>
                  </a:lnTo>
                  <a:lnTo>
                    <a:pt x="966292" y="1584947"/>
                  </a:lnTo>
                  <a:lnTo>
                    <a:pt x="966343" y="1586915"/>
                  </a:lnTo>
                  <a:lnTo>
                    <a:pt x="993292" y="1571345"/>
                  </a:lnTo>
                  <a:lnTo>
                    <a:pt x="993419" y="1569275"/>
                  </a:lnTo>
                  <a:lnTo>
                    <a:pt x="993508" y="1567992"/>
                  </a:lnTo>
                  <a:lnTo>
                    <a:pt x="993648" y="1565922"/>
                  </a:lnTo>
                  <a:close/>
                </a:path>
                <a:path w="3703320" h="2145665">
                  <a:moveTo>
                    <a:pt x="2433739" y="733552"/>
                  </a:moveTo>
                  <a:lnTo>
                    <a:pt x="2405773" y="749719"/>
                  </a:lnTo>
                  <a:lnTo>
                    <a:pt x="2405837" y="751840"/>
                  </a:lnTo>
                  <a:lnTo>
                    <a:pt x="2405875" y="753160"/>
                  </a:lnTo>
                  <a:lnTo>
                    <a:pt x="2405951" y="755281"/>
                  </a:lnTo>
                  <a:lnTo>
                    <a:pt x="2433307" y="739470"/>
                  </a:lnTo>
                  <a:lnTo>
                    <a:pt x="2433472" y="737222"/>
                  </a:lnTo>
                  <a:lnTo>
                    <a:pt x="2433574" y="735812"/>
                  </a:lnTo>
                  <a:lnTo>
                    <a:pt x="2433739" y="733552"/>
                  </a:lnTo>
                  <a:close/>
                </a:path>
                <a:path w="3703320" h="2145665">
                  <a:moveTo>
                    <a:pt x="2717228" y="569696"/>
                  </a:moveTo>
                  <a:lnTo>
                    <a:pt x="2689834" y="585533"/>
                  </a:lnTo>
                  <a:lnTo>
                    <a:pt x="2689885" y="587692"/>
                  </a:lnTo>
                  <a:lnTo>
                    <a:pt x="2689923" y="589038"/>
                  </a:lnTo>
                  <a:lnTo>
                    <a:pt x="2689974" y="591197"/>
                  </a:lnTo>
                  <a:lnTo>
                    <a:pt x="2716784" y="575716"/>
                  </a:lnTo>
                  <a:lnTo>
                    <a:pt x="2716961" y="573417"/>
                  </a:lnTo>
                  <a:lnTo>
                    <a:pt x="2717063" y="571995"/>
                  </a:lnTo>
                  <a:lnTo>
                    <a:pt x="2717228" y="569696"/>
                  </a:lnTo>
                  <a:close/>
                </a:path>
                <a:path w="3703320" h="2145665">
                  <a:moveTo>
                    <a:pt x="3702888" y="0"/>
                  </a:moveTo>
                  <a:lnTo>
                    <a:pt x="3674884" y="16179"/>
                  </a:lnTo>
                  <a:lnTo>
                    <a:pt x="3674884" y="18478"/>
                  </a:lnTo>
                  <a:lnTo>
                    <a:pt x="3674884" y="19926"/>
                  </a:lnTo>
                  <a:lnTo>
                    <a:pt x="3674884" y="22237"/>
                  </a:lnTo>
                  <a:lnTo>
                    <a:pt x="3702329" y="6375"/>
                  </a:lnTo>
                  <a:lnTo>
                    <a:pt x="3702545" y="3949"/>
                  </a:lnTo>
                  <a:lnTo>
                    <a:pt x="3702672" y="2425"/>
                  </a:lnTo>
                  <a:lnTo>
                    <a:pt x="3702888" y="0"/>
                  </a:lnTo>
                  <a:close/>
                </a:path>
              </a:pathLst>
            </a:custGeom>
            <a:solidFill>
              <a:srgbClr val="9E9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70223" y="1296758"/>
              <a:ext cx="3703954" cy="2143760"/>
            </a:xfrm>
            <a:custGeom>
              <a:avLst/>
              <a:gdLst/>
              <a:ahLst/>
              <a:cxnLst/>
              <a:rect l="l" t="t" r="r" b="b"/>
              <a:pathLst>
                <a:path w="3703954" h="2143760">
                  <a:moveTo>
                    <a:pt x="43383" y="2114524"/>
                  </a:moveTo>
                  <a:lnTo>
                    <a:pt x="1397" y="2138781"/>
                  </a:lnTo>
                  <a:lnTo>
                    <a:pt x="673" y="2141232"/>
                  </a:lnTo>
                  <a:lnTo>
                    <a:pt x="0" y="2143506"/>
                  </a:lnTo>
                  <a:lnTo>
                    <a:pt x="31813" y="2125141"/>
                  </a:lnTo>
                  <a:lnTo>
                    <a:pt x="33667" y="2122170"/>
                  </a:lnTo>
                  <a:lnTo>
                    <a:pt x="33934" y="2121751"/>
                  </a:lnTo>
                  <a:lnTo>
                    <a:pt x="43383" y="2114524"/>
                  </a:lnTo>
                  <a:close/>
                </a:path>
                <a:path w="3703954" h="2143760">
                  <a:moveTo>
                    <a:pt x="140843" y="2062149"/>
                  </a:moveTo>
                  <a:lnTo>
                    <a:pt x="138595" y="2061540"/>
                  </a:lnTo>
                  <a:lnTo>
                    <a:pt x="136207" y="2060892"/>
                  </a:lnTo>
                  <a:lnTo>
                    <a:pt x="55930" y="2107273"/>
                  </a:lnTo>
                  <a:lnTo>
                    <a:pt x="65887" y="2103551"/>
                  </a:lnTo>
                  <a:lnTo>
                    <a:pt x="69761" y="2102116"/>
                  </a:lnTo>
                  <a:lnTo>
                    <a:pt x="71666" y="2102116"/>
                  </a:lnTo>
                  <a:lnTo>
                    <a:pt x="140843" y="2062149"/>
                  </a:lnTo>
                  <a:close/>
                </a:path>
                <a:path w="3703954" h="2143760">
                  <a:moveTo>
                    <a:pt x="994689" y="1564970"/>
                  </a:moveTo>
                  <a:lnTo>
                    <a:pt x="967740" y="1580540"/>
                  </a:lnTo>
                  <a:lnTo>
                    <a:pt x="967765" y="1581251"/>
                  </a:lnTo>
                  <a:lnTo>
                    <a:pt x="967409" y="1582661"/>
                  </a:lnTo>
                  <a:lnTo>
                    <a:pt x="966838" y="1584985"/>
                  </a:lnTo>
                  <a:lnTo>
                    <a:pt x="994410" y="1569059"/>
                  </a:lnTo>
                  <a:lnTo>
                    <a:pt x="994549" y="1566976"/>
                  </a:lnTo>
                  <a:lnTo>
                    <a:pt x="994689" y="1564970"/>
                  </a:lnTo>
                  <a:close/>
                </a:path>
                <a:path w="3703954" h="2143760">
                  <a:moveTo>
                    <a:pt x="2434704" y="733094"/>
                  </a:moveTo>
                  <a:lnTo>
                    <a:pt x="2407348" y="748906"/>
                  </a:lnTo>
                  <a:lnTo>
                    <a:pt x="2407374" y="749719"/>
                  </a:lnTo>
                  <a:lnTo>
                    <a:pt x="2407132" y="750798"/>
                  </a:lnTo>
                  <a:lnTo>
                    <a:pt x="2406586" y="753275"/>
                  </a:lnTo>
                  <a:lnTo>
                    <a:pt x="2434399" y="737196"/>
                  </a:lnTo>
                  <a:lnTo>
                    <a:pt x="2434564" y="734949"/>
                  </a:lnTo>
                  <a:lnTo>
                    <a:pt x="2434704" y="733094"/>
                  </a:lnTo>
                  <a:close/>
                </a:path>
                <a:path w="3703954" h="2143760">
                  <a:moveTo>
                    <a:pt x="2718181" y="569341"/>
                  </a:moveTo>
                  <a:lnTo>
                    <a:pt x="2691371" y="584822"/>
                  </a:lnTo>
                  <a:lnTo>
                    <a:pt x="2691269" y="586625"/>
                  </a:lnTo>
                  <a:lnTo>
                    <a:pt x="2690634" y="589178"/>
                  </a:lnTo>
                  <a:lnTo>
                    <a:pt x="2717876" y="573443"/>
                  </a:lnTo>
                  <a:lnTo>
                    <a:pt x="2718054" y="571144"/>
                  </a:lnTo>
                  <a:lnTo>
                    <a:pt x="2718181" y="569341"/>
                  </a:lnTo>
                  <a:close/>
                </a:path>
                <a:path w="3703954" h="2143760">
                  <a:moveTo>
                    <a:pt x="3703726" y="0"/>
                  </a:moveTo>
                  <a:lnTo>
                    <a:pt x="3676281" y="15862"/>
                  </a:lnTo>
                  <a:lnTo>
                    <a:pt x="3676281" y="16103"/>
                  </a:lnTo>
                  <a:lnTo>
                    <a:pt x="3675938" y="17678"/>
                  </a:lnTo>
                  <a:lnTo>
                    <a:pt x="3675367" y="20320"/>
                  </a:lnTo>
                  <a:lnTo>
                    <a:pt x="3703358" y="4140"/>
                  </a:lnTo>
                  <a:lnTo>
                    <a:pt x="3703574" y="1714"/>
                  </a:lnTo>
                  <a:lnTo>
                    <a:pt x="3703726" y="0"/>
                  </a:lnTo>
                  <a:close/>
                </a:path>
              </a:pathLst>
            </a:custGeom>
            <a:solidFill>
              <a:srgbClr val="9B9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69726" y="1300897"/>
              <a:ext cx="3703954" cy="2141220"/>
            </a:xfrm>
            <a:custGeom>
              <a:avLst/>
              <a:gdLst/>
              <a:ahLst/>
              <a:cxnLst/>
              <a:rect l="l" t="t" r="r" b="b"/>
              <a:pathLst>
                <a:path w="3703954" h="2141220">
                  <a:moveTo>
                    <a:pt x="3703865" y="0"/>
                  </a:moveTo>
                  <a:lnTo>
                    <a:pt x="3675866" y="16174"/>
                  </a:lnTo>
                  <a:lnTo>
                    <a:pt x="3675794" y="16501"/>
                  </a:lnTo>
                  <a:lnTo>
                    <a:pt x="3703840" y="290"/>
                  </a:lnTo>
                  <a:lnTo>
                    <a:pt x="3703865" y="0"/>
                  </a:lnTo>
                  <a:close/>
                </a:path>
                <a:path w="3703954" h="2141220">
                  <a:moveTo>
                    <a:pt x="2718384" y="569295"/>
                  </a:moveTo>
                  <a:lnTo>
                    <a:pt x="2691142" y="585032"/>
                  </a:lnTo>
                  <a:lnTo>
                    <a:pt x="2690972" y="585719"/>
                  </a:lnTo>
                  <a:lnTo>
                    <a:pt x="2718339" y="569901"/>
                  </a:lnTo>
                  <a:lnTo>
                    <a:pt x="2718384" y="569295"/>
                  </a:lnTo>
                  <a:close/>
                </a:path>
                <a:path w="3703954" h="2141220">
                  <a:moveTo>
                    <a:pt x="2434908" y="733054"/>
                  </a:moveTo>
                  <a:lnTo>
                    <a:pt x="2407089" y="749124"/>
                  </a:lnTo>
                  <a:lnTo>
                    <a:pt x="2406918" y="749899"/>
                  </a:lnTo>
                  <a:lnTo>
                    <a:pt x="2434857" y="733751"/>
                  </a:lnTo>
                  <a:lnTo>
                    <a:pt x="2434908" y="733054"/>
                  </a:lnTo>
                  <a:close/>
                </a:path>
                <a:path w="3703954" h="2141220">
                  <a:moveTo>
                    <a:pt x="994917" y="1564911"/>
                  </a:moveTo>
                  <a:lnTo>
                    <a:pt x="967340" y="1580842"/>
                  </a:lnTo>
                  <a:lnTo>
                    <a:pt x="967017" y="1582148"/>
                  </a:lnTo>
                  <a:lnTo>
                    <a:pt x="994840" y="1566067"/>
                  </a:lnTo>
                  <a:lnTo>
                    <a:pt x="994917" y="1564911"/>
                  </a:lnTo>
                  <a:close/>
                </a:path>
                <a:path w="3703954" h="2141220">
                  <a:moveTo>
                    <a:pt x="141340" y="2058007"/>
                  </a:moveTo>
                  <a:lnTo>
                    <a:pt x="72042" y="2098040"/>
                  </a:lnTo>
                  <a:lnTo>
                    <a:pt x="74457" y="2098040"/>
                  </a:lnTo>
                  <a:lnTo>
                    <a:pt x="142958" y="2058447"/>
                  </a:lnTo>
                  <a:lnTo>
                    <a:pt x="141340" y="2058007"/>
                  </a:lnTo>
                  <a:close/>
                </a:path>
                <a:path w="3703954" h="2141220">
                  <a:moveTo>
                    <a:pt x="32311" y="2120991"/>
                  </a:moveTo>
                  <a:lnTo>
                    <a:pt x="504" y="2139366"/>
                  </a:lnTo>
                  <a:lnTo>
                    <a:pt x="0" y="2141076"/>
                  </a:lnTo>
                  <a:lnTo>
                    <a:pt x="30927" y="2123199"/>
                  </a:lnTo>
                  <a:lnTo>
                    <a:pt x="32311" y="2120991"/>
                  </a:lnTo>
                  <a:close/>
                </a:path>
              </a:pathLst>
            </a:custGeom>
            <a:solidFill>
              <a:srgbClr val="999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68318" y="1301190"/>
              <a:ext cx="3705860" cy="2145665"/>
            </a:xfrm>
            <a:custGeom>
              <a:avLst/>
              <a:gdLst/>
              <a:ahLst/>
              <a:cxnLst/>
              <a:rect l="l" t="t" r="r" b="b"/>
              <a:pathLst>
                <a:path w="3705859" h="2145665">
                  <a:moveTo>
                    <a:pt x="32334" y="2122906"/>
                  </a:moveTo>
                  <a:lnTo>
                    <a:pt x="1397" y="2140788"/>
                  </a:lnTo>
                  <a:lnTo>
                    <a:pt x="736" y="2143061"/>
                  </a:lnTo>
                  <a:lnTo>
                    <a:pt x="0" y="2145525"/>
                  </a:lnTo>
                  <a:lnTo>
                    <a:pt x="28473" y="2129066"/>
                  </a:lnTo>
                  <a:lnTo>
                    <a:pt x="30480" y="2125878"/>
                  </a:lnTo>
                  <a:lnTo>
                    <a:pt x="32334" y="2122906"/>
                  </a:lnTo>
                  <a:close/>
                </a:path>
                <a:path w="3705859" h="2145665">
                  <a:moveTo>
                    <a:pt x="148590" y="2059647"/>
                  </a:moveTo>
                  <a:lnTo>
                    <a:pt x="147472" y="2059000"/>
                  </a:lnTo>
                  <a:lnTo>
                    <a:pt x="146596" y="2058771"/>
                  </a:lnTo>
                  <a:lnTo>
                    <a:pt x="144360" y="2058162"/>
                  </a:lnTo>
                  <a:lnTo>
                    <a:pt x="75692" y="2097849"/>
                  </a:lnTo>
                  <a:lnTo>
                    <a:pt x="78968" y="2097849"/>
                  </a:lnTo>
                  <a:lnTo>
                    <a:pt x="78778" y="2097963"/>
                  </a:lnTo>
                  <a:lnTo>
                    <a:pt x="82296" y="2097963"/>
                  </a:lnTo>
                  <a:lnTo>
                    <a:pt x="148590" y="2059647"/>
                  </a:lnTo>
                  <a:close/>
                </a:path>
                <a:path w="3705859" h="2145665">
                  <a:moveTo>
                    <a:pt x="996238" y="1565783"/>
                  </a:moveTo>
                  <a:lnTo>
                    <a:pt x="968425" y="1581861"/>
                  </a:lnTo>
                  <a:lnTo>
                    <a:pt x="967841" y="1584185"/>
                  </a:lnTo>
                  <a:lnTo>
                    <a:pt x="967282" y="1586445"/>
                  </a:lnTo>
                  <a:lnTo>
                    <a:pt x="995413" y="1570189"/>
                  </a:lnTo>
                  <a:lnTo>
                    <a:pt x="995984" y="1567929"/>
                  </a:lnTo>
                  <a:lnTo>
                    <a:pt x="996149" y="1567281"/>
                  </a:lnTo>
                  <a:lnTo>
                    <a:pt x="996238" y="1565783"/>
                  </a:lnTo>
                  <a:close/>
                </a:path>
                <a:path w="3705859" h="2145665">
                  <a:moveTo>
                    <a:pt x="2436253" y="733463"/>
                  </a:moveTo>
                  <a:lnTo>
                    <a:pt x="2408326" y="749617"/>
                  </a:lnTo>
                  <a:lnTo>
                    <a:pt x="2407780" y="752081"/>
                  </a:lnTo>
                  <a:lnTo>
                    <a:pt x="2407323" y="754113"/>
                  </a:lnTo>
                  <a:lnTo>
                    <a:pt x="2435402" y="737895"/>
                  </a:lnTo>
                  <a:lnTo>
                    <a:pt x="2435974" y="735787"/>
                  </a:lnTo>
                  <a:lnTo>
                    <a:pt x="2436139" y="735190"/>
                  </a:lnTo>
                  <a:lnTo>
                    <a:pt x="2436253" y="733463"/>
                  </a:lnTo>
                  <a:close/>
                </a:path>
                <a:path w="3705859" h="2145665">
                  <a:moveTo>
                    <a:pt x="2719743" y="569607"/>
                  </a:moveTo>
                  <a:lnTo>
                    <a:pt x="2692374" y="585431"/>
                  </a:lnTo>
                  <a:lnTo>
                    <a:pt x="2691739" y="587984"/>
                  </a:lnTo>
                  <a:lnTo>
                    <a:pt x="2691244" y="590016"/>
                  </a:lnTo>
                  <a:lnTo>
                    <a:pt x="2718930" y="574014"/>
                  </a:lnTo>
                  <a:lnTo>
                    <a:pt x="2719489" y="571957"/>
                  </a:lnTo>
                  <a:lnTo>
                    <a:pt x="2719603" y="571550"/>
                  </a:lnTo>
                  <a:lnTo>
                    <a:pt x="2719743" y="569607"/>
                  </a:lnTo>
                  <a:close/>
                </a:path>
                <a:path w="3705859" h="2145665">
                  <a:moveTo>
                    <a:pt x="3705237" y="0"/>
                  </a:moveTo>
                  <a:lnTo>
                    <a:pt x="3677196" y="16217"/>
                  </a:lnTo>
                  <a:lnTo>
                    <a:pt x="3676612" y="18846"/>
                  </a:lnTo>
                  <a:lnTo>
                    <a:pt x="3676205" y="20713"/>
                  </a:lnTo>
                  <a:lnTo>
                    <a:pt x="3704437" y="4394"/>
                  </a:lnTo>
                  <a:lnTo>
                    <a:pt x="3704971" y="2463"/>
                  </a:lnTo>
                  <a:lnTo>
                    <a:pt x="3705060" y="2146"/>
                  </a:lnTo>
                  <a:lnTo>
                    <a:pt x="3705237" y="0"/>
                  </a:lnTo>
                  <a:close/>
                </a:path>
              </a:pathLst>
            </a:custGeom>
            <a:solidFill>
              <a:srgbClr val="999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67823" y="1305585"/>
              <a:ext cx="3705225" cy="2145030"/>
            </a:xfrm>
            <a:custGeom>
              <a:avLst/>
              <a:gdLst/>
              <a:ahLst/>
              <a:cxnLst/>
              <a:rect l="l" t="t" r="r" b="b"/>
              <a:pathLst>
                <a:path w="3705225" h="2145029">
                  <a:moveTo>
                    <a:pt x="28968" y="2124672"/>
                  </a:moveTo>
                  <a:lnTo>
                    <a:pt x="495" y="2141131"/>
                  </a:lnTo>
                  <a:lnTo>
                    <a:pt x="228" y="2142045"/>
                  </a:lnTo>
                  <a:lnTo>
                    <a:pt x="114" y="2143239"/>
                  </a:lnTo>
                  <a:lnTo>
                    <a:pt x="0" y="2144445"/>
                  </a:lnTo>
                  <a:lnTo>
                    <a:pt x="25984" y="2129434"/>
                  </a:lnTo>
                  <a:lnTo>
                    <a:pt x="27114" y="2127643"/>
                  </a:lnTo>
                  <a:lnTo>
                    <a:pt x="28968" y="2124672"/>
                  </a:lnTo>
                  <a:close/>
                </a:path>
                <a:path w="3705225" h="2145029">
                  <a:moveTo>
                    <a:pt x="151739" y="2056777"/>
                  </a:moveTo>
                  <a:lnTo>
                    <a:pt x="150736" y="2056193"/>
                  </a:lnTo>
                  <a:lnTo>
                    <a:pt x="149085" y="2055253"/>
                  </a:lnTo>
                  <a:lnTo>
                    <a:pt x="82626" y="2093658"/>
                  </a:lnTo>
                  <a:lnTo>
                    <a:pt x="85902" y="2093658"/>
                  </a:lnTo>
                  <a:lnTo>
                    <a:pt x="87795" y="2093722"/>
                  </a:lnTo>
                  <a:lnTo>
                    <a:pt x="151739" y="2056777"/>
                  </a:lnTo>
                  <a:close/>
                </a:path>
                <a:path w="3705225" h="2145029">
                  <a:moveTo>
                    <a:pt x="995908" y="1565795"/>
                  </a:moveTo>
                  <a:lnTo>
                    <a:pt x="967778" y="1582051"/>
                  </a:lnTo>
                  <a:lnTo>
                    <a:pt x="967587" y="1582839"/>
                  </a:lnTo>
                  <a:lnTo>
                    <a:pt x="966330" y="1584883"/>
                  </a:lnTo>
                  <a:lnTo>
                    <a:pt x="965161" y="1586776"/>
                  </a:lnTo>
                  <a:lnTo>
                    <a:pt x="994956" y="1569567"/>
                  </a:lnTo>
                  <a:lnTo>
                    <a:pt x="995311" y="1568132"/>
                  </a:lnTo>
                  <a:lnTo>
                    <a:pt x="995908" y="1565795"/>
                  </a:lnTo>
                  <a:close/>
                </a:path>
                <a:path w="3705225" h="2145029">
                  <a:moveTo>
                    <a:pt x="2435898" y="733501"/>
                  </a:moveTo>
                  <a:lnTo>
                    <a:pt x="2407818" y="749719"/>
                  </a:lnTo>
                  <a:lnTo>
                    <a:pt x="2407551" y="750951"/>
                  </a:lnTo>
                  <a:lnTo>
                    <a:pt x="2406548" y="752614"/>
                  </a:lnTo>
                  <a:lnTo>
                    <a:pt x="2405291" y="754684"/>
                  </a:lnTo>
                  <a:lnTo>
                    <a:pt x="2434767" y="737654"/>
                  </a:lnTo>
                  <a:lnTo>
                    <a:pt x="2435199" y="736053"/>
                  </a:lnTo>
                  <a:lnTo>
                    <a:pt x="2435898" y="733501"/>
                  </a:lnTo>
                  <a:close/>
                </a:path>
                <a:path w="3705225" h="2145029">
                  <a:moveTo>
                    <a:pt x="2719425" y="569620"/>
                  </a:moveTo>
                  <a:lnTo>
                    <a:pt x="2691739" y="585622"/>
                  </a:lnTo>
                  <a:lnTo>
                    <a:pt x="2691231" y="587667"/>
                  </a:lnTo>
                  <a:lnTo>
                    <a:pt x="2690812" y="588340"/>
                  </a:lnTo>
                  <a:lnTo>
                    <a:pt x="2689517" y="590461"/>
                  </a:lnTo>
                  <a:lnTo>
                    <a:pt x="2718270" y="573849"/>
                  </a:lnTo>
                  <a:lnTo>
                    <a:pt x="2718714" y="572223"/>
                  </a:lnTo>
                  <a:lnTo>
                    <a:pt x="2719425" y="569620"/>
                  </a:lnTo>
                  <a:close/>
                </a:path>
                <a:path w="3705225" h="2145029">
                  <a:moveTo>
                    <a:pt x="3704933" y="0"/>
                  </a:moveTo>
                  <a:lnTo>
                    <a:pt x="3676700" y="16319"/>
                  </a:lnTo>
                  <a:lnTo>
                    <a:pt x="3676408" y="17691"/>
                  </a:lnTo>
                  <a:lnTo>
                    <a:pt x="3675583" y="19265"/>
                  </a:lnTo>
                  <a:lnTo>
                    <a:pt x="3674516" y="21323"/>
                  </a:lnTo>
                  <a:lnTo>
                    <a:pt x="3703701" y="4470"/>
                  </a:lnTo>
                  <a:lnTo>
                    <a:pt x="3704171" y="2743"/>
                  </a:lnTo>
                  <a:lnTo>
                    <a:pt x="3704933" y="0"/>
                  </a:lnTo>
                  <a:close/>
                </a:path>
              </a:pathLst>
            </a:custGeom>
            <a:solidFill>
              <a:srgbClr val="969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80628" y="805611"/>
              <a:ext cx="6472555" cy="3740785"/>
            </a:xfrm>
            <a:custGeom>
              <a:avLst/>
              <a:gdLst/>
              <a:ahLst/>
              <a:cxnLst/>
              <a:rect l="l" t="t" r="r" b="b"/>
              <a:pathLst>
                <a:path w="6472555" h="3740785">
                  <a:moveTo>
                    <a:pt x="36677" y="3718979"/>
                  </a:moveTo>
                  <a:lnTo>
                    <a:pt x="32143" y="3721062"/>
                  </a:lnTo>
                  <a:lnTo>
                    <a:pt x="10096" y="3732923"/>
                  </a:lnTo>
                  <a:lnTo>
                    <a:pt x="0" y="3740175"/>
                  </a:lnTo>
                  <a:lnTo>
                    <a:pt x="36677" y="3718979"/>
                  </a:lnTo>
                  <a:close/>
                </a:path>
                <a:path w="6472555" h="3740785">
                  <a:moveTo>
                    <a:pt x="910120" y="3214243"/>
                  </a:moveTo>
                  <a:lnTo>
                    <a:pt x="896404" y="3220821"/>
                  </a:lnTo>
                  <a:lnTo>
                    <a:pt x="886447" y="3225495"/>
                  </a:lnTo>
                  <a:lnTo>
                    <a:pt x="879424" y="3230638"/>
                  </a:lnTo>
                  <a:lnTo>
                    <a:pt x="870673" y="3237026"/>
                  </a:lnTo>
                  <a:lnTo>
                    <a:pt x="910120" y="3214243"/>
                  </a:lnTo>
                  <a:close/>
                </a:path>
                <a:path w="6472555" h="3740785">
                  <a:moveTo>
                    <a:pt x="1913178" y="2629408"/>
                  </a:moveTo>
                  <a:lnTo>
                    <a:pt x="1887194" y="2644419"/>
                  </a:lnTo>
                  <a:lnTo>
                    <a:pt x="1887004" y="2646337"/>
                  </a:lnTo>
                  <a:lnTo>
                    <a:pt x="1886788" y="2648585"/>
                  </a:lnTo>
                  <a:lnTo>
                    <a:pt x="1886648" y="2649918"/>
                  </a:lnTo>
                  <a:lnTo>
                    <a:pt x="1910689" y="2636037"/>
                  </a:lnTo>
                  <a:lnTo>
                    <a:pt x="1911121" y="2634526"/>
                  </a:lnTo>
                  <a:lnTo>
                    <a:pt x="1911845" y="2631986"/>
                  </a:lnTo>
                  <a:lnTo>
                    <a:pt x="1912099" y="2631135"/>
                  </a:lnTo>
                  <a:lnTo>
                    <a:pt x="1913178" y="2629408"/>
                  </a:lnTo>
                  <a:close/>
                </a:path>
                <a:path w="6472555" h="3740785">
                  <a:moveTo>
                    <a:pt x="2043430" y="2559329"/>
                  </a:moveTo>
                  <a:lnTo>
                    <a:pt x="2042350" y="2558707"/>
                  </a:lnTo>
                  <a:lnTo>
                    <a:pt x="2040521" y="2557665"/>
                  </a:lnTo>
                  <a:lnTo>
                    <a:pt x="2038934" y="2556751"/>
                  </a:lnTo>
                  <a:lnTo>
                    <a:pt x="1974824" y="2593797"/>
                  </a:lnTo>
                  <a:lnTo>
                    <a:pt x="1977948" y="2593797"/>
                  </a:lnTo>
                  <a:lnTo>
                    <a:pt x="1977783" y="2593898"/>
                  </a:lnTo>
                  <a:lnTo>
                    <a:pt x="1981428" y="2593898"/>
                  </a:lnTo>
                  <a:lnTo>
                    <a:pt x="1982774" y="2593949"/>
                  </a:lnTo>
                  <a:lnTo>
                    <a:pt x="1983244" y="2594102"/>
                  </a:lnTo>
                  <a:lnTo>
                    <a:pt x="2043430" y="2559329"/>
                  </a:lnTo>
                  <a:close/>
                </a:path>
                <a:path w="6472555" h="3740785">
                  <a:moveTo>
                    <a:pt x="2434729" y="2333206"/>
                  </a:moveTo>
                  <a:lnTo>
                    <a:pt x="2418638" y="2341283"/>
                  </a:lnTo>
                  <a:lnTo>
                    <a:pt x="2415019" y="2343099"/>
                  </a:lnTo>
                  <a:lnTo>
                    <a:pt x="2413127" y="2344470"/>
                  </a:lnTo>
                  <a:lnTo>
                    <a:pt x="2404770" y="2350516"/>
                  </a:lnTo>
                  <a:lnTo>
                    <a:pt x="2434729" y="2333206"/>
                  </a:lnTo>
                  <a:close/>
                </a:path>
                <a:path w="6472555" h="3740785">
                  <a:moveTo>
                    <a:pt x="2882150" y="2069541"/>
                  </a:moveTo>
                  <a:lnTo>
                    <a:pt x="2852356" y="2086749"/>
                  </a:lnTo>
                  <a:lnTo>
                    <a:pt x="2850515" y="2089759"/>
                  </a:lnTo>
                  <a:lnTo>
                    <a:pt x="2849359" y="2091639"/>
                  </a:lnTo>
                  <a:lnTo>
                    <a:pt x="2847771" y="2093341"/>
                  </a:lnTo>
                  <a:lnTo>
                    <a:pt x="2845358" y="2095906"/>
                  </a:lnTo>
                  <a:lnTo>
                    <a:pt x="2880639" y="2075522"/>
                  </a:lnTo>
                  <a:lnTo>
                    <a:pt x="2880982" y="2074138"/>
                  </a:lnTo>
                  <a:lnTo>
                    <a:pt x="2881566" y="2071814"/>
                  </a:lnTo>
                  <a:lnTo>
                    <a:pt x="2882150" y="2069541"/>
                  </a:lnTo>
                  <a:close/>
                </a:path>
                <a:path w="6472555" h="3740785">
                  <a:moveTo>
                    <a:pt x="3898354" y="1487411"/>
                  </a:moveTo>
                  <a:lnTo>
                    <a:pt x="3897858" y="1486598"/>
                  </a:lnTo>
                  <a:lnTo>
                    <a:pt x="3893134" y="1490421"/>
                  </a:lnTo>
                  <a:lnTo>
                    <a:pt x="3898354" y="1487411"/>
                  </a:lnTo>
                  <a:close/>
                </a:path>
                <a:path w="6472555" h="3740785">
                  <a:moveTo>
                    <a:pt x="4321962" y="1237627"/>
                  </a:moveTo>
                  <a:lnTo>
                    <a:pt x="4292485" y="1254658"/>
                  </a:lnTo>
                  <a:lnTo>
                    <a:pt x="4290517" y="1257909"/>
                  </a:lnTo>
                  <a:lnTo>
                    <a:pt x="4289539" y="1259535"/>
                  </a:lnTo>
                  <a:lnTo>
                    <a:pt x="4288002" y="1261173"/>
                  </a:lnTo>
                  <a:lnTo>
                    <a:pt x="4285831" y="1263497"/>
                  </a:lnTo>
                  <a:lnTo>
                    <a:pt x="4320349" y="1243545"/>
                  </a:lnTo>
                  <a:lnTo>
                    <a:pt x="4320692" y="1242288"/>
                  </a:lnTo>
                  <a:lnTo>
                    <a:pt x="4321276" y="1240142"/>
                  </a:lnTo>
                  <a:lnTo>
                    <a:pt x="4321962" y="1237627"/>
                  </a:lnTo>
                  <a:close/>
                </a:path>
                <a:path w="6472555" h="3740785">
                  <a:moveTo>
                    <a:pt x="4605464" y="1073823"/>
                  </a:moveTo>
                  <a:lnTo>
                    <a:pt x="4576711" y="1090434"/>
                  </a:lnTo>
                  <a:lnTo>
                    <a:pt x="4574654" y="1093774"/>
                  </a:lnTo>
                  <a:lnTo>
                    <a:pt x="4573016" y="1096492"/>
                  </a:lnTo>
                  <a:lnTo>
                    <a:pt x="4570692" y="1098880"/>
                  </a:lnTo>
                  <a:lnTo>
                    <a:pt x="4603851" y="1079715"/>
                  </a:lnTo>
                  <a:lnTo>
                    <a:pt x="4604182" y="1078484"/>
                  </a:lnTo>
                  <a:lnTo>
                    <a:pt x="4604766" y="1076388"/>
                  </a:lnTo>
                  <a:lnTo>
                    <a:pt x="4605464" y="1073823"/>
                  </a:lnTo>
                  <a:close/>
                </a:path>
                <a:path w="6472555" h="3740785">
                  <a:moveTo>
                    <a:pt x="5292852" y="681558"/>
                  </a:moveTo>
                  <a:lnTo>
                    <a:pt x="5288356" y="683171"/>
                  </a:lnTo>
                  <a:lnTo>
                    <a:pt x="5286019" y="684022"/>
                  </a:lnTo>
                  <a:lnTo>
                    <a:pt x="5278615" y="688035"/>
                  </a:lnTo>
                  <a:lnTo>
                    <a:pt x="5272671" y="692238"/>
                  </a:lnTo>
                  <a:lnTo>
                    <a:pt x="5265051" y="697623"/>
                  </a:lnTo>
                  <a:lnTo>
                    <a:pt x="5292852" y="681558"/>
                  </a:lnTo>
                  <a:close/>
                </a:path>
                <a:path w="6472555" h="3740785">
                  <a:moveTo>
                    <a:pt x="5590895" y="504444"/>
                  </a:moveTo>
                  <a:lnTo>
                    <a:pt x="5561711" y="521296"/>
                  </a:lnTo>
                  <a:lnTo>
                    <a:pt x="5560022" y="524560"/>
                  </a:lnTo>
                  <a:lnTo>
                    <a:pt x="5559031" y="526491"/>
                  </a:lnTo>
                  <a:lnTo>
                    <a:pt x="5558409" y="527138"/>
                  </a:lnTo>
                  <a:lnTo>
                    <a:pt x="5556339" y="529297"/>
                  </a:lnTo>
                  <a:lnTo>
                    <a:pt x="5589295" y="510247"/>
                  </a:lnTo>
                  <a:lnTo>
                    <a:pt x="5589613" y="509117"/>
                  </a:lnTo>
                  <a:lnTo>
                    <a:pt x="5590146" y="507161"/>
                  </a:lnTo>
                  <a:lnTo>
                    <a:pt x="5590895" y="504444"/>
                  </a:lnTo>
                  <a:close/>
                </a:path>
                <a:path w="6472555" h="3740785">
                  <a:moveTo>
                    <a:pt x="5917933" y="320332"/>
                  </a:moveTo>
                  <a:lnTo>
                    <a:pt x="5909729" y="324154"/>
                  </a:lnTo>
                  <a:lnTo>
                    <a:pt x="5897359" y="329895"/>
                  </a:lnTo>
                  <a:lnTo>
                    <a:pt x="5889307" y="335953"/>
                  </a:lnTo>
                  <a:lnTo>
                    <a:pt x="5883961" y="339966"/>
                  </a:lnTo>
                  <a:lnTo>
                    <a:pt x="5917933" y="320332"/>
                  </a:lnTo>
                  <a:close/>
                </a:path>
                <a:path w="6472555" h="3740785">
                  <a:moveTo>
                    <a:pt x="6472263" y="0"/>
                  </a:moveTo>
                  <a:lnTo>
                    <a:pt x="6468021" y="1574"/>
                  </a:lnTo>
                  <a:lnTo>
                    <a:pt x="6467119" y="1905"/>
                  </a:lnTo>
                  <a:lnTo>
                    <a:pt x="6459715" y="5283"/>
                  </a:lnTo>
                  <a:lnTo>
                    <a:pt x="6453518" y="9956"/>
                  </a:lnTo>
                  <a:lnTo>
                    <a:pt x="6448463" y="13754"/>
                  </a:lnTo>
                  <a:lnTo>
                    <a:pt x="6472263" y="0"/>
                  </a:lnTo>
                  <a:close/>
                </a:path>
              </a:pathLst>
            </a:custGeom>
            <a:solidFill>
              <a:srgbClr val="9393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0427" y="803622"/>
              <a:ext cx="7348855" cy="4247515"/>
            </a:xfrm>
            <a:custGeom>
              <a:avLst/>
              <a:gdLst/>
              <a:ahLst/>
              <a:cxnLst/>
              <a:rect l="l" t="t" r="r" b="b"/>
              <a:pathLst>
                <a:path w="7348855" h="4247515">
                  <a:moveTo>
                    <a:pt x="2235184" y="2954688"/>
                  </a:moveTo>
                  <a:lnTo>
                    <a:pt x="2229208" y="2958929"/>
                  </a:lnTo>
                  <a:lnTo>
                    <a:pt x="2235389" y="2955357"/>
                  </a:lnTo>
                  <a:lnTo>
                    <a:pt x="2235184" y="2954688"/>
                  </a:lnTo>
                  <a:close/>
                </a:path>
                <a:path w="7348855" h="4247515">
                  <a:moveTo>
                    <a:pt x="10144" y="4239420"/>
                  </a:moveTo>
                  <a:lnTo>
                    <a:pt x="0" y="4247391"/>
                  </a:lnTo>
                  <a:lnTo>
                    <a:pt x="10723" y="4241193"/>
                  </a:lnTo>
                  <a:lnTo>
                    <a:pt x="10144" y="4239420"/>
                  </a:lnTo>
                  <a:close/>
                </a:path>
                <a:path w="7348855" h="4247515">
                  <a:moveTo>
                    <a:pt x="7348547" y="0"/>
                  </a:moveTo>
                  <a:lnTo>
                    <a:pt x="7311319" y="21274"/>
                  </a:lnTo>
                  <a:lnTo>
                    <a:pt x="7310889" y="21765"/>
                  </a:lnTo>
                  <a:lnTo>
                    <a:pt x="7348547" y="0"/>
                  </a:lnTo>
                  <a:close/>
                </a:path>
                <a:path w="7348855" h="4247515">
                  <a:moveTo>
                    <a:pt x="6795232" y="319810"/>
                  </a:moveTo>
                  <a:lnTo>
                    <a:pt x="6791539" y="320740"/>
                  </a:lnTo>
                  <a:lnTo>
                    <a:pt x="6788145" y="322317"/>
                  </a:lnTo>
                  <a:lnTo>
                    <a:pt x="6754164" y="341954"/>
                  </a:lnTo>
                  <a:lnTo>
                    <a:pt x="6744995" y="348847"/>
                  </a:lnTo>
                  <a:lnTo>
                    <a:pt x="6795232" y="319810"/>
                  </a:lnTo>
                  <a:close/>
                </a:path>
                <a:path w="7348855" h="4247515">
                  <a:moveTo>
                    <a:pt x="6168458" y="682079"/>
                  </a:moveTo>
                  <a:lnTo>
                    <a:pt x="6130219" y="703168"/>
                  </a:lnTo>
                  <a:lnTo>
                    <a:pt x="6128364" y="705253"/>
                  </a:lnTo>
                  <a:lnTo>
                    <a:pt x="6168458" y="682079"/>
                  </a:lnTo>
                  <a:close/>
                </a:path>
                <a:path w="7348855" h="4247515">
                  <a:moveTo>
                    <a:pt x="4768561" y="1489390"/>
                  </a:moveTo>
                  <a:lnTo>
                    <a:pt x="4763341" y="1492406"/>
                  </a:lnTo>
                  <a:lnTo>
                    <a:pt x="4755315" y="1498863"/>
                  </a:lnTo>
                  <a:lnTo>
                    <a:pt x="4769389" y="1490728"/>
                  </a:lnTo>
                  <a:lnTo>
                    <a:pt x="4768561" y="1489390"/>
                  </a:lnTo>
                  <a:close/>
                </a:path>
                <a:path w="7348855" h="4247515">
                  <a:moveTo>
                    <a:pt x="3314622" y="2331570"/>
                  </a:moveTo>
                  <a:lnTo>
                    <a:pt x="3309199" y="2333045"/>
                  </a:lnTo>
                  <a:lnTo>
                    <a:pt x="3304934" y="2335187"/>
                  </a:lnTo>
                  <a:lnTo>
                    <a:pt x="3274976" y="2352499"/>
                  </a:lnTo>
                  <a:lnTo>
                    <a:pt x="3261323" y="2362376"/>
                  </a:lnTo>
                  <a:lnTo>
                    <a:pt x="3314622" y="2331570"/>
                  </a:lnTo>
                  <a:close/>
                </a:path>
                <a:path w="7348855" h="4247515">
                  <a:moveTo>
                    <a:pt x="1786635" y="3214732"/>
                  </a:moveTo>
                  <a:lnTo>
                    <a:pt x="1780323" y="3216226"/>
                  </a:lnTo>
                  <a:lnTo>
                    <a:pt x="1740887" y="3239015"/>
                  </a:lnTo>
                  <a:lnTo>
                    <a:pt x="1726830" y="3249299"/>
                  </a:lnTo>
                  <a:lnTo>
                    <a:pt x="1786635" y="3214732"/>
                  </a:lnTo>
                  <a:close/>
                </a:path>
                <a:path w="7348855" h="4247515">
                  <a:moveTo>
                    <a:pt x="924971" y="3712766"/>
                  </a:moveTo>
                  <a:lnTo>
                    <a:pt x="906728" y="3721057"/>
                  </a:lnTo>
                  <a:lnTo>
                    <a:pt x="870204" y="3742163"/>
                  </a:lnTo>
                  <a:lnTo>
                    <a:pt x="852907" y="3754418"/>
                  </a:lnTo>
                  <a:lnTo>
                    <a:pt x="924971" y="3712766"/>
                  </a:lnTo>
                  <a:close/>
                </a:path>
                <a:path w="7348855" h="4247515">
                  <a:moveTo>
                    <a:pt x="6459504" y="512231"/>
                  </a:moveTo>
                  <a:lnTo>
                    <a:pt x="6426549" y="531275"/>
                  </a:lnTo>
                  <a:lnTo>
                    <a:pt x="6423036" y="534936"/>
                  </a:lnTo>
                  <a:lnTo>
                    <a:pt x="6458972" y="514165"/>
                  </a:lnTo>
                  <a:lnTo>
                    <a:pt x="6459504" y="512231"/>
                  </a:lnTo>
                  <a:close/>
                </a:path>
                <a:path w="7348855" h="4247515">
                  <a:moveTo>
                    <a:pt x="5474059" y="1081698"/>
                  </a:moveTo>
                  <a:lnTo>
                    <a:pt x="5440893" y="1100864"/>
                  </a:lnTo>
                  <a:lnTo>
                    <a:pt x="5437139" y="1104775"/>
                  </a:lnTo>
                  <a:lnTo>
                    <a:pt x="5473495" y="1083762"/>
                  </a:lnTo>
                  <a:lnTo>
                    <a:pt x="5474059" y="1081698"/>
                  </a:lnTo>
                  <a:close/>
                </a:path>
                <a:path w="7348855" h="4247515">
                  <a:moveTo>
                    <a:pt x="5190553" y="1245530"/>
                  </a:moveTo>
                  <a:lnTo>
                    <a:pt x="5156036" y="1265477"/>
                  </a:lnTo>
                  <a:lnTo>
                    <a:pt x="5152409" y="1269346"/>
                  </a:lnTo>
                  <a:lnTo>
                    <a:pt x="5189981" y="1247630"/>
                  </a:lnTo>
                  <a:lnTo>
                    <a:pt x="5190553" y="1245530"/>
                  </a:lnTo>
                  <a:close/>
                </a:path>
                <a:path w="7348855" h="4247515">
                  <a:moveTo>
                    <a:pt x="3750842" y="2077507"/>
                  </a:moveTo>
                  <a:lnTo>
                    <a:pt x="3715562" y="2097894"/>
                  </a:lnTo>
                  <a:lnTo>
                    <a:pt x="3711603" y="2102119"/>
                  </a:lnTo>
                  <a:lnTo>
                    <a:pt x="3750270" y="2079770"/>
                  </a:lnTo>
                  <a:lnTo>
                    <a:pt x="3750842" y="2077507"/>
                  </a:lnTo>
                  <a:close/>
                </a:path>
                <a:path w="7348855" h="4247515">
                  <a:moveTo>
                    <a:pt x="2913635" y="2561310"/>
                  </a:moveTo>
                  <a:lnTo>
                    <a:pt x="2853448" y="2596091"/>
                  </a:lnTo>
                  <a:lnTo>
                    <a:pt x="2855656" y="2596848"/>
                  </a:lnTo>
                  <a:lnTo>
                    <a:pt x="2915394" y="2562320"/>
                  </a:lnTo>
                  <a:lnTo>
                    <a:pt x="2913635" y="2561310"/>
                  </a:lnTo>
                  <a:close/>
                </a:path>
                <a:path w="7348855" h="4247515">
                  <a:moveTo>
                    <a:pt x="2780900" y="2638015"/>
                  </a:moveTo>
                  <a:lnTo>
                    <a:pt x="2756860" y="2651906"/>
                  </a:lnTo>
                  <a:lnTo>
                    <a:pt x="2756649" y="2654073"/>
                  </a:lnTo>
                  <a:lnTo>
                    <a:pt x="2780200" y="2640461"/>
                  </a:lnTo>
                  <a:lnTo>
                    <a:pt x="2780900" y="2638015"/>
                  </a:lnTo>
                  <a:close/>
                </a:path>
              </a:pathLst>
            </a:custGeom>
            <a:solidFill>
              <a:srgbClr val="919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501" y="800988"/>
              <a:ext cx="7379334" cy="4265295"/>
            </a:xfrm>
            <a:custGeom>
              <a:avLst/>
              <a:gdLst/>
              <a:ahLst/>
              <a:cxnLst/>
              <a:rect l="l" t="t" r="r" b="b"/>
              <a:pathLst>
                <a:path w="7379334" h="4265295">
                  <a:moveTo>
                    <a:pt x="30721" y="4247134"/>
                  </a:moveTo>
                  <a:lnTo>
                    <a:pt x="30073" y="4245153"/>
                  </a:lnTo>
                  <a:lnTo>
                    <a:pt x="29641" y="4243832"/>
                  </a:lnTo>
                  <a:lnTo>
                    <a:pt x="18923" y="4250029"/>
                  </a:lnTo>
                  <a:lnTo>
                    <a:pt x="11353" y="4255973"/>
                  </a:lnTo>
                  <a:lnTo>
                    <a:pt x="0" y="4264888"/>
                  </a:lnTo>
                  <a:lnTo>
                    <a:pt x="30721" y="4247134"/>
                  </a:lnTo>
                  <a:close/>
                </a:path>
                <a:path w="7379334" h="4265295">
                  <a:moveTo>
                    <a:pt x="962444" y="3708616"/>
                  </a:moveTo>
                  <a:lnTo>
                    <a:pt x="952068" y="3712362"/>
                  </a:lnTo>
                  <a:lnTo>
                    <a:pt x="951776" y="3712527"/>
                  </a:lnTo>
                  <a:lnTo>
                    <a:pt x="943889" y="3715410"/>
                  </a:lnTo>
                  <a:lnTo>
                    <a:pt x="871829" y="3757053"/>
                  </a:lnTo>
                  <a:lnTo>
                    <a:pt x="864984" y="3761905"/>
                  </a:lnTo>
                  <a:lnTo>
                    <a:pt x="863434" y="3763581"/>
                  </a:lnTo>
                  <a:lnTo>
                    <a:pt x="858901" y="3768458"/>
                  </a:lnTo>
                  <a:lnTo>
                    <a:pt x="962444" y="3708616"/>
                  </a:lnTo>
                  <a:close/>
                </a:path>
                <a:path w="7379334" h="4265295">
                  <a:moveTo>
                    <a:pt x="1817814" y="3214217"/>
                  </a:moveTo>
                  <a:lnTo>
                    <a:pt x="1811096" y="3215944"/>
                  </a:lnTo>
                  <a:lnTo>
                    <a:pt x="1805559" y="3217367"/>
                  </a:lnTo>
                  <a:lnTo>
                    <a:pt x="1745754" y="3251936"/>
                  </a:lnTo>
                  <a:lnTo>
                    <a:pt x="1743544" y="3253549"/>
                  </a:lnTo>
                  <a:lnTo>
                    <a:pt x="1741055" y="3256419"/>
                  </a:lnTo>
                  <a:lnTo>
                    <a:pt x="1737283" y="3260763"/>
                  </a:lnTo>
                  <a:lnTo>
                    <a:pt x="1817814" y="3214217"/>
                  </a:lnTo>
                  <a:close/>
                </a:path>
                <a:path w="7379334" h="4265295">
                  <a:moveTo>
                    <a:pt x="2255329" y="2961335"/>
                  </a:moveTo>
                  <a:lnTo>
                    <a:pt x="2254783" y="2959544"/>
                  </a:lnTo>
                  <a:lnTo>
                    <a:pt x="2254313" y="2957995"/>
                  </a:lnTo>
                  <a:lnTo>
                    <a:pt x="2248128" y="2961563"/>
                  </a:lnTo>
                  <a:lnTo>
                    <a:pt x="2234285" y="2971393"/>
                  </a:lnTo>
                  <a:lnTo>
                    <a:pt x="2218296" y="2982747"/>
                  </a:lnTo>
                  <a:lnTo>
                    <a:pt x="2255329" y="2961335"/>
                  </a:lnTo>
                  <a:close/>
                </a:path>
                <a:path w="7379334" h="4265295">
                  <a:moveTo>
                    <a:pt x="2799118" y="2643098"/>
                  </a:moveTo>
                  <a:lnTo>
                    <a:pt x="2775572" y="2656713"/>
                  </a:lnTo>
                  <a:lnTo>
                    <a:pt x="2775369" y="2658707"/>
                  </a:lnTo>
                  <a:lnTo>
                    <a:pt x="2775166" y="2660878"/>
                  </a:lnTo>
                  <a:lnTo>
                    <a:pt x="2797772" y="2647810"/>
                  </a:lnTo>
                  <a:lnTo>
                    <a:pt x="2798470" y="2645359"/>
                  </a:lnTo>
                  <a:lnTo>
                    <a:pt x="2799118" y="2643098"/>
                  </a:lnTo>
                  <a:close/>
                </a:path>
                <a:path w="7379334" h="4265295">
                  <a:moveTo>
                    <a:pt x="2937726" y="2566924"/>
                  </a:moveTo>
                  <a:lnTo>
                    <a:pt x="2935960" y="2565908"/>
                  </a:lnTo>
                  <a:lnTo>
                    <a:pt x="2934309" y="2564955"/>
                  </a:lnTo>
                  <a:lnTo>
                    <a:pt x="2874581" y="2599486"/>
                  </a:lnTo>
                  <a:lnTo>
                    <a:pt x="2876639" y="2600198"/>
                  </a:lnTo>
                  <a:lnTo>
                    <a:pt x="2878848" y="2600947"/>
                  </a:lnTo>
                  <a:lnTo>
                    <a:pt x="2937726" y="2566924"/>
                  </a:lnTo>
                  <a:close/>
                </a:path>
                <a:path w="7379334" h="4265295">
                  <a:moveTo>
                    <a:pt x="3346386" y="2330716"/>
                  </a:moveTo>
                  <a:lnTo>
                    <a:pt x="3339909" y="2332482"/>
                  </a:lnTo>
                  <a:lnTo>
                    <a:pt x="3333546" y="2334209"/>
                  </a:lnTo>
                  <a:lnTo>
                    <a:pt x="3280245" y="2365019"/>
                  </a:lnTo>
                  <a:lnTo>
                    <a:pt x="3272967" y="2370277"/>
                  </a:lnTo>
                  <a:lnTo>
                    <a:pt x="3271418" y="2372055"/>
                  </a:lnTo>
                  <a:lnTo>
                    <a:pt x="3267926" y="2376068"/>
                  </a:lnTo>
                  <a:lnTo>
                    <a:pt x="3346386" y="2330716"/>
                  </a:lnTo>
                  <a:close/>
                </a:path>
                <a:path w="7379334" h="4265295">
                  <a:moveTo>
                    <a:pt x="3769195" y="2082406"/>
                  </a:moveTo>
                  <a:lnTo>
                    <a:pt x="3730523" y="2104758"/>
                  </a:lnTo>
                  <a:lnTo>
                    <a:pt x="3729952" y="2105367"/>
                  </a:lnTo>
                  <a:lnTo>
                    <a:pt x="3722065" y="2111641"/>
                  </a:lnTo>
                  <a:lnTo>
                    <a:pt x="3716007" y="2116455"/>
                  </a:lnTo>
                  <a:lnTo>
                    <a:pt x="3709327" y="2120938"/>
                  </a:lnTo>
                  <a:lnTo>
                    <a:pt x="3768026" y="2087016"/>
                  </a:lnTo>
                  <a:lnTo>
                    <a:pt x="3768598" y="2084743"/>
                  </a:lnTo>
                  <a:lnTo>
                    <a:pt x="3769195" y="2082406"/>
                  </a:lnTo>
                  <a:close/>
                </a:path>
                <a:path w="7379334" h="4265295">
                  <a:moveTo>
                    <a:pt x="4790097" y="1496263"/>
                  </a:moveTo>
                  <a:lnTo>
                    <a:pt x="4789271" y="1494929"/>
                  </a:lnTo>
                  <a:lnTo>
                    <a:pt x="4788306" y="1493367"/>
                  </a:lnTo>
                  <a:lnTo>
                    <a:pt x="4774235" y="1501508"/>
                  </a:lnTo>
                  <a:lnTo>
                    <a:pt x="4764925" y="1508988"/>
                  </a:lnTo>
                  <a:lnTo>
                    <a:pt x="4756886" y="1515452"/>
                  </a:lnTo>
                  <a:lnTo>
                    <a:pt x="4790097" y="1496263"/>
                  </a:lnTo>
                  <a:close/>
                </a:path>
                <a:path w="7379334" h="4265295">
                  <a:moveTo>
                    <a:pt x="5208905" y="1250264"/>
                  </a:moveTo>
                  <a:lnTo>
                    <a:pt x="5171325" y="1271981"/>
                  </a:lnTo>
                  <a:lnTo>
                    <a:pt x="5170132" y="1273263"/>
                  </a:lnTo>
                  <a:lnTo>
                    <a:pt x="5162905" y="1279004"/>
                  </a:lnTo>
                  <a:lnTo>
                    <a:pt x="5156174" y="1284351"/>
                  </a:lnTo>
                  <a:lnTo>
                    <a:pt x="5152809" y="1286624"/>
                  </a:lnTo>
                  <a:lnTo>
                    <a:pt x="5207635" y="1254937"/>
                  </a:lnTo>
                  <a:lnTo>
                    <a:pt x="5208206" y="1252829"/>
                  </a:lnTo>
                  <a:lnTo>
                    <a:pt x="5208905" y="1250264"/>
                  </a:lnTo>
                  <a:close/>
                </a:path>
                <a:path w="7379334" h="4265295">
                  <a:moveTo>
                    <a:pt x="5492420" y="1086396"/>
                  </a:moveTo>
                  <a:lnTo>
                    <a:pt x="5456059" y="1107414"/>
                  </a:lnTo>
                  <a:lnTo>
                    <a:pt x="5453596" y="1109980"/>
                  </a:lnTo>
                  <a:lnTo>
                    <a:pt x="5448147" y="1114171"/>
                  </a:lnTo>
                  <a:lnTo>
                    <a:pt x="5448376" y="1114044"/>
                  </a:lnTo>
                  <a:lnTo>
                    <a:pt x="5439689" y="1120800"/>
                  </a:lnTo>
                  <a:lnTo>
                    <a:pt x="5491137" y="1091069"/>
                  </a:lnTo>
                  <a:lnTo>
                    <a:pt x="5491708" y="1088999"/>
                  </a:lnTo>
                  <a:lnTo>
                    <a:pt x="5492420" y="1086396"/>
                  </a:lnTo>
                  <a:close/>
                </a:path>
                <a:path w="7379334" h="4265295">
                  <a:moveTo>
                    <a:pt x="6197574" y="682752"/>
                  </a:moveTo>
                  <a:lnTo>
                    <a:pt x="6147282" y="707898"/>
                  </a:lnTo>
                  <a:lnTo>
                    <a:pt x="6143142" y="712558"/>
                  </a:lnTo>
                  <a:lnTo>
                    <a:pt x="6140094" y="715975"/>
                  </a:lnTo>
                  <a:lnTo>
                    <a:pt x="6197574" y="682752"/>
                  </a:lnTo>
                  <a:close/>
                </a:path>
                <a:path w="7379334" h="4265295">
                  <a:moveTo>
                    <a:pt x="6477889" y="516801"/>
                  </a:moveTo>
                  <a:lnTo>
                    <a:pt x="6441961" y="537578"/>
                  </a:lnTo>
                  <a:lnTo>
                    <a:pt x="6439624" y="540004"/>
                  </a:lnTo>
                  <a:lnTo>
                    <a:pt x="6433274" y="544893"/>
                  </a:lnTo>
                  <a:lnTo>
                    <a:pt x="6425679" y="550735"/>
                  </a:lnTo>
                  <a:lnTo>
                    <a:pt x="6423711" y="552043"/>
                  </a:lnTo>
                  <a:lnTo>
                    <a:pt x="6476606" y="521474"/>
                  </a:lnTo>
                  <a:lnTo>
                    <a:pt x="6477140" y="519544"/>
                  </a:lnTo>
                  <a:lnTo>
                    <a:pt x="6477889" y="516801"/>
                  </a:lnTo>
                  <a:close/>
                </a:path>
                <a:path w="7379334" h="4265295">
                  <a:moveTo>
                    <a:pt x="6826199" y="319417"/>
                  </a:moveTo>
                  <a:lnTo>
                    <a:pt x="6821322" y="320649"/>
                  </a:lnTo>
                  <a:lnTo>
                    <a:pt x="6814147" y="322453"/>
                  </a:lnTo>
                  <a:lnTo>
                    <a:pt x="6763918" y="351485"/>
                  </a:lnTo>
                  <a:lnTo>
                    <a:pt x="6755308" y="357949"/>
                  </a:lnTo>
                  <a:lnTo>
                    <a:pt x="6753885" y="359625"/>
                  </a:lnTo>
                  <a:lnTo>
                    <a:pt x="6751155" y="362788"/>
                  </a:lnTo>
                  <a:lnTo>
                    <a:pt x="6826199" y="319417"/>
                  </a:lnTo>
                  <a:close/>
                </a:path>
                <a:path w="7379334" h="4265295">
                  <a:moveTo>
                    <a:pt x="7378827" y="0"/>
                  </a:moveTo>
                  <a:lnTo>
                    <a:pt x="7329805" y="24409"/>
                  </a:lnTo>
                  <a:lnTo>
                    <a:pt x="7322871" y="32346"/>
                  </a:lnTo>
                  <a:lnTo>
                    <a:pt x="7378827" y="0"/>
                  </a:lnTo>
                  <a:close/>
                </a:path>
              </a:pathLst>
            </a:custGeom>
            <a:solidFill>
              <a:srgbClr val="9191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8840" y="800099"/>
              <a:ext cx="7597140" cy="4391660"/>
            </a:xfrm>
            <a:custGeom>
              <a:avLst/>
              <a:gdLst/>
              <a:ahLst/>
              <a:cxnLst/>
              <a:rect l="l" t="t" r="r" b="b"/>
              <a:pathLst>
                <a:path w="7597140" h="4391660">
                  <a:moveTo>
                    <a:pt x="28867" y="4374464"/>
                  </a:moveTo>
                  <a:lnTo>
                    <a:pt x="28371" y="4374007"/>
                  </a:lnTo>
                  <a:lnTo>
                    <a:pt x="10083" y="4384675"/>
                  </a:lnTo>
                  <a:lnTo>
                    <a:pt x="0" y="4391139"/>
                  </a:lnTo>
                  <a:lnTo>
                    <a:pt x="28867" y="4374464"/>
                  </a:lnTo>
                  <a:close/>
                </a:path>
                <a:path w="7597140" h="4391660">
                  <a:moveTo>
                    <a:pt x="244068" y="4250118"/>
                  </a:moveTo>
                  <a:lnTo>
                    <a:pt x="243420" y="4248137"/>
                  </a:lnTo>
                  <a:lnTo>
                    <a:pt x="243179" y="4248137"/>
                  </a:lnTo>
                  <a:lnTo>
                    <a:pt x="212661" y="4265777"/>
                  </a:lnTo>
                  <a:lnTo>
                    <a:pt x="212051" y="4266260"/>
                  </a:lnTo>
                  <a:lnTo>
                    <a:pt x="200748" y="4275150"/>
                  </a:lnTo>
                  <a:lnTo>
                    <a:pt x="244068" y="4250118"/>
                  </a:lnTo>
                  <a:close/>
                </a:path>
                <a:path w="7597140" h="4391660">
                  <a:moveTo>
                    <a:pt x="574167" y="4059377"/>
                  </a:moveTo>
                  <a:lnTo>
                    <a:pt x="573963" y="4058539"/>
                  </a:lnTo>
                  <a:lnTo>
                    <a:pt x="458139" y="4124096"/>
                  </a:lnTo>
                  <a:lnTo>
                    <a:pt x="428675" y="4143438"/>
                  </a:lnTo>
                  <a:lnTo>
                    <a:pt x="574167" y="4059377"/>
                  </a:lnTo>
                  <a:close/>
                </a:path>
                <a:path w="7597140" h="4391660">
                  <a:moveTo>
                    <a:pt x="785622" y="3937203"/>
                  </a:moveTo>
                  <a:lnTo>
                    <a:pt x="755319" y="3953383"/>
                  </a:lnTo>
                  <a:lnTo>
                    <a:pt x="729792" y="3969461"/>
                  </a:lnTo>
                  <a:lnTo>
                    <a:pt x="785622" y="3937203"/>
                  </a:lnTo>
                  <a:close/>
                </a:path>
                <a:path w="7597140" h="4391660">
                  <a:moveTo>
                    <a:pt x="1184732" y="3706584"/>
                  </a:moveTo>
                  <a:lnTo>
                    <a:pt x="1071562" y="3769347"/>
                  </a:lnTo>
                  <a:lnTo>
                    <a:pt x="1070787" y="3770185"/>
                  </a:lnTo>
                  <a:lnTo>
                    <a:pt x="1066304" y="3775011"/>
                  </a:lnTo>
                  <a:lnTo>
                    <a:pt x="1184732" y="3706584"/>
                  </a:lnTo>
                  <a:close/>
                </a:path>
                <a:path w="7597140" h="4391660">
                  <a:moveTo>
                    <a:pt x="1395399" y="3583051"/>
                  </a:moveTo>
                  <a:lnTo>
                    <a:pt x="1265809" y="3657523"/>
                  </a:lnTo>
                  <a:lnTo>
                    <a:pt x="1265453" y="3659949"/>
                  </a:lnTo>
                  <a:lnTo>
                    <a:pt x="1394993" y="3585095"/>
                  </a:lnTo>
                  <a:lnTo>
                    <a:pt x="1395399" y="3583051"/>
                  </a:lnTo>
                  <a:close/>
                </a:path>
                <a:path w="7597140" h="4391660">
                  <a:moveTo>
                    <a:pt x="1713103" y="3401288"/>
                  </a:moveTo>
                  <a:lnTo>
                    <a:pt x="1711934" y="3401796"/>
                  </a:lnTo>
                  <a:lnTo>
                    <a:pt x="1683435" y="3416935"/>
                  </a:lnTo>
                  <a:lnTo>
                    <a:pt x="1662087" y="3430765"/>
                  </a:lnTo>
                  <a:lnTo>
                    <a:pt x="1713103" y="3401288"/>
                  </a:lnTo>
                  <a:close/>
                </a:path>
                <a:path w="7597140" h="4391660">
                  <a:moveTo>
                    <a:pt x="2037473" y="3213862"/>
                  </a:moveTo>
                  <a:lnTo>
                    <a:pt x="2035289" y="3213862"/>
                  </a:lnTo>
                  <a:lnTo>
                    <a:pt x="2032622" y="3214560"/>
                  </a:lnTo>
                  <a:lnTo>
                    <a:pt x="2030476" y="3215106"/>
                  </a:lnTo>
                  <a:lnTo>
                    <a:pt x="1949945" y="3261652"/>
                  </a:lnTo>
                  <a:lnTo>
                    <a:pt x="1948789" y="3262985"/>
                  </a:lnTo>
                  <a:lnTo>
                    <a:pt x="1945081" y="3267252"/>
                  </a:lnTo>
                  <a:lnTo>
                    <a:pt x="2037473" y="3213862"/>
                  </a:lnTo>
                  <a:close/>
                </a:path>
                <a:path w="7597140" h="4391660">
                  <a:moveTo>
                    <a:pt x="2300960" y="3061614"/>
                  </a:moveTo>
                  <a:lnTo>
                    <a:pt x="2300655" y="3060319"/>
                  </a:lnTo>
                  <a:lnTo>
                    <a:pt x="2282367" y="3070987"/>
                  </a:lnTo>
                  <a:lnTo>
                    <a:pt x="2269464" y="3079813"/>
                  </a:lnTo>
                  <a:lnTo>
                    <a:pt x="2300960" y="3061614"/>
                  </a:lnTo>
                  <a:close/>
                </a:path>
                <a:path w="7597140" h="4391660">
                  <a:moveTo>
                    <a:pt x="2468740" y="2964675"/>
                  </a:moveTo>
                  <a:lnTo>
                    <a:pt x="2468207" y="2962922"/>
                  </a:lnTo>
                  <a:lnTo>
                    <a:pt x="2467991" y="2962224"/>
                  </a:lnTo>
                  <a:lnTo>
                    <a:pt x="2430957" y="2983636"/>
                  </a:lnTo>
                  <a:lnTo>
                    <a:pt x="2424811" y="2987992"/>
                  </a:lnTo>
                  <a:lnTo>
                    <a:pt x="2419527" y="2991739"/>
                  </a:lnTo>
                  <a:lnTo>
                    <a:pt x="2419908" y="2992894"/>
                  </a:lnTo>
                  <a:lnTo>
                    <a:pt x="2468740" y="2964675"/>
                  </a:lnTo>
                  <a:close/>
                </a:path>
                <a:path w="7597140" h="4391660">
                  <a:moveTo>
                    <a:pt x="2719489" y="2819793"/>
                  </a:moveTo>
                  <a:lnTo>
                    <a:pt x="2715603" y="2821559"/>
                  </a:lnTo>
                  <a:lnTo>
                    <a:pt x="2684716" y="2837853"/>
                  </a:lnTo>
                  <a:lnTo>
                    <a:pt x="2653576" y="2857868"/>
                  </a:lnTo>
                  <a:lnTo>
                    <a:pt x="2719489" y="2819793"/>
                  </a:lnTo>
                  <a:close/>
                </a:path>
                <a:path w="7597140" h="4391660">
                  <a:moveTo>
                    <a:pt x="3010433" y="2648699"/>
                  </a:moveTo>
                  <a:lnTo>
                    <a:pt x="2987827" y="2661767"/>
                  </a:lnTo>
                  <a:lnTo>
                    <a:pt x="2987725" y="2662809"/>
                  </a:lnTo>
                  <a:lnTo>
                    <a:pt x="2987522" y="2664917"/>
                  </a:lnTo>
                  <a:lnTo>
                    <a:pt x="3009417" y="2652268"/>
                  </a:lnTo>
                  <a:lnTo>
                    <a:pt x="3010090" y="2649880"/>
                  </a:lnTo>
                  <a:lnTo>
                    <a:pt x="3010433" y="2648699"/>
                  </a:lnTo>
                  <a:close/>
                </a:path>
                <a:path w="7597140" h="4391660">
                  <a:moveTo>
                    <a:pt x="3152991" y="2569299"/>
                  </a:moveTo>
                  <a:lnTo>
                    <a:pt x="3151276" y="2568321"/>
                  </a:lnTo>
                  <a:lnTo>
                    <a:pt x="3150387" y="2567813"/>
                  </a:lnTo>
                  <a:lnTo>
                    <a:pt x="3091510" y="2601836"/>
                  </a:lnTo>
                  <a:lnTo>
                    <a:pt x="3092602" y="2602217"/>
                  </a:lnTo>
                  <a:lnTo>
                    <a:pt x="3094761" y="2602954"/>
                  </a:lnTo>
                  <a:lnTo>
                    <a:pt x="3152991" y="2569299"/>
                  </a:lnTo>
                  <a:close/>
                </a:path>
                <a:path w="7597140" h="4391660">
                  <a:moveTo>
                    <a:pt x="3359874" y="2447823"/>
                  </a:moveTo>
                  <a:lnTo>
                    <a:pt x="3359835" y="2447671"/>
                  </a:lnTo>
                  <a:lnTo>
                    <a:pt x="3339808" y="2459418"/>
                  </a:lnTo>
                  <a:lnTo>
                    <a:pt x="3359874" y="2447823"/>
                  </a:lnTo>
                  <a:close/>
                </a:path>
                <a:path w="7597140" h="4391660">
                  <a:moveTo>
                    <a:pt x="3360458" y="2449436"/>
                  </a:moveTo>
                  <a:lnTo>
                    <a:pt x="3359874" y="2447823"/>
                  </a:lnTo>
                  <a:lnTo>
                    <a:pt x="3271443" y="2499487"/>
                  </a:lnTo>
                  <a:lnTo>
                    <a:pt x="3271850" y="2500630"/>
                  </a:lnTo>
                  <a:lnTo>
                    <a:pt x="3360458" y="2449436"/>
                  </a:lnTo>
                  <a:close/>
                </a:path>
                <a:path w="7597140" h="4391660">
                  <a:moveTo>
                    <a:pt x="3566998" y="2330094"/>
                  </a:moveTo>
                  <a:lnTo>
                    <a:pt x="3564623" y="2330094"/>
                  </a:lnTo>
                  <a:lnTo>
                    <a:pt x="3562832" y="2330577"/>
                  </a:lnTo>
                  <a:lnTo>
                    <a:pt x="3559048" y="2331605"/>
                  </a:lnTo>
                  <a:lnTo>
                    <a:pt x="3480587" y="2376957"/>
                  </a:lnTo>
                  <a:lnTo>
                    <a:pt x="3478580" y="2379243"/>
                  </a:lnTo>
                  <a:lnTo>
                    <a:pt x="3475190" y="2383129"/>
                  </a:lnTo>
                  <a:lnTo>
                    <a:pt x="3566998" y="2330094"/>
                  </a:lnTo>
                  <a:close/>
                </a:path>
                <a:path w="7597140" h="4391660">
                  <a:moveTo>
                    <a:pt x="3980307" y="2089404"/>
                  </a:moveTo>
                  <a:lnTo>
                    <a:pt x="3804843" y="2191639"/>
                  </a:lnTo>
                  <a:lnTo>
                    <a:pt x="3792385" y="2199856"/>
                  </a:lnTo>
                  <a:lnTo>
                    <a:pt x="3979722" y="2091613"/>
                  </a:lnTo>
                  <a:lnTo>
                    <a:pt x="3980307" y="2089404"/>
                  </a:lnTo>
                  <a:close/>
                </a:path>
                <a:path w="7597140" h="4391660">
                  <a:moveTo>
                    <a:pt x="3980688" y="2087905"/>
                  </a:moveTo>
                  <a:lnTo>
                    <a:pt x="3922407" y="2121585"/>
                  </a:lnTo>
                  <a:lnTo>
                    <a:pt x="3909618" y="2130247"/>
                  </a:lnTo>
                  <a:lnTo>
                    <a:pt x="3980307" y="2089404"/>
                  </a:lnTo>
                  <a:lnTo>
                    <a:pt x="3980688" y="2087905"/>
                  </a:lnTo>
                  <a:close/>
                </a:path>
                <a:path w="7597140" h="4391660">
                  <a:moveTo>
                    <a:pt x="4140606" y="1998649"/>
                  </a:moveTo>
                  <a:lnTo>
                    <a:pt x="4109567" y="2014740"/>
                  </a:lnTo>
                  <a:lnTo>
                    <a:pt x="4084332" y="2031161"/>
                  </a:lnTo>
                  <a:lnTo>
                    <a:pt x="4140606" y="1998649"/>
                  </a:lnTo>
                  <a:close/>
                </a:path>
                <a:path w="7597140" h="4391660">
                  <a:moveTo>
                    <a:pt x="4571733" y="1749539"/>
                  </a:moveTo>
                  <a:lnTo>
                    <a:pt x="4571416" y="1748155"/>
                  </a:lnTo>
                  <a:lnTo>
                    <a:pt x="4455592" y="1815211"/>
                  </a:lnTo>
                  <a:lnTo>
                    <a:pt x="4432503" y="1829993"/>
                  </a:lnTo>
                  <a:lnTo>
                    <a:pt x="4571733" y="1749539"/>
                  </a:lnTo>
                  <a:close/>
                </a:path>
                <a:path w="7597140" h="4391660">
                  <a:moveTo>
                    <a:pt x="5004282" y="1499603"/>
                  </a:moveTo>
                  <a:lnTo>
                    <a:pt x="5003495" y="1498333"/>
                  </a:lnTo>
                  <a:lnTo>
                    <a:pt x="5002758" y="1497152"/>
                  </a:lnTo>
                  <a:lnTo>
                    <a:pt x="4969548" y="1516341"/>
                  </a:lnTo>
                  <a:lnTo>
                    <a:pt x="4962525" y="1522006"/>
                  </a:lnTo>
                  <a:lnTo>
                    <a:pt x="4960036" y="1524000"/>
                  </a:lnTo>
                  <a:lnTo>
                    <a:pt x="4951463" y="1529511"/>
                  </a:lnTo>
                  <a:lnTo>
                    <a:pt x="4944034" y="1534414"/>
                  </a:lnTo>
                  <a:lnTo>
                    <a:pt x="5004282" y="1499603"/>
                  </a:lnTo>
                  <a:close/>
                </a:path>
                <a:path w="7597140" h="4391660">
                  <a:moveTo>
                    <a:pt x="5419737" y="1257884"/>
                  </a:moveTo>
                  <a:lnTo>
                    <a:pt x="5245024" y="1359535"/>
                  </a:lnTo>
                  <a:lnTo>
                    <a:pt x="5235676" y="1365910"/>
                  </a:lnTo>
                  <a:lnTo>
                    <a:pt x="5419090" y="1259928"/>
                  </a:lnTo>
                  <a:lnTo>
                    <a:pt x="5419280" y="1259547"/>
                  </a:lnTo>
                  <a:lnTo>
                    <a:pt x="5419737" y="1257884"/>
                  </a:lnTo>
                  <a:close/>
                </a:path>
                <a:path w="7597140" h="4391660">
                  <a:moveTo>
                    <a:pt x="5420296" y="1255826"/>
                  </a:moveTo>
                  <a:lnTo>
                    <a:pt x="5365470" y="1287513"/>
                  </a:lnTo>
                  <a:lnTo>
                    <a:pt x="5349748" y="1298054"/>
                  </a:lnTo>
                  <a:lnTo>
                    <a:pt x="5325719" y="1312189"/>
                  </a:lnTo>
                  <a:lnTo>
                    <a:pt x="5419737" y="1257884"/>
                  </a:lnTo>
                  <a:lnTo>
                    <a:pt x="5420296" y="1255826"/>
                  </a:lnTo>
                  <a:close/>
                </a:path>
                <a:path w="7597140" h="4391660">
                  <a:moveTo>
                    <a:pt x="5703798" y="1091958"/>
                  </a:moveTo>
                  <a:lnTo>
                    <a:pt x="5652351" y="1121689"/>
                  </a:lnTo>
                  <a:lnTo>
                    <a:pt x="5633212" y="1134351"/>
                  </a:lnTo>
                  <a:lnTo>
                    <a:pt x="5628373" y="1137348"/>
                  </a:lnTo>
                  <a:lnTo>
                    <a:pt x="5609260" y="1149223"/>
                  </a:lnTo>
                  <a:lnTo>
                    <a:pt x="5528526" y="1195031"/>
                  </a:lnTo>
                  <a:lnTo>
                    <a:pt x="5511304" y="1206652"/>
                  </a:lnTo>
                  <a:lnTo>
                    <a:pt x="5702617" y="1096111"/>
                  </a:lnTo>
                  <a:lnTo>
                    <a:pt x="5702744" y="1095844"/>
                  </a:lnTo>
                  <a:lnTo>
                    <a:pt x="5703214" y="1094117"/>
                  </a:lnTo>
                  <a:lnTo>
                    <a:pt x="5703798" y="1091958"/>
                  </a:lnTo>
                  <a:close/>
                </a:path>
                <a:path w="7597140" h="4391660">
                  <a:moveTo>
                    <a:pt x="5946343" y="955281"/>
                  </a:moveTo>
                  <a:lnTo>
                    <a:pt x="5946064" y="954151"/>
                  </a:lnTo>
                  <a:lnTo>
                    <a:pt x="5830240" y="1021207"/>
                  </a:lnTo>
                  <a:lnTo>
                    <a:pt x="5811710" y="1033068"/>
                  </a:lnTo>
                  <a:lnTo>
                    <a:pt x="5946343" y="955281"/>
                  </a:lnTo>
                  <a:close/>
                </a:path>
                <a:path w="7597140" h="4391660">
                  <a:moveTo>
                    <a:pt x="6147955" y="838784"/>
                  </a:moveTo>
                  <a:lnTo>
                    <a:pt x="6147232" y="838200"/>
                  </a:lnTo>
                  <a:lnTo>
                    <a:pt x="6125896" y="850519"/>
                  </a:lnTo>
                  <a:lnTo>
                    <a:pt x="6115329" y="857631"/>
                  </a:lnTo>
                  <a:lnTo>
                    <a:pt x="6147955" y="838784"/>
                  </a:lnTo>
                  <a:close/>
                </a:path>
                <a:path w="7597140" h="4391660">
                  <a:moveTo>
                    <a:pt x="6415494" y="684187"/>
                  </a:moveTo>
                  <a:lnTo>
                    <a:pt x="6415456" y="682955"/>
                  </a:lnTo>
                  <a:lnTo>
                    <a:pt x="6414948" y="682955"/>
                  </a:lnTo>
                  <a:lnTo>
                    <a:pt x="6352756" y="716864"/>
                  </a:lnTo>
                  <a:lnTo>
                    <a:pt x="6346685" y="723950"/>
                  </a:lnTo>
                  <a:lnTo>
                    <a:pt x="6415494" y="684187"/>
                  </a:lnTo>
                  <a:close/>
                </a:path>
                <a:path w="7597140" h="4391660">
                  <a:moveTo>
                    <a:pt x="6689268" y="522363"/>
                  </a:moveTo>
                  <a:lnTo>
                    <a:pt x="6636372" y="552932"/>
                  </a:lnTo>
                  <a:lnTo>
                    <a:pt x="6619240" y="564375"/>
                  </a:lnTo>
                  <a:lnTo>
                    <a:pt x="6606032" y="572579"/>
                  </a:lnTo>
                  <a:lnTo>
                    <a:pt x="6595288" y="579247"/>
                  </a:lnTo>
                  <a:lnTo>
                    <a:pt x="6555054" y="602030"/>
                  </a:lnTo>
                  <a:lnTo>
                    <a:pt x="6514516" y="624967"/>
                  </a:lnTo>
                  <a:lnTo>
                    <a:pt x="6510299" y="627875"/>
                  </a:lnTo>
                  <a:lnTo>
                    <a:pt x="6496558" y="637349"/>
                  </a:lnTo>
                  <a:lnTo>
                    <a:pt x="6688188" y="526630"/>
                  </a:lnTo>
                  <a:lnTo>
                    <a:pt x="6688683" y="524827"/>
                  </a:lnTo>
                  <a:lnTo>
                    <a:pt x="6689268" y="522363"/>
                  </a:lnTo>
                  <a:close/>
                </a:path>
                <a:path w="7597140" h="4391660">
                  <a:moveTo>
                    <a:pt x="6839026" y="437972"/>
                  </a:moveTo>
                  <a:lnTo>
                    <a:pt x="6711112" y="512191"/>
                  </a:lnTo>
                  <a:lnTo>
                    <a:pt x="6710883" y="513511"/>
                  </a:lnTo>
                  <a:lnTo>
                    <a:pt x="6838696" y="439661"/>
                  </a:lnTo>
                  <a:lnTo>
                    <a:pt x="6839026" y="437972"/>
                  </a:lnTo>
                  <a:close/>
                </a:path>
                <a:path w="7597140" h="4391660">
                  <a:moveTo>
                    <a:pt x="6839128" y="437515"/>
                  </a:moveTo>
                  <a:lnTo>
                    <a:pt x="6768071" y="478967"/>
                  </a:lnTo>
                  <a:lnTo>
                    <a:pt x="6839026" y="437972"/>
                  </a:lnTo>
                  <a:lnTo>
                    <a:pt x="6839128" y="437515"/>
                  </a:lnTo>
                  <a:close/>
                </a:path>
                <a:path w="7597140" h="4391660">
                  <a:moveTo>
                    <a:pt x="7048792" y="318262"/>
                  </a:moveTo>
                  <a:lnTo>
                    <a:pt x="7046963" y="318262"/>
                  </a:lnTo>
                  <a:lnTo>
                    <a:pt x="7045706" y="318579"/>
                  </a:lnTo>
                  <a:lnTo>
                    <a:pt x="7038861" y="320306"/>
                  </a:lnTo>
                  <a:lnTo>
                    <a:pt x="6963816" y="363677"/>
                  </a:lnTo>
                  <a:lnTo>
                    <a:pt x="6960057" y="368058"/>
                  </a:lnTo>
                  <a:lnTo>
                    <a:pt x="6957542" y="370992"/>
                  </a:lnTo>
                  <a:lnTo>
                    <a:pt x="7048792" y="318262"/>
                  </a:lnTo>
                  <a:close/>
                </a:path>
                <a:path w="7597140" h="4391660">
                  <a:moveTo>
                    <a:pt x="7328344" y="156743"/>
                  </a:moveTo>
                  <a:lnTo>
                    <a:pt x="7327265" y="155930"/>
                  </a:lnTo>
                  <a:lnTo>
                    <a:pt x="7326808" y="155575"/>
                  </a:lnTo>
                  <a:lnTo>
                    <a:pt x="7306932" y="167678"/>
                  </a:lnTo>
                  <a:lnTo>
                    <a:pt x="7293127" y="177088"/>
                  </a:lnTo>
                  <a:lnTo>
                    <a:pt x="7328344" y="156743"/>
                  </a:lnTo>
                  <a:close/>
                </a:path>
                <a:path w="7597140" h="4391660">
                  <a:moveTo>
                    <a:pt x="7596619" y="1727"/>
                  </a:moveTo>
                  <a:lnTo>
                    <a:pt x="7596568" y="368"/>
                  </a:lnTo>
                  <a:lnTo>
                    <a:pt x="7596556" y="0"/>
                  </a:lnTo>
                  <a:lnTo>
                    <a:pt x="7591488" y="889"/>
                  </a:lnTo>
                  <a:lnTo>
                    <a:pt x="7535532" y="33235"/>
                  </a:lnTo>
                  <a:lnTo>
                    <a:pt x="7531316" y="38061"/>
                  </a:lnTo>
                  <a:lnTo>
                    <a:pt x="7528827" y="40894"/>
                  </a:lnTo>
                  <a:lnTo>
                    <a:pt x="7596619" y="1727"/>
                  </a:lnTo>
                  <a:close/>
                </a:path>
              </a:pathLst>
            </a:custGeom>
            <a:solidFill>
              <a:srgbClr val="8E8E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7718" y="801824"/>
              <a:ext cx="7618095" cy="4403725"/>
            </a:xfrm>
            <a:custGeom>
              <a:avLst/>
              <a:gdLst/>
              <a:ahLst/>
              <a:cxnLst/>
              <a:rect l="l" t="t" r="r" b="b"/>
              <a:pathLst>
                <a:path w="7618095" h="4403725">
                  <a:moveTo>
                    <a:pt x="6859820" y="437935"/>
                  </a:moveTo>
                  <a:lnTo>
                    <a:pt x="6732007" y="511787"/>
                  </a:lnTo>
                  <a:lnTo>
                    <a:pt x="6731547" y="514469"/>
                  </a:lnTo>
                  <a:lnTo>
                    <a:pt x="6859270" y="440686"/>
                  </a:lnTo>
                  <a:lnTo>
                    <a:pt x="6859820" y="437935"/>
                  </a:lnTo>
                  <a:close/>
                </a:path>
                <a:path w="7618095" h="4403725">
                  <a:moveTo>
                    <a:pt x="5967471" y="953544"/>
                  </a:moveTo>
                  <a:lnTo>
                    <a:pt x="5832833" y="1031340"/>
                  </a:lnTo>
                  <a:lnTo>
                    <a:pt x="5814785" y="1042890"/>
                  </a:lnTo>
                  <a:lnTo>
                    <a:pt x="5809957" y="1046855"/>
                  </a:lnTo>
                  <a:lnTo>
                    <a:pt x="5967986" y="955564"/>
                  </a:lnTo>
                  <a:lnTo>
                    <a:pt x="5967471" y="953544"/>
                  </a:lnTo>
                  <a:close/>
                </a:path>
                <a:path w="7618095" h="4403725">
                  <a:moveTo>
                    <a:pt x="4592860" y="1747810"/>
                  </a:moveTo>
                  <a:lnTo>
                    <a:pt x="4453627" y="1828261"/>
                  </a:lnTo>
                  <a:lnTo>
                    <a:pt x="4440137" y="1836894"/>
                  </a:lnTo>
                  <a:lnTo>
                    <a:pt x="4434875" y="1841215"/>
                  </a:lnTo>
                  <a:lnTo>
                    <a:pt x="4593301" y="1749695"/>
                  </a:lnTo>
                  <a:lnTo>
                    <a:pt x="4592860" y="1747810"/>
                  </a:lnTo>
                  <a:close/>
                </a:path>
                <a:path w="7618095" h="4403725">
                  <a:moveTo>
                    <a:pt x="4178732" y="1989185"/>
                  </a:moveTo>
                  <a:lnTo>
                    <a:pt x="4161730" y="1996922"/>
                  </a:lnTo>
                  <a:lnTo>
                    <a:pt x="4105458" y="2029437"/>
                  </a:lnTo>
                  <a:lnTo>
                    <a:pt x="4093070" y="2037419"/>
                  </a:lnTo>
                  <a:lnTo>
                    <a:pt x="4087682" y="2041783"/>
                  </a:lnTo>
                  <a:lnTo>
                    <a:pt x="4178732" y="1989185"/>
                  </a:lnTo>
                  <a:close/>
                </a:path>
                <a:path w="7618095" h="4403725">
                  <a:moveTo>
                    <a:pt x="2756140" y="2810991"/>
                  </a:moveTo>
                  <a:lnTo>
                    <a:pt x="2740610" y="2818061"/>
                  </a:lnTo>
                  <a:lnTo>
                    <a:pt x="2674707" y="2856141"/>
                  </a:lnTo>
                  <a:lnTo>
                    <a:pt x="2668130" y="2860379"/>
                  </a:lnTo>
                  <a:lnTo>
                    <a:pt x="2661870" y="2865449"/>
                  </a:lnTo>
                  <a:lnTo>
                    <a:pt x="2756140" y="2810991"/>
                  </a:lnTo>
                  <a:close/>
                </a:path>
                <a:path w="7618095" h="4403725">
                  <a:moveTo>
                    <a:pt x="1746391" y="3394305"/>
                  </a:moveTo>
                  <a:lnTo>
                    <a:pt x="1734225" y="3399562"/>
                  </a:lnTo>
                  <a:lnTo>
                    <a:pt x="1683219" y="3429034"/>
                  </a:lnTo>
                  <a:lnTo>
                    <a:pt x="1665743" y="3440356"/>
                  </a:lnTo>
                  <a:lnTo>
                    <a:pt x="1663256" y="3442331"/>
                  </a:lnTo>
                  <a:lnTo>
                    <a:pt x="1746391" y="3394305"/>
                  </a:lnTo>
                  <a:close/>
                </a:path>
                <a:path w="7618095" h="4403725">
                  <a:moveTo>
                    <a:pt x="1416125" y="3583364"/>
                  </a:moveTo>
                  <a:lnTo>
                    <a:pt x="1286581" y="3658216"/>
                  </a:lnTo>
                  <a:lnTo>
                    <a:pt x="1286256" y="3660117"/>
                  </a:lnTo>
                  <a:lnTo>
                    <a:pt x="1415746" y="3585313"/>
                  </a:lnTo>
                  <a:lnTo>
                    <a:pt x="1416125" y="3583364"/>
                  </a:lnTo>
                  <a:close/>
                </a:path>
                <a:path w="7618095" h="4403725">
                  <a:moveTo>
                    <a:pt x="820494" y="3929179"/>
                  </a:moveTo>
                  <a:lnTo>
                    <a:pt x="806749" y="3935468"/>
                  </a:lnTo>
                  <a:lnTo>
                    <a:pt x="750917" y="3967729"/>
                  </a:lnTo>
                  <a:lnTo>
                    <a:pt x="737865" y="3975947"/>
                  </a:lnTo>
                  <a:lnTo>
                    <a:pt x="733485" y="3979443"/>
                  </a:lnTo>
                  <a:lnTo>
                    <a:pt x="820494" y="3929179"/>
                  </a:lnTo>
                  <a:close/>
                </a:path>
                <a:path w="7618095" h="4403725">
                  <a:moveTo>
                    <a:pt x="595298" y="4057647"/>
                  </a:moveTo>
                  <a:lnTo>
                    <a:pt x="449808" y="4141713"/>
                  </a:lnTo>
                  <a:lnTo>
                    <a:pt x="442685" y="4146397"/>
                  </a:lnTo>
                  <a:lnTo>
                    <a:pt x="438390" y="4149914"/>
                  </a:lnTo>
                  <a:lnTo>
                    <a:pt x="595659" y="4059062"/>
                  </a:lnTo>
                  <a:lnTo>
                    <a:pt x="595298" y="4057647"/>
                  </a:lnTo>
                  <a:close/>
                </a:path>
                <a:path w="7618095" h="4403725">
                  <a:moveTo>
                    <a:pt x="2489869" y="2962942"/>
                  </a:moveTo>
                  <a:lnTo>
                    <a:pt x="2441036" y="2991159"/>
                  </a:lnTo>
                  <a:lnTo>
                    <a:pt x="2441563" y="2992717"/>
                  </a:lnTo>
                  <a:lnTo>
                    <a:pt x="2490355" y="2964530"/>
                  </a:lnTo>
                  <a:lnTo>
                    <a:pt x="2489869" y="2962942"/>
                  </a:lnTo>
                  <a:close/>
                </a:path>
                <a:path w="7618095" h="4403725">
                  <a:moveTo>
                    <a:pt x="2322090" y="3059887"/>
                  </a:moveTo>
                  <a:lnTo>
                    <a:pt x="2290595" y="3078085"/>
                  </a:lnTo>
                  <a:lnTo>
                    <a:pt x="2273308" y="3089914"/>
                  </a:lnTo>
                  <a:lnTo>
                    <a:pt x="2322483" y="3061507"/>
                  </a:lnTo>
                  <a:lnTo>
                    <a:pt x="2322090" y="3059887"/>
                  </a:lnTo>
                  <a:close/>
                </a:path>
                <a:path w="7618095" h="4403725">
                  <a:moveTo>
                    <a:pt x="265193" y="4248385"/>
                  </a:moveTo>
                  <a:lnTo>
                    <a:pt x="221874" y="4273416"/>
                  </a:lnTo>
                  <a:lnTo>
                    <a:pt x="220181" y="4274746"/>
                  </a:lnTo>
                  <a:lnTo>
                    <a:pt x="220160" y="4275981"/>
                  </a:lnTo>
                  <a:lnTo>
                    <a:pt x="265628" y="4249716"/>
                  </a:lnTo>
                  <a:lnTo>
                    <a:pt x="265193" y="4248385"/>
                  </a:lnTo>
                  <a:close/>
                </a:path>
                <a:path w="7618095" h="4403725">
                  <a:moveTo>
                    <a:pt x="49997" y="4372728"/>
                  </a:moveTo>
                  <a:lnTo>
                    <a:pt x="21133" y="4389406"/>
                  </a:lnTo>
                  <a:lnTo>
                    <a:pt x="892" y="4402381"/>
                  </a:lnTo>
                  <a:lnTo>
                    <a:pt x="0" y="4403164"/>
                  </a:lnTo>
                  <a:lnTo>
                    <a:pt x="51059" y="4373668"/>
                  </a:lnTo>
                  <a:lnTo>
                    <a:pt x="49997" y="4372728"/>
                  </a:lnTo>
                  <a:close/>
                </a:path>
                <a:path w="7618095" h="4403725">
                  <a:moveTo>
                    <a:pt x="7617741" y="0"/>
                  </a:moveTo>
                  <a:lnTo>
                    <a:pt x="7549956" y="39166"/>
                  </a:lnTo>
                  <a:lnTo>
                    <a:pt x="7549287" y="39931"/>
                  </a:lnTo>
                  <a:lnTo>
                    <a:pt x="7547517" y="43098"/>
                  </a:lnTo>
                  <a:lnTo>
                    <a:pt x="7617832" y="2478"/>
                  </a:lnTo>
                  <a:lnTo>
                    <a:pt x="7617741" y="0"/>
                  </a:lnTo>
                  <a:close/>
                </a:path>
                <a:path w="7618095" h="4403725">
                  <a:moveTo>
                    <a:pt x="7349466" y="155012"/>
                  </a:moveTo>
                  <a:lnTo>
                    <a:pt x="7314259" y="175355"/>
                  </a:lnTo>
                  <a:lnTo>
                    <a:pt x="7300947" y="184300"/>
                  </a:lnTo>
                  <a:lnTo>
                    <a:pt x="7297495" y="187531"/>
                  </a:lnTo>
                  <a:lnTo>
                    <a:pt x="7351339" y="156426"/>
                  </a:lnTo>
                  <a:lnTo>
                    <a:pt x="7349466" y="155012"/>
                  </a:lnTo>
                  <a:close/>
                </a:path>
                <a:path w="7618095" h="4403725">
                  <a:moveTo>
                    <a:pt x="7074588" y="316300"/>
                  </a:moveTo>
                  <a:lnTo>
                    <a:pt x="7070042" y="316466"/>
                  </a:lnTo>
                  <a:lnTo>
                    <a:pt x="6978665" y="369265"/>
                  </a:lnTo>
                  <a:lnTo>
                    <a:pt x="6974493" y="374123"/>
                  </a:lnTo>
                  <a:lnTo>
                    <a:pt x="7074588" y="316300"/>
                  </a:lnTo>
                  <a:close/>
                </a:path>
                <a:path w="7618095" h="4403725">
                  <a:moveTo>
                    <a:pt x="6436626" y="682461"/>
                  </a:moveTo>
                  <a:lnTo>
                    <a:pt x="6367811" y="722223"/>
                  </a:lnTo>
                  <a:lnTo>
                    <a:pt x="6365895" y="725700"/>
                  </a:lnTo>
                  <a:lnTo>
                    <a:pt x="6436712" y="684790"/>
                  </a:lnTo>
                  <a:lnTo>
                    <a:pt x="6436626" y="682461"/>
                  </a:lnTo>
                  <a:close/>
                </a:path>
                <a:path w="7618095" h="4403725">
                  <a:moveTo>
                    <a:pt x="6169085" y="837049"/>
                  </a:moveTo>
                  <a:lnTo>
                    <a:pt x="6136455" y="855903"/>
                  </a:lnTo>
                  <a:lnTo>
                    <a:pt x="6119847" y="867082"/>
                  </a:lnTo>
                  <a:lnTo>
                    <a:pt x="6117692" y="869082"/>
                  </a:lnTo>
                  <a:lnTo>
                    <a:pt x="6170807" y="838399"/>
                  </a:lnTo>
                  <a:lnTo>
                    <a:pt x="6169085" y="837049"/>
                  </a:lnTo>
                  <a:close/>
                </a:path>
                <a:path w="7618095" h="4403725">
                  <a:moveTo>
                    <a:pt x="5025411" y="1497877"/>
                  </a:moveTo>
                  <a:lnTo>
                    <a:pt x="4965164" y="1532689"/>
                  </a:lnTo>
                  <a:lnTo>
                    <a:pt x="4958868" y="1536973"/>
                  </a:lnTo>
                  <a:lnTo>
                    <a:pt x="4948047" y="1544765"/>
                  </a:lnTo>
                  <a:lnTo>
                    <a:pt x="5026412" y="1499495"/>
                  </a:lnTo>
                  <a:lnTo>
                    <a:pt x="5025411" y="1497877"/>
                  </a:lnTo>
                  <a:close/>
                </a:path>
                <a:path w="7618095" h="4403725">
                  <a:moveTo>
                    <a:pt x="3592080" y="2328083"/>
                  </a:moveTo>
                  <a:lnTo>
                    <a:pt x="3588315" y="2328248"/>
                  </a:lnTo>
                  <a:lnTo>
                    <a:pt x="3496322" y="2381403"/>
                  </a:lnTo>
                  <a:lnTo>
                    <a:pt x="3492808" y="2385431"/>
                  </a:lnTo>
                  <a:lnTo>
                    <a:pt x="3592080" y="2328083"/>
                  </a:lnTo>
                  <a:close/>
                </a:path>
                <a:path w="7618095" h="4403725">
                  <a:moveTo>
                    <a:pt x="2061884" y="3212050"/>
                  </a:moveTo>
                  <a:lnTo>
                    <a:pt x="2058746" y="3212050"/>
                  </a:lnTo>
                  <a:lnTo>
                    <a:pt x="1966207" y="3265520"/>
                  </a:lnTo>
                  <a:lnTo>
                    <a:pt x="1963069" y="3269134"/>
                  </a:lnTo>
                  <a:lnTo>
                    <a:pt x="2061884" y="3212050"/>
                  </a:lnTo>
                  <a:close/>
                </a:path>
                <a:path w="7618095" h="4403725">
                  <a:moveTo>
                    <a:pt x="1211056" y="3703558"/>
                  </a:moveTo>
                  <a:lnTo>
                    <a:pt x="1205860" y="3704857"/>
                  </a:lnTo>
                  <a:lnTo>
                    <a:pt x="1087433" y="3773286"/>
                  </a:lnTo>
                  <a:lnTo>
                    <a:pt x="1084060" y="3776922"/>
                  </a:lnTo>
                  <a:lnTo>
                    <a:pt x="1211056" y="3703558"/>
                  </a:lnTo>
                  <a:close/>
                </a:path>
                <a:path w="7618095" h="4403725">
                  <a:moveTo>
                    <a:pt x="6709322" y="524894"/>
                  </a:moveTo>
                  <a:lnTo>
                    <a:pt x="6517686" y="635624"/>
                  </a:lnTo>
                  <a:lnTo>
                    <a:pt x="6507086" y="642935"/>
                  </a:lnTo>
                  <a:lnTo>
                    <a:pt x="6503772" y="646051"/>
                  </a:lnTo>
                  <a:lnTo>
                    <a:pt x="6707721" y="528232"/>
                  </a:lnTo>
                  <a:lnTo>
                    <a:pt x="6709322" y="524894"/>
                  </a:lnTo>
                  <a:close/>
                </a:path>
                <a:path w="7618095" h="4403725">
                  <a:moveTo>
                    <a:pt x="5723740" y="1094375"/>
                  </a:moveTo>
                  <a:lnTo>
                    <a:pt x="5532429" y="1204916"/>
                  </a:lnTo>
                  <a:lnTo>
                    <a:pt x="5521082" y="1212643"/>
                  </a:lnTo>
                  <a:lnTo>
                    <a:pt x="5518004" y="1215511"/>
                  </a:lnTo>
                  <a:lnTo>
                    <a:pt x="5722183" y="1097560"/>
                  </a:lnTo>
                  <a:lnTo>
                    <a:pt x="5723740" y="1094375"/>
                  </a:lnTo>
                  <a:close/>
                </a:path>
                <a:path w="7618095" h="4403725">
                  <a:moveTo>
                    <a:pt x="5440215" y="1258199"/>
                  </a:moveTo>
                  <a:lnTo>
                    <a:pt x="5256798" y="1364179"/>
                  </a:lnTo>
                  <a:lnTo>
                    <a:pt x="5237594" y="1377265"/>
                  </a:lnTo>
                  <a:lnTo>
                    <a:pt x="5236906" y="1377896"/>
                  </a:lnTo>
                  <a:lnTo>
                    <a:pt x="5438622" y="1261369"/>
                  </a:lnTo>
                  <a:lnTo>
                    <a:pt x="5440215" y="1258199"/>
                  </a:lnTo>
                  <a:close/>
                </a:path>
                <a:path w="7618095" h="4403725">
                  <a:moveTo>
                    <a:pt x="4000845" y="2089883"/>
                  </a:moveTo>
                  <a:lnTo>
                    <a:pt x="3813508" y="2198129"/>
                  </a:lnTo>
                  <a:lnTo>
                    <a:pt x="3797438" y="2208726"/>
                  </a:lnTo>
                  <a:lnTo>
                    <a:pt x="3795363" y="2210650"/>
                  </a:lnTo>
                  <a:lnTo>
                    <a:pt x="3999597" y="2092668"/>
                  </a:lnTo>
                  <a:lnTo>
                    <a:pt x="4000845" y="2089883"/>
                  </a:lnTo>
                  <a:close/>
                </a:path>
                <a:path w="7618095" h="4403725">
                  <a:moveTo>
                    <a:pt x="3174122" y="2567573"/>
                  </a:moveTo>
                  <a:lnTo>
                    <a:pt x="3115884" y="2601224"/>
                  </a:lnTo>
                  <a:lnTo>
                    <a:pt x="3118001" y="2601950"/>
                  </a:lnTo>
                  <a:lnTo>
                    <a:pt x="3175821" y="2568549"/>
                  </a:lnTo>
                  <a:lnTo>
                    <a:pt x="3174122" y="2567573"/>
                  </a:lnTo>
                  <a:close/>
                </a:path>
                <a:path w="7618095" h="4403725">
                  <a:moveTo>
                    <a:pt x="3381583" y="2447700"/>
                  </a:moveTo>
                  <a:lnTo>
                    <a:pt x="3292972" y="2498901"/>
                  </a:lnTo>
                  <a:lnTo>
                    <a:pt x="3293555" y="2500535"/>
                  </a:lnTo>
                  <a:lnTo>
                    <a:pt x="3382171" y="2449344"/>
                  </a:lnTo>
                  <a:lnTo>
                    <a:pt x="3381583" y="2447700"/>
                  </a:lnTo>
                  <a:close/>
                </a:path>
                <a:path w="7618095" h="4403725">
                  <a:moveTo>
                    <a:pt x="3030539" y="2650537"/>
                  </a:moveTo>
                  <a:lnTo>
                    <a:pt x="3008645" y="2663188"/>
                  </a:lnTo>
                  <a:lnTo>
                    <a:pt x="3008445" y="2665239"/>
                  </a:lnTo>
                  <a:lnTo>
                    <a:pt x="3029874" y="2652860"/>
                  </a:lnTo>
                  <a:lnTo>
                    <a:pt x="3030539" y="2650537"/>
                  </a:lnTo>
                  <a:close/>
                </a:path>
              </a:pathLst>
            </a:custGeom>
            <a:solidFill>
              <a:srgbClr val="8C8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4728" y="804303"/>
              <a:ext cx="7631430" cy="4412615"/>
            </a:xfrm>
            <a:custGeom>
              <a:avLst/>
              <a:gdLst/>
              <a:ahLst/>
              <a:cxnLst/>
              <a:rect l="l" t="t" r="r" b="b"/>
              <a:pathLst>
                <a:path w="7631430" h="4412615">
                  <a:moveTo>
                    <a:pt x="66700" y="4373550"/>
                  </a:moveTo>
                  <a:lnTo>
                    <a:pt x="65671" y="4372635"/>
                  </a:lnTo>
                  <a:lnTo>
                    <a:pt x="64046" y="4371200"/>
                  </a:lnTo>
                  <a:lnTo>
                    <a:pt x="12979" y="4400689"/>
                  </a:lnTo>
                  <a:lnTo>
                    <a:pt x="5029" y="4407674"/>
                  </a:lnTo>
                  <a:lnTo>
                    <a:pt x="0" y="4412094"/>
                  </a:lnTo>
                  <a:lnTo>
                    <a:pt x="66700" y="4373550"/>
                  </a:lnTo>
                  <a:close/>
                </a:path>
                <a:path w="7631430" h="4412615">
                  <a:moveTo>
                    <a:pt x="279666" y="4250474"/>
                  </a:moveTo>
                  <a:lnTo>
                    <a:pt x="279260" y="4249229"/>
                  </a:lnTo>
                  <a:lnTo>
                    <a:pt x="278612" y="4247248"/>
                  </a:lnTo>
                  <a:lnTo>
                    <a:pt x="233146" y="4273512"/>
                  </a:lnTo>
                  <a:lnTo>
                    <a:pt x="233108" y="4275887"/>
                  </a:lnTo>
                  <a:lnTo>
                    <a:pt x="233083" y="4277398"/>
                  </a:lnTo>
                  <a:lnTo>
                    <a:pt x="279666" y="4250474"/>
                  </a:lnTo>
                  <a:close/>
                </a:path>
                <a:path w="7631430" h="4412615">
                  <a:moveTo>
                    <a:pt x="609485" y="4059885"/>
                  </a:moveTo>
                  <a:lnTo>
                    <a:pt x="609155" y="4058615"/>
                  </a:lnTo>
                  <a:lnTo>
                    <a:pt x="608647" y="4056596"/>
                  </a:lnTo>
                  <a:lnTo>
                    <a:pt x="451370" y="4147439"/>
                  </a:lnTo>
                  <a:lnTo>
                    <a:pt x="441693" y="4155376"/>
                  </a:lnTo>
                  <a:lnTo>
                    <a:pt x="435571" y="4160380"/>
                  </a:lnTo>
                  <a:lnTo>
                    <a:pt x="609485" y="4059885"/>
                  </a:lnTo>
                  <a:close/>
                </a:path>
                <a:path w="7631430" h="4412615">
                  <a:moveTo>
                    <a:pt x="855586" y="3917658"/>
                  </a:moveTo>
                  <a:lnTo>
                    <a:pt x="849515" y="3919740"/>
                  </a:lnTo>
                  <a:lnTo>
                    <a:pt x="846391" y="3920794"/>
                  </a:lnTo>
                  <a:lnTo>
                    <a:pt x="833843" y="3926497"/>
                  </a:lnTo>
                  <a:lnTo>
                    <a:pt x="746467" y="3976967"/>
                  </a:lnTo>
                  <a:lnTo>
                    <a:pt x="736028" y="3985310"/>
                  </a:lnTo>
                  <a:lnTo>
                    <a:pt x="729437" y="3990556"/>
                  </a:lnTo>
                  <a:lnTo>
                    <a:pt x="855586" y="3917658"/>
                  </a:lnTo>
                  <a:close/>
                </a:path>
                <a:path w="7631430" h="4412615">
                  <a:moveTo>
                    <a:pt x="1235202" y="3698290"/>
                  </a:moveTo>
                  <a:lnTo>
                    <a:pt x="1230896" y="3699370"/>
                  </a:lnTo>
                  <a:lnTo>
                    <a:pt x="1224038" y="3701084"/>
                  </a:lnTo>
                  <a:lnTo>
                    <a:pt x="1097038" y="3774452"/>
                  </a:lnTo>
                  <a:lnTo>
                    <a:pt x="1092517" y="3779329"/>
                  </a:lnTo>
                  <a:lnTo>
                    <a:pt x="1089685" y="3782390"/>
                  </a:lnTo>
                  <a:lnTo>
                    <a:pt x="1235202" y="3698290"/>
                  </a:lnTo>
                  <a:close/>
                </a:path>
                <a:path w="7631430" h="4412615">
                  <a:moveTo>
                    <a:pt x="1428724" y="3582835"/>
                  </a:moveTo>
                  <a:lnTo>
                    <a:pt x="1299235" y="3657650"/>
                  </a:lnTo>
                  <a:lnTo>
                    <a:pt x="1298816" y="3660127"/>
                  </a:lnTo>
                  <a:lnTo>
                    <a:pt x="1298549" y="3661689"/>
                  </a:lnTo>
                  <a:lnTo>
                    <a:pt x="1427937" y="3586911"/>
                  </a:lnTo>
                  <a:lnTo>
                    <a:pt x="1428242" y="3585349"/>
                  </a:lnTo>
                  <a:lnTo>
                    <a:pt x="1428724" y="3582835"/>
                  </a:lnTo>
                  <a:close/>
                </a:path>
                <a:path w="7631430" h="4412615">
                  <a:moveTo>
                    <a:pt x="1778457" y="3384359"/>
                  </a:moveTo>
                  <a:lnTo>
                    <a:pt x="1676234" y="3439858"/>
                  </a:lnTo>
                  <a:lnTo>
                    <a:pt x="1659724" y="3452977"/>
                  </a:lnTo>
                  <a:lnTo>
                    <a:pt x="1778457" y="3384359"/>
                  </a:lnTo>
                  <a:close/>
                </a:path>
                <a:path w="7631430" h="4412615">
                  <a:moveTo>
                    <a:pt x="2081377" y="3209302"/>
                  </a:moveTo>
                  <a:lnTo>
                    <a:pt x="2079066" y="3209302"/>
                  </a:lnTo>
                  <a:lnTo>
                    <a:pt x="2075091" y="3209455"/>
                  </a:lnTo>
                  <a:lnTo>
                    <a:pt x="1976056" y="3266656"/>
                  </a:lnTo>
                  <a:lnTo>
                    <a:pt x="1972284" y="3270999"/>
                  </a:lnTo>
                  <a:lnTo>
                    <a:pt x="1969935" y="3273704"/>
                  </a:lnTo>
                  <a:lnTo>
                    <a:pt x="2081377" y="3209302"/>
                  </a:lnTo>
                  <a:close/>
                </a:path>
                <a:path w="7631430" h="4412615">
                  <a:moveTo>
                    <a:pt x="2336203" y="3062046"/>
                  </a:moveTo>
                  <a:lnTo>
                    <a:pt x="2335923" y="3060890"/>
                  </a:lnTo>
                  <a:lnTo>
                    <a:pt x="2335466" y="3059036"/>
                  </a:lnTo>
                  <a:lnTo>
                    <a:pt x="2286292" y="3087446"/>
                  </a:lnTo>
                  <a:lnTo>
                    <a:pt x="2272677" y="3096768"/>
                  </a:lnTo>
                  <a:lnTo>
                    <a:pt x="2271039" y="3098381"/>
                  </a:lnTo>
                  <a:lnTo>
                    <a:pt x="2267826" y="3101556"/>
                  </a:lnTo>
                  <a:lnTo>
                    <a:pt x="2336203" y="3062046"/>
                  </a:lnTo>
                  <a:close/>
                </a:path>
                <a:path w="7631430" h="4412615">
                  <a:moveTo>
                    <a:pt x="2504224" y="2964954"/>
                  </a:moveTo>
                  <a:lnTo>
                    <a:pt x="2503881" y="2963849"/>
                  </a:lnTo>
                  <a:lnTo>
                    <a:pt x="2503335" y="2962059"/>
                  </a:lnTo>
                  <a:lnTo>
                    <a:pt x="2454541" y="2990240"/>
                  </a:lnTo>
                  <a:lnTo>
                    <a:pt x="2455138" y="2992005"/>
                  </a:lnTo>
                  <a:lnTo>
                    <a:pt x="2455519" y="2993098"/>
                  </a:lnTo>
                  <a:lnTo>
                    <a:pt x="2504224" y="2964954"/>
                  </a:lnTo>
                  <a:close/>
                </a:path>
                <a:path w="7631430" h="4412615">
                  <a:moveTo>
                    <a:pt x="2787015" y="2801543"/>
                  </a:moveTo>
                  <a:lnTo>
                    <a:pt x="2674848" y="2862973"/>
                  </a:lnTo>
                  <a:lnTo>
                    <a:pt x="2665882" y="2870250"/>
                  </a:lnTo>
                  <a:lnTo>
                    <a:pt x="2660319" y="2874759"/>
                  </a:lnTo>
                  <a:lnTo>
                    <a:pt x="2787015" y="2801543"/>
                  </a:lnTo>
                  <a:close/>
                </a:path>
                <a:path w="7631430" h="4412615">
                  <a:moveTo>
                    <a:pt x="3042856" y="2650388"/>
                  </a:moveTo>
                  <a:lnTo>
                    <a:pt x="3021431" y="2662771"/>
                  </a:lnTo>
                  <a:lnTo>
                    <a:pt x="3021215" y="2664930"/>
                  </a:lnTo>
                  <a:lnTo>
                    <a:pt x="3021088" y="2666276"/>
                  </a:lnTo>
                  <a:lnTo>
                    <a:pt x="3041726" y="2654338"/>
                  </a:lnTo>
                  <a:lnTo>
                    <a:pt x="3042158" y="2652839"/>
                  </a:lnTo>
                  <a:lnTo>
                    <a:pt x="3042856" y="2650388"/>
                  </a:lnTo>
                  <a:close/>
                </a:path>
                <a:path w="7631430" h="4412615">
                  <a:moveTo>
                    <a:pt x="3191649" y="2567711"/>
                  </a:moveTo>
                  <a:lnTo>
                    <a:pt x="3190570" y="2567089"/>
                  </a:lnTo>
                  <a:lnTo>
                    <a:pt x="3188805" y="2566073"/>
                  </a:lnTo>
                  <a:lnTo>
                    <a:pt x="3130981" y="2599474"/>
                  </a:lnTo>
                  <a:lnTo>
                    <a:pt x="3133191" y="2600236"/>
                  </a:lnTo>
                  <a:lnTo>
                    <a:pt x="3134550" y="2600706"/>
                  </a:lnTo>
                  <a:lnTo>
                    <a:pt x="3191649" y="2567711"/>
                  </a:lnTo>
                  <a:close/>
                </a:path>
                <a:path w="7631430" h="4412615">
                  <a:moveTo>
                    <a:pt x="3396107" y="2449550"/>
                  </a:moveTo>
                  <a:lnTo>
                    <a:pt x="3395751" y="2448534"/>
                  </a:lnTo>
                  <a:lnTo>
                    <a:pt x="3395154" y="2446871"/>
                  </a:lnTo>
                  <a:lnTo>
                    <a:pt x="3306534" y="2498064"/>
                  </a:lnTo>
                  <a:lnTo>
                    <a:pt x="3307130" y="2499728"/>
                  </a:lnTo>
                  <a:lnTo>
                    <a:pt x="3307499" y="2500757"/>
                  </a:lnTo>
                  <a:lnTo>
                    <a:pt x="3396107" y="2449550"/>
                  </a:lnTo>
                  <a:close/>
                </a:path>
                <a:path w="7631430" h="4412615">
                  <a:moveTo>
                    <a:pt x="3610864" y="2325446"/>
                  </a:moveTo>
                  <a:lnTo>
                    <a:pt x="3608768" y="2325446"/>
                  </a:lnTo>
                  <a:lnTo>
                    <a:pt x="3605060" y="2325611"/>
                  </a:lnTo>
                  <a:lnTo>
                    <a:pt x="3505797" y="2382951"/>
                  </a:lnTo>
                  <a:lnTo>
                    <a:pt x="3502291" y="2386965"/>
                  </a:lnTo>
                  <a:lnTo>
                    <a:pt x="3500145" y="2389428"/>
                  </a:lnTo>
                  <a:lnTo>
                    <a:pt x="3610864" y="2325446"/>
                  </a:lnTo>
                  <a:close/>
                </a:path>
                <a:path w="7631430" h="4412615">
                  <a:moveTo>
                    <a:pt x="4012577" y="2090191"/>
                  </a:moveTo>
                  <a:lnTo>
                    <a:pt x="3808349" y="2208174"/>
                  </a:lnTo>
                  <a:lnTo>
                    <a:pt x="3802761" y="2213368"/>
                  </a:lnTo>
                  <a:lnTo>
                    <a:pt x="3799332" y="2216543"/>
                  </a:lnTo>
                  <a:lnTo>
                    <a:pt x="4010609" y="2094445"/>
                  </a:lnTo>
                  <a:lnTo>
                    <a:pt x="4011358" y="2092833"/>
                  </a:lnTo>
                  <a:lnTo>
                    <a:pt x="4012577" y="2090191"/>
                  </a:lnTo>
                  <a:close/>
                </a:path>
                <a:path w="7631430" h="4412615">
                  <a:moveTo>
                    <a:pt x="4209364" y="1979599"/>
                  </a:moveTo>
                  <a:lnTo>
                    <a:pt x="4100665" y="2039315"/>
                  </a:lnTo>
                  <a:lnTo>
                    <a:pt x="4092384" y="2046020"/>
                  </a:lnTo>
                  <a:lnTo>
                    <a:pt x="4087330" y="2050110"/>
                  </a:lnTo>
                  <a:lnTo>
                    <a:pt x="4209364" y="1979599"/>
                  </a:lnTo>
                  <a:close/>
                </a:path>
                <a:path w="7631430" h="4412615">
                  <a:moveTo>
                    <a:pt x="4606899" y="1749856"/>
                  </a:moveTo>
                  <a:lnTo>
                    <a:pt x="4606671" y="1748866"/>
                  </a:lnTo>
                  <a:lnTo>
                    <a:pt x="4606290" y="1747227"/>
                  </a:lnTo>
                  <a:lnTo>
                    <a:pt x="4447857" y="1838744"/>
                  </a:lnTo>
                  <a:lnTo>
                    <a:pt x="4440123" y="1845094"/>
                  </a:lnTo>
                  <a:lnTo>
                    <a:pt x="4435424" y="1848954"/>
                  </a:lnTo>
                  <a:lnTo>
                    <a:pt x="4606899" y="1749856"/>
                  </a:lnTo>
                  <a:close/>
                </a:path>
                <a:path w="7631430" h="4412615">
                  <a:moveTo>
                    <a:pt x="5040719" y="1499171"/>
                  </a:moveTo>
                  <a:lnTo>
                    <a:pt x="5040223" y="1498358"/>
                  </a:lnTo>
                  <a:lnTo>
                    <a:pt x="5039398" y="1497025"/>
                  </a:lnTo>
                  <a:lnTo>
                    <a:pt x="4961026" y="1542288"/>
                  </a:lnTo>
                  <a:lnTo>
                    <a:pt x="4947983" y="1551660"/>
                  </a:lnTo>
                  <a:lnTo>
                    <a:pt x="4946447" y="1552765"/>
                  </a:lnTo>
                  <a:lnTo>
                    <a:pt x="4942789" y="1555762"/>
                  </a:lnTo>
                  <a:lnTo>
                    <a:pt x="5040719" y="1499171"/>
                  </a:lnTo>
                  <a:close/>
                </a:path>
                <a:path w="7631430" h="4412615">
                  <a:moveTo>
                    <a:pt x="5451602" y="1258900"/>
                  </a:moveTo>
                  <a:lnTo>
                    <a:pt x="5249888" y="1375422"/>
                  </a:lnTo>
                  <a:lnTo>
                    <a:pt x="5244617" y="1380261"/>
                  </a:lnTo>
                  <a:lnTo>
                    <a:pt x="5241455" y="1383169"/>
                  </a:lnTo>
                  <a:lnTo>
                    <a:pt x="5449595" y="1262888"/>
                  </a:lnTo>
                  <a:lnTo>
                    <a:pt x="5450357" y="1261389"/>
                  </a:lnTo>
                  <a:lnTo>
                    <a:pt x="5451602" y="1258900"/>
                  </a:lnTo>
                  <a:close/>
                </a:path>
                <a:path w="7631430" h="4412615">
                  <a:moveTo>
                    <a:pt x="5735167" y="1095082"/>
                  </a:moveTo>
                  <a:lnTo>
                    <a:pt x="5530989" y="1213040"/>
                  </a:lnTo>
                  <a:lnTo>
                    <a:pt x="5526011" y="1217676"/>
                  </a:lnTo>
                  <a:lnTo>
                    <a:pt x="5523027" y="1220457"/>
                  </a:lnTo>
                  <a:lnTo>
                    <a:pt x="5733275" y="1098956"/>
                  </a:lnTo>
                  <a:lnTo>
                    <a:pt x="5733986" y="1097508"/>
                  </a:lnTo>
                  <a:lnTo>
                    <a:pt x="5735167" y="1095082"/>
                  </a:lnTo>
                  <a:close/>
                </a:path>
                <a:path w="7631430" h="4412615">
                  <a:moveTo>
                    <a:pt x="5981573" y="955471"/>
                  </a:moveTo>
                  <a:lnTo>
                    <a:pt x="5981357" y="954582"/>
                  </a:lnTo>
                  <a:lnTo>
                    <a:pt x="5980976" y="953096"/>
                  </a:lnTo>
                  <a:lnTo>
                    <a:pt x="5822937" y="1044384"/>
                  </a:lnTo>
                  <a:lnTo>
                    <a:pt x="5815838" y="1050213"/>
                  </a:lnTo>
                  <a:lnTo>
                    <a:pt x="5811609" y="1053693"/>
                  </a:lnTo>
                  <a:lnTo>
                    <a:pt x="5981573" y="955471"/>
                  </a:lnTo>
                  <a:close/>
                </a:path>
                <a:path w="7631430" h="4412615">
                  <a:moveTo>
                    <a:pt x="6185763" y="837476"/>
                  </a:moveTo>
                  <a:lnTo>
                    <a:pt x="6185027" y="836891"/>
                  </a:lnTo>
                  <a:lnTo>
                    <a:pt x="6183795" y="835926"/>
                  </a:lnTo>
                  <a:lnTo>
                    <a:pt x="6130671" y="866609"/>
                  </a:lnTo>
                  <a:lnTo>
                    <a:pt x="6125845" y="871093"/>
                  </a:lnTo>
                  <a:lnTo>
                    <a:pt x="6122975" y="873760"/>
                  </a:lnTo>
                  <a:lnTo>
                    <a:pt x="6185763" y="837476"/>
                  </a:lnTo>
                  <a:close/>
                </a:path>
                <a:path w="7631430" h="4412615">
                  <a:moveTo>
                    <a:pt x="6449796" y="684898"/>
                  </a:moveTo>
                  <a:lnTo>
                    <a:pt x="6449758" y="683945"/>
                  </a:lnTo>
                  <a:lnTo>
                    <a:pt x="6449695" y="682320"/>
                  </a:lnTo>
                  <a:lnTo>
                    <a:pt x="6378880" y="723226"/>
                  </a:lnTo>
                  <a:lnTo>
                    <a:pt x="6377533" y="725665"/>
                  </a:lnTo>
                  <a:lnTo>
                    <a:pt x="6376733" y="727113"/>
                  </a:lnTo>
                  <a:lnTo>
                    <a:pt x="6449796" y="684898"/>
                  </a:lnTo>
                  <a:close/>
                </a:path>
                <a:path w="7631430" h="4412615">
                  <a:moveTo>
                    <a:pt x="6720560" y="525843"/>
                  </a:moveTo>
                  <a:lnTo>
                    <a:pt x="6516751" y="643572"/>
                  </a:lnTo>
                  <a:lnTo>
                    <a:pt x="6512204" y="647865"/>
                  </a:lnTo>
                  <a:lnTo>
                    <a:pt x="6509512" y="650392"/>
                  </a:lnTo>
                  <a:lnTo>
                    <a:pt x="6718871" y="529399"/>
                  </a:lnTo>
                  <a:lnTo>
                    <a:pt x="6719506" y="528078"/>
                  </a:lnTo>
                  <a:lnTo>
                    <a:pt x="6720560" y="525843"/>
                  </a:lnTo>
                  <a:close/>
                </a:path>
                <a:path w="7631430" h="4412615">
                  <a:moveTo>
                    <a:pt x="6872249" y="438213"/>
                  </a:moveTo>
                  <a:lnTo>
                    <a:pt x="6744525" y="512000"/>
                  </a:lnTo>
                  <a:lnTo>
                    <a:pt x="6744221" y="513803"/>
                  </a:lnTo>
                  <a:lnTo>
                    <a:pt x="6744043" y="514858"/>
                  </a:lnTo>
                  <a:lnTo>
                    <a:pt x="6871678" y="441096"/>
                  </a:lnTo>
                  <a:lnTo>
                    <a:pt x="6871894" y="440029"/>
                  </a:lnTo>
                  <a:lnTo>
                    <a:pt x="6872249" y="438213"/>
                  </a:lnTo>
                  <a:close/>
                </a:path>
                <a:path w="7631430" h="4412615">
                  <a:moveTo>
                    <a:pt x="7092099" y="313715"/>
                  </a:moveTo>
                  <a:lnTo>
                    <a:pt x="7090499" y="313715"/>
                  </a:lnTo>
                  <a:lnTo>
                    <a:pt x="7090321" y="313829"/>
                  </a:lnTo>
                  <a:lnTo>
                    <a:pt x="7087578" y="313829"/>
                  </a:lnTo>
                  <a:lnTo>
                    <a:pt x="6987476" y="371652"/>
                  </a:lnTo>
                  <a:lnTo>
                    <a:pt x="6984759" y="374815"/>
                  </a:lnTo>
                  <a:lnTo>
                    <a:pt x="6983158" y="376669"/>
                  </a:lnTo>
                  <a:lnTo>
                    <a:pt x="7092099" y="313715"/>
                  </a:lnTo>
                  <a:close/>
                </a:path>
                <a:path w="7631430" h="4412615">
                  <a:moveTo>
                    <a:pt x="7366165" y="155346"/>
                  </a:moveTo>
                  <a:lnTo>
                    <a:pt x="7365492" y="154838"/>
                  </a:lnTo>
                  <a:lnTo>
                    <a:pt x="7364323" y="153949"/>
                  </a:lnTo>
                  <a:lnTo>
                    <a:pt x="7310475" y="185064"/>
                  </a:lnTo>
                  <a:lnTo>
                    <a:pt x="7306119" y="189141"/>
                  </a:lnTo>
                  <a:lnTo>
                    <a:pt x="7303579" y="191516"/>
                  </a:lnTo>
                  <a:lnTo>
                    <a:pt x="7366165" y="155346"/>
                  </a:lnTo>
                  <a:close/>
                </a:path>
                <a:path w="7631430" h="4412615">
                  <a:moveTo>
                    <a:pt x="7630909" y="2362"/>
                  </a:moveTo>
                  <a:lnTo>
                    <a:pt x="7630871" y="1498"/>
                  </a:lnTo>
                  <a:lnTo>
                    <a:pt x="7630820" y="0"/>
                  </a:lnTo>
                  <a:lnTo>
                    <a:pt x="7560500" y="40627"/>
                  </a:lnTo>
                  <a:lnTo>
                    <a:pt x="7559230" y="42887"/>
                  </a:lnTo>
                  <a:lnTo>
                    <a:pt x="7558506" y="44196"/>
                  </a:lnTo>
                  <a:lnTo>
                    <a:pt x="7630909" y="2362"/>
                  </a:lnTo>
                  <a:close/>
                </a:path>
              </a:pathLst>
            </a:custGeom>
            <a:solidFill>
              <a:srgbClr val="8C8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2853" y="806665"/>
              <a:ext cx="7643495" cy="4420870"/>
            </a:xfrm>
            <a:custGeom>
              <a:avLst/>
              <a:gdLst/>
              <a:ahLst/>
              <a:cxnLst/>
              <a:rect l="l" t="t" r="r" b="b"/>
              <a:pathLst>
                <a:path w="7643495" h="4420870">
                  <a:moveTo>
                    <a:pt x="81254" y="4373562"/>
                  </a:moveTo>
                  <a:lnTo>
                    <a:pt x="80200" y="4372622"/>
                  </a:lnTo>
                  <a:lnTo>
                    <a:pt x="78574" y="4371187"/>
                  </a:lnTo>
                  <a:lnTo>
                    <a:pt x="11874" y="4409732"/>
                  </a:lnTo>
                  <a:lnTo>
                    <a:pt x="3911" y="4416717"/>
                  </a:lnTo>
                  <a:lnTo>
                    <a:pt x="1016" y="4419257"/>
                  </a:lnTo>
                  <a:lnTo>
                    <a:pt x="0" y="4420514"/>
                  </a:lnTo>
                  <a:lnTo>
                    <a:pt x="81254" y="4373562"/>
                  </a:lnTo>
                  <a:close/>
                </a:path>
                <a:path w="7643495" h="4420870">
                  <a:moveTo>
                    <a:pt x="292620" y="4251414"/>
                  </a:moveTo>
                  <a:lnTo>
                    <a:pt x="292188" y="4250093"/>
                  </a:lnTo>
                  <a:lnTo>
                    <a:pt x="291541" y="4248112"/>
                  </a:lnTo>
                  <a:lnTo>
                    <a:pt x="244957" y="4275036"/>
                  </a:lnTo>
                  <a:lnTo>
                    <a:pt x="244906" y="4277423"/>
                  </a:lnTo>
                  <a:lnTo>
                    <a:pt x="244881" y="4278998"/>
                  </a:lnTo>
                  <a:lnTo>
                    <a:pt x="292620" y="4251414"/>
                  </a:lnTo>
                  <a:close/>
                </a:path>
                <a:path w="7643495" h="4420870">
                  <a:moveTo>
                    <a:pt x="622236" y="4060939"/>
                  </a:moveTo>
                  <a:lnTo>
                    <a:pt x="621868" y="4059542"/>
                  </a:lnTo>
                  <a:lnTo>
                    <a:pt x="621360" y="4057523"/>
                  </a:lnTo>
                  <a:lnTo>
                    <a:pt x="447446" y="4158018"/>
                  </a:lnTo>
                  <a:lnTo>
                    <a:pt x="437832" y="4165917"/>
                  </a:lnTo>
                  <a:lnTo>
                    <a:pt x="434682" y="4169321"/>
                  </a:lnTo>
                  <a:lnTo>
                    <a:pt x="622236" y="4060939"/>
                  </a:lnTo>
                  <a:close/>
                </a:path>
                <a:path w="7643495" h="4420870">
                  <a:moveTo>
                    <a:pt x="882904" y="3910304"/>
                  </a:moveTo>
                  <a:lnTo>
                    <a:pt x="741311" y="3988193"/>
                  </a:lnTo>
                  <a:lnTo>
                    <a:pt x="727964" y="3999839"/>
                  </a:lnTo>
                  <a:lnTo>
                    <a:pt x="882904" y="3910304"/>
                  </a:lnTo>
                  <a:close/>
                </a:path>
                <a:path w="7643495" h="4420870">
                  <a:moveTo>
                    <a:pt x="1250048" y="3698138"/>
                  </a:moveTo>
                  <a:lnTo>
                    <a:pt x="1249680" y="3696678"/>
                  </a:lnTo>
                  <a:lnTo>
                    <a:pt x="1249362" y="3695357"/>
                  </a:lnTo>
                  <a:lnTo>
                    <a:pt x="1247076" y="3695928"/>
                  </a:lnTo>
                  <a:lnTo>
                    <a:pt x="1101559" y="3780028"/>
                  </a:lnTo>
                  <a:lnTo>
                    <a:pt x="1097026" y="3784904"/>
                  </a:lnTo>
                  <a:lnTo>
                    <a:pt x="1096200" y="3785806"/>
                  </a:lnTo>
                  <a:lnTo>
                    <a:pt x="1095082" y="3787698"/>
                  </a:lnTo>
                  <a:lnTo>
                    <a:pt x="1250048" y="3698138"/>
                  </a:lnTo>
                  <a:close/>
                </a:path>
                <a:path w="7643495" h="4420870">
                  <a:moveTo>
                    <a:pt x="1439811" y="3584549"/>
                  </a:moveTo>
                  <a:lnTo>
                    <a:pt x="1310424" y="3659327"/>
                  </a:lnTo>
                  <a:lnTo>
                    <a:pt x="1309992" y="3661816"/>
                  </a:lnTo>
                  <a:lnTo>
                    <a:pt x="1309674" y="3663683"/>
                  </a:lnTo>
                  <a:lnTo>
                    <a:pt x="1438948" y="3588982"/>
                  </a:lnTo>
                  <a:lnTo>
                    <a:pt x="1439329" y="3587064"/>
                  </a:lnTo>
                  <a:lnTo>
                    <a:pt x="1439811" y="3584549"/>
                  </a:lnTo>
                  <a:close/>
                </a:path>
                <a:path w="7643495" h="4420870">
                  <a:moveTo>
                    <a:pt x="1805305" y="3377273"/>
                  </a:moveTo>
                  <a:lnTo>
                    <a:pt x="1671599" y="3450615"/>
                  </a:lnTo>
                  <a:lnTo>
                    <a:pt x="1656334" y="3463353"/>
                  </a:lnTo>
                  <a:lnTo>
                    <a:pt x="1805305" y="3377273"/>
                  </a:lnTo>
                  <a:close/>
                </a:path>
                <a:path w="7643495" h="4420870">
                  <a:moveTo>
                    <a:pt x="2100465" y="3206699"/>
                  </a:moveTo>
                  <a:lnTo>
                    <a:pt x="2097392" y="3206699"/>
                  </a:lnTo>
                  <a:lnTo>
                    <a:pt x="2093417" y="3206851"/>
                  </a:lnTo>
                  <a:lnTo>
                    <a:pt x="1981809" y="3271342"/>
                  </a:lnTo>
                  <a:lnTo>
                    <a:pt x="1978037" y="3275698"/>
                  </a:lnTo>
                  <a:lnTo>
                    <a:pt x="1976882" y="3277019"/>
                  </a:lnTo>
                  <a:lnTo>
                    <a:pt x="1976018" y="3278619"/>
                  </a:lnTo>
                  <a:lnTo>
                    <a:pt x="2100465" y="3206699"/>
                  </a:lnTo>
                  <a:close/>
                </a:path>
                <a:path w="7643495" h="4420870">
                  <a:moveTo>
                    <a:pt x="2348915" y="3063138"/>
                  </a:moveTo>
                  <a:lnTo>
                    <a:pt x="2348522" y="3061551"/>
                  </a:lnTo>
                  <a:lnTo>
                    <a:pt x="2348077" y="3059684"/>
                  </a:lnTo>
                  <a:lnTo>
                    <a:pt x="2279700" y="3099193"/>
                  </a:lnTo>
                  <a:lnTo>
                    <a:pt x="2274557" y="3104311"/>
                  </a:lnTo>
                  <a:lnTo>
                    <a:pt x="2270201" y="3108617"/>
                  </a:lnTo>
                  <a:lnTo>
                    <a:pt x="2348915" y="3063138"/>
                  </a:lnTo>
                  <a:close/>
                </a:path>
                <a:path w="7643495" h="4420870">
                  <a:moveTo>
                    <a:pt x="2517127" y="2965932"/>
                  </a:moveTo>
                  <a:lnTo>
                    <a:pt x="2516644" y="2964383"/>
                  </a:lnTo>
                  <a:lnTo>
                    <a:pt x="2516098" y="2962592"/>
                  </a:lnTo>
                  <a:lnTo>
                    <a:pt x="2467394" y="2990735"/>
                  </a:lnTo>
                  <a:lnTo>
                    <a:pt x="2467978" y="2992501"/>
                  </a:lnTo>
                  <a:lnTo>
                    <a:pt x="2468499" y="2994025"/>
                  </a:lnTo>
                  <a:lnTo>
                    <a:pt x="2517127" y="2965932"/>
                  </a:lnTo>
                  <a:close/>
                </a:path>
                <a:path w="7643495" h="4420870">
                  <a:moveTo>
                    <a:pt x="2813761" y="2794508"/>
                  </a:moveTo>
                  <a:lnTo>
                    <a:pt x="2672194" y="2872397"/>
                  </a:lnTo>
                  <a:lnTo>
                    <a:pt x="2659037" y="2883916"/>
                  </a:lnTo>
                  <a:lnTo>
                    <a:pt x="2813761" y="2794508"/>
                  </a:lnTo>
                  <a:close/>
                </a:path>
                <a:path w="7643495" h="4420870">
                  <a:moveTo>
                    <a:pt x="3053600" y="2651976"/>
                  </a:moveTo>
                  <a:lnTo>
                    <a:pt x="3032963" y="2663914"/>
                  </a:lnTo>
                  <a:lnTo>
                    <a:pt x="3032747" y="2666073"/>
                  </a:lnTo>
                  <a:lnTo>
                    <a:pt x="3032556" y="2668066"/>
                  </a:lnTo>
                  <a:lnTo>
                    <a:pt x="3052826" y="2656357"/>
                  </a:lnTo>
                  <a:lnTo>
                    <a:pt x="3052978" y="2654376"/>
                  </a:lnTo>
                  <a:lnTo>
                    <a:pt x="3053016" y="2654046"/>
                  </a:lnTo>
                  <a:lnTo>
                    <a:pt x="3053600" y="2651976"/>
                  </a:lnTo>
                  <a:close/>
                </a:path>
                <a:path w="7643495" h="4420870">
                  <a:moveTo>
                    <a:pt x="3206927" y="2567305"/>
                  </a:moveTo>
                  <a:lnTo>
                    <a:pt x="3205276" y="2566352"/>
                  </a:lnTo>
                  <a:lnTo>
                    <a:pt x="3203524" y="2565349"/>
                  </a:lnTo>
                  <a:lnTo>
                    <a:pt x="3146425" y="2598343"/>
                  </a:lnTo>
                  <a:lnTo>
                    <a:pt x="3148634" y="2599093"/>
                  </a:lnTo>
                  <a:lnTo>
                    <a:pt x="3150692" y="2599804"/>
                  </a:lnTo>
                  <a:lnTo>
                    <a:pt x="3206927" y="2567305"/>
                  </a:lnTo>
                  <a:close/>
                </a:path>
                <a:path w="7643495" h="4420870">
                  <a:moveTo>
                    <a:pt x="3409150" y="2450452"/>
                  </a:moveTo>
                  <a:lnTo>
                    <a:pt x="3408578" y="2448852"/>
                  </a:lnTo>
                  <a:lnTo>
                    <a:pt x="3407981" y="2447188"/>
                  </a:lnTo>
                  <a:lnTo>
                    <a:pt x="3319373" y="2498394"/>
                  </a:lnTo>
                  <a:lnTo>
                    <a:pt x="3319970" y="2500058"/>
                  </a:lnTo>
                  <a:lnTo>
                    <a:pt x="3320542" y="2501646"/>
                  </a:lnTo>
                  <a:lnTo>
                    <a:pt x="3409150" y="2450452"/>
                  </a:lnTo>
                  <a:close/>
                </a:path>
                <a:path w="7643495" h="4420870">
                  <a:moveTo>
                    <a:pt x="3630269" y="2322665"/>
                  </a:moveTo>
                  <a:lnTo>
                    <a:pt x="3626624" y="2322830"/>
                  </a:lnTo>
                  <a:lnTo>
                    <a:pt x="3622916" y="2322982"/>
                  </a:lnTo>
                  <a:lnTo>
                    <a:pt x="3512020" y="2387066"/>
                  </a:lnTo>
                  <a:lnTo>
                    <a:pt x="3508514" y="2391092"/>
                  </a:lnTo>
                  <a:lnTo>
                    <a:pt x="3506597" y="2393289"/>
                  </a:lnTo>
                  <a:lnTo>
                    <a:pt x="3505911" y="2394521"/>
                  </a:lnTo>
                  <a:lnTo>
                    <a:pt x="3630269" y="2322665"/>
                  </a:lnTo>
                  <a:close/>
                </a:path>
                <a:path w="7643495" h="4420870">
                  <a:moveTo>
                    <a:pt x="4022483" y="2092083"/>
                  </a:moveTo>
                  <a:lnTo>
                    <a:pt x="3811206" y="2214181"/>
                  </a:lnTo>
                  <a:lnTo>
                    <a:pt x="3805605" y="2219375"/>
                  </a:lnTo>
                  <a:lnTo>
                    <a:pt x="3799967" y="2224595"/>
                  </a:lnTo>
                  <a:lnTo>
                    <a:pt x="4020007" y="2097443"/>
                  </a:lnTo>
                  <a:lnTo>
                    <a:pt x="4021264" y="2094725"/>
                  </a:lnTo>
                  <a:lnTo>
                    <a:pt x="4022483" y="2092083"/>
                  </a:lnTo>
                  <a:close/>
                </a:path>
                <a:path w="7643495" h="4420870">
                  <a:moveTo>
                    <a:pt x="4237177" y="1971941"/>
                  </a:moveTo>
                  <a:lnTo>
                    <a:pt x="4099204" y="2047748"/>
                  </a:lnTo>
                  <a:lnTo>
                    <a:pt x="4090898" y="2054479"/>
                  </a:lnTo>
                  <a:lnTo>
                    <a:pt x="4087241" y="2057438"/>
                  </a:lnTo>
                  <a:lnTo>
                    <a:pt x="4084942" y="2059927"/>
                  </a:lnTo>
                  <a:lnTo>
                    <a:pt x="4237177" y="1971941"/>
                  </a:lnTo>
                  <a:close/>
                </a:path>
                <a:path w="7643495" h="4420870">
                  <a:moveTo>
                    <a:pt x="4619587" y="1750961"/>
                  </a:moveTo>
                  <a:lnTo>
                    <a:pt x="4619168" y="1749145"/>
                  </a:lnTo>
                  <a:lnTo>
                    <a:pt x="4618774" y="1747494"/>
                  </a:lnTo>
                  <a:lnTo>
                    <a:pt x="4447298" y="1846592"/>
                  </a:lnTo>
                  <a:lnTo>
                    <a:pt x="4439551" y="1852955"/>
                  </a:lnTo>
                  <a:lnTo>
                    <a:pt x="4435284" y="1856473"/>
                  </a:lnTo>
                  <a:lnTo>
                    <a:pt x="4433379" y="1858568"/>
                  </a:lnTo>
                  <a:lnTo>
                    <a:pt x="4619587" y="1750961"/>
                  </a:lnTo>
                  <a:close/>
                </a:path>
                <a:path w="7643495" h="4420870">
                  <a:moveTo>
                    <a:pt x="5054384" y="1499692"/>
                  </a:moveTo>
                  <a:lnTo>
                    <a:pt x="5053431" y="1498142"/>
                  </a:lnTo>
                  <a:lnTo>
                    <a:pt x="5052593" y="1496809"/>
                  </a:lnTo>
                  <a:lnTo>
                    <a:pt x="4954663" y="1553400"/>
                  </a:lnTo>
                  <a:lnTo>
                    <a:pt x="4947145" y="1559572"/>
                  </a:lnTo>
                  <a:lnTo>
                    <a:pt x="4941062" y="1564576"/>
                  </a:lnTo>
                  <a:lnTo>
                    <a:pt x="4939538" y="1566075"/>
                  </a:lnTo>
                  <a:lnTo>
                    <a:pt x="5054384" y="1499692"/>
                  </a:lnTo>
                  <a:close/>
                </a:path>
                <a:path w="7643495" h="4420870">
                  <a:moveTo>
                    <a:pt x="5461470" y="1260525"/>
                  </a:moveTo>
                  <a:lnTo>
                    <a:pt x="5253329" y="1380807"/>
                  </a:lnTo>
                  <a:lnTo>
                    <a:pt x="5248046" y="1385658"/>
                  </a:lnTo>
                  <a:lnTo>
                    <a:pt x="5241772" y="1391412"/>
                  </a:lnTo>
                  <a:lnTo>
                    <a:pt x="5458688" y="1266063"/>
                  </a:lnTo>
                  <a:lnTo>
                    <a:pt x="5460225" y="1263015"/>
                  </a:lnTo>
                  <a:lnTo>
                    <a:pt x="5461470" y="1260525"/>
                  </a:lnTo>
                  <a:close/>
                </a:path>
                <a:path w="7643495" h="4420870">
                  <a:moveTo>
                    <a:pt x="5745150" y="1096594"/>
                  </a:moveTo>
                  <a:lnTo>
                    <a:pt x="5534901" y="1218095"/>
                  </a:lnTo>
                  <a:lnTo>
                    <a:pt x="5529923" y="1222730"/>
                  </a:lnTo>
                  <a:lnTo>
                    <a:pt x="5523814" y="1228432"/>
                  </a:lnTo>
                  <a:lnTo>
                    <a:pt x="5742483" y="1102067"/>
                  </a:lnTo>
                  <a:lnTo>
                    <a:pt x="5743968" y="1099019"/>
                  </a:lnTo>
                  <a:lnTo>
                    <a:pt x="5745150" y="1096594"/>
                  </a:lnTo>
                  <a:close/>
                </a:path>
                <a:path w="7643495" h="4420870">
                  <a:moveTo>
                    <a:pt x="5994324" y="956525"/>
                  </a:moveTo>
                  <a:lnTo>
                    <a:pt x="5993828" y="954595"/>
                  </a:lnTo>
                  <a:lnTo>
                    <a:pt x="5993447" y="953109"/>
                  </a:lnTo>
                  <a:lnTo>
                    <a:pt x="5823483" y="1051331"/>
                  </a:lnTo>
                  <a:lnTo>
                    <a:pt x="5816371" y="1057173"/>
                  </a:lnTo>
                  <a:lnTo>
                    <a:pt x="5809932" y="1062456"/>
                  </a:lnTo>
                  <a:lnTo>
                    <a:pt x="5808738" y="1063777"/>
                  </a:lnTo>
                  <a:lnTo>
                    <a:pt x="5994324" y="956525"/>
                  </a:lnTo>
                  <a:close/>
                </a:path>
                <a:path w="7643495" h="4420870">
                  <a:moveTo>
                    <a:pt x="6200521" y="837374"/>
                  </a:moveTo>
                  <a:lnTo>
                    <a:pt x="6198882" y="836079"/>
                  </a:lnTo>
                  <a:lnTo>
                    <a:pt x="6197638" y="835113"/>
                  </a:lnTo>
                  <a:lnTo>
                    <a:pt x="6134849" y="871397"/>
                  </a:lnTo>
                  <a:lnTo>
                    <a:pt x="6129998" y="875893"/>
                  </a:lnTo>
                  <a:lnTo>
                    <a:pt x="6123622" y="881811"/>
                  </a:lnTo>
                  <a:lnTo>
                    <a:pt x="6200521" y="837374"/>
                  </a:lnTo>
                  <a:close/>
                </a:path>
                <a:path w="7643495" h="4420870">
                  <a:moveTo>
                    <a:pt x="6461811" y="686384"/>
                  </a:moveTo>
                  <a:lnTo>
                    <a:pt x="6461722" y="684161"/>
                  </a:lnTo>
                  <a:lnTo>
                    <a:pt x="6461671" y="682536"/>
                  </a:lnTo>
                  <a:lnTo>
                    <a:pt x="6388608" y="724750"/>
                  </a:lnTo>
                  <a:lnTo>
                    <a:pt x="6387262" y="727202"/>
                  </a:lnTo>
                  <a:lnTo>
                    <a:pt x="6385433" y="730516"/>
                  </a:lnTo>
                  <a:lnTo>
                    <a:pt x="6461811" y="686384"/>
                  </a:lnTo>
                  <a:close/>
                </a:path>
                <a:path w="7643495" h="4420870">
                  <a:moveTo>
                    <a:pt x="6730746" y="527037"/>
                  </a:moveTo>
                  <a:lnTo>
                    <a:pt x="6521386" y="648030"/>
                  </a:lnTo>
                  <a:lnTo>
                    <a:pt x="6516827" y="652310"/>
                  </a:lnTo>
                  <a:lnTo>
                    <a:pt x="6510541" y="658215"/>
                  </a:lnTo>
                  <a:lnTo>
                    <a:pt x="6728193" y="532447"/>
                  </a:lnTo>
                  <a:lnTo>
                    <a:pt x="6729692" y="529285"/>
                  </a:lnTo>
                  <a:lnTo>
                    <a:pt x="6730746" y="527037"/>
                  </a:lnTo>
                  <a:close/>
                </a:path>
                <a:path w="7643495" h="4420870">
                  <a:moveTo>
                    <a:pt x="6883552" y="438734"/>
                  </a:moveTo>
                  <a:lnTo>
                    <a:pt x="6755917" y="512495"/>
                  </a:lnTo>
                  <a:lnTo>
                    <a:pt x="6755600" y="514299"/>
                  </a:lnTo>
                  <a:lnTo>
                    <a:pt x="6755168" y="516851"/>
                  </a:lnTo>
                  <a:lnTo>
                    <a:pt x="6882663" y="443179"/>
                  </a:lnTo>
                  <a:lnTo>
                    <a:pt x="6883184" y="440563"/>
                  </a:lnTo>
                  <a:lnTo>
                    <a:pt x="6883552" y="438734"/>
                  </a:lnTo>
                  <a:close/>
                </a:path>
                <a:path w="7643495" h="4420870">
                  <a:moveTo>
                    <a:pt x="7111339" y="311035"/>
                  </a:moveTo>
                  <a:lnTo>
                    <a:pt x="7107009" y="311188"/>
                  </a:lnTo>
                  <a:lnTo>
                    <a:pt x="7106831" y="311302"/>
                  </a:lnTo>
                  <a:lnTo>
                    <a:pt x="7104088" y="311302"/>
                  </a:lnTo>
                  <a:lnTo>
                    <a:pt x="6995033" y="374307"/>
                  </a:lnTo>
                  <a:lnTo>
                    <a:pt x="6992315" y="377482"/>
                  </a:lnTo>
                  <a:lnTo>
                    <a:pt x="6988937" y="381419"/>
                  </a:lnTo>
                  <a:lnTo>
                    <a:pt x="6988657" y="381927"/>
                  </a:lnTo>
                  <a:lnTo>
                    <a:pt x="7111339" y="311035"/>
                  </a:lnTo>
                  <a:close/>
                </a:path>
                <a:path w="7643495" h="4420870">
                  <a:moveTo>
                    <a:pt x="7380986" y="155206"/>
                  </a:moveTo>
                  <a:lnTo>
                    <a:pt x="7379208" y="153860"/>
                  </a:lnTo>
                  <a:lnTo>
                    <a:pt x="7378039" y="152984"/>
                  </a:lnTo>
                  <a:lnTo>
                    <a:pt x="7315454" y="189153"/>
                  </a:lnTo>
                  <a:lnTo>
                    <a:pt x="7311098" y="193230"/>
                  </a:lnTo>
                  <a:lnTo>
                    <a:pt x="7304481" y="199415"/>
                  </a:lnTo>
                  <a:lnTo>
                    <a:pt x="7380986" y="155206"/>
                  </a:lnTo>
                  <a:close/>
                </a:path>
                <a:path w="7643495" h="4420870">
                  <a:moveTo>
                    <a:pt x="7642923" y="3848"/>
                  </a:moveTo>
                  <a:lnTo>
                    <a:pt x="7642834" y="1485"/>
                  </a:lnTo>
                  <a:lnTo>
                    <a:pt x="7642784" y="0"/>
                  </a:lnTo>
                  <a:lnTo>
                    <a:pt x="7570381" y="41833"/>
                  </a:lnTo>
                  <a:lnTo>
                    <a:pt x="7569111" y="44107"/>
                  </a:lnTo>
                  <a:lnTo>
                    <a:pt x="7567130" y="47637"/>
                  </a:lnTo>
                  <a:lnTo>
                    <a:pt x="7642923" y="3848"/>
                  </a:lnTo>
                  <a:close/>
                </a:path>
              </a:pathLst>
            </a:custGeom>
            <a:solidFill>
              <a:srgbClr val="898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269" y="810504"/>
              <a:ext cx="7646670" cy="4421505"/>
            </a:xfrm>
            <a:custGeom>
              <a:avLst/>
              <a:gdLst/>
              <a:ahLst/>
              <a:cxnLst/>
              <a:rect l="l" t="t" r="r" b="b"/>
              <a:pathLst>
                <a:path w="7646670" h="4421505">
                  <a:moveTo>
                    <a:pt x="6886253" y="439335"/>
                  </a:moveTo>
                  <a:lnTo>
                    <a:pt x="6758758" y="513012"/>
                  </a:lnTo>
                  <a:lnTo>
                    <a:pt x="6758449" y="514816"/>
                  </a:lnTo>
                  <a:lnTo>
                    <a:pt x="6885889" y="441156"/>
                  </a:lnTo>
                  <a:lnTo>
                    <a:pt x="6886253" y="439335"/>
                  </a:lnTo>
                  <a:close/>
                </a:path>
                <a:path w="7646670" h="4421505">
                  <a:moveTo>
                    <a:pt x="5997917" y="952685"/>
                  </a:moveTo>
                  <a:lnTo>
                    <a:pt x="5812325" y="1059934"/>
                  </a:lnTo>
                  <a:lnTo>
                    <a:pt x="5809040" y="1063565"/>
                  </a:lnTo>
                  <a:lnTo>
                    <a:pt x="5998297" y="954176"/>
                  </a:lnTo>
                  <a:lnTo>
                    <a:pt x="5997917" y="952685"/>
                  </a:lnTo>
                  <a:close/>
                </a:path>
                <a:path w="7646670" h="4421505">
                  <a:moveTo>
                    <a:pt x="4623178" y="1747116"/>
                  </a:moveTo>
                  <a:lnTo>
                    <a:pt x="4436967" y="1854723"/>
                  </a:lnTo>
                  <a:lnTo>
                    <a:pt x="4433387" y="1858680"/>
                  </a:lnTo>
                  <a:lnTo>
                    <a:pt x="4623563" y="1748760"/>
                  </a:lnTo>
                  <a:lnTo>
                    <a:pt x="4623178" y="1747116"/>
                  </a:lnTo>
                  <a:close/>
                </a:path>
                <a:path w="7646670" h="4421505">
                  <a:moveTo>
                    <a:pt x="4245475" y="1967291"/>
                  </a:moveTo>
                  <a:lnTo>
                    <a:pt x="4240771" y="1968100"/>
                  </a:lnTo>
                  <a:lnTo>
                    <a:pt x="4088531" y="2056077"/>
                  </a:lnTo>
                  <a:lnTo>
                    <a:pt x="4084692" y="2060222"/>
                  </a:lnTo>
                  <a:lnTo>
                    <a:pt x="4245475" y="1967291"/>
                  </a:lnTo>
                  <a:close/>
                </a:path>
                <a:path w="7646670" h="4421505">
                  <a:moveTo>
                    <a:pt x="2822550" y="2789728"/>
                  </a:moveTo>
                  <a:lnTo>
                    <a:pt x="2817347" y="2790665"/>
                  </a:lnTo>
                  <a:lnTo>
                    <a:pt x="2662632" y="2880071"/>
                  </a:lnTo>
                  <a:lnTo>
                    <a:pt x="2658473" y="2884563"/>
                  </a:lnTo>
                  <a:lnTo>
                    <a:pt x="2822550" y="2789728"/>
                  </a:lnTo>
                  <a:close/>
                </a:path>
                <a:path w="7646670" h="4421505">
                  <a:moveTo>
                    <a:pt x="1814561" y="3372337"/>
                  </a:moveTo>
                  <a:lnTo>
                    <a:pt x="1809945" y="3373097"/>
                  </a:lnTo>
                  <a:lnTo>
                    <a:pt x="1808890" y="3373430"/>
                  </a:lnTo>
                  <a:lnTo>
                    <a:pt x="1659929" y="3459511"/>
                  </a:lnTo>
                  <a:lnTo>
                    <a:pt x="1655137" y="3464482"/>
                  </a:lnTo>
                  <a:lnTo>
                    <a:pt x="1814561" y="3372337"/>
                  </a:lnTo>
                  <a:close/>
                </a:path>
                <a:path w="7646670" h="4421505">
                  <a:moveTo>
                    <a:pt x="1442542" y="3585134"/>
                  </a:moveTo>
                  <a:lnTo>
                    <a:pt x="1313268" y="3659839"/>
                  </a:lnTo>
                  <a:lnTo>
                    <a:pt x="1312843" y="3662325"/>
                  </a:lnTo>
                  <a:lnTo>
                    <a:pt x="1442055" y="3587642"/>
                  </a:lnTo>
                  <a:lnTo>
                    <a:pt x="1442542" y="3585134"/>
                  </a:lnTo>
                  <a:close/>
                </a:path>
                <a:path w="7646670" h="4421505">
                  <a:moveTo>
                    <a:pt x="892215" y="3905444"/>
                  </a:moveTo>
                  <a:lnTo>
                    <a:pt x="886492" y="3906463"/>
                  </a:lnTo>
                  <a:lnTo>
                    <a:pt x="731561" y="3995995"/>
                  </a:lnTo>
                  <a:lnTo>
                    <a:pt x="726896" y="4000997"/>
                  </a:lnTo>
                  <a:lnTo>
                    <a:pt x="892215" y="3905444"/>
                  </a:lnTo>
                  <a:close/>
                </a:path>
                <a:path w="7646670" h="4421505">
                  <a:moveTo>
                    <a:pt x="625823" y="4057098"/>
                  </a:moveTo>
                  <a:lnTo>
                    <a:pt x="438271" y="4165480"/>
                  </a:lnTo>
                  <a:lnTo>
                    <a:pt x="433699" y="4170462"/>
                  </a:lnTo>
                  <a:lnTo>
                    <a:pt x="626339" y="4059118"/>
                  </a:lnTo>
                  <a:lnTo>
                    <a:pt x="625823" y="4057098"/>
                  </a:lnTo>
                  <a:close/>
                </a:path>
                <a:path w="7646670" h="4421505">
                  <a:moveTo>
                    <a:pt x="2520713" y="2962083"/>
                  </a:moveTo>
                  <a:lnTo>
                    <a:pt x="2472089" y="2990182"/>
                  </a:lnTo>
                  <a:lnTo>
                    <a:pt x="2472686" y="2991947"/>
                  </a:lnTo>
                  <a:lnTo>
                    <a:pt x="2521260" y="2963871"/>
                  </a:lnTo>
                  <a:lnTo>
                    <a:pt x="2520713" y="2962083"/>
                  </a:lnTo>
                  <a:close/>
                </a:path>
                <a:path w="7646670" h="4421505">
                  <a:moveTo>
                    <a:pt x="2352500" y="3059290"/>
                  </a:moveTo>
                  <a:lnTo>
                    <a:pt x="2273794" y="3104773"/>
                  </a:lnTo>
                  <a:lnTo>
                    <a:pt x="2268635" y="3109886"/>
                  </a:lnTo>
                  <a:lnTo>
                    <a:pt x="2352952" y="3061152"/>
                  </a:lnTo>
                  <a:lnTo>
                    <a:pt x="2352500" y="3059290"/>
                  </a:lnTo>
                  <a:close/>
                </a:path>
                <a:path w="7646670" h="4421505">
                  <a:moveTo>
                    <a:pt x="296212" y="4247573"/>
                  </a:moveTo>
                  <a:lnTo>
                    <a:pt x="248475" y="4275159"/>
                  </a:lnTo>
                  <a:lnTo>
                    <a:pt x="248435" y="4277543"/>
                  </a:lnTo>
                  <a:lnTo>
                    <a:pt x="296859" y="4249554"/>
                  </a:lnTo>
                  <a:lnTo>
                    <a:pt x="296212" y="4247573"/>
                  </a:lnTo>
                  <a:close/>
                </a:path>
                <a:path w="7646670" h="4421505">
                  <a:moveTo>
                    <a:pt x="84849" y="4369715"/>
                  </a:moveTo>
                  <a:lnTo>
                    <a:pt x="3591" y="4416672"/>
                  </a:lnTo>
                  <a:lnTo>
                    <a:pt x="0" y="4421136"/>
                  </a:lnTo>
                  <a:lnTo>
                    <a:pt x="86475" y="4371154"/>
                  </a:lnTo>
                  <a:lnTo>
                    <a:pt x="84849" y="4369715"/>
                  </a:lnTo>
                  <a:close/>
                </a:path>
                <a:path w="7646670" h="4421505">
                  <a:moveTo>
                    <a:pt x="7646511" y="0"/>
                  </a:moveTo>
                  <a:lnTo>
                    <a:pt x="7570722" y="43796"/>
                  </a:lnTo>
                  <a:lnTo>
                    <a:pt x="7569455" y="46062"/>
                  </a:lnTo>
                  <a:lnTo>
                    <a:pt x="7646566" y="1492"/>
                  </a:lnTo>
                  <a:lnTo>
                    <a:pt x="7646511" y="0"/>
                  </a:lnTo>
                  <a:close/>
                </a:path>
                <a:path w="7646670" h="4421505">
                  <a:moveTo>
                    <a:pt x="7384578" y="151365"/>
                  </a:moveTo>
                  <a:lnTo>
                    <a:pt x="7308073" y="195575"/>
                  </a:lnTo>
                  <a:lnTo>
                    <a:pt x="7307227" y="196367"/>
                  </a:lnTo>
                  <a:lnTo>
                    <a:pt x="7305591" y="198573"/>
                  </a:lnTo>
                  <a:lnTo>
                    <a:pt x="7385743" y="152245"/>
                  </a:lnTo>
                  <a:lnTo>
                    <a:pt x="7384578" y="151365"/>
                  </a:lnTo>
                  <a:close/>
                </a:path>
                <a:path w="7646670" h="4421505">
                  <a:moveTo>
                    <a:pt x="7117673" y="307187"/>
                  </a:moveTo>
                  <a:lnTo>
                    <a:pt x="7114931" y="307187"/>
                  </a:lnTo>
                  <a:lnTo>
                    <a:pt x="6992246" y="378085"/>
                  </a:lnTo>
                  <a:lnTo>
                    <a:pt x="6990971" y="380420"/>
                  </a:lnTo>
                  <a:lnTo>
                    <a:pt x="7117673" y="307187"/>
                  </a:lnTo>
                  <a:close/>
                </a:path>
                <a:path w="7646670" h="4421505">
                  <a:moveTo>
                    <a:pt x="6465400" y="682537"/>
                  </a:moveTo>
                  <a:lnTo>
                    <a:pt x="6389023" y="726673"/>
                  </a:lnTo>
                  <a:lnTo>
                    <a:pt x="6387675" y="729120"/>
                  </a:lnTo>
                  <a:lnTo>
                    <a:pt x="6465461" y="684160"/>
                  </a:lnTo>
                  <a:lnTo>
                    <a:pt x="6465400" y="682537"/>
                  </a:lnTo>
                  <a:close/>
                </a:path>
                <a:path w="7646670" h="4421505">
                  <a:moveTo>
                    <a:pt x="6204115" y="833528"/>
                  </a:moveTo>
                  <a:lnTo>
                    <a:pt x="6127214" y="877967"/>
                  </a:lnTo>
                  <a:lnTo>
                    <a:pt x="6126127" y="878976"/>
                  </a:lnTo>
                  <a:lnTo>
                    <a:pt x="6124355" y="881316"/>
                  </a:lnTo>
                  <a:lnTo>
                    <a:pt x="6205354" y="834499"/>
                  </a:lnTo>
                  <a:lnTo>
                    <a:pt x="6204115" y="833528"/>
                  </a:lnTo>
                  <a:close/>
                </a:path>
                <a:path w="7646670" h="4421505">
                  <a:moveTo>
                    <a:pt x="5057981" y="1495853"/>
                  </a:moveTo>
                  <a:lnTo>
                    <a:pt x="4943127" y="1562225"/>
                  </a:lnTo>
                  <a:lnTo>
                    <a:pt x="4938633" y="1566652"/>
                  </a:lnTo>
                  <a:lnTo>
                    <a:pt x="5058809" y="1497191"/>
                  </a:lnTo>
                  <a:lnTo>
                    <a:pt x="5057981" y="1495853"/>
                  </a:lnTo>
                  <a:close/>
                </a:path>
                <a:path w="7646670" h="4421505">
                  <a:moveTo>
                    <a:pt x="3637703" y="2318578"/>
                  </a:moveTo>
                  <a:lnTo>
                    <a:pt x="3633861" y="2318820"/>
                  </a:lnTo>
                  <a:lnTo>
                    <a:pt x="3509505" y="2390682"/>
                  </a:lnTo>
                  <a:lnTo>
                    <a:pt x="3507906" y="2393599"/>
                  </a:lnTo>
                  <a:lnTo>
                    <a:pt x="3637703" y="2318578"/>
                  </a:lnTo>
                  <a:close/>
                </a:path>
                <a:path w="7646670" h="4421505">
                  <a:moveTo>
                    <a:pt x="2107995" y="3202734"/>
                  </a:moveTo>
                  <a:lnTo>
                    <a:pt x="2104274" y="3202734"/>
                  </a:lnTo>
                  <a:lnTo>
                    <a:pt x="1979608" y="3274776"/>
                  </a:lnTo>
                  <a:lnTo>
                    <a:pt x="1977920" y="3277917"/>
                  </a:lnTo>
                  <a:lnTo>
                    <a:pt x="2107995" y="3202734"/>
                  </a:lnTo>
                  <a:close/>
                </a:path>
                <a:path w="7646670" h="4421505">
                  <a:moveTo>
                    <a:pt x="1253641" y="3694296"/>
                  </a:moveTo>
                  <a:lnTo>
                    <a:pt x="1098674" y="3783848"/>
                  </a:lnTo>
                  <a:lnTo>
                    <a:pt x="1096660" y="3787276"/>
                  </a:lnTo>
                  <a:lnTo>
                    <a:pt x="1254132" y="3696259"/>
                  </a:lnTo>
                  <a:lnTo>
                    <a:pt x="1253641" y="3694296"/>
                  </a:lnTo>
                  <a:close/>
                </a:path>
                <a:path w="7646670" h="4421505">
                  <a:moveTo>
                    <a:pt x="6731778" y="528603"/>
                  </a:moveTo>
                  <a:lnTo>
                    <a:pt x="6514131" y="654377"/>
                  </a:lnTo>
                  <a:lnTo>
                    <a:pt x="6511699" y="656663"/>
                  </a:lnTo>
                  <a:lnTo>
                    <a:pt x="6510653" y="658039"/>
                  </a:lnTo>
                  <a:lnTo>
                    <a:pt x="6730716" y="530845"/>
                  </a:lnTo>
                  <a:lnTo>
                    <a:pt x="6731778" y="528603"/>
                  </a:lnTo>
                  <a:close/>
                </a:path>
                <a:path w="7646670" h="4421505">
                  <a:moveTo>
                    <a:pt x="5746069" y="1098223"/>
                  </a:moveTo>
                  <a:lnTo>
                    <a:pt x="5527399" y="1224587"/>
                  </a:lnTo>
                  <a:lnTo>
                    <a:pt x="5525861" y="1226019"/>
                  </a:lnTo>
                  <a:lnTo>
                    <a:pt x="5524273" y="1228158"/>
                  </a:lnTo>
                  <a:lnTo>
                    <a:pt x="5744884" y="1100646"/>
                  </a:lnTo>
                  <a:lnTo>
                    <a:pt x="5746069" y="1098223"/>
                  </a:lnTo>
                  <a:close/>
                </a:path>
                <a:path w="7646670" h="4421505">
                  <a:moveTo>
                    <a:pt x="5462282" y="1262217"/>
                  </a:moveTo>
                  <a:lnTo>
                    <a:pt x="5245369" y="1387566"/>
                  </a:lnTo>
                  <a:lnTo>
                    <a:pt x="5242207" y="1390469"/>
                  </a:lnTo>
                  <a:lnTo>
                    <a:pt x="5241193" y="1391775"/>
                  </a:lnTo>
                  <a:lnTo>
                    <a:pt x="5461027" y="1264714"/>
                  </a:lnTo>
                  <a:lnTo>
                    <a:pt x="5462282" y="1262217"/>
                  </a:lnTo>
                  <a:close/>
                </a:path>
                <a:path w="7646670" h="4421505">
                  <a:moveTo>
                    <a:pt x="4023595" y="2093602"/>
                  </a:moveTo>
                  <a:lnTo>
                    <a:pt x="3803563" y="2220753"/>
                  </a:lnTo>
                  <a:lnTo>
                    <a:pt x="3802217" y="2222001"/>
                  </a:lnTo>
                  <a:lnTo>
                    <a:pt x="3800262" y="2224620"/>
                  </a:lnTo>
                  <a:lnTo>
                    <a:pt x="4022372" y="2096243"/>
                  </a:lnTo>
                  <a:lnTo>
                    <a:pt x="4023595" y="2093602"/>
                  </a:lnTo>
                  <a:close/>
                </a:path>
                <a:path w="7646670" h="4421505">
                  <a:moveTo>
                    <a:pt x="3210523" y="2563458"/>
                  </a:moveTo>
                  <a:lnTo>
                    <a:pt x="3154285" y="2595956"/>
                  </a:lnTo>
                  <a:lnTo>
                    <a:pt x="3156492" y="2596713"/>
                  </a:lnTo>
                  <a:lnTo>
                    <a:pt x="3212281" y="2564467"/>
                  </a:lnTo>
                  <a:lnTo>
                    <a:pt x="3210523" y="2563458"/>
                  </a:lnTo>
                  <a:close/>
                </a:path>
                <a:path w="7646670" h="4421505">
                  <a:moveTo>
                    <a:pt x="3412740" y="2446601"/>
                  </a:moveTo>
                  <a:lnTo>
                    <a:pt x="3324130" y="2497807"/>
                  </a:lnTo>
                  <a:lnTo>
                    <a:pt x="3324726" y="2499475"/>
                  </a:lnTo>
                  <a:lnTo>
                    <a:pt x="3413333" y="2448261"/>
                  </a:lnTo>
                  <a:lnTo>
                    <a:pt x="3412740" y="2446601"/>
                  </a:lnTo>
                  <a:close/>
                </a:path>
                <a:path w="7646670" h="4421505">
                  <a:moveTo>
                    <a:pt x="3056421" y="2652510"/>
                  </a:moveTo>
                  <a:lnTo>
                    <a:pt x="3036148" y="2664225"/>
                  </a:lnTo>
                  <a:lnTo>
                    <a:pt x="3035936" y="2666393"/>
                  </a:lnTo>
                  <a:lnTo>
                    <a:pt x="3056254" y="2654650"/>
                  </a:lnTo>
                  <a:lnTo>
                    <a:pt x="3056421" y="2652510"/>
                  </a:lnTo>
                  <a:close/>
                </a:path>
              </a:pathLst>
            </a:custGeom>
            <a:solidFill>
              <a:srgbClr val="878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5601" y="811999"/>
              <a:ext cx="7650480" cy="4424680"/>
            </a:xfrm>
            <a:custGeom>
              <a:avLst/>
              <a:gdLst/>
              <a:ahLst/>
              <a:cxnLst/>
              <a:rect l="l" t="t" r="r" b="b"/>
              <a:pathLst>
                <a:path w="7650480" h="4424680">
                  <a:moveTo>
                    <a:pt x="91808" y="4371149"/>
                  </a:moveTo>
                  <a:lnTo>
                    <a:pt x="90182" y="4369714"/>
                  </a:lnTo>
                  <a:lnTo>
                    <a:pt x="3594" y="4419727"/>
                  </a:lnTo>
                  <a:lnTo>
                    <a:pt x="0" y="4424197"/>
                  </a:lnTo>
                  <a:lnTo>
                    <a:pt x="91808" y="4371149"/>
                  </a:lnTo>
                  <a:close/>
                </a:path>
                <a:path w="7650480" h="4424680">
                  <a:moveTo>
                    <a:pt x="301205" y="4250156"/>
                  </a:moveTo>
                  <a:lnTo>
                    <a:pt x="300558" y="4248175"/>
                  </a:lnTo>
                  <a:lnTo>
                    <a:pt x="252095" y="4276179"/>
                  </a:lnTo>
                  <a:lnTo>
                    <a:pt x="252056" y="4278554"/>
                  </a:lnTo>
                  <a:lnTo>
                    <a:pt x="301205" y="4250156"/>
                  </a:lnTo>
                  <a:close/>
                </a:path>
                <a:path w="7650480" h="4424680">
                  <a:moveTo>
                    <a:pt x="630567" y="4059859"/>
                  </a:moveTo>
                  <a:lnTo>
                    <a:pt x="630047" y="4057840"/>
                  </a:lnTo>
                  <a:lnTo>
                    <a:pt x="629996" y="4057624"/>
                  </a:lnTo>
                  <a:lnTo>
                    <a:pt x="437362" y="4168978"/>
                  </a:lnTo>
                  <a:lnTo>
                    <a:pt x="437007" y="4169346"/>
                  </a:lnTo>
                  <a:lnTo>
                    <a:pt x="432447" y="4174337"/>
                  </a:lnTo>
                  <a:lnTo>
                    <a:pt x="630567" y="4059859"/>
                  </a:lnTo>
                  <a:close/>
                </a:path>
                <a:path w="7650480" h="4424680">
                  <a:moveTo>
                    <a:pt x="902398" y="3902799"/>
                  </a:moveTo>
                  <a:lnTo>
                    <a:pt x="896670" y="3903815"/>
                  </a:lnTo>
                  <a:lnTo>
                    <a:pt x="895870" y="3903954"/>
                  </a:lnTo>
                  <a:lnTo>
                    <a:pt x="730554" y="3999509"/>
                  </a:lnTo>
                  <a:lnTo>
                    <a:pt x="730008" y="4000093"/>
                  </a:lnTo>
                  <a:lnTo>
                    <a:pt x="725347" y="4005097"/>
                  </a:lnTo>
                  <a:lnTo>
                    <a:pt x="902398" y="3902799"/>
                  </a:lnTo>
                  <a:close/>
                </a:path>
                <a:path w="7650480" h="4424680">
                  <a:moveTo>
                    <a:pt x="1258379" y="3697109"/>
                  </a:moveTo>
                  <a:lnTo>
                    <a:pt x="1257884" y="3695141"/>
                  </a:lnTo>
                  <a:lnTo>
                    <a:pt x="1257795" y="3694773"/>
                  </a:lnTo>
                  <a:lnTo>
                    <a:pt x="1100315" y="3785793"/>
                  </a:lnTo>
                  <a:lnTo>
                    <a:pt x="1099985" y="3786365"/>
                  </a:lnTo>
                  <a:lnTo>
                    <a:pt x="1097965" y="3789794"/>
                  </a:lnTo>
                  <a:lnTo>
                    <a:pt x="1258379" y="3697109"/>
                  </a:lnTo>
                  <a:close/>
                </a:path>
                <a:path w="7650480" h="4424680">
                  <a:moveTo>
                    <a:pt x="1445717" y="3586149"/>
                  </a:moveTo>
                  <a:lnTo>
                    <a:pt x="1316507" y="3660838"/>
                  </a:lnTo>
                  <a:lnTo>
                    <a:pt x="1316418" y="3661333"/>
                  </a:lnTo>
                  <a:lnTo>
                    <a:pt x="1315999" y="3663823"/>
                  </a:lnTo>
                  <a:lnTo>
                    <a:pt x="1445120" y="3589210"/>
                  </a:lnTo>
                  <a:lnTo>
                    <a:pt x="1445602" y="3586708"/>
                  </a:lnTo>
                  <a:lnTo>
                    <a:pt x="1445717" y="3586149"/>
                  </a:lnTo>
                  <a:close/>
                </a:path>
                <a:path w="7650480" h="4424680">
                  <a:moveTo>
                    <a:pt x="1824964" y="3369741"/>
                  </a:moveTo>
                  <a:lnTo>
                    <a:pt x="1658797" y="3462998"/>
                  </a:lnTo>
                  <a:lnTo>
                    <a:pt x="1652803" y="3469221"/>
                  </a:lnTo>
                  <a:lnTo>
                    <a:pt x="1824964" y="3369741"/>
                  </a:lnTo>
                  <a:close/>
                </a:path>
                <a:path w="7650480" h="4424680">
                  <a:moveTo>
                    <a:pt x="2115528" y="3201860"/>
                  </a:moveTo>
                  <a:lnTo>
                    <a:pt x="2112708" y="3201327"/>
                  </a:lnTo>
                  <a:lnTo>
                    <a:pt x="2111806" y="3201162"/>
                  </a:lnTo>
                  <a:lnTo>
                    <a:pt x="1981581" y="3276422"/>
                  </a:lnTo>
                  <a:lnTo>
                    <a:pt x="1981073" y="3277374"/>
                  </a:lnTo>
                  <a:lnTo>
                    <a:pt x="1979383" y="3280511"/>
                  </a:lnTo>
                  <a:lnTo>
                    <a:pt x="2115528" y="3201860"/>
                  </a:lnTo>
                  <a:close/>
                </a:path>
                <a:path w="7650480" h="4424680">
                  <a:moveTo>
                    <a:pt x="2357234" y="3062198"/>
                  </a:moveTo>
                  <a:lnTo>
                    <a:pt x="2356777" y="3060344"/>
                  </a:lnTo>
                  <a:lnTo>
                    <a:pt x="2356612" y="3059658"/>
                  </a:lnTo>
                  <a:lnTo>
                    <a:pt x="2272296" y="3108401"/>
                  </a:lnTo>
                  <a:lnTo>
                    <a:pt x="2270493" y="3110179"/>
                  </a:lnTo>
                  <a:lnTo>
                    <a:pt x="2265337" y="3115297"/>
                  </a:lnTo>
                  <a:lnTo>
                    <a:pt x="2357234" y="3062198"/>
                  </a:lnTo>
                  <a:close/>
                </a:path>
                <a:path w="7650480" h="4424680">
                  <a:moveTo>
                    <a:pt x="2525687" y="2964865"/>
                  </a:moveTo>
                  <a:lnTo>
                    <a:pt x="2525141" y="2963075"/>
                  </a:lnTo>
                  <a:lnTo>
                    <a:pt x="2524925" y="2962376"/>
                  </a:lnTo>
                  <a:lnTo>
                    <a:pt x="2476347" y="2990456"/>
                  </a:lnTo>
                  <a:lnTo>
                    <a:pt x="2476576" y="2991129"/>
                  </a:lnTo>
                  <a:lnTo>
                    <a:pt x="2477173" y="2992894"/>
                  </a:lnTo>
                  <a:lnTo>
                    <a:pt x="2525687" y="2964865"/>
                  </a:lnTo>
                  <a:close/>
                </a:path>
                <a:path w="7650480" h="4424680">
                  <a:moveTo>
                    <a:pt x="2833713" y="2786888"/>
                  </a:moveTo>
                  <a:lnTo>
                    <a:pt x="2828506" y="2787827"/>
                  </a:lnTo>
                  <a:lnTo>
                    <a:pt x="2826207" y="2788234"/>
                  </a:lnTo>
                  <a:lnTo>
                    <a:pt x="2662136" y="2883077"/>
                  </a:lnTo>
                  <a:lnTo>
                    <a:pt x="2660408" y="2884932"/>
                  </a:lnTo>
                  <a:lnTo>
                    <a:pt x="2656255" y="2889427"/>
                  </a:lnTo>
                  <a:lnTo>
                    <a:pt x="2833713" y="2786888"/>
                  </a:lnTo>
                  <a:close/>
                </a:path>
                <a:path w="7650480" h="4424680">
                  <a:moveTo>
                    <a:pt x="3059912" y="2653157"/>
                  </a:moveTo>
                  <a:lnTo>
                    <a:pt x="3039592" y="2664904"/>
                  </a:lnTo>
                  <a:lnTo>
                    <a:pt x="3039491" y="2665946"/>
                  </a:lnTo>
                  <a:lnTo>
                    <a:pt x="3039287" y="2668105"/>
                  </a:lnTo>
                  <a:lnTo>
                    <a:pt x="3059671" y="2656332"/>
                  </a:lnTo>
                  <a:lnTo>
                    <a:pt x="3059836" y="2654198"/>
                  </a:lnTo>
                  <a:lnTo>
                    <a:pt x="3059912" y="2653157"/>
                  </a:lnTo>
                  <a:close/>
                </a:path>
                <a:path w="7650480" h="4424680">
                  <a:moveTo>
                    <a:pt x="3218599" y="2564498"/>
                  </a:moveTo>
                  <a:lnTo>
                    <a:pt x="3216846" y="2563495"/>
                  </a:lnTo>
                  <a:lnTo>
                    <a:pt x="3215944" y="2562974"/>
                  </a:lnTo>
                  <a:lnTo>
                    <a:pt x="3160153" y="2595219"/>
                  </a:lnTo>
                  <a:lnTo>
                    <a:pt x="3161258" y="2595600"/>
                  </a:lnTo>
                  <a:lnTo>
                    <a:pt x="3163468" y="2596362"/>
                  </a:lnTo>
                  <a:lnTo>
                    <a:pt x="3218599" y="2564498"/>
                  </a:lnTo>
                  <a:close/>
                </a:path>
                <a:path w="7650480" h="4424680">
                  <a:moveTo>
                    <a:pt x="3417913" y="2449347"/>
                  </a:moveTo>
                  <a:lnTo>
                    <a:pt x="3417316" y="2447683"/>
                  </a:lnTo>
                  <a:lnTo>
                    <a:pt x="3416998" y="2446769"/>
                  </a:lnTo>
                  <a:lnTo>
                    <a:pt x="3328390" y="2497988"/>
                  </a:lnTo>
                  <a:lnTo>
                    <a:pt x="3328708" y="2498877"/>
                  </a:lnTo>
                  <a:lnTo>
                    <a:pt x="3329305" y="2500541"/>
                  </a:lnTo>
                  <a:lnTo>
                    <a:pt x="3417913" y="2449347"/>
                  </a:lnTo>
                  <a:close/>
                </a:path>
                <a:path w="7650480" h="4424680">
                  <a:moveTo>
                    <a:pt x="3645395" y="2317902"/>
                  </a:moveTo>
                  <a:lnTo>
                    <a:pt x="3642804" y="2317419"/>
                  </a:lnTo>
                  <a:lnTo>
                    <a:pt x="3641369" y="2317089"/>
                  </a:lnTo>
                  <a:lnTo>
                    <a:pt x="3511562" y="2392108"/>
                  </a:lnTo>
                  <a:lnTo>
                    <a:pt x="3510661" y="2393759"/>
                  </a:lnTo>
                  <a:lnTo>
                    <a:pt x="3509060" y="2396680"/>
                  </a:lnTo>
                  <a:lnTo>
                    <a:pt x="3645395" y="2317902"/>
                  </a:lnTo>
                  <a:close/>
                </a:path>
                <a:path w="7650480" h="4424680">
                  <a:moveTo>
                    <a:pt x="4026027" y="2094750"/>
                  </a:moveTo>
                  <a:lnTo>
                    <a:pt x="3803929" y="2223135"/>
                  </a:lnTo>
                  <a:lnTo>
                    <a:pt x="3802329" y="2225268"/>
                  </a:lnTo>
                  <a:lnTo>
                    <a:pt x="3799751" y="2228710"/>
                  </a:lnTo>
                  <a:lnTo>
                    <a:pt x="4023995" y="2099144"/>
                  </a:lnTo>
                  <a:lnTo>
                    <a:pt x="4025227" y="2096503"/>
                  </a:lnTo>
                  <a:lnTo>
                    <a:pt x="4026027" y="2094750"/>
                  </a:lnTo>
                  <a:close/>
                </a:path>
                <a:path w="7650480" h="4424680">
                  <a:moveTo>
                    <a:pt x="4257179" y="1964423"/>
                  </a:moveTo>
                  <a:lnTo>
                    <a:pt x="4088358" y="2058733"/>
                  </a:lnTo>
                  <a:lnTo>
                    <a:pt x="4081919" y="2065680"/>
                  </a:lnTo>
                  <a:lnTo>
                    <a:pt x="4257179" y="1964423"/>
                  </a:lnTo>
                  <a:close/>
                </a:path>
                <a:path w="7650480" h="4424680">
                  <a:moveTo>
                    <a:pt x="4627918" y="1750212"/>
                  </a:moveTo>
                  <a:lnTo>
                    <a:pt x="4627524" y="1748561"/>
                  </a:lnTo>
                  <a:lnTo>
                    <a:pt x="4627219" y="1747266"/>
                  </a:lnTo>
                  <a:lnTo>
                    <a:pt x="4437050" y="1857197"/>
                  </a:lnTo>
                  <a:lnTo>
                    <a:pt x="4434370" y="1860143"/>
                  </a:lnTo>
                  <a:lnTo>
                    <a:pt x="4430788" y="1864106"/>
                  </a:lnTo>
                  <a:lnTo>
                    <a:pt x="4627918" y="1750212"/>
                  </a:lnTo>
                  <a:close/>
                </a:path>
                <a:path w="7650480" h="4424680">
                  <a:moveTo>
                    <a:pt x="5064036" y="1498219"/>
                  </a:moveTo>
                  <a:lnTo>
                    <a:pt x="5063198" y="1496885"/>
                  </a:lnTo>
                  <a:lnTo>
                    <a:pt x="5062474" y="1495704"/>
                  </a:lnTo>
                  <a:lnTo>
                    <a:pt x="4942294" y="1565160"/>
                  </a:lnTo>
                  <a:lnTo>
                    <a:pt x="4938446" y="1568958"/>
                  </a:lnTo>
                  <a:lnTo>
                    <a:pt x="4934229" y="1573225"/>
                  </a:lnTo>
                  <a:lnTo>
                    <a:pt x="5064036" y="1498219"/>
                  </a:lnTo>
                  <a:close/>
                </a:path>
                <a:path w="7650480" h="4424680">
                  <a:moveTo>
                    <a:pt x="5464683" y="1263230"/>
                  </a:moveTo>
                  <a:lnTo>
                    <a:pt x="5244858" y="1390281"/>
                  </a:lnTo>
                  <a:lnTo>
                    <a:pt x="5242522" y="1393291"/>
                  </a:lnTo>
                  <a:lnTo>
                    <a:pt x="5239994" y="1396555"/>
                  </a:lnTo>
                  <a:lnTo>
                    <a:pt x="5462206" y="1268158"/>
                  </a:lnTo>
                  <a:lnTo>
                    <a:pt x="5463464" y="1265656"/>
                  </a:lnTo>
                  <a:lnTo>
                    <a:pt x="5464683" y="1263230"/>
                  </a:lnTo>
                  <a:close/>
                </a:path>
                <a:path w="7650480" h="4424680">
                  <a:moveTo>
                    <a:pt x="5748540" y="1099159"/>
                  </a:moveTo>
                  <a:lnTo>
                    <a:pt x="5527929" y="1226667"/>
                  </a:lnTo>
                  <a:lnTo>
                    <a:pt x="5525655" y="1229728"/>
                  </a:lnTo>
                  <a:lnTo>
                    <a:pt x="5523357" y="1232827"/>
                  </a:lnTo>
                  <a:lnTo>
                    <a:pt x="5746127" y="1104112"/>
                  </a:lnTo>
                  <a:lnTo>
                    <a:pt x="5747309" y="1101686"/>
                  </a:lnTo>
                  <a:lnTo>
                    <a:pt x="5748540" y="1099159"/>
                  </a:lnTo>
                  <a:close/>
                </a:path>
                <a:path w="7650480" h="4424680">
                  <a:moveTo>
                    <a:pt x="6002756" y="955827"/>
                  </a:moveTo>
                  <a:lnTo>
                    <a:pt x="6002375" y="954341"/>
                  </a:lnTo>
                  <a:lnTo>
                    <a:pt x="6001956" y="952690"/>
                  </a:lnTo>
                  <a:lnTo>
                    <a:pt x="5812701" y="1062075"/>
                  </a:lnTo>
                  <a:lnTo>
                    <a:pt x="5809221" y="1065923"/>
                  </a:lnTo>
                  <a:lnTo>
                    <a:pt x="5805932" y="1069555"/>
                  </a:lnTo>
                  <a:lnTo>
                    <a:pt x="6002756" y="955827"/>
                  </a:lnTo>
                  <a:close/>
                </a:path>
                <a:path w="7650480" h="4424680">
                  <a:moveTo>
                    <a:pt x="6211697" y="835113"/>
                  </a:moveTo>
                  <a:lnTo>
                    <a:pt x="6210452" y="834136"/>
                  </a:lnTo>
                  <a:lnTo>
                    <a:pt x="6209017" y="833005"/>
                  </a:lnTo>
                  <a:lnTo>
                    <a:pt x="6128016" y="879830"/>
                  </a:lnTo>
                  <a:lnTo>
                    <a:pt x="6125413" y="883259"/>
                  </a:lnTo>
                  <a:lnTo>
                    <a:pt x="6123127" y="886282"/>
                  </a:lnTo>
                  <a:lnTo>
                    <a:pt x="6211697" y="835113"/>
                  </a:lnTo>
                  <a:close/>
                </a:path>
                <a:path w="7650480" h="4424680">
                  <a:moveTo>
                    <a:pt x="6469253" y="686295"/>
                  </a:moveTo>
                  <a:lnTo>
                    <a:pt x="6469202" y="684669"/>
                  </a:lnTo>
                  <a:lnTo>
                    <a:pt x="6469126" y="682675"/>
                  </a:lnTo>
                  <a:lnTo>
                    <a:pt x="6391338" y="727633"/>
                  </a:lnTo>
                  <a:lnTo>
                    <a:pt x="6389713" y="730580"/>
                  </a:lnTo>
                  <a:lnTo>
                    <a:pt x="6389268" y="731380"/>
                  </a:lnTo>
                  <a:lnTo>
                    <a:pt x="6388836" y="732764"/>
                  </a:lnTo>
                  <a:lnTo>
                    <a:pt x="6469253" y="686295"/>
                  </a:lnTo>
                  <a:close/>
                </a:path>
                <a:path w="7650480" h="4424680">
                  <a:moveTo>
                    <a:pt x="6734378" y="529361"/>
                  </a:moveTo>
                  <a:lnTo>
                    <a:pt x="6514312" y="656551"/>
                  </a:lnTo>
                  <a:lnTo>
                    <a:pt x="6511531" y="660209"/>
                  </a:lnTo>
                  <a:lnTo>
                    <a:pt x="6509296" y="663155"/>
                  </a:lnTo>
                  <a:lnTo>
                    <a:pt x="6731927" y="534517"/>
                  </a:lnTo>
                  <a:lnTo>
                    <a:pt x="6732994" y="532269"/>
                  </a:lnTo>
                  <a:lnTo>
                    <a:pt x="6734378" y="529361"/>
                  </a:lnTo>
                  <a:close/>
                </a:path>
                <a:path w="7650480" h="4424680">
                  <a:moveTo>
                    <a:pt x="6889547" y="439674"/>
                  </a:moveTo>
                  <a:lnTo>
                    <a:pt x="6762115" y="513321"/>
                  </a:lnTo>
                  <a:lnTo>
                    <a:pt x="6761708" y="515683"/>
                  </a:lnTo>
                  <a:lnTo>
                    <a:pt x="6761391" y="517499"/>
                  </a:lnTo>
                  <a:lnTo>
                    <a:pt x="6888696" y="443941"/>
                  </a:lnTo>
                  <a:lnTo>
                    <a:pt x="6889064" y="442112"/>
                  </a:lnTo>
                  <a:lnTo>
                    <a:pt x="6889547" y="439674"/>
                  </a:lnTo>
                  <a:close/>
                </a:path>
                <a:path w="7650480" h="4424680">
                  <a:moveTo>
                    <a:pt x="7127176" y="306146"/>
                  </a:moveTo>
                  <a:lnTo>
                    <a:pt x="7125106" y="305765"/>
                  </a:lnTo>
                  <a:lnTo>
                    <a:pt x="7124179" y="305587"/>
                  </a:lnTo>
                  <a:lnTo>
                    <a:pt x="7121525" y="305587"/>
                  </a:lnTo>
                  <a:lnTo>
                    <a:pt x="6994626" y="378929"/>
                  </a:lnTo>
                  <a:lnTo>
                    <a:pt x="6992874" y="382143"/>
                  </a:lnTo>
                  <a:lnTo>
                    <a:pt x="6991604" y="384479"/>
                  </a:lnTo>
                  <a:lnTo>
                    <a:pt x="7127176" y="306146"/>
                  </a:lnTo>
                  <a:close/>
                </a:path>
                <a:path w="7650480" h="4424680">
                  <a:moveTo>
                    <a:pt x="7392314" y="152958"/>
                  </a:moveTo>
                  <a:lnTo>
                    <a:pt x="7391146" y="152069"/>
                  </a:lnTo>
                  <a:lnTo>
                    <a:pt x="7389406" y="150761"/>
                  </a:lnTo>
                  <a:lnTo>
                    <a:pt x="7309256" y="197078"/>
                  </a:lnTo>
                  <a:lnTo>
                    <a:pt x="7306272" y="201104"/>
                  </a:lnTo>
                  <a:lnTo>
                    <a:pt x="7304240" y="203835"/>
                  </a:lnTo>
                  <a:lnTo>
                    <a:pt x="7392314" y="152958"/>
                  </a:lnTo>
                  <a:close/>
                </a:path>
                <a:path w="7650480" h="4424680">
                  <a:moveTo>
                    <a:pt x="7650366" y="3848"/>
                  </a:moveTo>
                  <a:lnTo>
                    <a:pt x="7650315" y="2349"/>
                  </a:lnTo>
                  <a:lnTo>
                    <a:pt x="7650226" y="0"/>
                  </a:lnTo>
                  <a:lnTo>
                    <a:pt x="7573111" y="44577"/>
                  </a:lnTo>
                  <a:lnTo>
                    <a:pt x="7571156" y="48082"/>
                  </a:lnTo>
                  <a:lnTo>
                    <a:pt x="7570368" y="49479"/>
                  </a:lnTo>
                  <a:lnTo>
                    <a:pt x="7570127" y="50215"/>
                  </a:lnTo>
                  <a:lnTo>
                    <a:pt x="7650366" y="3848"/>
                  </a:lnTo>
                  <a:close/>
                </a:path>
              </a:pathLst>
            </a:custGeom>
            <a:solidFill>
              <a:srgbClr val="878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9734" y="815847"/>
              <a:ext cx="7656830" cy="4427855"/>
            </a:xfrm>
            <a:custGeom>
              <a:avLst/>
              <a:gdLst/>
              <a:ahLst/>
              <a:cxnLst/>
              <a:rect l="l" t="t" r="r" b="b"/>
              <a:pathLst>
                <a:path w="7656830" h="4427855">
                  <a:moveTo>
                    <a:pt x="100330" y="4369651"/>
                  </a:moveTo>
                  <a:lnTo>
                    <a:pt x="98742" y="4368241"/>
                  </a:lnTo>
                  <a:lnTo>
                    <a:pt x="97675" y="4367301"/>
                  </a:lnTo>
                  <a:lnTo>
                    <a:pt x="5867" y="4420349"/>
                  </a:lnTo>
                  <a:lnTo>
                    <a:pt x="3556" y="4423219"/>
                  </a:lnTo>
                  <a:lnTo>
                    <a:pt x="0" y="4427639"/>
                  </a:lnTo>
                  <a:lnTo>
                    <a:pt x="100330" y="4369651"/>
                  </a:lnTo>
                  <a:close/>
                </a:path>
                <a:path w="7656830" h="4427855">
                  <a:moveTo>
                    <a:pt x="308127" y="4249547"/>
                  </a:moveTo>
                  <a:lnTo>
                    <a:pt x="307505" y="4247642"/>
                  </a:lnTo>
                  <a:lnTo>
                    <a:pt x="307073" y="4246308"/>
                  </a:lnTo>
                  <a:lnTo>
                    <a:pt x="257924" y="4274705"/>
                  </a:lnTo>
                  <a:lnTo>
                    <a:pt x="257898" y="4276293"/>
                  </a:lnTo>
                  <a:lnTo>
                    <a:pt x="257860" y="4278604"/>
                  </a:lnTo>
                  <a:lnTo>
                    <a:pt x="308127" y="4249547"/>
                  </a:lnTo>
                  <a:close/>
                </a:path>
                <a:path w="7656830" h="4427855">
                  <a:moveTo>
                    <a:pt x="637273" y="4059301"/>
                  </a:moveTo>
                  <a:lnTo>
                    <a:pt x="636790" y="4057408"/>
                  </a:lnTo>
                  <a:lnTo>
                    <a:pt x="636435" y="4056011"/>
                  </a:lnTo>
                  <a:lnTo>
                    <a:pt x="438315" y="4170489"/>
                  </a:lnTo>
                  <a:lnTo>
                    <a:pt x="435203" y="4173867"/>
                  </a:lnTo>
                  <a:lnTo>
                    <a:pt x="430847" y="4178617"/>
                  </a:lnTo>
                  <a:lnTo>
                    <a:pt x="637273" y="4059301"/>
                  </a:lnTo>
                  <a:close/>
                </a:path>
                <a:path w="7656830" h="4427855">
                  <a:moveTo>
                    <a:pt x="917016" y="3898214"/>
                  </a:moveTo>
                  <a:lnTo>
                    <a:pt x="913485" y="3898011"/>
                  </a:lnTo>
                  <a:lnTo>
                    <a:pt x="912368" y="3898214"/>
                  </a:lnTo>
                  <a:lnTo>
                    <a:pt x="908265" y="3898950"/>
                  </a:lnTo>
                  <a:lnTo>
                    <a:pt x="731215" y="4001249"/>
                  </a:lnTo>
                  <a:lnTo>
                    <a:pt x="727938" y="4004754"/>
                  </a:lnTo>
                  <a:lnTo>
                    <a:pt x="723607" y="4009402"/>
                  </a:lnTo>
                  <a:lnTo>
                    <a:pt x="915974" y="3898214"/>
                  </a:lnTo>
                  <a:lnTo>
                    <a:pt x="917016" y="3898214"/>
                  </a:lnTo>
                  <a:close/>
                </a:path>
                <a:path w="7656830" h="4427855">
                  <a:moveTo>
                    <a:pt x="1265047" y="3696462"/>
                  </a:moveTo>
                  <a:lnTo>
                    <a:pt x="1264615" y="3694734"/>
                  </a:lnTo>
                  <a:lnTo>
                    <a:pt x="1264246" y="3693261"/>
                  </a:lnTo>
                  <a:lnTo>
                    <a:pt x="1103833" y="3785946"/>
                  </a:lnTo>
                  <a:lnTo>
                    <a:pt x="1102360" y="3788460"/>
                  </a:lnTo>
                  <a:lnTo>
                    <a:pt x="1100556" y="3791534"/>
                  </a:lnTo>
                  <a:lnTo>
                    <a:pt x="1157401" y="3758679"/>
                  </a:lnTo>
                  <a:lnTo>
                    <a:pt x="1168361" y="3750335"/>
                  </a:lnTo>
                  <a:lnTo>
                    <a:pt x="1172565" y="3747135"/>
                  </a:lnTo>
                  <a:lnTo>
                    <a:pt x="1185938" y="3740188"/>
                  </a:lnTo>
                  <a:lnTo>
                    <a:pt x="1196035" y="3736340"/>
                  </a:lnTo>
                  <a:lnTo>
                    <a:pt x="1265047" y="3696462"/>
                  </a:lnTo>
                  <a:close/>
                </a:path>
                <a:path w="7656830" h="4427855">
                  <a:moveTo>
                    <a:pt x="1450987" y="3585362"/>
                  </a:moveTo>
                  <a:lnTo>
                    <a:pt x="1321866" y="3659975"/>
                  </a:lnTo>
                  <a:lnTo>
                    <a:pt x="1321536" y="3661841"/>
                  </a:lnTo>
                  <a:lnTo>
                    <a:pt x="1321168" y="3664013"/>
                  </a:lnTo>
                  <a:lnTo>
                    <a:pt x="1450200" y="3589439"/>
                  </a:lnTo>
                  <a:lnTo>
                    <a:pt x="1450619" y="3587280"/>
                  </a:lnTo>
                  <a:lnTo>
                    <a:pt x="1450987" y="3585362"/>
                  </a:lnTo>
                  <a:close/>
                </a:path>
                <a:path w="7656830" h="4427855">
                  <a:moveTo>
                    <a:pt x="1839099" y="3364661"/>
                  </a:moveTo>
                  <a:lnTo>
                    <a:pt x="1838312" y="3364661"/>
                  </a:lnTo>
                  <a:lnTo>
                    <a:pt x="1835061" y="3365195"/>
                  </a:lnTo>
                  <a:lnTo>
                    <a:pt x="1830832" y="3365893"/>
                  </a:lnTo>
                  <a:lnTo>
                    <a:pt x="1658670" y="3465372"/>
                  </a:lnTo>
                  <a:lnTo>
                    <a:pt x="1654911" y="3469259"/>
                  </a:lnTo>
                  <a:lnTo>
                    <a:pt x="1650873" y="3473450"/>
                  </a:lnTo>
                  <a:lnTo>
                    <a:pt x="1839099" y="3364661"/>
                  </a:lnTo>
                  <a:close/>
                </a:path>
                <a:path w="7656830" h="4427855">
                  <a:moveTo>
                    <a:pt x="2125954" y="3198863"/>
                  </a:moveTo>
                  <a:lnTo>
                    <a:pt x="2123719" y="3198444"/>
                  </a:lnTo>
                  <a:lnTo>
                    <a:pt x="2121395" y="3198012"/>
                  </a:lnTo>
                  <a:lnTo>
                    <a:pt x="1985251" y="3276663"/>
                  </a:lnTo>
                  <a:lnTo>
                    <a:pt x="1983879" y="3279229"/>
                  </a:lnTo>
                  <a:lnTo>
                    <a:pt x="1982508" y="3281769"/>
                  </a:lnTo>
                  <a:lnTo>
                    <a:pt x="2042642" y="3247021"/>
                  </a:lnTo>
                  <a:lnTo>
                    <a:pt x="2050630" y="3240659"/>
                  </a:lnTo>
                  <a:lnTo>
                    <a:pt x="2051913" y="3239643"/>
                  </a:lnTo>
                  <a:lnTo>
                    <a:pt x="2052993" y="3239300"/>
                  </a:lnTo>
                  <a:lnTo>
                    <a:pt x="2059749" y="3237128"/>
                  </a:lnTo>
                  <a:lnTo>
                    <a:pt x="2125954" y="3198863"/>
                  </a:lnTo>
                  <a:close/>
                </a:path>
                <a:path w="7656830" h="4427855">
                  <a:moveTo>
                    <a:pt x="2363825" y="3061373"/>
                  </a:moveTo>
                  <a:lnTo>
                    <a:pt x="2363482" y="3059938"/>
                  </a:lnTo>
                  <a:lnTo>
                    <a:pt x="2363101" y="3058350"/>
                  </a:lnTo>
                  <a:lnTo>
                    <a:pt x="2271204" y="3111449"/>
                  </a:lnTo>
                  <a:lnTo>
                    <a:pt x="2266861" y="3115741"/>
                  </a:lnTo>
                  <a:lnTo>
                    <a:pt x="2265375" y="3117215"/>
                  </a:lnTo>
                  <a:lnTo>
                    <a:pt x="2264397" y="3118840"/>
                  </a:lnTo>
                  <a:lnTo>
                    <a:pt x="2363825" y="3061373"/>
                  </a:lnTo>
                  <a:close/>
                </a:path>
                <a:path w="7656830" h="4427855">
                  <a:moveTo>
                    <a:pt x="2532430" y="2963913"/>
                  </a:moveTo>
                  <a:lnTo>
                    <a:pt x="2532024" y="2962567"/>
                  </a:lnTo>
                  <a:lnTo>
                    <a:pt x="2531554" y="2961017"/>
                  </a:lnTo>
                  <a:lnTo>
                    <a:pt x="2483040" y="2989046"/>
                  </a:lnTo>
                  <a:lnTo>
                    <a:pt x="2483548" y="2990570"/>
                  </a:lnTo>
                  <a:lnTo>
                    <a:pt x="2484005" y="2991904"/>
                  </a:lnTo>
                  <a:lnTo>
                    <a:pt x="2532430" y="2963913"/>
                  </a:lnTo>
                  <a:close/>
                </a:path>
                <a:path w="7656830" h="4427855">
                  <a:moveTo>
                    <a:pt x="2846095" y="2782620"/>
                  </a:moveTo>
                  <a:lnTo>
                    <a:pt x="2843530" y="2782620"/>
                  </a:lnTo>
                  <a:lnTo>
                    <a:pt x="2843746" y="2782493"/>
                  </a:lnTo>
                  <a:lnTo>
                    <a:pt x="2842603" y="2782493"/>
                  </a:lnTo>
                  <a:lnTo>
                    <a:pt x="2839580" y="2783040"/>
                  </a:lnTo>
                  <a:lnTo>
                    <a:pt x="2662123" y="2885579"/>
                  </a:lnTo>
                  <a:lnTo>
                    <a:pt x="2658453" y="2889529"/>
                  </a:lnTo>
                  <a:lnTo>
                    <a:pt x="2655379" y="2892856"/>
                  </a:lnTo>
                  <a:lnTo>
                    <a:pt x="2846095" y="2782620"/>
                  </a:lnTo>
                  <a:close/>
                </a:path>
                <a:path w="7656830" h="4427855">
                  <a:moveTo>
                    <a:pt x="3065538" y="2652484"/>
                  </a:moveTo>
                  <a:lnTo>
                    <a:pt x="3045155" y="2664256"/>
                  </a:lnTo>
                  <a:lnTo>
                    <a:pt x="3044952" y="2666263"/>
                  </a:lnTo>
                  <a:lnTo>
                    <a:pt x="3044812" y="2667762"/>
                  </a:lnTo>
                  <a:lnTo>
                    <a:pt x="3065272" y="2655951"/>
                  </a:lnTo>
                  <a:lnTo>
                    <a:pt x="3065386" y="2654465"/>
                  </a:lnTo>
                  <a:lnTo>
                    <a:pt x="3065538" y="2652484"/>
                  </a:lnTo>
                  <a:close/>
                </a:path>
                <a:path w="7656830" h="4427855">
                  <a:moveTo>
                    <a:pt x="3227311" y="2562288"/>
                  </a:moveTo>
                  <a:lnTo>
                    <a:pt x="3226117" y="2561602"/>
                  </a:lnTo>
                  <a:lnTo>
                    <a:pt x="3224466" y="2560650"/>
                  </a:lnTo>
                  <a:lnTo>
                    <a:pt x="3169335" y="2592514"/>
                  </a:lnTo>
                  <a:lnTo>
                    <a:pt x="3170072" y="2592768"/>
                  </a:lnTo>
                  <a:lnTo>
                    <a:pt x="3171113" y="2593378"/>
                  </a:lnTo>
                  <a:lnTo>
                    <a:pt x="3172295" y="2594089"/>
                  </a:lnTo>
                  <a:lnTo>
                    <a:pt x="3227311" y="2562288"/>
                  </a:lnTo>
                  <a:close/>
                </a:path>
                <a:path w="7656830" h="4427855">
                  <a:moveTo>
                    <a:pt x="3424732" y="2448179"/>
                  </a:moveTo>
                  <a:lnTo>
                    <a:pt x="3424351" y="2447086"/>
                  </a:lnTo>
                  <a:lnTo>
                    <a:pt x="3423780" y="2445499"/>
                  </a:lnTo>
                  <a:lnTo>
                    <a:pt x="3335172" y="2496693"/>
                  </a:lnTo>
                  <a:lnTo>
                    <a:pt x="3335731" y="2498280"/>
                  </a:lnTo>
                  <a:lnTo>
                    <a:pt x="3336125" y="2499385"/>
                  </a:lnTo>
                  <a:lnTo>
                    <a:pt x="3424732" y="2448179"/>
                  </a:lnTo>
                  <a:close/>
                </a:path>
                <a:path w="7656830" h="4427855">
                  <a:moveTo>
                    <a:pt x="3655428" y="2314841"/>
                  </a:moveTo>
                  <a:lnTo>
                    <a:pt x="3653815" y="2314537"/>
                  </a:lnTo>
                  <a:lnTo>
                    <a:pt x="3651262" y="2314054"/>
                  </a:lnTo>
                  <a:lnTo>
                    <a:pt x="3514928" y="2392832"/>
                  </a:lnTo>
                  <a:lnTo>
                    <a:pt x="3513378" y="2395664"/>
                  </a:lnTo>
                  <a:lnTo>
                    <a:pt x="3512350" y="2397531"/>
                  </a:lnTo>
                  <a:lnTo>
                    <a:pt x="3573932" y="2361946"/>
                  </a:lnTo>
                  <a:lnTo>
                    <a:pt x="3580511" y="2356878"/>
                  </a:lnTo>
                  <a:lnTo>
                    <a:pt x="3582009" y="2355723"/>
                  </a:lnTo>
                  <a:lnTo>
                    <a:pt x="3583140" y="2355367"/>
                  </a:lnTo>
                  <a:lnTo>
                    <a:pt x="3588093" y="2353754"/>
                  </a:lnTo>
                  <a:lnTo>
                    <a:pt x="3655428" y="2314841"/>
                  </a:lnTo>
                  <a:close/>
                </a:path>
                <a:path w="7656830" h="4427855">
                  <a:moveTo>
                    <a:pt x="4029862" y="2095296"/>
                  </a:moveTo>
                  <a:lnTo>
                    <a:pt x="3805618" y="2224862"/>
                  </a:lnTo>
                  <a:lnTo>
                    <a:pt x="3803040" y="2228329"/>
                  </a:lnTo>
                  <a:lnTo>
                    <a:pt x="3801465" y="2230424"/>
                  </a:lnTo>
                  <a:lnTo>
                    <a:pt x="4027386" y="2099843"/>
                  </a:lnTo>
                  <a:lnTo>
                    <a:pt x="4028490" y="2098090"/>
                  </a:lnTo>
                  <a:lnTo>
                    <a:pt x="4029862" y="2095296"/>
                  </a:lnTo>
                  <a:close/>
                </a:path>
                <a:path w="7656830" h="4427855">
                  <a:moveTo>
                    <a:pt x="4270146" y="1959533"/>
                  </a:moveTo>
                  <a:lnTo>
                    <a:pt x="4269067" y="1959533"/>
                  </a:lnTo>
                  <a:lnTo>
                    <a:pt x="4268025" y="1959711"/>
                  </a:lnTo>
                  <a:lnTo>
                    <a:pt x="4263047" y="1960575"/>
                  </a:lnTo>
                  <a:lnTo>
                    <a:pt x="4087787" y="2061832"/>
                  </a:lnTo>
                  <a:lnTo>
                    <a:pt x="4083799" y="2066137"/>
                  </a:lnTo>
                  <a:lnTo>
                    <a:pt x="4081602" y="2068512"/>
                  </a:lnTo>
                  <a:lnTo>
                    <a:pt x="4270146" y="1959533"/>
                  </a:lnTo>
                  <a:close/>
                </a:path>
                <a:path w="7656830" h="4427855">
                  <a:moveTo>
                    <a:pt x="4634395" y="1749005"/>
                  </a:moveTo>
                  <a:lnTo>
                    <a:pt x="4634204" y="1748180"/>
                  </a:lnTo>
                  <a:lnTo>
                    <a:pt x="4633785" y="1746364"/>
                  </a:lnTo>
                  <a:lnTo>
                    <a:pt x="4436656" y="1860257"/>
                  </a:lnTo>
                  <a:lnTo>
                    <a:pt x="4432795" y="1864525"/>
                  </a:lnTo>
                  <a:lnTo>
                    <a:pt x="4430903" y="1866620"/>
                  </a:lnTo>
                  <a:lnTo>
                    <a:pt x="4634395" y="1749005"/>
                  </a:lnTo>
                  <a:close/>
                </a:path>
                <a:path w="7656830" h="4427855">
                  <a:moveTo>
                    <a:pt x="5071224" y="1496517"/>
                  </a:moveTo>
                  <a:lnTo>
                    <a:pt x="5070856" y="1495933"/>
                  </a:lnTo>
                  <a:lnTo>
                    <a:pt x="5069903" y="1494370"/>
                  </a:lnTo>
                  <a:lnTo>
                    <a:pt x="4940097" y="1569377"/>
                  </a:lnTo>
                  <a:lnTo>
                    <a:pt x="4936883" y="1573326"/>
                  </a:lnTo>
                  <a:lnTo>
                    <a:pt x="4935677" y="1574863"/>
                  </a:lnTo>
                  <a:lnTo>
                    <a:pt x="5071224" y="1496517"/>
                  </a:lnTo>
                  <a:close/>
                </a:path>
                <a:path w="7656830" h="4427855">
                  <a:moveTo>
                    <a:pt x="5468074" y="1264310"/>
                  </a:moveTo>
                  <a:lnTo>
                    <a:pt x="5245862" y="1392707"/>
                  </a:lnTo>
                  <a:lnTo>
                    <a:pt x="5242865" y="1396568"/>
                  </a:lnTo>
                  <a:lnTo>
                    <a:pt x="5241810" y="1397927"/>
                  </a:lnTo>
                  <a:lnTo>
                    <a:pt x="5465521" y="1268615"/>
                  </a:lnTo>
                  <a:lnTo>
                    <a:pt x="5466232" y="1267523"/>
                  </a:lnTo>
                  <a:lnTo>
                    <a:pt x="5467197" y="1266063"/>
                  </a:lnTo>
                  <a:lnTo>
                    <a:pt x="5468074" y="1264310"/>
                  </a:lnTo>
                  <a:close/>
                </a:path>
                <a:path w="7656830" h="4427855">
                  <a:moveTo>
                    <a:pt x="5751995" y="1100264"/>
                  </a:moveTo>
                  <a:lnTo>
                    <a:pt x="5529224" y="1228979"/>
                  </a:lnTo>
                  <a:lnTo>
                    <a:pt x="5526417" y="1232763"/>
                  </a:lnTo>
                  <a:lnTo>
                    <a:pt x="5525554" y="1233919"/>
                  </a:lnTo>
                  <a:lnTo>
                    <a:pt x="5749798" y="1104315"/>
                  </a:lnTo>
                  <a:lnTo>
                    <a:pt x="5750420" y="1103363"/>
                  </a:lnTo>
                  <a:lnTo>
                    <a:pt x="5750661" y="1102995"/>
                  </a:lnTo>
                  <a:lnTo>
                    <a:pt x="5751995" y="1100264"/>
                  </a:lnTo>
                  <a:close/>
                </a:path>
                <a:path w="7656830" h="4427855">
                  <a:moveTo>
                    <a:pt x="6009233" y="954354"/>
                  </a:moveTo>
                  <a:lnTo>
                    <a:pt x="6009119" y="953909"/>
                  </a:lnTo>
                  <a:lnTo>
                    <a:pt x="6008624" y="951979"/>
                  </a:lnTo>
                  <a:lnTo>
                    <a:pt x="5811799" y="1065707"/>
                  </a:lnTo>
                  <a:lnTo>
                    <a:pt x="5807646" y="1070305"/>
                  </a:lnTo>
                  <a:lnTo>
                    <a:pt x="5806554" y="1071511"/>
                  </a:lnTo>
                  <a:lnTo>
                    <a:pt x="6009233" y="954354"/>
                  </a:lnTo>
                  <a:close/>
                </a:path>
                <a:path w="7656830" h="4427855">
                  <a:moveTo>
                    <a:pt x="6219533" y="832802"/>
                  </a:moveTo>
                  <a:lnTo>
                    <a:pt x="6219202" y="832548"/>
                  </a:lnTo>
                  <a:lnTo>
                    <a:pt x="6217564" y="831265"/>
                  </a:lnTo>
                  <a:lnTo>
                    <a:pt x="6128994" y="882434"/>
                  </a:lnTo>
                  <a:lnTo>
                    <a:pt x="6125997" y="886396"/>
                  </a:lnTo>
                  <a:lnTo>
                    <a:pt x="6125349" y="887247"/>
                  </a:lnTo>
                  <a:lnTo>
                    <a:pt x="6219533" y="832802"/>
                  </a:lnTo>
                  <a:close/>
                </a:path>
                <a:path w="7656830" h="4427855">
                  <a:moveTo>
                    <a:pt x="6475222" y="685025"/>
                  </a:moveTo>
                  <a:lnTo>
                    <a:pt x="6475209" y="684669"/>
                  </a:lnTo>
                  <a:lnTo>
                    <a:pt x="6475120" y="682447"/>
                  </a:lnTo>
                  <a:lnTo>
                    <a:pt x="6394704" y="728916"/>
                  </a:lnTo>
                  <a:lnTo>
                    <a:pt x="6393815" y="731685"/>
                  </a:lnTo>
                  <a:lnTo>
                    <a:pt x="6393662" y="732155"/>
                  </a:lnTo>
                  <a:lnTo>
                    <a:pt x="6475222" y="685025"/>
                  </a:lnTo>
                  <a:close/>
                </a:path>
                <a:path w="7656830" h="4427855">
                  <a:moveTo>
                    <a:pt x="6737794" y="530669"/>
                  </a:moveTo>
                  <a:lnTo>
                    <a:pt x="6515163" y="659307"/>
                  </a:lnTo>
                  <a:lnTo>
                    <a:pt x="6512090" y="663359"/>
                  </a:lnTo>
                  <a:lnTo>
                    <a:pt x="6511607" y="663994"/>
                  </a:lnTo>
                  <a:lnTo>
                    <a:pt x="6735762" y="534428"/>
                  </a:lnTo>
                  <a:lnTo>
                    <a:pt x="6736067" y="533971"/>
                  </a:lnTo>
                  <a:lnTo>
                    <a:pt x="6736689" y="533019"/>
                  </a:lnTo>
                  <a:lnTo>
                    <a:pt x="6737794" y="530669"/>
                  </a:lnTo>
                  <a:close/>
                </a:path>
                <a:path w="7656830" h="4427855">
                  <a:moveTo>
                    <a:pt x="6894563" y="440093"/>
                  </a:moveTo>
                  <a:lnTo>
                    <a:pt x="6767258" y="513651"/>
                  </a:lnTo>
                  <a:lnTo>
                    <a:pt x="6766827" y="516204"/>
                  </a:lnTo>
                  <a:lnTo>
                    <a:pt x="6766776" y="516509"/>
                  </a:lnTo>
                  <a:lnTo>
                    <a:pt x="6893992" y="442976"/>
                  </a:lnTo>
                  <a:lnTo>
                    <a:pt x="6894042" y="442709"/>
                  </a:lnTo>
                  <a:lnTo>
                    <a:pt x="6894563" y="440093"/>
                  </a:lnTo>
                  <a:close/>
                </a:path>
                <a:path w="7656830" h="4427855">
                  <a:moveTo>
                    <a:pt x="7656322" y="2349"/>
                  </a:moveTo>
                  <a:lnTo>
                    <a:pt x="7656233" y="0"/>
                  </a:lnTo>
                  <a:lnTo>
                    <a:pt x="7575994" y="46367"/>
                  </a:lnTo>
                  <a:lnTo>
                    <a:pt x="7575016" y="49314"/>
                  </a:lnTo>
                  <a:lnTo>
                    <a:pt x="7656322" y="2349"/>
                  </a:lnTo>
                  <a:close/>
                </a:path>
                <a:path w="7656830" h="4427855">
                  <a:moveTo>
                    <a:pt x="7656322" y="2349"/>
                  </a:moveTo>
                  <a:lnTo>
                    <a:pt x="7399960" y="150456"/>
                  </a:lnTo>
                  <a:lnTo>
                    <a:pt x="7398182" y="149110"/>
                  </a:lnTo>
                  <a:lnTo>
                    <a:pt x="7310107" y="199986"/>
                  </a:lnTo>
                  <a:lnTo>
                    <a:pt x="7307046" y="204127"/>
                  </a:lnTo>
                  <a:lnTo>
                    <a:pt x="7136117" y="302869"/>
                  </a:lnTo>
                  <a:lnTo>
                    <a:pt x="7133044" y="302298"/>
                  </a:lnTo>
                  <a:lnTo>
                    <a:pt x="6997471" y="380631"/>
                  </a:lnTo>
                  <a:lnTo>
                    <a:pt x="6995617" y="384035"/>
                  </a:lnTo>
                  <a:lnTo>
                    <a:pt x="6995452" y="384340"/>
                  </a:lnTo>
                  <a:lnTo>
                    <a:pt x="7061911" y="345922"/>
                  </a:lnTo>
                  <a:lnTo>
                    <a:pt x="7062876" y="345173"/>
                  </a:lnTo>
                  <a:lnTo>
                    <a:pt x="7064349" y="344043"/>
                  </a:lnTo>
                  <a:lnTo>
                    <a:pt x="7065594" y="343611"/>
                  </a:lnTo>
                  <a:lnTo>
                    <a:pt x="7066420" y="343319"/>
                  </a:lnTo>
                  <a:lnTo>
                    <a:pt x="7656322" y="2349"/>
                  </a:lnTo>
                  <a:close/>
                </a:path>
              </a:pathLst>
            </a:custGeom>
            <a:solidFill>
              <a:srgbClr val="848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2990" y="818209"/>
              <a:ext cx="7663815" cy="4434840"/>
            </a:xfrm>
            <a:custGeom>
              <a:avLst/>
              <a:gdLst/>
              <a:ahLst/>
              <a:cxnLst/>
              <a:rect l="l" t="t" r="r" b="b"/>
              <a:pathLst>
                <a:path w="7663815" h="4434840">
                  <a:moveTo>
                    <a:pt x="110820" y="4370603"/>
                  </a:moveTo>
                  <a:lnTo>
                    <a:pt x="109766" y="4369663"/>
                  </a:lnTo>
                  <a:lnTo>
                    <a:pt x="108140" y="4368228"/>
                  </a:lnTo>
                  <a:lnTo>
                    <a:pt x="107073" y="4367288"/>
                  </a:lnTo>
                  <a:lnTo>
                    <a:pt x="6743" y="4425277"/>
                  </a:lnTo>
                  <a:lnTo>
                    <a:pt x="4432" y="4428147"/>
                  </a:lnTo>
                  <a:lnTo>
                    <a:pt x="1562" y="4431716"/>
                  </a:lnTo>
                  <a:lnTo>
                    <a:pt x="1193" y="4432414"/>
                  </a:lnTo>
                  <a:lnTo>
                    <a:pt x="0" y="4434637"/>
                  </a:lnTo>
                  <a:lnTo>
                    <a:pt x="110820" y="4370603"/>
                  </a:lnTo>
                  <a:close/>
                </a:path>
                <a:path w="7663815" h="4434840">
                  <a:moveTo>
                    <a:pt x="316382" y="4251807"/>
                  </a:moveTo>
                  <a:lnTo>
                    <a:pt x="315950" y="4250487"/>
                  </a:lnTo>
                  <a:lnTo>
                    <a:pt x="315302" y="4248505"/>
                  </a:lnTo>
                  <a:lnTo>
                    <a:pt x="314871" y="4247185"/>
                  </a:lnTo>
                  <a:lnTo>
                    <a:pt x="264604" y="4276242"/>
                  </a:lnTo>
                  <a:lnTo>
                    <a:pt x="264566" y="4277830"/>
                  </a:lnTo>
                  <a:lnTo>
                    <a:pt x="264528" y="4280205"/>
                  </a:lnTo>
                  <a:lnTo>
                    <a:pt x="264502" y="4281792"/>
                  </a:lnTo>
                  <a:lnTo>
                    <a:pt x="316382" y="4251807"/>
                  </a:lnTo>
                  <a:close/>
                </a:path>
                <a:path w="7663815" h="4434840">
                  <a:moveTo>
                    <a:pt x="645248" y="4061764"/>
                  </a:moveTo>
                  <a:lnTo>
                    <a:pt x="644893" y="4060367"/>
                  </a:lnTo>
                  <a:lnTo>
                    <a:pt x="644372" y="4058335"/>
                  </a:lnTo>
                  <a:lnTo>
                    <a:pt x="644017" y="4056938"/>
                  </a:lnTo>
                  <a:lnTo>
                    <a:pt x="437591" y="4176255"/>
                  </a:lnTo>
                  <a:lnTo>
                    <a:pt x="434835" y="4179265"/>
                  </a:lnTo>
                  <a:lnTo>
                    <a:pt x="434657" y="4179532"/>
                  </a:lnTo>
                  <a:lnTo>
                    <a:pt x="432396" y="4183189"/>
                  </a:lnTo>
                  <a:lnTo>
                    <a:pt x="430860" y="4185666"/>
                  </a:lnTo>
                  <a:lnTo>
                    <a:pt x="645248" y="4061764"/>
                  </a:lnTo>
                  <a:close/>
                </a:path>
                <a:path w="7663815" h="4434840">
                  <a:moveTo>
                    <a:pt x="931608" y="3896283"/>
                  </a:moveTo>
                  <a:lnTo>
                    <a:pt x="929017" y="3896144"/>
                  </a:lnTo>
                  <a:lnTo>
                    <a:pt x="925398" y="3895941"/>
                  </a:lnTo>
                  <a:lnTo>
                    <a:pt x="922807" y="3895801"/>
                  </a:lnTo>
                  <a:lnTo>
                    <a:pt x="730351" y="4007040"/>
                  </a:lnTo>
                  <a:lnTo>
                    <a:pt x="727722" y="4009860"/>
                  </a:lnTo>
                  <a:lnTo>
                    <a:pt x="727405" y="4010355"/>
                  </a:lnTo>
                  <a:lnTo>
                    <a:pt x="725144" y="4013974"/>
                  </a:lnTo>
                  <a:lnTo>
                    <a:pt x="723557" y="4016514"/>
                  </a:lnTo>
                  <a:lnTo>
                    <a:pt x="931608" y="3896283"/>
                  </a:lnTo>
                  <a:close/>
                </a:path>
                <a:path w="7663815" h="4434840">
                  <a:moveTo>
                    <a:pt x="1164145" y="3756317"/>
                  </a:moveTo>
                  <a:lnTo>
                    <a:pt x="1107300" y="3789172"/>
                  </a:lnTo>
                  <a:lnTo>
                    <a:pt x="1105814" y="3791686"/>
                  </a:lnTo>
                  <a:lnTo>
                    <a:pt x="1103807" y="3795115"/>
                  </a:lnTo>
                  <a:lnTo>
                    <a:pt x="1102321" y="3797630"/>
                  </a:lnTo>
                  <a:lnTo>
                    <a:pt x="1152359" y="3768712"/>
                  </a:lnTo>
                  <a:lnTo>
                    <a:pt x="1155115" y="3765461"/>
                  </a:lnTo>
                  <a:lnTo>
                    <a:pt x="1158836" y="3761041"/>
                  </a:lnTo>
                  <a:lnTo>
                    <a:pt x="1160487" y="3759085"/>
                  </a:lnTo>
                  <a:lnTo>
                    <a:pt x="1164145" y="3756317"/>
                  </a:lnTo>
                  <a:close/>
                </a:path>
                <a:path w="7663815" h="4434840">
                  <a:moveTo>
                    <a:pt x="1273009" y="3699002"/>
                  </a:moveTo>
                  <a:lnTo>
                    <a:pt x="1272641" y="3697528"/>
                  </a:lnTo>
                  <a:lnTo>
                    <a:pt x="1272159" y="3695560"/>
                  </a:lnTo>
                  <a:lnTo>
                    <a:pt x="1271790" y="3694099"/>
                  </a:lnTo>
                  <a:lnTo>
                    <a:pt x="1202778" y="3733977"/>
                  </a:lnTo>
                  <a:lnTo>
                    <a:pt x="1205407" y="3732961"/>
                  </a:lnTo>
                  <a:lnTo>
                    <a:pt x="1209205" y="3731945"/>
                  </a:lnTo>
                  <a:lnTo>
                    <a:pt x="1216507" y="3729977"/>
                  </a:lnTo>
                  <a:lnTo>
                    <a:pt x="1217231" y="3729774"/>
                  </a:lnTo>
                  <a:lnTo>
                    <a:pt x="1220736" y="3729202"/>
                  </a:lnTo>
                  <a:lnTo>
                    <a:pt x="1273009" y="3699002"/>
                  </a:lnTo>
                  <a:close/>
                </a:path>
                <a:path w="7663815" h="4434840">
                  <a:moveTo>
                    <a:pt x="1456944" y="3587077"/>
                  </a:moveTo>
                  <a:lnTo>
                    <a:pt x="1327912" y="3661651"/>
                  </a:lnTo>
                  <a:lnTo>
                    <a:pt x="1327594" y="3663531"/>
                  </a:lnTo>
                  <a:lnTo>
                    <a:pt x="1327162" y="3666020"/>
                  </a:lnTo>
                  <a:lnTo>
                    <a:pt x="1326845" y="3667887"/>
                  </a:lnTo>
                  <a:lnTo>
                    <a:pt x="1455712" y="3593427"/>
                  </a:lnTo>
                  <a:lnTo>
                    <a:pt x="1456080" y="3591509"/>
                  </a:lnTo>
                  <a:lnTo>
                    <a:pt x="1456563" y="3588994"/>
                  </a:lnTo>
                  <a:lnTo>
                    <a:pt x="1456944" y="3587077"/>
                  </a:lnTo>
                  <a:close/>
                </a:path>
                <a:path w="7663815" h="4434840">
                  <a:moveTo>
                    <a:pt x="1854619" y="3362896"/>
                  </a:moveTo>
                  <a:lnTo>
                    <a:pt x="1851926" y="3362706"/>
                  </a:lnTo>
                  <a:lnTo>
                    <a:pt x="1848548" y="3362477"/>
                  </a:lnTo>
                  <a:lnTo>
                    <a:pt x="1845843" y="3362299"/>
                  </a:lnTo>
                  <a:lnTo>
                    <a:pt x="1657616" y="3471087"/>
                  </a:lnTo>
                  <a:lnTo>
                    <a:pt x="1654556" y="3474262"/>
                  </a:lnTo>
                  <a:lnTo>
                    <a:pt x="1654213" y="3474783"/>
                  </a:lnTo>
                  <a:lnTo>
                    <a:pt x="1651889" y="3478326"/>
                  </a:lnTo>
                  <a:lnTo>
                    <a:pt x="1650060" y="3481108"/>
                  </a:lnTo>
                  <a:lnTo>
                    <a:pt x="1854619" y="3362896"/>
                  </a:lnTo>
                  <a:close/>
                </a:path>
                <a:path w="7663815" h="4434840">
                  <a:moveTo>
                    <a:pt x="2049386" y="3244659"/>
                  </a:moveTo>
                  <a:lnTo>
                    <a:pt x="1989251" y="3279406"/>
                  </a:lnTo>
                  <a:lnTo>
                    <a:pt x="1987880" y="3281959"/>
                  </a:lnTo>
                  <a:lnTo>
                    <a:pt x="1986191" y="3285109"/>
                  </a:lnTo>
                  <a:lnTo>
                    <a:pt x="1984819" y="3287661"/>
                  </a:lnTo>
                  <a:lnTo>
                    <a:pt x="2034044" y="3259213"/>
                  </a:lnTo>
                  <a:lnTo>
                    <a:pt x="2036254" y="3256165"/>
                  </a:lnTo>
                  <a:lnTo>
                    <a:pt x="2038121" y="3253600"/>
                  </a:lnTo>
                  <a:lnTo>
                    <a:pt x="2041220" y="3251136"/>
                  </a:lnTo>
                  <a:lnTo>
                    <a:pt x="2049386" y="3244659"/>
                  </a:lnTo>
                  <a:close/>
                </a:path>
                <a:path w="7663815" h="4434840">
                  <a:moveTo>
                    <a:pt x="2140153" y="3197898"/>
                  </a:moveTo>
                  <a:lnTo>
                    <a:pt x="2137829" y="3197466"/>
                  </a:lnTo>
                  <a:lnTo>
                    <a:pt x="2135022" y="3196933"/>
                  </a:lnTo>
                  <a:lnTo>
                    <a:pt x="2132698" y="3196501"/>
                  </a:lnTo>
                  <a:lnTo>
                    <a:pt x="2066493" y="3234766"/>
                  </a:lnTo>
                  <a:lnTo>
                    <a:pt x="2073414" y="3232531"/>
                  </a:lnTo>
                  <a:lnTo>
                    <a:pt x="2081834" y="3229826"/>
                  </a:lnTo>
                  <a:lnTo>
                    <a:pt x="2088692" y="3227641"/>
                  </a:lnTo>
                  <a:lnTo>
                    <a:pt x="2140153" y="3197898"/>
                  </a:lnTo>
                  <a:close/>
                </a:path>
                <a:path w="7663815" h="4434840">
                  <a:moveTo>
                    <a:pt x="2371788" y="3064040"/>
                  </a:moveTo>
                  <a:lnTo>
                    <a:pt x="2371407" y="3062452"/>
                  </a:lnTo>
                  <a:lnTo>
                    <a:pt x="2370950" y="3060585"/>
                  </a:lnTo>
                  <a:lnTo>
                    <a:pt x="2370569" y="3059011"/>
                  </a:lnTo>
                  <a:lnTo>
                    <a:pt x="2271141" y="3116478"/>
                  </a:lnTo>
                  <a:lnTo>
                    <a:pt x="2269464" y="3119247"/>
                  </a:lnTo>
                  <a:lnTo>
                    <a:pt x="2267458" y="3122536"/>
                  </a:lnTo>
                  <a:lnTo>
                    <a:pt x="2265781" y="3125305"/>
                  </a:lnTo>
                  <a:lnTo>
                    <a:pt x="2371788" y="3064040"/>
                  </a:lnTo>
                  <a:close/>
                </a:path>
                <a:path w="7663815" h="4434840">
                  <a:moveTo>
                    <a:pt x="2540673" y="2966440"/>
                  </a:moveTo>
                  <a:lnTo>
                    <a:pt x="2540203" y="2964891"/>
                  </a:lnTo>
                  <a:lnTo>
                    <a:pt x="2539657" y="2963100"/>
                  </a:lnTo>
                  <a:lnTo>
                    <a:pt x="2539174" y="2961551"/>
                  </a:lnTo>
                  <a:lnTo>
                    <a:pt x="2490749" y="2989542"/>
                  </a:lnTo>
                  <a:lnTo>
                    <a:pt x="2491270" y="2991066"/>
                  </a:lnTo>
                  <a:lnTo>
                    <a:pt x="2491854" y="2992831"/>
                  </a:lnTo>
                  <a:lnTo>
                    <a:pt x="2492375" y="2994355"/>
                  </a:lnTo>
                  <a:lnTo>
                    <a:pt x="2540673" y="2966440"/>
                  </a:lnTo>
                  <a:close/>
                </a:path>
                <a:path w="7663815" h="4434840">
                  <a:moveTo>
                    <a:pt x="2862008" y="2780754"/>
                  </a:moveTo>
                  <a:lnTo>
                    <a:pt x="2859062" y="2780588"/>
                  </a:lnTo>
                  <a:lnTo>
                    <a:pt x="2855785" y="2780423"/>
                  </a:lnTo>
                  <a:lnTo>
                    <a:pt x="2852839" y="2780258"/>
                  </a:lnTo>
                  <a:lnTo>
                    <a:pt x="2662275" y="2890405"/>
                  </a:lnTo>
                  <a:lnTo>
                    <a:pt x="2658643" y="2894342"/>
                  </a:lnTo>
                  <a:lnTo>
                    <a:pt x="2656484" y="2897682"/>
                  </a:lnTo>
                  <a:lnTo>
                    <a:pt x="2654693" y="2900553"/>
                  </a:lnTo>
                  <a:lnTo>
                    <a:pt x="2862008" y="2780754"/>
                  </a:lnTo>
                  <a:close/>
                </a:path>
                <a:path w="7663815" h="4434840">
                  <a:moveTo>
                    <a:pt x="3072015" y="2653588"/>
                  </a:moveTo>
                  <a:lnTo>
                    <a:pt x="3051556" y="2665399"/>
                  </a:lnTo>
                  <a:lnTo>
                    <a:pt x="3051365" y="2667406"/>
                  </a:lnTo>
                  <a:lnTo>
                    <a:pt x="3051149" y="2669565"/>
                  </a:lnTo>
                  <a:lnTo>
                    <a:pt x="3050959" y="2671559"/>
                  </a:lnTo>
                  <a:lnTo>
                    <a:pt x="3071533" y="2659672"/>
                  </a:lnTo>
                  <a:lnTo>
                    <a:pt x="3071685" y="2657691"/>
                  </a:lnTo>
                  <a:lnTo>
                    <a:pt x="3071863" y="2655557"/>
                  </a:lnTo>
                  <a:lnTo>
                    <a:pt x="3072015" y="2653588"/>
                  </a:lnTo>
                  <a:close/>
                </a:path>
                <a:path w="7663815" h="4434840">
                  <a:moveTo>
                    <a:pt x="3238754" y="2563037"/>
                  </a:moveTo>
                  <a:lnTo>
                    <a:pt x="3237420" y="2561907"/>
                  </a:lnTo>
                  <a:lnTo>
                    <a:pt x="3237280" y="2561780"/>
                  </a:lnTo>
                  <a:lnTo>
                    <a:pt x="3235706" y="2560878"/>
                  </a:lnTo>
                  <a:lnTo>
                    <a:pt x="3234055" y="2559926"/>
                  </a:lnTo>
                  <a:lnTo>
                    <a:pt x="3179038" y="2591727"/>
                  </a:lnTo>
                  <a:lnTo>
                    <a:pt x="3180651" y="2592679"/>
                  </a:lnTo>
                  <a:lnTo>
                    <a:pt x="3182391" y="2593708"/>
                  </a:lnTo>
                  <a:lnTo>
                    <a:pt x="3184004" y="2594673"/>
                  </a:lnTo>
                  <a:lnTo>
                    <a:pt x="3238754" y="2563037"/>
                  </a:lnTo>
                  <a:close/>
                </a:path>
                <a:path w="7663815" h="4434840">
                  <a:moveTo>
                    <a:pt x="3433216" y="2450668"/>
                  </a:moveTo>
                  <a:lnTo>
                    <a:pt x="3432645" y="2449068"/>
                  </a:lnTo>
                  <a:lnTo>
                    <a:pt x="3432048" y="2447404"/>
                  </a:lnTo>
                  <a:lnTo>
                    <a:pt x="3431476" y="2445816"/>
                  </a:lnTo>
                  <a:lnTo>
                    <a:pt x="3342868" y="2497023"/>
                  </a:lnTo>
                  <a:lnTo>
                    <a:pt x="3343440" y="2498610"/>
                  </a:lnTo>
                  <a:lnTo>
                    <a:pt x="3344037" y="2500287"/>
                  </a:lnTo>
                  <a:lnTo>
                    <a:pt x="3344608" y="2501874"/>
                  </a:lnTo>
                  <a:lnTo>
                    <a:pt x="3433216" y="2450668"/>
                  </a:lnTo>
                  <a:close/>
                </a:path>
                <a:path w="7663815" h="4434840">
                  <a:moveTo>
                    <a:pt x="3580676" y="2359583"/>
                  </a:moveTo>
                  <a:lnTo>
                    <a:pt x="3519093" y="2395169"/>
                  </a:lnTo>
                  <a:lnTo>
                    <a:pt x="3517544" y="2398001"/>
                  </a:lnTo>
                  <a:lnTo>
                    <a:pt x="3515944" y="2400922"/>
                  </a:lnTo>
                  <a:lnTo>
                    <a:pt x="3514382" y="2403754"/>
                  </a:lnTo>
                  <a:lnTo>
                    <a:pt x="3563315" y="2375484"/>
                  </a:lnTo>
                  <a:lnTo>
                    <a:pt x="3565766" y="2372118"/>
                  </a:lnTo>
                  <a:lnTo>
                    <a:pt x="3567557" y="2369680"/>
                  </a:lnTo>
                  <a:lnTo>
                    <a:pt x="3570554" y="2367369"/>
                  </a:lnTo>
                  <a:lnTo>
                    <a:pt x="3580676" y="2359583"/>
                  </a:lnTo>
                  <a:close/>
                </a:path>
                <a:path w="7663815" h="4434840">
                  <a:moveTo>
                    <a:pt x="3669868" y="2313914"/>
                  </a:moveTo>
                  <a:lnTo>
                    <a:pt x="3667315" y="2313432"/>
                  </a:lnTo>
                  <a:lnTo>
                    <a:pt x="3664724" y="2312949"/>
                  </a:lnTo>
                  <a:lnTo>
                    <a:pt x="3662172" y="2312479"/>
                  </a:lnTo>
                  <a:lnTo>
                    <a:pt x="3594836" y="2351392"/>
                  </a:lnTo>
                  <a:lnTo>
                    <a:pt x="3602494" y="2348915"/>
                  </a:lnTo>
                  <a:lnTo>
                    <a:pt x="3610318" y="2346375"/>
                  </a:lnTo>
                  <a:lnTo>
                    <a:pt x="3617925" y="2343924"/>
                  </a:lnTo>
                  <a:lnTo>
                    <a:pt x="3669868" y="2313914"/>
                  </a:lnTo>
                  <a:close/>
                </a:path>
                <a:path w="7663815" h="4434840">
                  <a:moveTo>
                    <a:pt x="4034129" y="2097481"/>
                  </a:moveTo>
                  <a:lnTo>
                    <a:pt x="3808209" y="2228062"/>
                  </a:lnTo>
                  <a:lnTo>
                    <a:pt x="3805631" y="2231529"/>
                  </a:lnTo>
                  <a:lnTo>
                    <a:pt x="3803053" y="2234971"/>
                  </a:lnTo>
                  <a:lnTo>
                    <a:pt x="3800475" y="2238438"/>
                  </a:lnTo>
                  <a:lnTo>
                    <a:pt x="4027398" y="2107298"/>
                  </a:lnTo>
                  <a:lnTo>
                    <a:pt x="4029672" y="2103996"/>
                  </a:lnTo>
                  <a:lnTo>
                    <a:pt x="4031869" y="2100783"/>
                  </a:lnTo>
                  <a:lnTo>
                    <a:pt x="4034129" y="2097481"/>
                  </a:lnTo>
                  <a:close/>
                </a:path>
                <a:path w="7663815" h="4434840">
                  <a:moveTo>
                    <a:pt x="4286301" y="1957679"/>
                  </a:moveTo>
                  <a:lnTo>
                    <a:pt x="4283113" y="1957514"/>
                  </a:lnTo>
                  <a:lnTo>
                    <a:pt x="4280090" y="1957349"/>
                  </a:lnTo>
                  <a:lnTo>
                    <a:pt x="4276890" y="1957171"/>
                  </a:lnTo>
                  <a:lnTo>
                    <a:pt x="4088346" y="2066150"/>
                  </a:lnTo>
                  <a:lnTo>
                    <a:pt x="4084358" y="2070455"/>
                  </a:lnTo>
                  <a:lnTo>
                    <a:pt x="4083545" y="2071331"/>
                  </a:lnTo>
                  <a:lnTo>
                    <a:pt x="4082059" y="2073719"/>
                  </a:lnTo>
                  <a:lnTo>
                    <a:pt x="4080103" y="2076843"/>
                  </a:lnTo>
                  <a:lnTo>
                    <a:pt x="4286301" y="1957679"/>
                  </a:lnTo>
                  <a:close/>
                </a:path>
                <a:path w="7663815" h="4434840">
                  <a:moveTo>
                    <a:pt x="4642370" y="1751914"/>
                  </a:moveTo>
                  <a:lnTo>
                    <a:pt x="4641951" y="1750098"/>
                  </a:lnTo>
                  <a:lnTo>
                    <a:pt x="4641570" y="1748459"/>
                  </a:lnTo>
                  <a:lnTo>
                    <a:pt x="4641139" y="1746643"/>
                  </a:lnTo>
                  <a:lnTo>
                    <a:pt x="4437646" y="1864258"/>
                  </a:lnTo>
                  <a:lnTo>
                    <a:pt x="4433773" y="1868525"/>
                  </a:lnTo>
                  <a:lnTo>
                    <a:pt x="4432287" y="1870189"/>
                  </a:lnTo>
                  <a:lnTo>
                    <a:pt x="4431233" y="1871891"/>
                  </a:lnTo>
                  <a:lnTo>
                    <a:pt x="4429277" y="1875066"/>
                  </a:lnTo>
                  <a:lnTo>
                    <a:pt x="4642370" y="1751914"/>
                  </a:lnTo>
                  <a:close/>
                </a:path>
                <a:path w="7663815" h="4434840">
                  <a:moveTo>
                    <a:pt x="5080724" y="1498600"/>
                  </a:moveTo>
                  <a:lnTo>
                    <a:pt x="5079758" y="1497050"/>
                  </a:lnTo>
                  <a:lnTo>
                    <a:pt x="5078933" y="1495717"/>
                  </a:lnTo>
                  <a:lnTo>
                    <a:pt x="5077968" y="1494155"/>
                  </a:lnTo>
                  <a:lnTo>
                    <a:pt x="4942421" y="1572501"/>
                  </a:lnTo>
                  <a:lnTo>
                    <a:pt x="4939385" y="1576349"/>
                  </a:lnTo>
                  <a:lnTo>
                    <a:pt x="4936731" y="1579714"/>
                  </a:lnTo>
                  <a:lnTo>
                    <a:pt x="4935969" y="1580692"/>
                  </a:lnTo>
                  <a:lnTo>
                    <a:pt x="4934267" y="1583232"/>
                  </a:lnTo>
                  <a:lnTo>
                    <a:pt x="5080724" y="1498600"/>
                  </a:lnTo>
                  <a:close/>
                </a:path>
                <a:path w="7663815" h="4434840">
                  <a:moveTo>
                    <a:pt x="5472265" y="1266253"/>
                  </a:moveTo>
                  <a:lnTo>
                    <a:pt x="5248554" y="1395564"/>
                  </a:lnTo>
                  <a:lnTo>
                    <a:pt x="5245557" y="1399425"/>
                  </a:lnTo>
                  <a:lnTo>
                    <a:pt x="5243017" y="1402689"/>
                  </a:lnTo>
                  <a:lnTo>
                    <a:pt x="5240020" y="1406550"/>
                  </a:lnTo>
                  <a:lnTo>
                    <a:pt x="5465851" y="1276045"/>
                  </a:lnTo>
                  <a:lnTo>
                    <a:pt x="5468124" y="1272578"/>
                  </a:lnTo>
                  <a:lnTo>
                    <a:pt x="5469991" y="1269733"/>
                  </a:lnTo>
                  <a:lnTo>
                    <a:pt x="5472265" y="1266253"/>
                  </a:lnTo>
                  <a:close/>
                </a:path>
                <a:path w="7663815" h="4434840">
                  <a:moveTo>
                    <a:pt x="5756541" y="1101953"/>
                  </a:moveTo>
                  <a:lnTo>
                    <a:pt x="5532298" y="1231557"/>
                  </a:lnTo>
                  <a:lnTo>
                    <a:pt x="5529478" y="1235354"/>
                  </a:lnTo>
                  <a:lnTo>
                    <a:pt x="5527179" y="1238440"/>
                  </a:lnTo>
                  <a:lnTo>
                    <a:pt x="5524373" y="1242237"/>
                  </a:lnTo>
                  <a:lnTo>
                    <a:pt x="5750077" y="1111796"/>
                  </a:lnTo>
                  <a:lnTo>
                    <a:pt x="5752389" y="1108278"/>
                  </a:lnTo>
                  <a:lnTo>
                    <a:pt x="5754230" y="1105471"/>
                  </a:lnTo>
                  <a:lnTo>
                    <a:pt x="5756541" y="1101953"/>
                  </a:lnTo>
                  <a:close/>
                </a:path>
                <a:path w="7663815" h="4434840">
                  <a:moveTo>
                    <a:pt x="6017349" y="957351"/>
                  </a:moveTo>
                  <a:lnTo>
                    <a:pt x="6016853" y="955421"/>
                  </a:lnTo>
                  <a:lnTo>
                    <a:pt x="6016472" y="953935"/>
                  </a:lnTo>
                  <a:lnTo>
                    <a:pt x="6015977" y="951992"/>
                  </a:lnTo>
                  <a:lnTo>
                    <a:pt x="5813298" y="1069149"/>
                  </a:lnTo>
                  <a:lnTo>
                    <a:pt x="5809132" y="1073746"/>
                  </a:lnTo>
                  <a:lnTo>
                    <a:pt x="5806935" y="1076185"/>
                  </a:lnTo>
                  <a:lnTo>
                    <a:pt x="5806389" y="1077074"/>
                  </a:lnTo>
                  <a:lnTo>
                    <a:pt x="5804281" y="1080477"/>
                  </a:lnTo>
                  <a:lnTo>
                    <a:pt x="6017349" y="957351"/>
                  </a:lnTo>
                  <a:close/>
                </a:path>
                <a:path w="7663815" h="4434840">
                  <a:moveTo>
                    <a:pt x="6230810" y="833996"/>
                  </a:moveTo>
                  <a:lnTo>
                    <a:pt x="6229159" y="832713"/>
                  </a:lnTo>
                  <a:lnTo>
                    <a:pt x="6227927" y="831735"/>
                  </a:lnTo>
                  <a:lnTo>
                    <a:pt x="6226276" y="830440"/>
                  </a:lnTo>
                  <a:lnTo>
                    <a:pt x="6132093" y="884885"/>
                  </a:lnTo>
                  <a:lnTo>
                    <a:pt x="6129096" y="888847"/>
                  </a:lnTo>
                  <a:lnTo>
                    <a:pt x="6126810" y="891870"/>
                  </a:lnTo>
                  <a:lnTo>
                    <a:pt x="6125083" y="894130"/>
                  </a:lnTo>
                  <a:lnTo>
                    <a:pt x="6124410" y="895477"/>
                  </a:lnTo>
                  <a:lnTo>
                    <a:pt x="6230810" y="833996"/>
                  </a:lnTo>
                  <a:close/>
                </a:path>
                <a:path w="7663815" h="4434840">
                  <a:moveTo>
                    <a:pt x="6482194" y="688733"/>
                  </a:moveTo>
                  <a:lnTo>
                    <a:pt x="6482105" y="686511"/>
                  </a:lnTo>
                  <a:lnTo>
                    <a:pt x="6482042" y="684885"/>
                  </a:lnTo>
                  <a:lnTo>
                    <a:pt x="6481966" y="682663"/>
                  </a:lnTo>
                  <a:lnTo>
                    <a:pt x="6400406" y="729792"/>
                  </a:lnTo>
                  <a:lnTo>
                    <a:pt x="6399530" y="732574"/>
                  </a:lnTo>
                  <a:lnTo>
                    <a:pt x="6398882" y="734618"/>
                  </a:lnTo>
                  <a:lnTo>
                    <a:pt x="6397993" y="737387"/>
                  </a:lnTo>
                  <a:lnTo>
                    <a:pt x="6482194" y="688733"/>
                  </a:lnTo>
                  <a:close/>
                </a:path>
                <a:path w="7663815" h="4434840">
                  <a:moveTo>
                    <a:pt x="6742506" y="532066"/>
                  </a:moveTo>
                  <a:lnTo>
                    <a:pt x="6518351" y="661631"/>
                  </a:lnTo>
                  <a:lnTo>
                    <a:pt x="6515265" y="665683"/>
                  </a:lnTo>
                  <a:lnTo>
                    <a:pt x="6513017" y="668642"/>
                  </a:lnTo>
                  <a:lnTo>
                    <a:pt x="6509944" y="672693"/>
                  </a:lnTo>
                  <a:lnTo>
                    <a:pt x="6735927" y="542099"/>
                  </a:lnTo>
                  <a:lnTo>
                    <a:pt x="6738353" y="538403"/>
                  </a:lnTo>
                  <a:lnTo>
                    <a:pt x="6740080" y="535774"/>
                  </a:lnTo>
                  <a:lnTo>
                    <a:pt x="6742506" y="532066"/>
                  </a:lnTo>
                  <a:close/>
                </a:path>
                <a:path w="7663815" h="4434840">
                  <a:moveTo>
                    <a:pt x="6900735" y="440613"/>
                  </a:moveTo>
                  <a:lnTo>
                    <a:pt x="6773519" y="514146"/>
                  </a:lnTo>
                  <a:lnTo>
                    <a:pt x="6773075" y="516699"/>
                  </a:lnTo>
                  <a:lnTo>
                    <a:pt x="6772770" y="518502"/>
                  </a:lnTo>
                  <a:lnTo>
                    <a:pt x="6772326" y="521068"/>
                  </a:lnTo>
                  <a:lnTo>
                    <a:pt x="6899313" y="447687"/>
                  </a:lnTo>
                  <a:lnTo>
                    <a:pt x="6899846" y="445058"/>
                  </a:lnTo>
                  <a:lnTo>
                    <a:pt x="6900202" y="443242"/>
                  </a:lnTo>
                  <a:lnTo>
                    <a:pt x="6900735" y="440613"/>
                  </a:lnTo>
                  <a:close/>
                </a:path>
                <a:path w="7663815" h="4434840">
                  <a:moveTo>
                    <a:pt x="7068655" y="343560"/>
                  </a:moveTo>
                  <a:lnTo>
                    <a:pt x="7002196" y="381977"/>
                  </a:lnTo>
                  <a:lnTo>
                    <a:pt x="7000341" y="385381"/>
                  </a:lnTo>
                  <a:lnTo>
                    <a:pt x="6999059" y="387718"/>
                  </a:lnTo>
                  <a:lnTo>
                    <a:pt x="6997205" y="391109"/>
                  </a:lnTo>
                  <a:lnTo>
                    <a:pt x="7046519" y="362610"/>
                  </a:lnTo>
                  <a:lnTo>
                    <a:pt x="7049465" y="358571"/>
                  </a:lnTo>
                  <a:lnTo>
                    <a:pt x="7049897" y="358000"/>
                  </a:lnTo>
                  <a:lnTo>
                    <a:pt x="7056463" y="352945"/>
                  </a:lnTo>
                  <a:lnTo>
                    <a:pt x="7068655" y="343560"/>
                  </a:lnTo>
                  <a:close/>
                </a:path>
                <a:path w="7663815" h="4434840">
                  <a:moveTo>
                    <a:pt x="7151294" y="302069"/>
                  </a:moveTo>
                  <a:lnTo>
                    <a:pt x="7148220" y="301498"/>
                  </a:lnTo>
                  <a:lnTo>
                    <a:pt x="7146150" y="301117"/>
                  </a:lnTo>
                  <a:lnTo>
                    <a:pt x="7143077" y="300545"/>
                  </a:lnTo>
                  <a:lnTo>
                    <a:pt x="7073163" y="340956"/>
                  </a:lnTo>
                  <a:lnTo>
                    <a:pt x="7083577" y="337273"/>
                  </a:lnTo>
                  <a:lnTo>
                    <a:pt x="7090664" y="334772"/>
                  </a:lnTo>
                  <a:lnTo>
                    <a:pt x="7100125" y="331419"/>
                  </a:lnTo>
                  <a:lnTo>
                    <a:pt x="7100494" y="331419"/>
                  </a:lnTo>
                  <a:lnTo>
                    <a:pt x="7151294" y="302069"/>
                  </a:lnTo>
                  <a:close/>
                </a:path>
                <a:path w="7663815" h="4434840">
                  <a:moveTo>
                    <a:pt x="7411491" y="151701"/>
                  </a:moveTo>
                  <a:lnTo>
                    <a:pt x="7409713" y="150355"/>
                  </a:lnTo>
                  <a:lnTo>
                    <a:pt x="7408545" y="149479"/>
                  </a:lnTo>
                  <a:lnTo>
                    <a:pt x="7406767" y="148132"/>
                  </a:lnTo>
                  <a:lnTo>
                    <a:pt x="7313638" y="201955"/>
                  </a:lnTo>
                  <a:lnTo>
                    <a:pt x="7310577" y="206095"/>
                  </a:lnTo>
                  <a:lnTo>
                    <a:pt x="7308545" y="208838"/>
                  </a:lnTo>
                  <a:lnTo>
                    <a:pt x="7306183" y="212013"/>
                  </a:lnTo>
                  <a:lnTo>
                    <a:pt x="7305815" y="212775"/>
                  </a:lnTo>
                  <a:lnTo>
                    <a:pt x="7411491" y="151701"/>
                  </a:lnTo>
                  <a:close/>
                </a:path>
                <a:path w="7663815" h="4434840">
                  <a:moveTo>
                    <a:pt x="7663294" y="6197"/>
                  </a:moveTo>
                  <a:lnTo>
                    <a:pt x="7663205" y="3835"/>
                  </a:lnTo>
                  <a:lnTo>
                    <a:pt x="7663154" y="2349"/>
                  </a:lnTo>
                  <a:lnTo>
                    <a:pt x="7663066" y="0"/>
                  </a:lnTo>
                  <a:lnTo>
                    <a:pt x="7581760" y="46990"/>
                  </a:lnTo>
                  <a:lnTo>
                    <a:pt x="7580782" y="49949"/>
                  </a:lnTo>
                  <a:lnTo>
                    <a:pt x="7580147" y="51854"/>
                  </a:lnTo>
                  <a:lnTo>
                    <a:pt x="7579169" y="54800"/>
                  </a:lnTo>
                  <a:lnTo>
                    <a:pt x="7621879" y="30124"/>
                  </a:lnTo>
                  <a:lnTo>
                    <a:pt x="7622781" y="29260"/>
                  </a:lnTo>
                  <a:lnTo>
                    <a:pt x="7626464" y="27482"/>
                  </a:lnTo>
                  <a:lnTo>
                    <a:pt x="7663294" y="6197"/>
                  </a:lnTo>
                  <a:close/>
                </a:path>
              </a:pathLst>
            </a:custGeom>
            <a:solidFill>
              <a:srgbClr val="828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9282" y="824407"/>
              <a:ext cx="7667625" cy="4435475"/>
            </a:xfrm>
            <a:custGeom>
              <a:avLst/>
              <a:gdLst/>
              <a:ahLst/>
              <a:cxnLst/>
              <a:rect l="l" t="t" r="r" b="b"/>
              <a:pathLst>
                <a:path w="7667625" h="4435475">
                  <a:moveTo>
                    <a:pt x="117830" y="4367327"/>
                  </a:moveTo>
                  <a:lnTo>
                    <a:pt x="116205" y="4365891"/>
                  </a:lnTo>
                  <a:lnTo>
                    <a:pt x="115150" y="4364952"/>
                  </a:lnTo>
                  <a:lnTo>
                    <a:pt x="114528" y="4364406"/>
                  </a:lnTo>
                  <a:lnTo>
                    <a:pt x="3708" y="4428439"/>
                  </a:lnTo>
                  <a:lnTo>
                    <a:pt x="3022" y="4429734"/>
                  </a:lnTo>
                  <a:lnTo>
                    <a:pt x="1841" y="4431957"/>
                  </a:lnTo>
                  <a:lnTo>
                    <a:pt x="0" y="4435411"/>
                  </a:lnTo>
                  <a:lnTo>
                    <a:pt x="117830" y="4367327"/>
                  </a:lnTo>
                  <a:close/>
                </a:path>
                <a:path w="7667625" h="4435475">
                  <a:moveTo>
                    <a:pt x="321424" y="4249686"/>
                  </a:moveTo>
                  <a:lnTo>
                    <a:pt x="320776" y="4247705"/>
                  </a:lnTo>
                  <a:lnTo>
                    <a:pt x="320344" y="4246384"/>
                  </a:lnTo>
                  <a:lnTo>
                    <a:pt x="320090" y="4245610"/>
                  </a:lnTo>
                  <a:lnTo>
                    <a:pt x="268211" y="4275594"/>
                  </a:lnTo>
                  <a:lnTo>
                    <a:pt x="268198" y="4276522"/>
                  </a:lnTo>
                  <a:lnTo>
                    <a:pt x="268173" y="4278096"/>
                  </a:lnTo>
                  <a:lnTo>
                    <a:pt x="268122" y="4280484"/>
                  </a:lnTo>
                  <a:lnTo>
                    <a:pt x="321424" y="4249686"/>
                  </a:lnTo>
                  <a:close/>
                </a:path>
                <a:path w="7667625" h="4435475">
                  <a:moveTo>
                    <a:pt x="650049" y="4059809"/>
                  </a:moveTo>
                  <a:lnTo>
                    <a:pt x="649528" y="4057789"/>
                  </a:lnTo>
                  <a:lnTo>
                    <a:pt x="649173" y="4056392"/>
                  </a:lnTo>
                  <a:lnTo>
                    <a:pt x="648957" y="4055567"/>
                  </a:lnTo>
                  <a:lnTo>
                    <a:pt x="434568" y="4179468"/>
                  </a:lnTo>
                  <a:lnTo>
                    <a:pt x="433666" y="4180903"/>
                  </a:lnTo>
                  <a:lnTo>
                    <a:pt x="432130" y="4183380"/>
                  </a:lnTo>
                  <a:lnTo>
                    <a:pt x="429856" y="4187037"/>
                  </a:lnTo>
                  <a:lnTo>
                    <a:pt x="543102" y="4121607"/>
                  </a:lnTo>
                  <a:lnTo>
                    <a:pt x="542937" y="4121099"/>
                  </a:lnTo>
                  <a:lnTo>
                    <a:pt x="545985" y="4119575"/>
                  </a:lnTo>
                  <a:lnTo>
                    <a:pt x="566254" y="4108221"/>
                  </a:lnTo>
                  <a:lnTo>
                    <a:pt x="650049" y="4059809"/>
                  </a:lnTo>
                  <a:close/>
                </a:path>
                <a:path w="7667625" h="4435475">
                  <a:moveTo>
                    <a:pt x="939431" y="3890314"/>
                  </a:moveTo>
                  <a:lnTo>
                    <a:pt x="936840" y="3890175"/>
                  </a:lnTo>
                  <a:lnTo>
                    <a:pt x="935164" y="3890175"/>
                  </a:lnTo>
                  <a:lnTo>
                    <a:pt x="727265" y="4010317"/>
                  </a:lnTo>
                  <a:lnTo>
                    <a:pt x="726325" y="4011815"/>
                  </a:lnTo>
                  <a:lnTo>
                    <a:pt x="724738" y="4014343"/>
                  </a:lnTo>
                  <a:lnTo>
                    <a:pt x="722477" y="4017962"/>
                  </a:lnTo>
                  <a:lnTo>
                    <a:pt x="836587" y="3952036"/>
                  </a:lnTo>
                  <a:lnTo>
                    <a:pt x="835939" y="3950106"/>
                  </a:lnTo>
                  <a:lnTo>
                    <a:pt x="835545" y="3948887"/>
                  </a:lnTo>
                  <a:lnTo>
                    <a:pt x="837628" y="3947503"/>
                  </a:lnTo>
                  <a:lnTo>
                    <a:pt x="840117" y="3945839"/>
                  </a:lnTo>
                  <a:lnTo>
                    <a:pt x="841844" y="3945064"/>
                  </a:lnTo>
                  <a:lnTo>
                    <a:pt x="854697" y="3939273"/>
                  </a:lnTo>
                  <a:lnTo>
                    <a:pt x="939431" y="3890314"/>
                  </a:lnTo>
                  <a:close/>
                </a:path>
                <a:path w="7667625" h="4435475">
                  <a:moveTo>
                    <a:pt x="942124" y="3891051"/>
                  </a:moveTo>
                  <a:lnTo>
                    <a:pt x="940193" y="3890365"/>
                  </a:lnTo>
                  <a:lnTo>
                    <a:pt x="939368" y="3890365"/>
                  </a:lnTo>
                  <a:lnTo>
                    <a:pt x="854697" y="3939273"/>
                  </a:lnTo>
                  <a:lnTo>
                    <a:pt x="869810" y="3932466"/>
                  </a:lnTo>
                  <a:lnTo>
                    <a:pt x="870458" y="3932466"/>
                  </a:lnTo>
                  <a:lnTo>
                    <a:pt x="942124" y="3891051"/>
                  </a:lnTo>
                  <a:close/>
                </a:path>
                <a:path w="7667625" h="4435475">
                  <a:moveTo>
                    <a:pt x="1156068" y="3762514"/>
                  </a:moveTo>
                  <a:lnTo>
                    <a:pt x="1106030" y="3791432"/>
                  </a:lnTo>
                  <a:lnTo>
                    <a:pt x="1105166" y="3792918"/>
                  </a:lnTo>
                  <a:lnTo>
                    <a:pt x="1103680" y="3795433"/>
                  </a:lnTo>
                  <a:lnTo>
                    <a:pt x="1101661" y="3798874"/>
                  </a:lnTo>
                  <a:lnTo>
                    <a:pt x="1148600" y="3771747"/>
                  </a:lnTo>
                  <a:lnTo>
                    <a:pt x="1149108" y="3770782"/>
                  </a:lnTo>
                  <a:lnTo>
                    <a:pt x="1151699" y="3767696"/>
                  </a:lnTo>
                  <a:lnTo>
                    <a:pt x="1154442" y="3764445"/>
                  </a:lnTo>
                  <a:lnTo>
                    <a:pt x="1156068" y="3762514"/>
                  </a:lnTo>
                  <a:close/>
                </a:path>
                <a:path w="7667625" h="4435475">
                  <a:moveTo>
                    <a:pt x="1277797" y="3697097"/>
                  </a:moveTo>
                  <a:lnTo>
                    <a:pt x="1277302" y="3695141"/>
                  </a:lnTo>
                  <a:lnTo>
                    <a:pt x="1276934" y="3693668"/>
                  </a:lnTo>
                  <a:lnTo>
                    <a:pt x="1276718" y="3692804"/>
                  </a:lnTo>
                  <a:lnTo>
                    <a:pt x="1224445" y="3723005"/>
                  </a:lnTo>
                  <a:lnTo>
                    <a:pt x="1226832" y="3722624"/>
                  </a:lnTo>
                  <a:lnTo>
                    <a:pt x="1230871" y="3721963"/>
                  </a:lnTo>
                  <a:lnTo>
                    <a:pt x="1231785" y="3721811"/>
                  </a:lnTo>
                  <a:lnTo>
                    <a:pt x="1234528" y="3722103"/>
                  </a:lnTo>
                  <a:lnTo>
                    <a:pt x="1235024" y="3721811"/>
                  </a:lnTo>
                  <a:lnTo>
                    <a:pt x="1277797" y="3697097"/>
                  </a:lnTo>
                  <a:close/>
                </a:path>
                <a:path w="7667625" h="4435475">
                  <a:moveTo>
                    <a:pt x="1459420" y="3587229"/>
                  </a:moveTo>
                  <a:lnTo>
                    <a:pt x="1330553" y="3661689"/>
                  </a:lnTo>
                  <a:lnTo>
                    <a:pt x="1330363" y="3662794"/>
                  </a:lnTo>
                  <a:lnTo>
                    <a:pt x="1330045" y="3664674"/>
                  </a:lnTo>
                  <a:lnTo>
                    <a:pt x="1329626" y="3667163"/>
                  </a:lnTo>
                  <a:lnTo>
                    <a:pt x="1458328" y="3592792"/>
                  </a:lnTo>
                  <a:lnTo>
                    <a:pt x="1458823" y="3590277"/>
                  </a:lnTo>
                  <a:lnTo>
                    <a:pt x="1459191" y="3588359"/>
                  </a:lnTo>
                  <a:lnTo>
                    <a:pt x="1459420" y="3587229"/>
                  </a:lnTo>
                  <a:close/>
                </a:path>
                <a:path w="7667625" h="4435475">
                  <a:moveTo>
                    <a:pt x="1865769" y="3357372"/>
                  </a:moveTo>
                  <a:lnTo>
                    <a:pt x="1865261" y="3357181"/>
                  </a:lnTo>
                  <a:lnTo>
                    <a:pt x="1862645" y="3356991"/>
                  </a:lnTo>
                  <a:lnTo>
                    <a:pt x="1859940" y="3356813"/>
                  </a:lnTo>
                  <a:lnTo>
                    <a:pt x="1858137" y="3356813"/>
                  </a:lnTo>
                  <a:lnTo>
                    <a:pt x="1653768" y="3474910"/>
                  </a:lnTo>
                  <a:lnTo>
                    <a:pt x="1652676" y="3476574"/>
                  </a:lnTo>
                  <a:lnTo>
                    <a:pt x="1650847" y="3479342"/>
                  </a:lnTo>
                  <a:lnTo>
                    <a:pt x="1648510" y="3482898"/>
                  </a:lnTo>
                  <a:lnTo>
                    <a:pt x="1763052" y="3416719"/>
                  </a:lnTo>
                  <a:lnTo>
                    <a:pt x="1762442" y="3414890"/>
                  </a:lnTo>
                  <a:lnTo>
                    <a:pt x="1762137" y="3413963"/>
                  </a:lnTo>
                  <a:lnTo>
                    <a:pt x="1770164" y="3410420"/>
                  </a:lnTo>
                  <a:lnTo>
                    <a:pt x="1786229" y="3403333"/>
                  </a:lnTo>
                  <a:lnTo>
                    <a:pt x="1865769" y="3357372"/>
                  </a:lnTo>
                  <a:close/>
                </a:path>
                <a:path w="7667625" h="4435475">
                  <a:moveTo>
                    <a:pt x="2037753" y="3253016"/>
                  </a:moveTo>
                  <a:lnTo>
                    <a:pt x="1988527" y="3281464"/>
                  </a:lnTo>
                  <a:lnTo>
                    <a:pt x="1987702" y="3283000"/>
                  </a:lnTo>
                  <a:lnTo>
                    <a:pt x="1986330" y="3285553"/>
                  </a:lnTo>
                  <a:lnTo>
                    <a:pt x="1984641" y="3288690"/>
                  </a:lnTo>
                  <a:lnTo>
                    <a:pt x="2031517" y="3261601"/>
                  </a:lnTo>
                  <a:lnTo>
                    <a:pt x="2034222" y="3257880"/>
                  </a:lnTo>
                  <a:lnTo>
                    <a:pt x="2036432" y="3254832"/>
                  </a:lnTo>
                  <a:lnTo>
                    <a:pt x="2037753" y="3253016"/>
                  </a:lnTo>
                  <a:close/>
                </a:path>
                <a:path w="7667625" h="4435475">
                  <a:moveTo>
                    <a:pt x="2150389" y="3192919"/>
                  </a:moveTo>
                  <a:lnTo>
                    <a:pt x="2147582" y="3192399"/>
                  </a:lnTo>
                  <a:lnTo>
                    <a:pt x="2145258" y="3191954"/>
                  </a:lnTo>
                  <a:lnTo>
                    <a:pt x="2143861" y="3191700"/>
                  </a:lnTo>
                  <a:lnTo>
                    <a:pt x="2092401" y="3221444"/>
                  </a:lnTo>
                  <a:lnTo>
                    <a:pt x="2093798" y="3221698"/>
                  </a:lnTo>
                  <a:lnTo>
                    <a:pt x="2096096" y="3222142"/>
                  </a:lnTo>
                  <a:lnTo>
                    <a:pt x="2098890" y="3222675"/>
                  </a:lnTo>
                  <a:lnTo>
                    <a:pt x="2150389" y="3192919"/>
                  </a:lnTo>
                  <a:close/>
                </a:path>
                <a:path w="7667625" h="4435475">
                  <a:moveTo>
                    <a:pt x="2376563" y="3062236"/>
                  </a:moveTo>
                  <a:lnTo>
                    <a:pt x="2376119" y="3060369"/>
                  </a:lnTo>
                  <a:lnTo>
                    <a:pt x="2375725" y="3058795"/>
                  </a:lnTo>
                  <a:lnTo>
                    <a:pt x="2375497" y="3057842"/>
                  </a:lnTo>
                  <a:lnTo>
                    <a:pt x="2269490" y="3119107"/>
                  </a:lnTo>
                  <a:lnTo>
                    <a:pt x="2268474" y="3120758"/>
                  </a:lnTo>
                  <a:lnTo>
                    <a:pt x="2266797" y="3123527"/>
                  </a:lnTo>
                  <a:lnTo>
                    <a:pt x="2264791" y="3126816"/>
                  </a:lnTo>
                  <a:lnTo>
                    <a:pt x="2376563" y="3062236"/>
                  </a:lnTo>
                  <a:close/>
                </a:path>
                <a:path w="7667625" h="4435475">
                  <a:moveTo>
                    <a:pt x="2545689" y="2964523"/>
                  </a:moveTo>
                  <a:lnTo>
                    <a:pt x="2545143" y="2962732"/>
                  </a:lnTo>
                  <a:lnTo>
                    <a:pt x="2544673" y="2961182"/>
                  </a:lnTo>
                  <a:lnTo>
                    <a:pt x="2544381" y="2960243"/>
                  </a:lnTo>
                  <a:lnTo>
                    <a:pt x="2496083" y="2988157"/>
                  </a:lnTo>
                  <a:lnTo>
                    <a:pt x="2496388" y="2989072"/>
                  </a:lnTo>
                  <a:lnTo>
                    <a:pt x="2496909" y="2990596"/>
                  </a:lnTo>
                  <a:lnTo>
                    <a:pt x="2497505" y="2992361"/>
                  </a:lnTo>
                  <a:lnTo>
                    <a:pt x="2545689" y="2964523"/>
                  </a:lnTo>
                  <a:close/>
                </a:path>
                <a:path w="7667625" h="4435475">
                  <a:moveTo>
                    <a:pt x="2769438" y="2830182"/>
                  </a:moveTo>
                  <a:lnTo>
                    <a:pt x="2658402" y="2894355"/>
                  </a:lnTo>
                  <a:lnTo>
                    <a:pt x="2657310" y="2896095"/>
                  </a:lnTo>
                  <a:lnTo>
                    <a:pt x="2655506" y="2898978"/>
                  </a:lnTo>
                  <a:lnTo>
                    <a:pt x="2653461" y="2902254"/>
                  </a:lnTo>
                  <a:lnTo>
                    <a:pt x="2767495" y="2836354"/>
                  </a:lnTo>
                  <a:lnTo>
                    <a:pt x="2766923" y="2834614"/>
                  </a:lnTo>
                  <a:lnTo>
                    <a:pt x="2766377" y="2833078"/>
                  </a:lnTo>
                  <a:lnTo>
                    <a:pt x="2769438" y="2830182"/>
                  </a:lnTo>
                  <a:close/>
                </a:path>
                <a:path w="7667625" h="4435475">
                  <a:moveTo>
                    <a:pt x="2867507" y="2774645"/>
                  </a:moveTo>
                  <a:lnTo>
                    <a:pt x="2865551" y="2774645"/>
                  </a:lnTo>
                  <a:lnTo>
                    <a:pt x="2769438" y="2830182"/>
                  </a:lnTo>
                  <a:lnTo>
                    <a:pt x="2777223" y="2826804"/>
                  </a:lnTo>
                  <a:lnTo>
                    <a:pt x="2867380" y="2774721"/>
                  </a:lnTo>
                  <a:lnTo>
                    <a:pt x="2867507" y="2774645"/>
                  </a:lnTo>
                  <a:close/>
                </a:path>
                <a:path w="7667625" h="4435475">
                  <a:moveTo>
                    <a:pt x="2872524" y="2775674"/>
                  </a:moveTo>
                  <a:lnTo>
                    <a:pt x="2870301" y="2774886"/>
                  </a:lnTo>
                  <a:lnTo>
                    <a:pt x="2867380" y="2774721"/>
                  </a:lnTo>
                  <a:lnTo>
                    <a:pt x="2776626" y="2827159"/>
                  </a:lnTo>
                  <a:lnTo>
                    <a:pt x="2789847" y="2821368"/>
                  </a:lnTo>
                  <a:lnTo>
                    <a:pt x="2800070" y="2816898"/>
                  </a:lnTo>
                  <a:lnTo>
                    <a:pt x="2801518" y="2816707"/>
                  </a:lnTo>
                  <a:lnTo>
                    <a:pt x="2872524" y="2775674"/>
                  </a:lnTo>
                  <a:close/>
                </a:path>
                <a:path w="7667625" h="4435475">
                  <a:moveTo>
                    <a:pt x="3075241" y="2653474"/>
                  </a:moveTo>
                  <a:lnTo>
                    <a:pt x="3054667" y="2665361"/>
                  </a:lnTo>
                  <a:lnTo>
                    <a:pt x="3054540" y="2666581"/>
                  </a:lnTo>
                  <a:lnTo>
                    <a:pt x="3054489" y="2667203"/>
                  </a:lnTo>
                  <a:lnTo>
                    <a:pt x="3057055" y="2667012"/>
                  </a:lnTo>
                  <a:lnTo>
                    <a:pt x="3075241" y="2653474"/>
                  </a:lnTo>
                  <a:close/>
                </a:path>
                <a:path w="7667625" h="4435475">
                  <a:moveTo>
                    <a:pt x="3246005" y="2559888"/>
                  </a:moveTo>
                  <a:lnTo>
                    <a:pt x="3244596" y="2558669"/>
                  </a:lnTo>
                  <a:lnTo>
                    <a:pt x="3243262" y="2557538"/>
                  </a:lnTo>
                  <a:lnTo>
                    <a:pt x="3242462" y="2556840"/>
                  </a:lnTo>
                  <a:lnTo>
                    <a:pt x="3187712" y="2588476"/>
                  </a:lnTo>
                  <a:lnTo>
                    <a:pt x="3188703" y="2589060"/>
                  </a:lnTo>
                  <a:lnTo>
                    <a:pt x="3190316" y="2590025"/>
                  </a:lnTo>
                  <a:lnTo>
                    <a:pt x="3192056" y="2591054"/>
                  </a:lnTo>
                  <a:lnTo>
                    <a:pt x="3246005" y="2559888"/>
                  </a:lnTo>
                  <a:close/>
                </a:path>
                <a:path w="7667625" h="4435475">
                  <a:moveTo>
                    <a:pt x="3376003" y="2479675"/>
                  </a:moveTo>
                  <a:lnTo>
                    <a:pt x="3348329" y="2495664"/>
                  </a:lnTo>
                  <a:lnTo>
                    <a:pt x="3348672" y="2496629"/>
                  </a:lnTo>
                  <a:lnTo>
                    <a:pt x="3368433" y="2485847"/>
                  </a:lnTo>
                  <a:lnTo>
                    <a:pt x="3371291" y="2483561"/>
                  </a:lnTo>
                  <a:lnTo>
                    <a:pt x="3371113" y="2483662"/>
                  </a:lnTo>
                  <a:lnTo>
                    <a:pt x="3376003" y="2479675"/>
                  </a:lnTo>
                  <a:close/>
                </a:path>
                <a:path w="7667625" h="4435475">
                  <a:moveTo>
                    <a:pt x="3437013" y="2444699"/>
                  </a:moveTo>
                  <a:lnTo>
                    <a:pt x="3436924" y="2444470"/>
                  </a:lnTo>
                  <a:lnTo>
                    <a:pt x="3376003" y="2479675"/>
                  </a:lnTo>
                  <a:lnTo>
                    <a:pt x="3379266" y="2478951"/>
                  </a:lnTo>
                  <a:lnTo>
                    <a:pt x="3382149" y="2478227"/>
                  </a:lnTo>
                  <a:lnTo>
                    <a:pt x="3382518" y="2478989"/>
                  </a:lnTo>
                  <a:lnTo>
                    <a:pt x="3383305" y="2480551"/>
                  </a:lnTo>
                  <a:lnTo>
                    <a:pt x="3420084" y="2459304"/>
                  </a:lnTo>
                  <a:lnTo>
                    <a:pt x="3420160" y="2457246"/>
                  </a:lnTo>
                  <a:lnTo>
                    <a:pt x="3420199" y="2455303"/>
                  </a:lnTo>
                  <a:lnTo>
                    <a:pt x="3437013" y="2444699"/>
                  </a:lnTo>
                  <a:close/>
                </a:path>
                <a:path w="7667625" h="4435475">
                  <a:moveTo>
                    <a:pt x="3567023" y="2369286"/>
                  </a:moveTo>
                  <a:lnTo>
                    <a:pt x="3518090" y="2397556"/>
                  </a:lnTo>
                  <a:lnTo>
                    <a:pt x="3517150" y="2399284"/>
                  </a:lnTo>
                  <a:lnTo>
                    <a:pt x="3515588" y="2402116"/>
                  </a:lnTo>
                  <a:lnTo>
                    <a:pt x="3513988" y="2405037"/>
                  </a:lnTo>
                  <a:lnTo>
                    <a:pt x="3560572" y="2378125"/>
                  </a:lnTo>
                  <a:lnTo>
                    <a:pt x="3563086" y="2374684"/>
                  </a:lnTo>
                  <a:lnTo>
                    <a:pt x="3565537" y="2371331"/>
                  </a:lnTo>
                  <a:lnTo>
                    <a:pt x="3567023" y="2369286"/>
                  </a:lnTo>
                  <a:close/>
                </a:path>
                <a:path w="7667625" h="4435475">
                  <a:moveTo>
                    <a:pt x="3680269" y="2308961"/>
                  </a:moveTo>
                  <a:lnTo>
                    <a:pt x="3677691" y="2308479"/>
                  </a:lnTo>
                  <a:lnTo>
                    <a:pt x="3675138" y="2308009"/>
                  </a:lnTo>
                  <a:lnTo>
                    <a:pt x="3673576" y="2307717"/>
                  </a:lnTo>
                  <a:lnTo>
                    <a:pt x="3621633" y="2337727"/>
                  </a:lnTo>
                  <a:lnTo>
                    <a:pt x="3623157" y="2338032"/>
                  </a:lnTo>
                  <a:lnTo>
                    <a:pt x="3625634" y="2338552"/>
                  </a:lnTo>
                  <a:lnTo>
                    <a:pt x="3628161" y="2339073"/>
                  </a:lnTo>
                  <a:lnTo>
                    <a:pt x="3680269" y="2308961"/>
                  </a:lnTo>
                  <a:close/>
                </a:path>
                <a:path w="7667625" h="4435475">
                  <a:moveTo>
                    <a:pt x="4031107" y="2101100"/>
                  </a:moveTo>
                  <a:lnTo>
                    <a:pt x="3804183" y="2232241"/>
                  </a:lnTo>
                  <a:lnTo>
                    <a:pt x="3803675" y="2232914"/>
                  </a:lnTo>
                  <a:lnTo>
                    <a:pt x="3803129" y="2234044"/>
                  </a:lnTo>
                  <a:lnTo>
                    <a:pt x="3801834" y="2236762"/>
                  </a:lnTo>
                  <a:lnTo>
                    <a:pt x="3800538" y="2239480"/>
                  </a:lnTo>
                  <a:lnTo>
                    <a:pt x="4025265" y="2109635"/>
                  </a:lnTo>
                  <a:lnTo>
                    <a:pt x="4027462" y="2106422"/>
                  </a:lnTo>
                  <a:lnTo>
                    <a:pt x="4029722" y="2103120"/>
                  </a:lnTo>
                  <a:lnTo>
                    <a:pt x="4031107" y="2101100"/>
                  </a:lnTo>
                  <a:close/>
                </a:path>
                <a:path w="7667625" h="4435475">
                  <a:moveTo>
                    <a:pt x="4297515" y="1952320"/>
                  </a:moveTo>
                  <a:lnTo>
                    <a:pt x="4296041" y="1951812"/>
                  </a:lnTo>
                  <a:lnTo>
                    <a:pt x="4295102" y="1951812"/>
                  </a:lnTo>
                  <a:lnTo>
                    <a:pt x="4291977" y="1951596"/>
                  </a:lnTo>
                  <a:lnTo>
                    <a:pt x="4289831" y="1951596"/>
                  </a:lnTo>
                  <a:lnTo>
                    <a:pt x="4083812" y="2070646"/>
                  </a:lnTo>
                  <a:lnTo>
                    <a:pt x="4082605" y="2072563"/>
                  </a:lnTo>
                  <a:lnTo>
                    <a:pt x="4080649" y="2075700"/>
                  </a:lnTo>
                  <a:lnTo>
                    <a:pt x="4078757" y="2078723"/>
                  </a:lnTo>
                  <a:lnTo>
                    <a:pt x="4192308" y="2013115"/>
                  </a:lnTo>
                  <a:lnTo>
                    <a:pt x="4191762" y="2011502"/>
                  </a:lnTo>
                  <a:lnTo>
                    <a:pt x="4191393" y="2010359"/>
                  </a:lnTo>
                  <a:lnTo>
                    <a:pt x="4192930" y="2008822"/>
                  </a:lnTo>
                  <a:lnTo>
                    <a:pt x="4194441" y="2007311"/>
                  </a:lnTo>
                  <a:lnTo>
                    <a:pt x="4199001" y="2005317"/>
                  </a:lnTo>
                  <a:lnTo>
                    <a:pt x="4213453" y="1998980"/>
                  </a:lnTo>
                  <a:lnTo>
                    <a:pt x="4225010" y="1993912"/>
                  </a:lnTo>
                  <a:lnTo>
                    <a:pt x="4225544" y="1993912"/>
                  </a:lnTo>
                  <a:lnTo>
                    <a:pt x="4297515" y="1952320"/>
                  </a:lnTo>
                  <a:close/>
                </a:path>
                <a:path w="7667625" h="4435475">
                  <a:moveTo>
                    <a:pt x="4647158" y="1750301"/>
                  </a:moveTo>
                  <a:lnTo>
                    <a:pt x="4646777" y="1748663"/>
                  </a:lnTo>
                  <a:lnTo>
                    <a:pt x="4646346" y="1746846"/>
                  </a:lnTo>
                  <a:lnTo>
                    <a:pt x="4646079" y="1745716"/>
                  </a:lnTo>
                  <a:lnTo>
                    <a:pt x="4432986" y="1868868"/>
                  </a:lnTo>
                  <a:lnTo>
                    <a:pt x="4431792" y="1870811"/>
                  </a:lnTo>
                  <a:lnTo>
                    <a:pt x="4429836" y="1873973"/>
                  </a:lnTo>
                  <a:lnTo>
                    <a:pt x="4428033" y="1876907"/>
                  </a:lnTo>
                  <a:lnTo>
                    <a:pt x="4540974" y="1811655"/>
                  </a:lnTo>
                  <a:lnTo>
                    <a:pt x="4541913" y="1810715"/>
                  </a:lnTo>
                  <a:lnTo>
                    <a:pt x="4563059" y="1798675"/>
                  </a:lnTo>
                  <a:lnTo>
                    <a:pt x="4566043" y="1797164"/>
                  </a:lnTo>
                  <a:lnTo>
                    <a:pt x="4647158" y="1750301"/>
                  </a:lnTo>
                  <a:close/>
                </a:path>
                <a:path w="7667625" h="4435475">
                  <a:moveTo>
                    <a:pt x="5086820" y="1496263"/>
                  </a:moveTo>
                  <a:lnTo>
                    <a:pt x="5085994" y="1494929"/>
                  </a:lnTo>
                  <a:lnTo>
                    <a:pt x="5085029" y="1493367"/>
                  </a:lnTo>
                  <a:lnTo>
                    <a:pt x="5084432" y="1492402"/>
                  </a:lnTo>
                  <a:lnTo>
                    <a:pt x="4937976" y="1577035"/>
                  </a:lnTo>
                  <a:lnTo>
                    <a:pt x="4936579" y="1579143"/>
                  </a:lnTo>
                  <a:lnTo>
                    <a:pt x="4934305" y="1582547"/>
                  </a:lnTo>
                  <a:lnTo>
                    <a:pt x="4932324" y="1585531"/>
                  </a:lnTo>
                  <a:lnTo>
                    <a:pt x="5086820" y="1496263"/>
                  </a:lnTo>
                  <a:close/>
                </a:path>
                <a:path w="7667625" h="4435475">
                  <a:moveTo>
                    <a:pt x="5469560" y="1269847"/>
                  </a:moveTo>
                  <a:lnTo>
                    <a:pt x="5243728" y="1400352"/>
                  </a:lnTo>
                  <a:lnTo>
                    <a:pt x="5243207" y="1401025"/>
                  </a:lnTo>
                  <a:lnTo>
                    <a:pt x="5242509" y="1402384"/>
                  </a:lnTo>
                  <a:lnTo>
                    <a:pt x="5240960" y="1405407"/>
                  </a:lnTo>
                  <a:lnTo>
                    <a:pt x="5239639" y="1407972"/>
                  </a:lnTo>
                  <a:lnTo>
                    <a:pt x="5464010" y="1278331"/>
                  </a:lnTo>
                  <a:lnTo>
                    <a:pt x="5465877" y="1275473"/>
                  </a:lnTo>
                  <a:lnTo>
                    <a:pt x="5468150" y="1272006"/>
                  </a:lnTo>
                  <a:lnTo>
                    <a:pt x="5469560" y="1269847"/>
                  </a:lnTo>
                  <a:close/>
                </a:path>
                <a:path w="7667625" h="4435475">
                  <a:moveTo>
                    <a:pt x="5753786" y="1105598"/>
                  </a:moveTo>
                  <a:lnTo>
                    <a:pt x="5528081" y="1236040"/>
                  </a:lnTo>
                  <a:lnTo>
                    <a:pt x="5527319" y="1237056"/>
                  </a:lnTo>
                  <a:lnTo>
                    <a:pt x="5526824" y="1238097"/>
                  </a:lnTo>
                  <a:lnTo>
                    <a:pt x="5525452" y="1241056"/>
                  </a:lnTo>
                  <a:lnTo>
                    <a:pt x="5524322" y="1243482"/>
                  </a:lnTo>
                  <a:lnTo>
                    <a:pt x="5748198" y="1114120"/>
                  </a:lnTo>
                  <a:lnTo>
                    <a:pt x="5750039" y="1111313"/>
                  </a:lnTo>
                  <a:lnTo>
                    <a:pt x="5752350" y="1107795"/>
                  </a:lnTo>
                  <a:lnTo>
                    <a:pt x="5753786" y="1105598"/>
                  </a:lnTo>
                  <a:close/>
                </a:path>
                <a:path w="7667625" h="4435475">
                  <a:moveTo>
                    <a:pt x="6022238" y="955789"/>
                  </a:moveTo>
                  <a:lnTo>
                    <a:pt x="6021857" y="954290"/>
                  </a:lnTo>
                  <a:lnTo>
                    <a:pt x="6021362" y="952360"/>
                  </a:lnTo>
                  <a:lnTo>
                    <a:pt x="6021057" y="951153"/>
                  </a:lnTo>
                  <a:lnTo>
                    <a:pt x="5807989" y="1074280"/>
                  </a:lnTo>
                  <a:lnTo>
                    <a:pt x="5806681" y="1076401"/>
                  </a:lnTo>
                  <a:lnTo>
                    <a:pt x="5804586" y="1079804"/>
                  </a:lnTo>
                  <a:lnTo>
                    <a:pt x="5802922" y="1082509"/>
                  </a:lnTo>
                  <a:lnTo>
                    <a:pt x="5915304" y="1017574"/>
                  </a:lnTo>
                  <a:lnTo>
                    <a:pt x="5915037" y="1016711"/>
                  </a:lnTo>
                  <a:lnTo>
                    <a:pt x="5918085" y="1015187"/>
                  </a:lnTo>
                  <a:lnTo>
                    <a:pt x="5938342" y="1004023"/>
                  </a:lnTo>
                  <a:lnTo>
                    <a:pt x="5941009" y="1002715"/>
                  </a:lnTo>
                  <a:lnTo>
                    <a:pt x="6022238" y="955789"/>
                  </a:lnTo>
                  <a:close/>
                </a:path>
                <a:path w="7667625" h="4435475">
                  <a:moveTo>
                    <a:pt x="6238430" y="830872"/>
                  </a:moveTo>
                  <a:lnTo>
                    <a:pt x="6237198" y="829894"/>
                  </a:lnTo>
                  <a:lnTo>
                    <a:pt x="6235547" y="828611"/>
                  </a:lnTo>
                  <a:lnTo>
                    <a:pt x="6234519" y="827798"/>
                  </a:lnTo>
                  <a:lnTo>
                    <a:pt x="6128118" y="889279"/>
                  </a:lnTo>
                  <a:lnTo>
                    <a:pt x="6127140" y="891247"/>
                  </a:lnTo>
                  <a:lnTo>
                    <a:pt x="6125565" y="894384"/>
                  </a:lnTo>
                  <a:lnTo>
                    <a:pt x="6124372" y="896772"/>
                  </a:lnTo>
                  <a:lnTo>
                    <a:pt x="6238430" y="830872"/>
                  </a:lnTo>
                  <a:close/>
                </a:path>
                <a:path w="7667625" h="4435475">
                  <a:moveTo>
                    <a:pt x="6445440" y="705916"/>
                  </a:moveTo>
                  <a:lnTo>
                    <a:pt x="6401702" y="731189"/>
                  </a:lnTo>
                  <a:lnTo>
                    <a:pt x="6401155" y="732917"/>
                  </a:lnTo>
                  <a:lnTo>
                    <a:pt x="6400266" y="735685"/>
                  </a:lnTo>
                  <a:lnTo>
                    <a:pt x="6399619" y="737730"/>
                  </a:lnTo>
                  <a:lnTo>
                    <a:pt x="6430823" y="719709"/>
                  </a:lnTo>
                  <a:lnTo>
                    <a:pt x="6435255" y="715492"/>
                  </a:lnTo>
                  <a:lnTo>
                    <a:pt x="6435433" y="715378"/>
                  </a:lnTo>
                  <a:lnTo>
                    <a:pt x="6441351" y="709701"/>
                  </a:lnTo>
                  <a:lnTo>
                    <a:pt x="6445440" y="705916"/>
                  </a:lnTo>
                  <a:close/>
                </a:path>
                <a:path w="7667625" h="4435475">
                  <a:moveTo>
                    <a:pt x="6486093" y="687768"/>
                  </a:moveTo>
                  <a:lnTo>
                    <a:pt x="6486030" y="686155"/>
                  </a:lnTo>
                  <a:lnTo>
                    <a:pt x="6485953" y="683933"/>
                  </a:lnTo>
                  <a:lnTo>
                    <a:pt x="6485903" y="682536"/>
                  </a:lnTo>
                  <a:lnTo>
                    <a:pt x="6445440" y="705916"/>
                  </a:lnTo>
                  <a:lnTo>
                    <a:pt x="6453098" y="702030"/>
                  </a:lnTo>
                  <a:lnTo>
                    <a:pt x="6455638" y="701446"/>
                  </a:lnTo>
                  <a:lnTo>
                    <a:pt x="6462471" y="699757"/>
                  </a:lnTo>
                  <a:lnTo>
                    <a:pt x="6465354" y="699757"/>
                  </a:lnTo>
                  <a:lnTo>
                    <a:pt x="6486093" y="687768"/>
                  </a:lnTo>
                  <a:close/>
                </a:path>
                <a:path w="7667625" h="4435475">
                  <a:moveTo>
                    <a:pt x="6739636" y="535901"/>
                  </a:moveTo>
                  <a:lnTo>
                    <a:pt x="6513652" y="666496"/>
                  </a:lnTo>
                  <a:lnTo>
                    <a:pt x="6512700" y="667740"/>
                  </a:lnTo>
                  <a:lnTo>
                    <a:pt x="6512179" y="668769"/>
                  </a:lnTo>
                  <a:lnTo>
                    <a:pt x="6510528" y="671995"/>
                  </a:lnTo>
                  <a:lnTo>
                    <a:pt x="6509334" y="674344"/>
                  </a:lnTo>
                  <a:lnTo>
                    <a:pt x="6733959" y="544550"/>
                  </a:lnTo>
                  <a:lnTo>
                    <a:pt x="6735686" y="541934"/>
                  </a:lnTo>
                  <a:lnTo>
                    <a:pt x="6738112" y="538226"/>
                  </a:lnTo>
                  <a:lnTo>
                    <a:pt x="6739636" y="535901"/>
                  </a:lnTo>
                  <a:close/>
                </a:path>
                <a:path w="7667625" h="4435475">
                  <a:moveTo>
                    <a:pt x="6903021" y="441490"/>
                  </a:moveTo>
                  <a:lnTo>
                    <a:pt x="6776034" y="514870"/>
                  </a:lnTo>
                  <a:lnTo>
                    <a:pt x="6775767" y="516470"/>
                  </a:lnTo>
                  <a:lnTo>
                    <a:pt x="6775323" y="519036"/>
                  </a:lnTo>
                  <a:lnTo>
                    <a:pt x="6775018" y="520839"/>
                  </a:lnTo>
                  <a:lnTo>
                    <a:pt x="6901802" y="447573"/>
                  </a:lnTo>
                  <a:lnTo>
                    <a:pt x="6902170" y="445757"/>
                  </a:lnTo>
                  <a:lnTo>
                    <a:pt x="6902691" y="443128"/>
                  </a:lnTo>
                  <a:lnTo>
                    <a:pt x="6903021" y="441490"/>
                  </a:lnTo>
                  <a:close/>
                </a:path>
                <a:path w="7667625" h="4435475">
                  <a:moveTo>
                    <a:pt x="7050227" y="356412"/>
                  </a:moveTo>
                  <a:lnTo>
                    <a:pt x="7000913" y="384911"/>
                  </a:lnTo>
                  <a:lnTo>
                    <a:pt x="6999745" y="387057"/>
                  </a:lnTo>
                  <a:lnTo>
                    <a:pt x="6997890" y="390461"/>
                  </a:lnTo>
                  <a:lnTo>
                    <a:pt x="6996608" y="392798"/>
                  </a:lnTo>
                  <a:lnTo>
                    <a:pt x="7043407" y="365760"/>
                  </a:lnTo>
                  <a:lnTo>
                    <a:pt x="7045426" y="363004"/>
                  </a:lnTo>
                  <a:lnTo>
                    <a:pt x="7048373" y="358965"/>
                  </a:lnTo>
                  <a:lnTo>
                    <a:pt x="7050227" y="356412"/>
                  </a:lnTo>
                  <a:close/>
                </a:path>
                <a:path w="7667625" h="4435475">
                  <a:moveTo>
                    <a:pt x="7162089" y="297180"/>
                  </a:moveTo>
                  <a:lnTo>
                    <a:pt x="7160019" y="296799"/>
                  </a:lnTo>
                  <a:lnTo>
                    <a:pt x="7156945" y="296227"/>
                  </a:lnTo>
                  <a:lnTo>
                    <a:pt x="7155002" y="295871"/>
                  </a:lnTo>
                  <a:lnTo>
                    <a:pt x="7104202" y="325221"/>
                  </a:lnTo>
                  <a:lnTo>
                    <a:pt x="7106107" y="325602"/>
                  </a:lnTo>
                  <a:lnTo>
                    <a:pt x="7109130" y="326199"/>
                  </a:lnTo>
                  <a:lnTo>
                    <a:pt x="7111187" y="326605"/>
                  </a:lnTo>
                  <a:lnTo>
                    <a:pt x="7162089" y="297180"/>
                  </a:lnTo>
                  <a:close/>
                </a:path>
                <a:path w="7667625" h="4435475">
                  <a:moveTo>
                    <a:pt x="7419276" y="148590"/>
                  </a:moveTo>
                  <a:lnTo>
                    <a:pt x="7418108" y="147701"/>
                  </a:lnTo>
                  <a:lnTo>
                    <a:pt x="7416330" y="146354"/>
                  </a:lnTo>
                  <a:lnTo>
                    <a:pt x="7415200" y="145503"/>
                  </a:lnTo>
                  <a:lnTo>
                    <a:pt x="7309523" y="206578"/>
                  </a:lnTo>
                  <a:lnTo>
                    <a:pt x="7308520" y="208648"/>
                  </a:lnTo>
                  <a:lnTo>
                    <a:pt x="7306945" y="211924"/>
                  </a:lnTo>
                  <a:lnTo>
                    <a:pt x="7305891" y="214096"/>
                  </a:lnTo>
                  <a:lnTo>
                    <a:pt x="7419276" y="148590"/>
                  </a:lnTo>
                  <a:close/>
                </a:path>
                <a:path w="7667625" h="4435475">
                  <a:moveTo>
                    <a:pt x="7625588" y="23926"/>
                  </a:moveTo>
                  <a:lnTo>
                    <a:pt x="7582878" y="48602"/>
                  </a:lnTo>
                  <a:lnTo>
                    <a:pt x="7582268" y="50482"/>
                  </a:lnTo>
                  <a:lnTo>
                    <a:pt x="7581290" y="53441"/>
                  </a:lnTo>
                  <a:lnTo>
                    <a:pt x="7580668" y="55333"/>
                  </a:lnTo>
                  <a:lnTo>
                    <a:pt x="7611872" y="37312"/>
                  </a:lnTo>
                  <a:lnTo>
                    <a:pt x="7611961" y="37020"/>
                  </a:lnTo>
                  <a:lnTo>
                    <a:pt x="7615352" y="33756"/>
                  </a:lnTo>
                  <a:lnTo>
                    <a:pt x="7621613" y="27749"/>
                  </a:lnTo>
                  <a:lnTo>
                    <a:pt x="7625588" y="23926"/>
                  </a:lnTo>
                  <a:close/>
                </a:path>
                <a:path w="7667625" h="4435475">
                  <a:moveTo>
                    <a:pt x="7667206" y="5334"/>
                  </a:moveTo>
                  <a:lnTo>
                    <a:pt x="7667142" y="3835"/>
                  </a:lnTo>
                  <a:lnTo>
                    <a:pt x="7667053" y="1485"/>
                  </a:lnTo>
                  <a:lnTo>
                    <a:pt x="7667003" y="0"/>
                  </a:lnTo>
                  <a:lnTo>
                    <a:pt x="7630173" y="21285"/>
                  </a:lnTo>
                  <a:lnTo>
                    <a:pt x="7634198" y="19329"/>
                  </a:lnTo>
                  <a:lnTo>
                    <a:pt x="7637488" y="18580"/>
                  </a:lnTo>
                  <a:lnTo>
                    <a:pt x="7643635" y="17170"/>
                  </a:lnTo>
                  <a:lnTo>
                    <a:pt x="7644079" y="17170"/>
                  </a:lnTo>
                  <a:lnTo>
                    <a:pt x="7647127" y="16929"/>
                  </a:lnTo>
                  <a:lnTo>
                    <a:pt x="7667206" y="5334"/>
                  </a:lnTo>
                  <a:close/>
                </a:path>
              </a:pathLst>
            </a:custGeom>
            <a:solidFill>
              <a:srgbClr val="7F7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6259" y="829741"/>
              <a:ext cx="7670800" cy="4436110"/>
            </a:xfrm>
            <a:custGeom>
              <a:avLst/>
              <a:gdLst/>
              <a:ahLst/>
              <a:cxnLst/>
              <a:rect l="l" t="t" r="r" b="b"/>
              <a:pathLst>
                <a:path w="7670800" h="4436110">
                  <a:moveTo>
                    <a:pt x="123507" y="4364342"/>
                  </a:moveTo>
                  <a:lnTo>
                    <a:pt x="121907" y="4362932"/>
                  </a:lnTo>
                  <a:lnTo>
                    <a:pt x="120853" y="4361993"/>
                  </a:lnTo>
                  <a:lnTo>
                    <a:pt x="3022" y="4430077"/>
                  </a:lnTo>
                  <a:lnTo>
                    <a:pt x="1828" y="4432300"/>
                  </a:lnTo>
                  <a:lnTo>
                    <a:pt x="0" y="4435729"/>
                  </a:lnTo>
                  <a:lnTo>
                    <a:pt x="46596" y="4408792"/>
                  </a:lnTo>
                  <a:lnTo>
                    <a:pt x="47015" y="4408360"/>
                  </a:lnTo>
                  <a:lnTo>
                    <a:pt x="59804" y="4399229"/>
                  </a:lnTo>
                  <a:lnTo>
                    <a:pt x="65900" y="4396181"/>
                  </a:lnTo>
                  <a:lnTo>
                    <a:pt x="70472" y="4394657"/>
                  </a:lnTo>
                  <a:lnTo>
                    <a:pt x="70561" y="4394949"/>
                  </a:lnTo>
                  <a:lnTo>
                    <a:pt x="71043" y="4394657"/>
                  </a:lnTo>
                  <a:lnTo>
                    <a:pt x="123507" y="4364342"/>
                  </a:lnTo>
                  <a:close/>
                </a:path>
                <a:path w="7670800" h="4436110">
                  <a:moveTo>
                    <a:pt x="325501" y="4247591"/>
                  </a:moveTo>
                  <a:lnTo>
                    <a:pt x="324878" y="4245686"/>
                  </a:lnTo>
                  <a:lnTo>
                    <a:pt x="324446" y="4244352"/>
                  </a:lnTo>
                  <a:lnTo>
                    <a:pt x="271145" y="4275150"/>
                  </a:lnTo>
                  <a:lnTo>
                    <a:pt x="271119" y="4276737"/>
                  </a:lnTo>
                  <a:lnTo>
                    <a:pt x="271081" y="4279036"/>
                  </a:lnTo>
                  <a:lnTo>
                    <a:pt x="325501" y="4247591"/>
                  </a:lnTo>
                  <a:close/>
                </a:path>
                <a:path w="7670800" h="4436110">
                  <a:moveTo>
                    <a:pt x="547204" y="4119448"/>
                  </a:moveTo>
                  <a:lnTo>
                    <a:pt x="546582" y="4117606"/>
                  </a:lnTo>
                  <a:lnTo>
                    <a:pt x="546125" y="4116273"/>
                  </a:lnTo>
                  <a:lnTo>
                    <a:pt x="432879" y="4181703"/>
                  </a:lnTo>
                  <a:lnTo>
                    <a:pt x="431342" y="4184180"/>
                  </a:lnTo>
                  <a:lnTo>
                    <a:pt x="429183" y="4187660"/>
                  </a:lnTo>
                  <a:lnTo>
                    <a:pt x="480402" y="4158056"/>
                  </a:lnTo>
                  <a:lnTo>
                    <a:pt x="484517" y="4154106"/>
                  </a:lnTo>
                  <a:lnTo>
                    <a:pt x="490118" y="4150220"/>
                  </a:lnTo>
                  <a:lnTo>
                    <a:pt x="500240" y="4143197"/>
                  </a:lnTo>
                  <a:lnTo>
                    <a:pt x="500557" y="4144187"/>
                  </a:lnTo>
                  <a:lnTo>
                    <a:pt x="501180" y="4146054"/>
                  </a:lnTo>
                  <a:lnTo>
                    <a:pt x="547204" y="4119448"/>
                  </a:lnTo>
                  <a:close/>
                </a:path>
                <a:path w="7670800" h="4436110">
                  <a:moveTo>
                    <a:pt x="653910" y="4057777"/>
                  </a:moveTo>
                  <a:lnTo>
                    <a:pt x="653427" y="4055884"/>
                  </a:lnTo>
                  <a:lnTo>
                    <a:pt x="653072" y="4054475"/>
                  </a:lnTo>
                  <a:lnTo>
                    <a:pt x="569277" y="4102887"/>
                  </a:lnTo>
                  <a:lnTo>
                    <a:pt x="586536" y="4094035"/>
                  </a:lnTo>
                  <a:lnTo>
                    <a:pt x="589711" y="4092689"/>
                  </a:lnTo>
                  <a:lnTo>
                    <a:pt x="600646" y="4088053"/>
                  </a:lnTo>
                  <a:lnTo>
                    <a:pt x="602284" y="4087609"/>
                  </a:lnTo>
                  <a:lnTo>
                    <a:pt x="653910" y="4057777"/>
                  </a:lnTo>
                  <a:close/>
                </a:path>
                <a:path w="7670800" h="4436110">
                  <a:moveTo>
                    <a:pt x="840066" y="3948061"/>
                  </a:moveTo>
                  <a:lnTo>
                    <a:pt x="839609" y="3946702"/>
                  </a:lnTo>
                  <a:lnTo>
                    <a:pt x="725500" y="4012628"/>
                  </a:lnTo>
                  <a:lnTo>
                    <a:pt x="723900" y="4015168"/>
                  </a:lnTo>
                  <a:lnTo>
                    <a:pt x="721791" y="4018534"/>
                  </a:lnTo>
                  <a:lnTo>
                    <a:pt x="772909" y="3988993"/>
                  </a:lnTo>
                  <a:lnTo>
                    <a:pt x="777125" y="3984942"/>
                  </a:lnTo>
                  <a:lnTo>
                    <a:pt x="781608" y="3981831"/>
                  </a:lnTo>
                  <a:lnTo>
                    <a:pt x="792848" y="3974033"/>
                  </a:lnTo>
                  <a:lnTo>
                    <a:pt x="793203" y="3975138"/>
                  </a:lnTo>
                  <a:lnTo>
                    <a:pt x="795096" y="3974033"/>
                  </a:lnTo>
                  <a:lnTo>
                    <a:pt x="840066" y="3948061"/>
                  </a:lnTo>
                  <a:close/>
                </a:path>
                <a:path w="7670800" h="4436110">
                  <a:moveTo>
                    <a:pt x="840651" y="3949839"/>
                  </a:moveTo>
                  <a:lnTo>
                    <a:pt x="840066" y="3948061"/>
                  </a:lnTo>
                  <a:lnTo>
                    <a:pt x="793203" y="3975138"/>
                  </a:lnTo>
                  <a:lnTo>
                    <a:pt x="793800" y="3976916"/>
                  </a:lnTo>
                  <a:lnTo>
                    <a:pt x="840651" y="3949839"/>
                  </a:lnTo>
                  <a:close/>
                </a:path>
                <a:path w="7670800" h="4436110">
                  <a:moveTo>
                    <a:pt x="949109" y="3887152"/>
                  </a:moveTo>
                  <a:lnTo>
                    <a:pt x="946899" y="3886352"/>
                  </a:lnTo>
                  <a:lnTo>
                    <a:pt x="945146" y="3885717"/>
                  </a:lnTo>
                  <a:lnTo>
                    <a:pt x="873671" y="3927017"/>
                  </a:lnTo>
                  <a:lnTo>
                    <a:pt x="877366" y="3926509"/>
                  </a:lnTo>
                  <a:lnTo>
                    <a:pt x="882116" y="3925874"/>
                  </a:lnTo>
                  <a:lnTo>
                    <a:pt x="949109" y="3887152"/>
                  </a:lnTo>
                  <a:close/>
                </a:path>
                <a:path w="7670800" h="4436110">
                  <a:moveTo>
                    <a:pt x="1151623" y="3766413"/>
                  </a:moveTo>
                  <a:lnTo>
                    <a:pt x="1104684" y="3793540"/>
                  </a:lnTo>
                  <a:lnTo>
                    <a:pt x="1103210" y="3796055"/>
                  </a:lnTo>
                  <a:lnTo>
                    <a:pt x="1102220" y="3797744"/>
                  </a:lnTo>
                  <a:lnTo>
                    <a:pt x="1101839" y="3798874"/>
                  </a:lnTo>
                  <a:lnTo>
                    <a:pt x="1148930" y="3771658"/>
                  </a:lnTo>
                  <a:lnTo>
                    <a:pt x="1150404" y="3768788"/>
                  </a:lnTo>
                  <a:lnTo>
                    <a:pt x="1151623" y="3766413"/>
                  </a:lnTo>
                  <a:close/>
                </a:path>
                <a:path w="7670800" h="4436110">
                  <a:moveTo>
                    <a:pt x="1281620" y="3694963"/>
                  </a:moveTo>
                  <a:lnTo>
                    <a:pt x="1281188" y="3693236"/>
                  </a:lnTo>
                  <a:lnTo>
                    <a:pt x="1280820" y="3691763"/>
                  </a:lnTo>
                  <a:lnTo>
                    <a:pt x="1237551" y="3716769"/>
                  </a:lnTo>
                  <a:lnTo>
                    <a:pt x="1240015" y="3717023"/>
                  </a:lnTo>
                  <a:lnTo>
                    <a:pt x="1242923" y="3717328"/>
                  </a:lnTo>
                  <a:lnTo>
                    <a:pt x="1281620" y="3694963"/>
                  </a:lnTo>
                  <a:close/>
                </a:path>
                <a:path w="7670800" h="4436110">
                  <a:moveTo>
                    <a:pt x="1461350" y="3587458"/>
                  </a:moveTo>
                  <a:lnTo>
                    <a:pt x="1332649" y="3661829"/>
                  </a:lnTo>
                  <a:lnTo>
                    <a:pt x="1332318" y="3663696"/>
                  </a:lnTo>
                  <a:lnTo>
                    <a:pt x="1331950" y="3665867"/>
                  </a:lnTo>
                  <a:lnTo>
                    <a:pt x="1460563" y="3591534"/>
                  </a:lnTo>
                  <a:lnTo>
                    <a:pt x="1460982" y="3589375"/>
                  </a:lnTo>
                  <a:lnTo>
                    <a:pt x="1461350" y="3587458"/>
                  </a:lnTo>
                  <a:close/>
                </a:path>
                <a:path w="7670800" h="4436110">
                  <a:moveTo>
                    <a:pt x="1767078" y="3414369"/>
                  </a:moveTo>
                  <a:lnTo>
                    <a:pt x="1766570" y="3412845"/>
                  </a:lnTo>
                  <a:lnTo>
                    <a:pt x="1766074" y="3411385"/>
                  </a:lnTo>
                  <a:lnTo>
                    <a:pt x="1651533" y="3477564"/>
                  </a:lnTo>
                  <a:lnTo>
                    <a:pt x="1649704" y="3480346"/>
                  </a:lnTo>
                  <a:lnTo>
                    <a:pt x="1647736" y="3483343"/>
                  </a:lnTo>
                  <a:lnTo>
                    <a:pt x="1701165" y="3452469"/>
                  </a:lnTo>
                  <a:lnTo>
                    <a:pt x="1703717" y="3450018"/>
                  </a:lnTo>
                  <a:lnTo>
                    <a:pt x="1711223" y="3444811"/>
                  </a:lnTo>
                  <a:lnTo>
                    <a:pt x="1719440" y="3439109"/>
                  </a:lnTo>
                  <a:lnTo>
                    <a:pt x="1719707" y="3439909"/>
                  </a:lnTo>
                  <a:lnTo>
                    <a:pt x="1720215" y="3441458"/>
                  </a:lnTo>
                  <a:lnTo>
                    <a:pt x="1767078" y="3414369"/>
                  </a:lnTo>
                  <a:close/>
                </a:path>
                <a:path w="7670800" h="4436110">
                  <a:moveTo>
                    <a:pt x="1872475" y="3353460"/>
                  </a:moveTo>
                  <a:lnTo>
                    <a:pt x="1870608" y="3352736"/>
                  </a:lnTo>
                  <a:lnTo>
                    <a:pt x="1868792" y="3352038"/>
                  </a:lnTo>
                  <a:lnTo>
                    <a:pt x="1789252" y="3397999"/>
                  </a:lnTo>
                  <a:lnTo>
                    <a:pt x="1796872" y="3394633"/>
                  </a:lnTo>
                  <a:lnTo>
                    <a:pt x="1798396" y="3394456"/>
                  </a:lnTo>
                  <a:lnTo>
                    <a:pt x="1802345" y="3393986"/>
                  </a:lnTo>
                  <a:lnTo>
                    <a:pt x="1872475" y="3353460"/>
                  </a:lnTo>
                  <a:close/>
                </a:path>
                <a:path w="7670800" h="4436110">
                  <a:moveTo>
                    <a:pt x="2034540" y="3256267"/>
                  </a:moveTo>
                  <a:lnTo>
                    <a:pt x="1987664" y="3283356"/>
                  </a:lnTo>
                  <a:lnTo>
                    <a:pt x="1986292" y="3285909"/>
                  </a:lnTo>
                  <a:lnTo>
                    <a:pt x="1984921" y="3288461"/>
                  </a:lnTo>
                  <a:lnTo>
                    <a:pt x="2030158" y="3262312"/>
                  </a:lnTo>
                  <a:lnTo>
                    <a:pt x="2032330" y="3259315"/>
                  </a:lnTo>
                  <a:lnTo>
                    <a:pt x="2034540" y="3256267"/>
                  </a:lnTo>
                  <a:close/>
                </a:path>
                <a:path w="7670800" h="4436110">
                  <a:moveTo>
                    <a:pt x="2156993" y="3189008"/>
                  </a:moveTo>
                  <a:lnTo>
                    <a:pt x="2155279" y="3188284"/>
                  </a:lnTo>
                  <a:lnTo>
                    <a:pt x="2153780" y="3187649"/>
                  </a:lnTo>
                  <a:lnTo>
                    <a:pt x="2153297" y="3187649"/>
                  </a:lnTo>
                  <a:lnTo>
                    <a:pt x="2101913" y="3217341"/>
                  </a:lnTo>
                  <a:lnTo>
                    <a:pt x="2104224" y="3217786"/>
                  </a:lnTo>
                  <a:lnTo>
                    <a:pt x="2106460" y="3218218"/>
                  </a:lnTo>
                  <a:lnTo>
                    <a:pt x="2156993" y="3189008"/>
                  </a:lnTo>
                  <a:close/>
                </a:path>
                <a:path w="7670800" h="4436110">
                  <a:moveTo>
                    <a:pt x="2380323" y="3059925"/>
                  </a:moveTo>
                  <a:lnTo>
                    <a:pt x="2379967" y="3058490"/>
                  </a:lnTo>
                  <a:lnTo>
                    <a:pt x="2379586" y="3056902"/>
                  </a:lnTo>
                  <a:lnTo>
                    <a:pt x="2267813" y="3121482"/>
                  </a:lnTo>
                  <a:lnTo>
                    <a:pt x="2266137" y="3124250"/>
                  </a:lnTo>
                  <a:lnTo>
                    <a:pt x="2264575" y="3126829"/>
                  </a:lnTo>
                  <a:lnTo>
                    <a:pt x="2310968" y="3100006"/>
                  </a:lnTo>
                  <a:lnTo>
                    <a:pt x="2321623" y="3092208"/>
                  </a:lnTo>
                  <a:lnTo>
                    <a:pt x="2321852" y="3092069"/>
                  </a:lnTo>
                  <a:lnTo>
                    <a:pt x="2324468" y="3090113"/>
                  </a:lnTo>
                  <a:lnTo>
                    <a:pt x="2325217" y="3090113"/>
                  </a:lnTo>
                  <a:lnTo>
                    <a:pt x="2325992" y="3090113"/>
                  </a:lnTo>
                  <a:lnTo>
                    <a:pt x="2330539" y="3087039"/>
                  </a:lnTo>
                  <a:lnTo>
                    <a:pt x="2335136" y="3085554"/>
                  </a:lnTo>
                  <a:lnTo>
                    <a:pt x="2335212" y="3085985"/>
                  </a:lnTo>
                  <a:lnTo>
                    <a:pt x="2335987" y="3085554"/>
                  </a:lnTo>
                  <a:lnTo>
                    <a:pt x="2380323" y="3059925"/>
                  </a:lnTo>
                  <a:close/>
                </a:path>
                <a:path w="7670800" h="4436110">
                  <a:moveTo>
                    <a:pt x="2549601" y="2962084"/>
                  </a:moveTo>
                  <a:lnTo>
                    <a:pt x="2549194" y="2960738"/>
                  </a:lnTo>
                  <a:lnTo>
                    <a:pt x="2548712" y="2959189"/>
                  </a:lnTo>
                  <a:lnTo>
                    <a:pt x="2500528" y="2987027"/>
                  </a:lnTo>
                  <a:lnTo>
                    <a:pt x="2501036" y="2988551"/>
                  </a:lnTo>
                  <a:lnTo>
                    <a:pt x="2501493" y="2989884"/>
                  </a:lnTo>
                  <a:lnTo>
                    <a:pt x="2549601" y="2962084"/>
                  </a:lnTo>
                  <a:close/>
                </a:path>
                <a:path w="7670800" h="4436110">
                  <a:moveTo>
                    <a:pt x="2771457" y="2833852"/>
                  </a:moveTo>
                  <a:lnTo>
                    <a:pt x="2771038" y="2832570"/>
                  </a:lnTo>
                  <a:lnTo>
                    <a:pt x="2770517" y="2831020"/>
                  </a:lnTo>
                  <a:lnTo>
                    <a:pt x="2656484" y="2896920"/>
                  </a:lnTo>
                  <a:lnTo>
                    <a:pt x="2654681" y="2899791"/>
                  </a:lnTo>
                  <a:lnTo>
                    <a:pt x="2653169" y="2902216"/>
                  </a:lnTo>
                  <a:lnTo>
                    <a:pt x="2705074" y="2872219"/>
                  </a:lnTo>
                  <a:lnTo>
                    <a:pt x="2708033" y="2869374"/>
                  </a:lnTo>
                  <a:lnTo>
                    <a:pt x="2711513" y="2866961"/>
                  </a:lnTo>
                  <a:lnTo>
                    <a:pt x="2723756" y="2858465"/>
                  </a:lnTo>
                  <a:lnTo>
                    <a:pt x="2724150" y="2859659"/>
                  </a:lnTo>
                  <a:lnTo>
                    <a:pt x="2724569" y="2860941"/>
                  </a:lnTo>
                  <a:lnTo>
                    <a:pt x="2771457" y="2833852"/>
                  </a:lnTo>
                  <a:close/>
                </a:path>
                <a:path w="7670800" h="4436110">
                  <a:moveTo>
                    <a:pt x="2879191" y="2771584"/>
                  </a:moveTo>
                  <a:lnTo>
                    <a:pt x="2877604" y="2771013"/>
                  </a:lnTo>
                  <a:lnTo>
                    <a:pt x="2875623" y="2770301"/>
                  </a:lnTo>
                  <a:lnTo>
                    <a:pt x="2804541" y="2811373"/>
                  </a:lnTo>
                  <a:lnTo>
                    <a:pt x="2808706" y="2810814"/>
                  </a:lnTo>
                  <a:lnTo>
                    <a:pt x="2812084" y="2810370"/>
                  </a:lnTo>
                  <a:lnTo>
                    <a:pt x="2879191" y="2771584"/>
                  </a:lnTo>
                  <a:close/>
                </a:path>
                <a:path w="7670800" h="4436110">
                  <a:moveTo>
                    <a:pt x="3077857" y="2653449"/>
                  </a:moveTo>
                  <a:lnTo>
                    <a:pt x="3064154" y="2661361"/>
                  </a:lnTo>
                  <a:lnTo>
                    <a:pt x="3067913" y="2661069"/>
                  </a:lnTo>
                  <a:lnTo>
                    <a:pt x="3070758" y="2660853"/>
                  </a:lnTo>
                  <a:lnTo>
                    <a:pt x="3077591" y="2656916"/>
                  </a:lnTo>
                  <a:lnTo>
                    <a:pt x="3077705" y="2655417"/>
                  </a:lnTo>
                  <a:lnTo>
                    <a:pt x="3077857" y="2653449"/>
                  </a:lnTo>
                  <a:close/>
                </a:path>
                <a:path w="7670800" h="4436110">
                  <a:moveTo>
                    <a:pt x="3251301" y="2556510"/>
                  </a:moveTo>
                  <a:lnTo>
                    <a:pt x="3250349" y="2555684"/>
                  </a:lnTo>
                  <a:lnTo>
                    <a:pt x="3249028" y="2554554"/>
                  </a:lnTo>
                  <a:lnTo>
                    <a:pt x="3195078" y="2585720"/>
                  </a:lnTo>
                  <a:lnTo>
                    <a:pt x="3196691" y="2586685"/>
                  </a:lnTo>
                  <a:lnTo>
                    <a:pt x="3197872" y="2587383"/>
                  </a:lnTo>
                  <a:lnTo>
                    <a:pt x="3251301" y="2556510"/>
                  </a:lnTo>
                  <a:close/>
                </a:path>
                <a:path w="7670800" h="4436110">
                  <a:moveTo>
                    <a:pt x="3423107" y="2453970"/>
                  </a:moveTo>
                  <a:lnTo>
                    <a:pt x="3386328" y="2475217"/>
                  </a:lnTo>
                  <a:lnTo>
                    <a:pt x="3386696" y="2475941"/>
                  </a:lnTo>
                  <a:lnTo>
                    <a:pt x="3386925" y="2476792"/>
                  </a:lnTo>
                  <a:lnTo>
                    <a:pt x="3387255" y="2477922"/>
                  </a:lnTo>
                  <a:lnTo>
                    <a:pt x="3422967" y="2457285"/>
                  </a:lnTo>
                  <a:lnTo>
                    <a:pt x="3423018" y="2455938"/>
                  </a:lnTo>
                  <a:lnTo>
                    <a:pt x="3423107" y="2453970"/>
                  </a:lnTo>
                  <a:close/>
                </a:path>
                <a:path w="7670800" h="4436110">
                  <a:moveTo>
                    <a:pt x="3563594" y="2372791"/>
                  </a:moveTo>
                  <a:lnTo>
                    <a:pt x="3517011" y="2399703"/>
                  </a:lnTo>
                  <a:lnTo>
                    <a:pt x="3515461" y="2402535"/>
                  </a:lnTo>
                  <a:lnTo>
                    <a:pt x="3514433" y="2404414"/>
                  </a:lnTo>
                  <a:lnTo>
                    <a:pt x="3559543" y="2378341"/>
                  </a:lnTo>
                  <a:lnTo>
                    <a:pt x="3561156" y="2376144"/>
                  </a:lnTo>
                  <a:lnTo>
                    <a:pt x="3563594" y="2372791"/>
                  </a:lnTo>
                  <a:close/>
                </a:path>
                <a:path w="7670800" h="4436110">
                  <a:moveTo>
                    <a:pt x="3686581" y="2304910"/>
                  </a:moveTo>
                  <a:lnTo>
                    <a:pt x="3685362" y="2304389"/>
                  </a:lnTo>
                  <a:lnTo>
                    <a:pt x="3683876" y="2303729"/>
                  </a:lnTo>
                  <a:lnTo>
                    <a:pt x="3683114" y="2303729"/>
                  </a:lnTo>
                  <a:lnTo>
                    <a:pt x="3631184" y="2333739"/>
                  </a:lnTo>
                  <a:lnTo>
                    <a:pt x="3633673" y="2334247"/>
                  </a:lnTo>
                  <a:lnTo>
                    <a:pt x="3635260" y="2334577"/>
                  </a:lnTo>
                  <a:lnTo>
                    <a:pt x="3686581" y="2304910"/>
                  </a:lnTo>
                  <a:close/>
                </a:path>
                <a:path w="7670800" h="4436110">
                  <a:moveTo>
                    <a:pt x="4028287" y="2104301"/>
                  </a:moveTo>
                  <a:lnTo>
                    <a:pt x="3803561" y="2234146"/>
                  </a:lnTo>
                  <a:lnTo>
                    <a:pt x="3802253" y="2236863"/>
                  </a:lnTo>
                  <a:lnTo>
                    <a:pt x="3801465" y="2238514"/>
                  </a:lnTo>
                  <a:lnTo>
                    <a:pt x="4023283" y="2110308"/>
                  </a:lnTo>
                  <a:lnTo>
                    <a:pt x="4025354" y="2107984"/>
                  </a:lnTo>
                  <a:lnTo>
                    <a:pt x="4027106" y="2106015"/>
                  </a:lnTo>
                  <a:lnTo>
                    <a:pt x="4028287" y="2104301"/>
                  </a:lnTo>
                  <a:close/>
                </a:path>
                <a:path w="7670800" h="4436110">
                  <a:moveTo>
                    <a:pt x="4196194" y="2010371"/>
                  </a:moveTo>
                  <a:lnTo>
                    <a:pt x="4195889" y="2009470"/>
                  </a:lnTo>
                  <a:lnTo>
                    <a:pt x="4195330" y="2007781"/>
                  </a:lnTo>
                  <a:lnTo>
                    <a:pt x="4081780" y="2073389"/>
                  </a:lnTo>
                  <a:lnTo>
                    <a:pt x="4079824" y="2076513"/>
                  </a:lnTo>
                  <a:lnTo>
                    <a:pt x="4078732" y="2078253"/>
                  </a:lnTo>
                  <a:lnTo>
                    <a:pt x="4129811" y="2048725"/>
                  </a:lnTo>
                  <a:lnTo>
                    <a:pt x="4133011" y="2045792"/>
                  </a:lnTo>
                  <a:lnTo>
                    <a:pt x="4148696" y="2035505"/>
                  </a:lnTo>
                  <a:lnTo>
                    <a:pt x="4149026" y="2036533"/>
                  </a:lnTo>
                  <a:lnTo>
                    <a:pt x="4149331" y="2037448"/>
                  </a:lnTo>
                  <a:lnTo>
                    <a:pt x="4196194" y="2010371"/>
                  </a:lnTo>
                  <a:close/>
                </a:path>
                <a:path w="7670800" h="4436110">
                  <a:moveTo>
                    <a:pt x="4303839" y="1948141"/>
                  </a:moveTo>
                  <a:lnTo>
                    <a:pt x="4302722" y="1947748"/>
                  </a:lnTo>
                  <a:lnTo>
                    <a:pt x="4300537" y="1946986"/>
                  </a:lnTo>
                  <a:lnTo>
                    <a:pt x="4228731" y="1988477"/>
                  </a:lnTo>
                  <a:lnTo>
                    <a:pt x="4233329" y="1987842"/>
                  </a:lnTo>
                  <a:lnTo>
                    <a:pt x="4235755" y="1987499"/>
                  </a:lnTo>
                  <a:lnTo>
                    <a:pt x="4303839" y="1948141"/>
                  </a:lnTo>
                  <a:close/>
                </a:path>
                <a:path w="7670800" h="4436110">
                  <a:moveTo>
                    <a:pt x="4543996" y="1806321"/>
                  </a:moveTo>
                  <a:lnTo>
                    <a:pt x="4431055" y="1871573"/>
                  </a:lnTo>
                  <a:lnTo>
                    <a:pt x="4429099" y="1874735"/>
                  </a:lnTo>
                  <a:lnTo>
                    <a:pt x="4428147" y="1876298"/>
                  </a:lnTo>
                  <a:lnTo>
                    <a:pt x="4478909" y="1846961"/>
                  </a:lnTo>
                  <a:lnTo>
                    <a:pt x="4481322" y="1844573"/>
                  </a:lnTo>
                  <a:lnTo>
                    <a:pt x="4496168" y="1834337"/>
                  </a:lnTo>
                  <a:lnTo>
                    <a:pt x="4496638" y="1835734"/>
                  </a:lnTo>
                  <a:lnTo>
                    <a:pt x="4499038" y="1834337"/>
                  </a:lnTo>
                  <a:lnTo>
                    <a:pt x="4543907" y="1808429"/>
                  </a:lnTo>
                  <a:lnTo>
                    <a:pt x="4543412" y="1806905"/>
                  </a:lnTo>
                  <a:lnTo>
                    <a:pt x="4543996" y="1806321"/>
                  </a:lnTo>
                  <a:close/>
                </a:path>
                <a:path w="7670800" h="4436110">
                  <a:moveTo>
                    <a:pt x="4544174" y="1809242"/>
                  </a:moveTo>
                  <a:lnTo>
                    <a:pt x="4543907" y="1808429"/>
                  </a:lnTo>
                  <a:lnTo>
                    <a:pt x="4496638" y="1835734"/>
                  </a:lnTo>
                  <a:lnTo>
                    <a:pt x="4496917" y="1836547"/>
                  </a:lnTo>
                  <a:lnTo>
                    <a:pt x="4544174" y="1809242"/>
                  </a:lnTo>
                  <a:close/>
                </a:path>
                <a:path w="7670800" h="4436110">
                  <a:moveTo>
                    <a:pt x="4650803" y="1747608"/>
                  </a:moveTo>
                  <a:lnTo>
                    <a:pt x="4650600" y="1746783"/>
                  </a:lnTo>
                  <a:lnTo>
                    <a:pt x="4650181" y="1744967"/>
                  </a:lnTo>
                  <a:lnTo>
                    <a:pt x="4569066" y="1791830"/>
                  </a:lnTo>
                  <a:lnTo>
                    <a:pt x="4583798" y="1784426"/>
                  </a:lnTo>
                  <a:lnTo>
                    <a:pt x="4589932" y="1781835"/>
                  </a:lnTo>
                  <a:lnTo>
                    <a:pt x="4596104" y="1779219"/>
                  </a:lnTo>
                  <a:lnTo>
                    <a:pt x="4650803" y="1747608"/>
                  </a:lnTo>
                  <a:close/>
                </a:path>
                <a:path w="7670800" h="4436110">
                  <a:moveTo>
                    <a:pt x="5091176" y="1493075"/>
                  </a:moveTo>
                  <a:lnTo>
                    <a:pt x="5090807" y="1492491"/>
                  </a:lnTo>
                  <a:lnTo>
                    <a:pt x="5089842" y="1490929"/>
                  </a:lnTo>
                  <a:lnTo>
                    <a:pt x="4935347" y="1580197"/>
                  </a:lnTo>
                  <a:lnTo>
                    <a:pt x="4933759" y="1582572"/>
                  </a:lnTo>
                  <a:lnTo>
                    <a:pt x="4933391" y="1583423"/>
                  </a:lnTo>
                  <a:lnTo>
                    <a:pt x="4932908" y="1584553"/>
                  </a:lnTo>
                  <a:lnTo>
                    <a:pt x="5091176" y="1493075"/>
                  </a:lnTo>
                  <a:close/>
                </a:path>
                <a:path w="7670800" h="4436110">
                  <a:moveTo>
                    <a:pt x="5467032" y="1272997"/>
                  </a:moveTo>
                  <a:lnTo>
                    <a:pt x="5242661" y="1402638"/>
                  </a:lnTo>
                  <a:lnTo>
                    <a:pt x="5241099" y="1405661"/>
                  </a:lnTo>
                  <a:lnTo>
                    <a:pt x="5240553" y="1406740"/>
                  </a:lnTo>
                  <a:lnTo>
                    <a:pt x="5462295" y="1278572"/>
                  </a:lnTo>
                  <a:lnTo>
                    <a:pt x="5463552" y="1277162"/>
                  </a:lnTo>
                  <a:lnTo>
                    <a:pt x="5466423" y="1273911"/>
                  </a:lnTo>
                  <a:lnTo>
                    <a:pt x="5467032" y="1272997"/>
                  </a:lnTo>
                  <a:close/>
                </a:path>
                <a:path w="7670800" h="4436110">
                  <a:moveTo>
                    <a:pt x="5751220" y="1108786"/>
                  </a:moveTo>
                  <a:lnTo>
                    <a:pt x="5527345" y="1238148"/>
                  </a:lnTo>
                  <a:lnTo>
                    <a:pt x="5525960" y="1241107"/>
                  </a:lnTo>
                  <a:lnTo>
                    <a:pt x="5525541" y="1242021"/>
                  </a:lnTo>
                  <a:lnTo>
                    <a:pt x="5747080" y="1113967"/>
                  </a:lnTo>
                  <a:lnTo>
                    <a:pt x="5748185" y="1112735"/>
                  </a:lnTo>
                  <a:lnTo>
                    <a:pt x="5749887" y="1110818"/>
                  </a:lnTo>
                  <a:lnTo>
                    <a:pt x="5751220" y="1108786"/>
                  </a:lnTo>
                  <a:close/>
                </a:path>
                <a:path w="7670800" h="4436110">
                  <a:moveTo>
                    <a:pt x="5872327" y="1038809"/>
                  </a:moveTo>
                  <a:lnTo>
                    <a:pt x="5805944" y="1077175"/>
                  </a:lnTo>
                  <a:lnTo>
                    <a:pt x="5803849" y="1080566"/>
                  </a:lnTo>
                  <a:lnTo>
                    <a:pt x="5803303" y="1081468"/>
                  </a:lnTo>
                  <a:lnTo>
                    <a:pt x="5854166" y="1052068"/>
                  </a:lnTo>
                  <a:lnTo>
                    <a:pt x="5855652" y="1050658"/>
                  </a:lnTo>
                  <a:lnTo>
                    <a:pt x="5856617" y="1049718"/>
                  </a:lnTo>
                  <a:lnTo>
                    <a:pt x="5872327" y="1038809"/>
                  </a:lnTo>
                  <a:close/>
                </a:path>
                <a:path w="7670800" h="4436110">
                  <a:moveTo>
                    <a:pt x="5919076" y="1014552"/>
                  </a:moveTo>
                  <a:lnTo>
                    <a:pt x="5918936" y="1014095"/>
                  </a:lnTo>
                  <a:lnTo>
                    <a:pt x="5918327" y="1012240"/>
                  </a:lnTo>
                  <a:lnTo>
                    <a:pt x="5872327" y="1038809"/>
                  </a:lnTo>
                  <a:lnTo>
                    <a:pt x="5872950" y="1040663"/>
                  </a:lnTo>
                  <a:lnTo>
                    <a:pt x="5873102" y="1041133"/>
                  </a:lnTo>
                  <a:lnTo>
                    <a:pt x="5919076" y="1014552"/>
                  </a:lnTo>
                  <a:close/>
                </a:path>
                <a:path w="7670800" h="4436110">
                  <a:moveTo>
                    <a:pt x="6025870" y="952830"/>
                  </a:moveTo>
                  <a:lnTo>
                    <a:pt x="6025756" y="952385"/>
                  </a:lnTo>
                  <a:lnTo>
                    <a:pt x="6025261" y="950455"/>
                  </a:lnTo>
                  <a:lnTo>
                    <a:pt x="5944032" y="997381"/>
                  </a:lnTo>
                  <a:lnTo>
                    <a:pt x="5958637" y="990231"/>
                  </a:lnTo>
                  <a:lnTo>
                    <a:pt x="5964352" y="987856"/>
                  </a:lnTo>
                  <a:lnTo>
                    <a:pt x="5967641" y="986485"/>
                  </a:lnTo>
                  <a:lnTo>
                    <a:pt x="6025870" y="952830"/>
                  </a:lnTo>
                  <a:close/>
                </a:path>
                <a:path w="7670800" h="4436110">
                  <a:moveTo>
                    <a:pt x="6243434" y="827087"/>
                  </a:moveTo>
                  <a:lnTo>
                    <a:pt x="6243104" y="826833"/>
                  </a:lnTo>
                  <a:lnTo>
                    <a:pt x="6241453" y="825538"/>
                  </a:lnTo>
                  <a:lnTo>
                    <a:pt x="6127394" y="891438"/>
                  </a:lnTo>
                  <a:lnTo>
                    <a:pt x="6125819" y="894575"/>
                  </a:lnTo>
                  <a:lnTo>
                    <a:pt x="6125476" y="895261"/>
                  </a:lnTo>
                  <a:lnTo>
                    <a:pt x="6178702" y="864489"/>
                  </a:lnTo>
                  <a:lnTo>
                    <a:pt x="6181801" y="862241"/>
                  </a:lnTo>
                  <a:lnTo>
                    <a:pt x="6186284" y="858977"/>
                  </a:lnTo>
                  <a:lnTo>
                    <a:pt x="6187808" y="857453"/>
                  </a:lnTo>
                  <a:lnTo>
                    <a:pt x="6190856" y="855929"/>
                  </a:lnTo>
                  <a:lnTo>
                    <a:pt x="6195403" y="854379"/>
                  </a:lnTo>
                  <a:lnTo>
                    <a:pt x="6195542" y="854760"/>
                  </a:lnTo>
                  <a:lnTo>
                    <a:pt x="6243434" y="827087"/>
                  </a:lnTo>
                  <a:close/>
                </a:path>
                <a:path w="7670800" h="4436110">
                  <a:moveTo>
                    <a:pt x="6433845" y="714375"/>
                  </a:moveTo>
                  <a:lnTo>
                    <a:pt x="6402641" y="732396"/>
                  </a:lnTo>
                  <a:lnTo>
                    <a:pt x="6401765" y="735164"/>
                  </a:lnTo>
                  <a:lnTo>
                    <a:pt x="6401613" y="735660"/>
                  </a:lnTo>
                  <a:lnTo>
                    <a:pt x="6432867" y="717588"/>
                  </a:lnTo>
                  <a:lnTo>
                    <a:pt x="6433020" y="717118"/>
                  </a:lnTo>
                  <a:lnTo>
                    <a:pt x="6433845" y="714375"/>
                  </a:lnTo>
                  <a:close/>
                </a:path>
                <a:path w="7670800" h="4436110">
                  <a:moveTo>
                    <a:pt x="6489205" y="685025"/>
                  </a:moveTo>
                  <a:lnTo>
                    <a:pt x="6489192" y="684657"/>
                  </a:lnTo>
                  <a:lnTo>
                    <a:pt x="6489116" y="682434"/>
                  </a:lnTo>
                  <a:lnTo>
                    <a:pt x="6468554" y="694321"/>
                  </a:lnTo>
                  <a:lnTo>
                    <a:pt x="6472999" y="694016"/>
                  </a:lnTo>
                  <a:lnTo>
                    <a:pt x="6473647" y="694016"/>
                  </a:lnTo>
                  <a:lnTo>
                    <a:pt x="6489205" y="685025"/>
                  </a:lnTo>
                  <a:close/>
                </a:path>
                <a:path w="7670800" h="4436110">
                  <a:moveTo>
                    <a:pt x="6736982" y="539216"/>
                  </a:moveTo>
                  <a:lnTo>
                    <a:pt x="6512357" y="669010"/>
                  </a:lnTo>
                  <a:lnTo>
                    <a:pt x="6510718" y="672236"/>
                  </a:lnTo>
                  <a:lnTo>
                    <a:pt x="6510452" y="672744"/>
                  </a:lnTo>
                  <a:lnTo>
                    <a:pt x="6732994" y="544118"/>
                  </a:lnTo>
                  <a:lnTo>
                    <a:pt x="6733540" y="543509"/>
                  </a:lnTo>
                  <a:lnTo>
                    <a:pt x="6735915" y="540842"/>
                  </a:lnTo>
                  <a:lnTo>
                    <a:pt x="6736982" y="539216"/>
                  </a:lnTo>
                  <a:close/>
                </a:path>
                <a:path w="7670800" h="4436110">
                  <a:moveTo>
                    <a:pt x="6904825" y="442239"/>
                  </a:moveTo>
                  <a:lnTo>
                    <a:pt x="6778041" y="515505"/>
                  </a:lnTo>
                  <a:lnTo>
                    <a:pt x="6777596" y="518058"/>
                  </a:lnTo>
                  <a:lnTo>
                    <a:pt x="6777545" y="518363"/>
                  </a:lnTo>
                  <a:lnTo>
                    <a:pt x="6904253" y="445135"/>
                  </a:lnTo>
                  <a:lnTo>
                    <a:pt x="6904304" y="444855"/>
                  </a:lnTo>
                  <a:lnTo>
                    <a:pt x="6904825" y="442239"/>
                  </a:lnTo>
                  <a:close/>
                </a:path>
                <a:path w="7670800" h="4436110">
                  <a:moveTo>
                    <a:pt x="7046430" y="360426"/>
                  </a:moveTo>
                  <a:lnTo>
                    <a:pt x="6999630" y="387464"/>
                  </a:lnTo>
                  <a:lnTo>
                    <a:pt x="6997776" y="390867"/>
                  </a:lnTo>
                  <a:lnTo>
                    <a:pt x="6997611" y="391172"/>
                  </a:lnTo>
                  <a:lnTo>
                    <a:pt x="7043229" y="364807"/>
                  </a:lnTo>
                  <a:lnTo>
                    <a:pt x="7043483" y="364464"/>
                  </a:lnTo>
                  <a:lnTo>
                    <a:pt x="7046430" y="360426"/>
                  </a:lnTo>
                  <a:close/>
                </a:path>
                <a:path w="7670800" h="4436110">
                  <a:moveTo>
                    <a:pt x="7654823" y="11303"/>
                  </a:moveTo>
                  <a:lnTo>
                    <a:pt x="7613942" y="34912"/>
                  </a:lnTo>
                  <a:lnTo>
                    <a:pt x="7614894" y="31978"/>
                  </a:lnTo>
                  <a:lnTo>
                    <a:pt x="7583691" y="49999"/>
                  </a:lnTo>
                  <a:lnTo>
                    <a:pt x="7582713" y="52959"/>
                  </a:lnTo>
                  <a:lnTo>
                    <a:pt x="7424077" y="144602"/>
                  </a:lnTo>
                  <a:lnTo>
                    <a:pt x="7422299" y="143256"/>
                  </a:lnTo>
                  <a:lnTo>
                    <a:pt x="7376630" y="169646"/>
                  </a:lnTo>
                  <a:lnTo>
                    <a:pt x="7376630" y="172008"/>
                  </a:lnTo>
                  <a:lnTo>
                    <a:pt x="7372058" y="174650"/>
                  </a:lnTo>
                  <a:lnTo>
                    <a:pt x="7376528" y="171653"/>
                  </a:lnTo>
                  <a:lnTo>
                    <a:pt x="7376630" y="172008"/>
                  </a:lnTo>
                  <a:lnTo>
                    <a:pt x="7376630" y="169646"/>
                  </a:lnTo>
                  <a:lnTo>
                    <a:pt x="7371829" y="172415"/>
                  </a:lnTo>
                  <a:lnTo>
                    <a:pt x="7371829" y="174777"/>
                  </a:lnTo>
                  <a:lnTo>
                    <a:pt x="7360679" y="181216"/>
                  </a:lnTo>
                  <a:lnTo>
                    <a:pt x="7367384" y="176225"/>
                  </a:lnTo>
                  <a:lnTo>
                    <a:pt x="7368908" y="176225"/>
                  </a:lnTo>
                  <a:lnTo>
                    <a:pt x="7371829" y="174777"/>
                  </a:lnTo>
                  <a:lnTo>
                    <a:pt x="7371829" y="172415"/>
                  </a:lnTo>
                  <a:lnTo>
                    <a:pt x="7308913" y="208762"/>
                  </a:lnTo>
                  <a:lnTo>
                    <a:pt x="7307326" y="212039"/>
                  </a:lnTo>
                  <a:lnTo>
                    <a:pt x="7167791" y="292646"/>
                  </a:lnTo>
                  <a:lnTo>
                    <a:pt x="7166216" y="292049"/>
                  </a:lnTo>
                  <a:lnTo>
                    <a:pt x="7165111" y="291846"/>
                  </a:lnTo>
                  <a:lnTo>
                    <a:pt x="7114210" y="321271"/>
                  </a:lnTo>
                  <a:lnTo>
                    <a:pt x="7117220" y="321856"/>
                  </a:lnTo>
                  <a:lnTo>
                    <a:pt x="7117448" y="321906"/>
                  </a:lnTo>
                  <a:lnTo>
                    <a:pt x="7167766" y="292823"/>
                  </a:lnTo>
                  <a:lnTo>
                    <a:pt x="7307250" y="212204"/>
                  </a:lnTo>
                  <a:lnTo>
                    <a:pt x="7360005" y="181711"/>
                  </a:lnTo>
                  <a:lnTo>
                    <a:pt x="7654823" y="11303"/>
                  </a:lnTo>
                  <a:close/>
                </a:path>
                <a:path w="7670800" h="4436110">
                  <a:moveTo>
                    <a:pt x="7670317" y="2349"/>
                  </a:moveTo>
                  <a:lnTo>
                    <a:pt x="7670228" y="0"/>
                  </a:lnTo>
                  <a:lnTo>
                    <a:pt x="7650150" y="11595"/>
                  </a:lnTo>
                  <a:lnTo>
                    <a:pt x="7654823" y="11303"/>
                  </a:lnTo>
                  <a:lnTo>
                    <a:pt x="7670317" y="2349"/>
                  </a:lnTo>
                  <a:close/>
                </a:path>
              </a:pathLst>
            </a:custGeom>
            <a:solidFill>
              <a:srgbClr val="7C7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1459" y="832103"/>
              <a:ext cx="7675880" cy="4442460"/>
            </a:xfrm>
            <a:custGeom>
              <a:avLst/>
              <a:gdLst/>
              <a:ahLst/>
              <a:cxnLst/>
              <a:rect l="l" t="t" r="r" b="b"/>
              <a:pathLst>
                <a:path w="7675880" h="4442460">
                  <a:moveTo>
                    <a:pt x="51396" y="4406430"/>
                  </a:moveTo>
                  <a:lnTo>
                    <a:pt x="4800" y="4433367"/>
                  </a:lnTo>
                  <a:lnTo>
                    <a:pt x="3619" y="4435576"/>
                  </a:lnTo>
                  <a:lnTo>
                    <a:pt x="1778" y="4439043"/>
                  </a:lnTo>
                  <a:lnTo>
                    <a:pt x="0" y="4442371"/>
                  </a:lnTo>
                  <a:lnTo>
                    <a:pt x="39928" y="4419295"/>
                  </a:lnTo>
                  <a:lnTo>
                    <a:pt x="41173" y="4417250"/>
                  </a:lnTo>
                  <a:lnTo>
                    <a:pt x="43218" y="4415091"/>
                  </a:lnTo>
                  <a:lnTo>
                    <a:pt x="48183" y="4409833"/>
                  </a:lnTo>
                  <a:lnTo>
                    <a:pt x="51396" y="4406430"/>
                  </a:lnTo>
                  <a:close/>
                </a:path>
                <a:path w="7675880" h="4442460">
                  <a:moveTo>
                    <a:pt x="132588" y="4365764"/>
                  </a:moveTo>
                  <a:lnTo>
                    <a:pt x="130987" y="4364355"/>
                  </a:lnTo>
                  <a:lnTo>
                    <a:pt x="129362" y="4362920"/>
                  </a:lnTo>
                  <a:lnTo>
                    <a:pt x="128308" y="4361980"/>
                  </a:lnTo>
                  <a:lnTo>
                    <a:pt x="75361" y="4392587"/>
                  </a:lnTo>
                  <a:lnTo>
                    <a:pt x="75793" y="4393882"/>
                  </a:lnTo>
                  <a:lnTo>
                    <a:pt x="76454" y="4395876"/>
                  </a:lnTo>
                  <a:lnTo>
                    <a:pt x="77101" y="4397819"/>
                  </a:lnTo>
                  <a:lnTo>
                    <a:pt x="132588" y="4365764"/>
                  </a:lnTo>
                  <a:close/>
                </a:path>
                <a:path w="7675880" h="4442460">
                  <a:moveTo>
                    <a:pt x="332028" y="4250525"/>
                  </a:moveTo>
                  <a:lnTo>
                    <a:pt x="331381" y="4248531"/>
                  </a:lnTo>
                  <a:lnTo>
                    <a:pt x="330733" y="4246550"/>
                  </a:lnTo>
                  <a:lnTo>
                    <a:pt x="330301" y="4245229"/>
                  </a:lnTo>
                  <a:lnTo>
                    <a:pt x="275882" y="4276674"/>
                  </a:lnTo>
                  <a:lnTo>
                    <a:pt x="275856" y="4278261"/>
                  </a:lnTo>
                  <a:lnTo>
                    <a:pt x="275818" y="4280649"/>
                  </a:lnTo>
                  <a:lnTo>
                    <a:pt x="275780" y="4283024"/>
                  </a:lnTo>
                  <a:lnTo>
                    <a:pt x="332028" y="4250525"/>
                  </a:lnTo>
                  <a:close/>
                </a:path>
                <a:path w="7675880" h="4442460">
                  <a:moveTo>
                    <a:pt x="485203" y="4155694"/>
                  </a:moveTo>
                  <a:lnTo>
                    <a:pt x="433984" y="4185297"/>
                  </a:lnTo>
                  <a:lnTo>
                    <a:pt x="432447" y="4187774"/>
                  </a:lnTo>
                  <a:lnTo>
                    <a:pt x="430364" y="4191127"/>
                  </a:lnTo>
                  <a:lnTo>
                    <a:pt x="430276" y="4191368"/>
                  </a:lnTo>
                  <a:lnTo>
                    <a:pt x="429285" y="4194340"/>
                  </a:lnTo>
                  <a:lnTo>
                    <a:pt x="472833" y="4169168"/>
                  </a:lnTo>
                  <a:lnTo>
                    <a:pt x="475742" y="4165092"/>
                  </a:lnTo>
                  <a:lnTo>
                    <a:pt x="476465" y="4164076"/>
                  </a:lnTo>
                  <a:lnTo>
                    <a:pt x="481025" y="4159694"/>
                  </a:lnTo>
                  <a:lnTo>
                    <a:pt x="485203" y="4155694"/>
                  </a:lnTo>
                  <a:close/>
                </a:path>
                <a:path w="7675880" h="4442460">
                  <a:moveTo>
                    <a:pt x="553821" y="4122382"/>
                  </a:moveTo>
                  <a:lnTo>
                    <a:pt x="553135" y="4120362"/>
                  </a:lnTo>
                  <a:lnTo>
                    <a:pt x="552462" y="4118419"/>
                  </a:lnTo>
                  <a:lnTo>
                    <a:pt x="552005" y="4117086"/>
                  </a:lnTo>
                  <a:lnTo>
                    <a:pt x="505980" y="4143692"/>
                  </a:lnTo>
                  <a:lnTo>
                    <a:pt x="506412" y="4145026"/>
                  </a:lnTo>
                  <a:lnTo>
                    <a:pt x="507072" y="4146981"/>
                  </a:lnTo>
                  <a:lnTo>
                    <a:pt x="507733" y="4149013"/>
                  </a:lnTo>
                  <a:lnTo>
                    <a:pt x="553821" y="4122382"/>
                  </a:lnTo>
                  <a:close/>
                </a:path>
                <a:path w="7675880" h="4442460">
                  <a:moveTo>
                    <a:pt x="660120" y="4060964"/>
                  </a:moveTo>
                  <a:lnTo>
                    <a:pt x="659587" y="4058831"/>
                  </a:lnTo>
                  <a:lnTo>
                    <a:pt x="659066" y="4056811"/>
                  </a:lnTo>
                  <a:lnTo>
                    <a:pt x="658710" y="4055414"/>
                  </a:lnTo>
                  <a:lnTo>
                    <a:pt x="607085" y="4085247"/>
                  </a:lnTo>
                  <a:lnTo>
                    <a:pt x="612228" y="4083888"/>
                  </a:lnTo>
                  <a:lnTo>
                    <a:pt x="616292" y="4082796"/>
                  </a:lnTo>
                  <a:lnTo>
                    <a:pt x="618642" y="4082491"/>
                  </a:lnTo>
                  <a:lnTo>
                    <a:pt x="624078" y="4081792"/>
                  </a:lnTo>
                  <a:lnTo>
                    <a:pt x="660120" y="4060964"/>
                  </a:lnTo>
                  <a:close/>
                </a:path>
                <a:path w="7675880" h="4442460">
                  <a:moveTo>
                    <a:pt x="777709" y="3986631"/>
                  </a:moveTo>
                  <a:lnTo>
                    <a:pt x="726592" y="4016171"/>
                  </a:lnTo>
                  <a:lnTo>
                    <a:pt x="725004" y="4018711"/>
                  </a:lnTo>
                  <a:lnTo>
                    <a:pt x="722972" y="4021963"/>
                  </a:lnTo>
                  <a:lnTo>
                    <a:pt x="722871" y="4022255"/>
                  </a:lnTo>
                  <a:lnTo>
                    <a:pt x="721880" y="4025277"/>
                  </a:lnTo>
                  <a:lnTo>
                    <a:pt x="765327" y="4000182"/>
                  </a:lnTo>
                  <a:lnTo>
                    <a:pt x="768299" y="3995991"/>
                  </a:lnTo>
                  <a:lnTo>
                    <a:pt x="769073" y="3994912"/>
                  </a:lnTo>
                  <a:lnTo>
                    <a:pt x="773442" y="3990721"/>
                  </a:lnTo>
                  <a:lnTo>
                    <a:pt x="777709" y="3986631"/>
                  </a:lnTo>
                  <a:close/>
                </a:path>
                <a:path w="7675880" h="4442460">
                  <a:moveTo>
                    <a:pt x="847242" y="3952849"/>
                  </a:moveTo>
                  <a:lnTo>
                    <a:pt x="846556" y="3950766"/>
                  </a:lnTo>
                  <a:lnTo>
                    <a:pt x="845908" y="3948836"/>
                  </a:lnTo>
                  <a:lnTo>
                    <a:pt x="845451" y="3947477"/>
                  </a:lnTo>
                  <a:lnTo>
                    <a:pt x="798601" y="3974554"/>
                  </a:lnTo>
                  <a:lnTo>
                    <a:pt x="799058" y="3975912"/>
                  </a:lnTo>
                  <a:lnTo>
                    <a:pt x="799693" y="3977843"/>
                  </a:lnTo>
                  <a:lnTo>
                    <a:pt x="800392" y="3979913"/>
                  </a:lnTo>
                  <a:lnTo>
                    <a:pt x="847242" y="3952849"/>
                  </a:lnTo>
                  <a:close/>
                </a:path>
                <a:path w="7675880" h="4442460">
                  <a:moveTo>
                    <a:pt x="960767" y="3887254"/>
                  </a:moveTo>
                  <a:lnTo>
                    <a:pt x="958100" y="3886301"/>
                  </a:lnTo>
                  <a:lnTo>
                    <a:pt x="955662" y="3885425"/>
                  </a:lnTo>
                  <a:lnTo>
                    <a:pt x="953909" y="3884790"/>
                  </a:lnTo>
                  <a:lnTo>
                    <a:pt x="886917" y="3923512"/>
                  </a:lnTo>
                  <a:lnTo>
                    <a:pt x="890612" y="3923004"/>
                  </a:lnTo>
                  <a:lnTo>
                    <a:pt x="895794" y="3922306"/>
                  </a:lnTo>
                  <a:lnTo>
                    <a:pt x="901420" y="3921544"/>
                  </a:lnTo>
                  <a:lnTo>
                    <a:pt x="960767" y="3887254"/>
                  </a:lnTo>
                  <a:close/>
                </a:path>
                <a:path w="7675880" h="4442460">
                  <a:moveTo>
                    <a:pt x="1153731" y="3769296"/>
                  </a:moveTo>
                  <a:lnTo>
                    <a:pt x="1106639" y="3796512"/>
                  </a:lnTo>
                  <a:lnTo>
                    <a:pt x="1105941" y="3798582"/>
                  </a:lnTo>
                  <a:lnTo>
                    <a:pt x="1104988" y="3801389"/>
                  </a:lnTo>
                  <a:lnTo>
                    <a:pt x="1103922" y="3804539"/>
                  </a:lnTo>
                  <a:lnTo>
                    <a:pt x="1149007" y="3778491"/>
                  </a:lnTo>
                  <a:lnTo>
                    <a:pt x="1150861" y="3774884"/>
                  </a:lnTo>
                  <a:lnTo>
                    <a:pt x="1152512" y="3771658"/>
                  </a:lnTo>
                  <a:lnTo>
                    <a:pt x="1153731" y="3769296"/>
                  </a:lnTo>
                  <a:close/>
                </a:path>
                <a:path w="7675880" h="4442460">
                  <a:moveTo>
                    <a:pt x="1287843" y="3698278"/>
                  </a:moveTo>
                  <a:lnTo>
                    <a:pt x="1287272" y="3696030"/>
                  </a:lnTo>
                  <a:lnTo>
                    <a:pt x="1286789" y="3694074"/>
                  </a:lnTo>
                  <a:lnTo>
                    <a:pt x="1286421" y="3692601"/>
                  </a:lnTo>
                  <a:lnTo>
                    <a:pt x="1247711" y="3714978"/>
                  </a:lnTo>
                  <a:lnTo>
                    <a:pt x="1250162" y="3715232"/>
                  </a:lnTo>
                  <a:lnTo>
                    <a:pt x="1252588" y="3716083"/>
                  </a:lnTo>
                  <a:lnTo>
                    <a:pt x="1255331" y="3717061"/>
                  </a:lnTo>
                  <a:lnTo>
                    <a:pt x="1287843" y="3698278"/>
                  </a:lnTo>
                  <a:close/>
                </a:path>
                <a:path w="7675880" h="4442460">
                  <a:moveTo>
                    <a:pt x="1465364" y="3589172"/>
                  </a:moveTo>
                  <a:lnTo>
                    <a:pt x="1336751" y="3663505"/>
                  </a:lnTo>
                  <a:lnTo>
                    <a:pt x="1336433" y="3665385"/>
                  </a:lnTo>
                  <a:lnTo>
                    <a:pt x="1336001" y="3667874"/>
                  </a:lnTo>
                  <a:lnTo>
                    <a:pt x="1335519" y="3670731"/>
                  </a:lnTo>
                  <a:lnTo>
                    <a:pt x="1463929" y="3596538"/>
                  </a:lnTo>
                  <a:lnTo>
                    <a:pt x="1464500" y="3593604"/>
                  </a:lnTo>
                  <a:lnTo>
                    <a:pt x="1464995" y="3591090"/>
                  </a:lnTo>
                  <a:lnTo>
                    <a:pt x="1465364" y="3589172"/>
                  </a:lnTo>
                  <a:close/>
                </a:path>
                <a:path w="7675880" h="4442460">
                  <a:moveTo>
                    <a:pt x="1705965" y="3450107"/>
                  </a:moveTo>
                  <a:lnTo>
                    <a:pt x="1652536" y="3480981"/>
                  </a:lnTo>
                  <a:lnTo>
                    <a:pt x="1650707" y="3483762"/>
                  </a:lnTo>
                  <a:lnTo>
                    <a:pt x="1649564" y="3485515"/>
                  </a:lnTo>
                  <a:lnTo>
                    <a:pt x="1649095" y="3486912"/>
                  </a:lnTo>
                  <a:lnTo>
                    <a:pt x="1647990" y="3490188"/>
                  </a:lnTo>
                  <a:lnTo>
                    <a:pt x="1692440" y="3464509"/>
                  </a:lnTo>
                  <a:lnTo>
                    <a:pt x="1695653" y="3459988"/>
                  </a:lnTo>
                  <a:lnTo>
                    <a:pt x="1701431" y="3454450"/>
                  </a:lnTo>
                  <a:lnTo>
                    <a:pt x="1705965" y="3450107"/>
                  </a:lnTo>
                  <a:close/>
                </a:path>
                <a:path w="7675880" h="4442460">
                  <a:moveTo>
                    <a:pt x="1773745" y="3417532"/>
                  </a:moveTo>
                  <a:lnTo>
                    <a:pt x="1772983" y="3415296"/>
                  </a:lnTo>
                  <a:lnTo>
                    <a:pt x="1772373" y="3413455"/>
                  </a:lnTo>
                  <a:lnTo>
                    <a:pt x="1771878" y="3412007"/>
                  </a:lnTo>
                  <a:lnTo>
                    <a:pt x="1725015" y="3439096"/>
                  </a:lnTo>
                  <a:lnTo>
                    <a:pt x="1725510" y="3440544"/>
                  </a:lnTo>
                  <a:lnTo>
                    <a:pt x="1726133" y="3442385"/>
                  </a:lnTo>
                  <a:lnTo>
                    <a:pt x="1726882" y="3444608"/>
                  </a:lnTo>
                  <a:lnTo>
                    <a:pt x="1773745" y="3417532"/>
                  </a:lnTo>
                  <a:close/>
                </a:path>
                <a:path w="7675880" h="4442460">
                  <a:moveTo>
                    <a:pt x="1884159" y="3353739"/>
                  </a:moveTo>
                  <a:lnTo>
                    <a:pt x="1881352" y="3352660"/>
                  </a:lnTo>
                  <a:lnTo>
                    <a:pt x="1879092" y="3351796"/>
                  </a:lnTo>
                  <a:lnTo>
                    <a:pt x="1877275" y="3351098"/>
                  </a:lnTo>
                  <a:lnTo>
                    <a:pt x="1807146" y="3391624"/>
                  </a:lnTo>
                  <a:lnTo>
                    <a:pt x="1810931" y="3391179"/>
                  </a:lnTo>
                  <a:lnTo>
                    <a:pt x="1815693" y="3390608"/>
                  </a:lnTo>
                  <a:lnTo>
                    <a:pt x="1821535" y="3389922"/>
                  </a:lnTo>
                  <a:lnTo>
                    <a:pt x="1884159" y="3353739"/>
                  </a:lnTo>
                  <a:close/>
                </a:path>
                <a:path w="7675880" h="4442460">
                  <a:moveTo>
                    <a:pt x="2034959" y="3259950"/>
                  </a:moveTo>
                  <a:lnTo>
                    <a:pt x="1989721" y="3286099"/>
                  </a:lnTo>
                  <a:lnTo>
                    <a:pt x="1989531" y="3286455"/>
                  </a:lnTo>
                  <a:lnTo>
                    <a:pt x="1988972" y="3288296"/>
                  </a:lnTo>
                  <a:lnTo>
                    <a:pt x="1988172" y="3290925"/>
                  </a:lnTo>
                  <a:lnTo>
                    <a:pt x="1987169" y="3294227"/>
                  </a:lnTo>
                  <a:lnTo>
                    <a:pt x="2031022" y="3268878"/>
                  </a:lnTo>
                  <a:lnTo>
                    <a:pt x="2032393" y="3265360"/>
                  </a:lnTo>
                  <a:lnTo>
                    <a:pt x="2033485" y="3262566"/>
                  </a:lnTo>
                  <a:lnTo>
                    <a:pt x="2033993" y="3261283"/>
                  </a:lnTo>
                  <a:lnTo>
                    <a:pt x="2034959" y="3259950"/>
                  </a:lnTo>
                  <a:close/>
                </a:path>
                <a:path w="7675880" h="4442460">
                  <a:moveTo>
                    <a:pt x="2168487" y="3189465"/>
                  </a:moveTo>
                  <a:lnTo>
                    <a:pt x="2165718" y="3188297"/>
                  </a:lnTo>
                  <a:lnTo>
                    <a:pt x="2163572" y="3187395"/>
                  </a:lnTo>
                  <a:lnTo>
                    <a:pt x="2161794" y="3186646"/>
                  </a:lnTo>
                  <a:lnTo>
                    <a:pt x="2111260" y="3215856"/>
                  </a:lnTo>
                  <a:lnTo>
                    <a:pt x="2113559" y="3216300"/>
                  </a:lnTo>
                  <a:lnTo>
                    <a:pt x="2116353" y="3216833"/>
                  </a:lnTo>
                  <a:lnTo>
                    <a:pt x="2119922" y="3217519"/>
                  </a:lnTo>
                  <a:lnTo>
                    <a:pt x="2168487" y="3189465"/>
                  </a:lnTo>
                  <a:close/>
                </a:path>
                <a:path w="7675880" h="4442460">
                  <a:moveTo>
                    <a:pt x="2308707" y="3105658"/>
                  </a:moveTo>
                  <a:lnTo>
                    <a:pt x="2265540" y="3130613"/>
                  </a:lnTo>
                  <a:lnTo>
                    <a:pt x="2262911" y="3134906"/>
                  </a:lnTo>
                  <a:lnTo>
                    <a:pt x="2304427" y="3110915"/>
                  </a:lnTo>
                  <a:lnTo>
                    <a:pt x="2305266" y="3109468"/>
                  </a:lnTo>
                  <a:lnTo>
                    <a:pt x="2308707" y="3105658"/>
                  </a:lnTo>
                  <a:close/>
                </a:path>
                <a:path w="7675880" h="4442460">
                  <a:moveTo>
                    <a:pt x="2315768" y="3097644"/>
                  </a:moveTo>
                  <a:lnTo>
                    <a:pt x="2269375" y="3124466"/>
                  </a:lnTo>
                  <a:lnTo>
                    <a:pt x="2267699" y="3127222"/>
                  </a:lnTo>
                  <a:lnTo>
                    <a:pt x="2265692" y="3130512"/>
                  </a:lnTo>
                  <a:lnTo>
                    <a:pt x="2308707" y="3105658"/>
                  </a:lnTo>
                  <a:lnTo>
                    <a:pt x="2312720" y="3101200"/>
                  </a:lnTo>
                  <a:lnTo>
                    <a:pt x="2312479" y="3101340"/>
                  </a:lnTo>
                  <a:lnTo>
                    <a:pt x="2315768" y="3097644"/>
                  </a:lnTo>
                  <a:close/>
                </a:path>
                <a:path w="7675880" h="4442460">
                  <a:moveTo>
                    <a:pt x="2386571" y="3063456"/>
                  </a:moveTo>
                  <a:lnTo>
                    <a:pt x="2385961" y="3061004"/>
                  </a:lnTo>
                  <a:lnTo>
                    <a:pt x="2385504" y="3059138"/>
                  </a:lnTo>
                  <a:lnTo>
                    <a:pt x="2385123" y="3057563"/>
                  </a:lnTo>
                  <a:lnTo>
                    <a:pt x="2340013" y="3083623"/>
                  </a:lnTo>
                  <a:lnTo>
                    <a:pt x="2340343" y="3085249"/>
                  </a:lnTo>
                  <a:lnTo>
                    <a:pt x="2340724" y="3087154"/>
                  </a:lnTo>
                  <a:lnTo>
                    <a:pt x="2341219" y="3089656"/>
                  </a:lnTo>
                  <a:lnTo>
                    <a:pt x="2386571" y="3063456"/>
                  </a:lnTo>
                  <a:close/>
                </a:path>
                <a:path w="7675880" h="4442460">
                  <a:moveTo>
                    <a:pt x="2556167" y="2965475"/>
                  </a:moveTo>
                  <a:lnTo>
                    <a:pt x="2555430" y="2963049"/>
                  </a:lnTo>
                  <a:lnTo>
                    <a:pt x="2554871" y="2961271"/>
                  </a:lnTo>
                  <a:lnTo>
                    <a:pt x="2554401" y="2959722"/>
                  </a:lnTo>
                  <a:lnTo>
                    <a:pt x="2506294" y="2987522"/>
                  </a:lnTo>
                  <a:lnTo>
                    <a:pt x="2506802" y="2989046"/>
                  </a:lnTo>
                  <a:lnTo>
                    <a:pt x="2507399" y="2990812"/>
                  </a:lnTo>
                  <a:lnTo>
                    <a:pt x="2508199" y="2993174"/>
                  </a:lnTo>
                  <a:lnTo>
                    <a:pt x="2556167" y="2965475"/>
                  </a:lnTo>
                  <a:close/>
                </a:path>
                <a:path w="7675880" h="4442460">
                  <a:moveTo>
                    <a:pt x="2709875" y="2869857"/>
                  </a:moveTo>
                  <a:lnTo>
                    <a:pt x="2657970" y="2899854"/>
                  </a:lnTo>
                  <a:lnTo>
                    <a:pt x="2656167" y="2902737"/>
                  </a:lnTo>
                  <a:lnTo>
                    <a:pt x="2654122" y="2906014"/>
                  </a:lnTo>
                  <a:lnTo>
                    <a:pt x="2653881" y="2906395"/>
                  </a:lnTo>
                  <a:lnTo>
                    <a:pt x="2652788" y="2909646"/>
                  </a:lnTo>
                  <a:lnTo>
                    <a:pt x="2696311" y="2884500"/>
                  </a:lnTo>
                  <a:lnTo>
                    <a:pt x="2700045" y="2879471"/>
                  </a:lnTo>
                  <a:lnTo>
                    <a:pt x="2705036" y="2874492"/>
                  </a:lnTo>
                  <a:lnTo>
                    <a:pt x="2709875" y="2869857"/>
                  </a:lnTo>
                  <a:close/>
                </a:path>
                <a:path w="7675880" h="4442460">
                  <a:moveTo>
                    <a:pt x="2778163" y="2837205"/>
                  </a:moveTo>
                  <a:lnTo>
                    <a:pt x="2777363" y="2834779"/>
                  </a:lnTo>
                  <a:lnTo>
                    <a:pt x="2776778" y="2833039"/>
                  </a:lnTo>
                  <a:lnTo>
                    <a:pt x="2776258" y="2831490"/>
                  </a:lnTo>
                  <a:lnTo>
                    <a:pt x="2729369" y="2858579"/>
                  </a:lnTo>
                  <a:lnTo>
                    <a:pt x="2729890" y="2860129"/>
                  </a:lnTo>
                  <a:lnTo>
                    <a:pt x="2730474" y="2861881"/>
                  </a:lnTo>
                  <a:lnTo>
                    <a:pt x="2731274" y="2864294"/>
                  </a:lnTo>
                  <a:lnTo>
                    <a:pt x="2778163" y="2837205"/>
                  </a:lnTo>
                  <a:close/>
                </a:path>
                <a:path w="7675880" h="4442460">
                  <a:moveTo>
                    <a:pt x="2891294" y="2771838"/>
                  </a:moveTo>
                  <a:lnTo>
                    <a:pt x="2888196" y="2770721"/>
                  </a:lnTo>
                  <a:lnTo>
                    <a:pt x="2885986" y="2769933"/>
                  </a:lnTo>
                  <a:lnTo>
                    <a:pt x="2883992" y="2769222"/>
                  </a:lnTo>
                  <a:lnTo>
                    <a:pt x="2816885" y="2808008"/>
                  </a:lnTo>
                  <a:lnTo>
                    <a:pt x="2821063" y="2807449"/>
                  </a:lnTo>
                  <a:lnTo>
                    <a:pt x="2825724" y="2806827"/>
                  </a:lnTo>
                  <a:lnTo>
                    <a:pt x="2832239" y="2805963"/>
                  </a:lnTo>
                  <a:lnTo>
                    <a:pt x="2891294" y="2771838"/>
                  </a:lnTo>
                  <a:close/>
                </a:path>
                <a:path w="7675880" h="4442460">
                  <a:moveTo>
                    <a:pt x="3082391" y="2654554"/>
                  </a:moveTo>
                  <a:lnTo>
                    <a:pt x="3075559" y="2658491"/>
                  </a:lnTo>
                  <a:lnTo>
                    <a:pt x="3079318" y="2658199"/>
                  </a:lnTo>
                  <a:lnTo>
                    <a:pt x="3079686" y="2657983"/>
                  </a:lnTo>
                  <a:lnTo>
                    <a:pt x="3082125" y="2657983"/>
                  </a:lnTo>
                  <a:lnTo>
                    <a:pt x="3082226" y="2656522"/>
                  </a:lnTo>
                  <a:lnTo>
                    <a:pt x="3082391" y="2654554"/>
                  </a:lnTo>
                  <a:close/>
                </a:path>
                <a:path w="7675880" h="4442460">
                  <a:moveTo>
                    <a:pt x="3260915" y="2558275"/>
                  </a:moveTo>
                  <a:lnTo>
                    <a:pt x="3258832" y="2556484"/>
                  </a:lnTo>
                  <a:lnTo>
                    <a:pt x="3257423" y="2555278"/>
                  </a:lnTo>
                  <a:lnTo>
                    <a:pt x="3256102" y="2554147"/>
                  </a:lnTo>
                  <a:lnTo>
                    <a:pt x="3202673" y="2585021"/>
                  </a:lnTo>
                  <a:lnTo>
                    <a:pt x="3204299" y="2585986"/>
                  </a:lnTo>
                  <a:lnTo>
                    <a:pt x="3206026" y="2587015"/>
                  </a:lnTo>
                  <a:lnTo>
                    <a:pt x="3208566" y="2588526"/>
                  </a:lnTo>
                  <a:lnTo>
                    <a:pt x="3260915" y="2558275"/>
                  </a:lnTo>
                  <a:close/>
                </a:path>
                <a:path w="7675880" h="4442460">
                  <a:moveTo>
                    <a:pt x="3427768" y="2454922"/>
                  </a:moveTo>
                  <a:lnTo>
                    <a:pt x="3392055" y="2475560"/>
                  </a:lnTo>
                  <a:lnTo>
                    <a:pt x="3392513" y="2477211"/>
                  </a:lnTo>
                  <a:lnTo>
                    <a:pt x="3393008" y="2478938"/>
                  </a:lnTo>
                  <a:lnTo>
                    <a:pt x="3393732" y="2481542"/>
                  </a:lnTo>
                  <a:lnTo>
                    <a:pt x="3427463" y="2462047"/>
                  </a:lnTo>
                  <a:lnTo>
                    <a:pt x="3427603" y="2458948"/>
                  </a:lnTo>
                  <a:lnTo>
                    <a:pt x="3427679" y="2456891"/>
                  </a:lnTo>
                  <a:lnTo>
                    <a:pt x="3427768" y="2454922"/>
                  </a:lnTo>
                  <a:close/>
                </a:path>
                <a:path w="7675880" h="4442460">
                  <a:moveTo>
                    <a:pt x="3564344" y="2375979"/>
                  </a:moveTo>
                  <a:lnTo>
                    <a:pt x="3519233" y="2402052"/>
                  </a:lnTo>
                  <a:lnTo>
                    <a:pt x="3518954" y="2402548"/>
                  </a:lnTo>
                  <a:lnTo>
                    <a:pt x="3518319" y="2404516"/>
                  </a:lnTo>
                  <a:lnTo>
                    <a:pt x="3517519" y="2406967"/>
                  </a:lnTo>
                  <a:lnTo>
                    <a:pt x="3516312" y="2410714"/>
                  </a:lnTo>
                  <a:lnTo>
                    <a:pt x="3560178" y="2385364"/>
                  </a:lnTo>
                  <a:lnTo>
                    <a:pt x="3561740" y="2381415"/>
                  </a:lnTo>
                  <a:lnTo>
                    <a:pt x="3562743" y="2378837"/>
                  </a:lnTo>
                  <a:lnTo>
                    <a:pt x="3563315" y="2377389"/>
                  </a:lnTo>
                  <a:lnTo>
                    <a:pt x="3564344" y="2375979"/>
                  </a:lnTo>
                  <a:close/>
                </a:path>
                <a:path w="7675880" h="4442460">
                  <a:moveTo>
                    <a:pt x="3698316" y="2305558"/>
                  </a:moveTo>
                  <a:lnTo>
                    <a:pt x="3695268" y="2304237"/>
                  </a:lnTo>
                  <a:lnTo>
                    <a:pt x="3693312" y="2303386"/>
                  </a:lnTo>
                  <a:lnTo>
                    <a:pt x="3691382" y="2302548"/>
                  </a:lnTo>
                  <a:lnTo>
                    <a:pt x="3640061" y="2332215"/>
                  </a:lnTo>
                  <a:lnTo>
                    <a:pt x="3642537" y="2332736"/>
                  </a:lnTo>
                  <a:lnTo>
                    <a:pt x="3645065" y="2333256"/>
                  </a:lnTo>
                  <a:lnTo>
                    <a:pt x="3648976" y="2334069"/>
                  </a:lnTo>
                  <a:lnTo>
                    <a:pt x="3698316" y="2305558"/>
                  </a:lnTo>
                  <a:close/>
                </a:path>
                <a:path w="7675880" h="4442460">
                  <a:moveTo>
                    <a:pt x="4028084" y="2107946"/>
                  </a:moveTo>
                  <a:lnTo>
                    <a:pt x="3806266" y="2236152"/>
                  </a:lnTo>
                  <a:lnTo>
                    <a:pt x="3804970" y="2238870"/>
                  </a:lnTo>
                  <a:lnTo>
                    <a:pt x="3803675" y="2241575"/>
                  </a:lnTo>
                  <a:lnTo>
                    <a:pt x="3801618" y="2245868"/>
                  </a:lnTo>
                  <a:lnTo>
                    <a:pt x="4015054" y="2122551"/>
                  </a:lnTo>
                  <a:lnTo>
                    <a:pt x="4020845" y="2116061"/>
                  </a:lnTo>
                  <a:lnTo>
                    <a:pt x="4024414" y="2112060"/>
                  </a:lnTo>
                  <a:lnTo>
                    <a:pt x="4028084" y="2107946"/>
                  </a:lnTo>
                  <a:close/>
                </a:path>
                <a:path w="7675880" h="4442460">
                  <a:moveTo>
                    <a:pt x="4134612" y="2046363"/>
                  </a:moveTo>
                  <a:lnTo>
                    <a:pt x="4083532" y="2075891"/>
                  </a:lnTo>
                  <a:lnTo>
                    <a:pt x="4081576" y="2079015"/>
                  </a:lnTo>
                  <a:lnTo>
                    <a:pt x="4079684" y="2082050"/>
                  </a:lnTo>
                  <a:lnTo>
                    <a:pt x="4078821" y="2083435"/>
                  </a:lnTo>
                  <a:lnTo>
                    <a:pt x="4077830" y="2086279"/>
                  </a:lnTo>
                  <a:lnTo>
                    <a:pt x="4120629" y="2061552"/>
                  </a:lnTo>
                  <a:lnTo>
                    <a:pt x="4124515" y="2056130"/>
                  </a:lnTo>
                  <a:lnTo>
                    <a:pt x="4124922" y="2055583"/>
                  </a:lnTo>
                  <a:lnTo>
                    <a:pt x="4129227" y="2051481"/>
                  </a:lnTo>
                  <a:lnTo>
                    <a:pt x="4134612" y="2046363"/>
                  </a:lnTo>
                  <a:close/>
                </a:path>
                <a:path w="7675880" h="4442460">
                  <a:moveTo>
                    <a:pt x="4202976" y="2013978"/>
                  </a:moveTo>
                  <a:lnTo>
                    <a:pt x="4202087" y="2011299"/>
                  </a:lnTo>
                  <a:lnTo>
                    <a:pt x="4201553" y="2009686"/>
                  </a:lnTo>
                  <a:lnTo>
                    <a:pt x="4200995" y="2008009"/>
                  </a:lnTo>
                  <a:lnTo>
                    <a:pt x="4154132" y="2035086"/>
                  </a:lnTo>
                  <a:lnTo>
                    <a:pt x="4154690" y="2036762"/>
                  </a:lnTo>
                  <a:lnTo>
                    <a:pt x="4155236" y="2038375"/>
                  </a:lnTo>
                  <a:lnTo>
                    <a:pt x="4156125" y="2041042"/>
                  </a:lnTo>
                  <a:lnTo>
                    <a:pt x="4202976" y="2013978"/>
                  </a:lnTo>
                  <a:close/>
                </a:path>
                <a:path w="7675880" h="4442460">
                  <a:moveTo>
                    <a:pt x="4316349" y="1948472"/>
                  </a:moveTo>
                  <a:lnTo>
                    <a:pt x="4312882" y="1947265"/>
                  </a:lnTo>
                  <a:lnTo>
                    <a:pt x="4310824" y="1946541"/>
                  </a:lnTo>
                  <a:lnTo>
                    <a:pt x="4308640" y="1945779"/>
                  </a:lnTo>
                  <a:lnTo>
                    <a:pt x="4240555" y="1985137"/>
                  </a:lnTo>
                  <a:lnTo>
                    <a:pt x="4245153" y="1984502"/>
                  </a:lnTo>
                  <a:lnTo>
                    <a:pt x="4249509" y="1983892"/>
                  </a:lnTo>
                  <a:lnTo>
                    <a:pt x="4256811" y="1982863"/>
                  </a:lnTo>
                  <a:lnTo>
                    <a:pt x="4316349" y="1948472"/>
                  </a:lnTo>
                  <a:close/>
                </a:path>
                <a:path w="7675880" h="4442460">
                  <a:moveTo>
                    <a:pt x="4483735" y="1844586"/>
                  </a:moveTo>
                  <a:lnTo>
                    <a:pt x="4432947" y="1873935"/>
                  </a:lnTo>
                  <a:lnTo>
                    <a:pt x="4430992" y="1877098"/>
                  </a:lnTo>
                  <a:lnTo>
                    <a:pt x="4429188" y="1880044"/>
                  </a:lnTo>
                  <a:lnTo>
                    <a:pt x="4427817" y="1882267"/>
                  </a:lnTo>
                  <a:lnTo>
                    <a:pt x="4427055" y="1884502"/>
                  </a:lnTo>
                  <a:lnTo>
                    <a:pt x="4469892" y="1859762"/>
                  </a:lnTo>
                  <a:lnTo>
                    <a:pt x="4473651" y="1854339"/>
                  </a:lnTo>
                  <a:lnTo>
                    <a:pt x="4478452" y="1849678"/>
                  </a:lnTo>
                  <a:lnTo>
                    <a:pt x="4478731" y="1849513"/>
                  </a:lnTo>
                  <a:lnTo>
                    <a:pt x="4483735" y="1844586"/>
                  </a:lnTo>
                  <a:close/>
                </a:path>
                <a:path w="7675880" h="4442460">
                  <a:moveTo>
                    <a:pt x="4550956" y="1812925"/>
                  </a:moveTo>
                  <a:lnTo>
                    <a:pt x="4550054" y="1810181"/>
                  </a:lnTo>
                  <a:lnTo>
                    <a:pt x="4549533" y="1808594"/>
                  </a:lnTo>
                  <a:lnTo>
                    <a:pt x="4548975" y="1806879"/>
                  </a:lnTo>
                  <a:lnTo>
                    <a:pt x="4501718" y="1834184"/>
                  </a:lnTo>
                  <a:lnTo>
                    <a:pt x="4502302" y="1835899"/>
                  </a:lnTo>
                  <a:lnTo>
                    <a:pt x="4502836" y="1837474"/>
                  </a:lnTo>
                  <a:lnTo>
                    <a:pt x="4503763" y="1840191"/>
                  </a:lnTo>
                  <a:lnTo>
                    <a:pt x="4550956" y="1812925"/>
                  </a:lnTo>
                  <a:close/>
                </a:path>
                <a:path w="7675880" h="4442460">
                  <a:moveTo>
                    <a:pt x="4657090" y="1751596"/>
                  </a:moveTo>
                  <a:lnTo>
                    <a:pt x="4656404" y="1748701"/>
                  </a:lnTo>
                  <a:lnTo>
                    <a:pt x="4656023" y="1747062"/>
                  </a:lnTo>
                  <a:lnTo>
                    <a:pt x="4655604" y="1745246"/>
                  </a:lnTo>
                  <a:lnTo>
                    <a:pt x="4600905" y="1776857"/>
                  </a:lnTo>
                  <a:lnTo>
                    <a:pt x="4602886" y="1776018"/>
                  </a:lnTo>
                  <a:lnTo>
                    <a:pt x="4609681" y="1773847"/>
                  </a:lnTo>
                  <a:lnTo>
                    <a:pt x="4613745" y="1772539"/>
                  </a:lnTo>
                  <a:lnTo>
                    <a:pt x="4615599" y="1772297"/>
                  </a:lnTo>
                  <a:lnTo>
                    <a:pt x="4621796" y="1771472"/>
                  </a:lnTo>
                  <a:lnTo>
                    <a:pt x="4622698" y="1771472"/>
                  </a:lnTo>
                  <a:lnTo>
                    <a:pt x="4657090" y="1751596"/>
                  </a:lnTo>
                  <a:close/>
                </a:path>
                <a:path w="7675880" h="4442460">
                  <a:moveTo>
                    <a:pt x="5097767" y="1493608"/>
                  </a:moveTo>
                  <a:lnTo>
                    <a:pt x="5096929" y="1492275"/>
                  </a:lnTo>
                  <a:lnTo>
                    <a:pt x="5095976" y="1490713"/>
                  </a:lnTo>
                  <a:lnTo>
                    <a:pt x="4937709" y="1582191"/>
                  </a:lnTo>
                  <a:lnTo>
                    <a:pt x="4936490" y="1584985"/>
                  </a:lnTo>
                  <a:lnTo>
                    <a:pt x="4935436" y="1587436"/>
                  </a:lnTo>
                  <a:lnTo>
                    <a:pt x="4933493" y="1591894"/>
                  </a:lnTo>
                  <a:lnTo>
                    <a:pt x="4979784" y="1565160"/>
                  </a:lnTo>
                  <a:lnTo>
                    <a:pt x="4980267" y="1564513"/>
                  </a:lnTo>
                  <a:lnTo>
                    <a:pt x="4989284" y="1556308"/>
                  </a:lnTo>
                  <a:lnTo>
                    <a:pt x="4994021" y="1551990"/>
                  </a:lnTo>
                  <a:lnTo>
                    <a:pt x="4998491" y="1549158"/>
                  </a:lnTo>
                  <a:lnTo>
                    <a:pt x="5011509" y="1540891"/>
                  </a:lnTo>
                  <a:lnTo>
                    <a:pt x="5018646" y="1536547"/>
                  </a:lnTo>
                  <a:lnTo>
                    <a:pt x="5026368" y="1532470"/>
                  </a:lnTo>
                  <a:lnTo>
                    <a:pt x="5034585" y="1528305"/>
                  </a:lnTo>
                  <a:lnTo>
                    <a:pt x="5043513" y="1524127"/>
                  </a:lnTo>
                  <a:lnTo>
                    <a:pt x="5043525" y="1524965"/>
                  </a:lnTo>
                  <a:lnTo>
                    <a:pt x="5044948" y="1524127"/>
                  </a:lnTo>
                  <a:lnTo>
                    <a:pt x="5097767" y="1493608"/>
                  </a:lnTo>
                  <a:close/>
                </a:path>
                <a:path w="7675880" h="4442460">
                  <a:moveTo>
                    <a:pt x="5099304" y="1496098"/>
                  </a:moveTo>
                  <a:lnTo>
                    <a:pt x="5097767" y="1493608"/>
                  </a:lnTo>
                  <a:lnTo>
                    <a:pt x="5043525" y="1524965"/>
                  </a:lnTo>
                  <a:lnTo>
                    <a:pt x="5043576" y="1528292"/>
                  </a:lnTo>
                  <a:lnTo>
                    <a:pt x="5099304" y="1496098"/>
                  </a:lnTo>
                  <a:close/>
                </a:path>
                <a:path w="7675880" h="4442460">
                  <a:moveTo>
                    <a:pt x="5460098" y="1284185"/>
                  </a:moveTo>
                  <a:lnTo>
                    <a:pt x="5242471" y="1409966"/>
                  </a:lnTo>
                  <a:lnTo>
                    <a:pt x="5239982" y="1414818"/>
                  </a:lnTo>
                  <a:lnTo>
                    <a:pt x="5453888" y="1291221"/>
                  </a:lnTo>
                  <a:lnTo>
                    <a:pt x="5460098" y="1284185"/>
                  </a:lnTo>
                  <a:close/>
                </a:path>
                <a:path w="7675880" h="4442460">
                  <a:moveTo>
                    <a:pt x="5467096" y="1276210"/>
                  </a:moveTo>
                  <a:lnTo>
                    <a:pt x="5245354" y="1404378"/>
                  </a:lnTo>
                  <a:lnTo>
                    <a:pt x="5243792" y="1407401"/>
                  </a:lnTo>
                  <a:lnTo>
                    <a:pt x="5242471" y="1409966"/>
                  </a:lnTo>
                  <a:lnTo>
                    <a:pt x="5459946" y="1284262"/>
                  </a:lnTo>
                  <a:lnTo>
                    <a:pt x="5463184" y="1280629"/>
                  </a:lnTo>
                  <a:lnTo>
                    <a:pt x="5467096" y="1276210"/>
                  </a:lnTo>
                  <a:close/>
                </a:path>
                <a:path w="7675880" h="4442460">
                  <a:moveTo>
                    <a:pt x="5751881" y="1111605"/>
                  </a:moveTo>
                  <a:lnTo>
                    <a:pt x="5530342" y="1239659"/>
                  </a:lnTo>
                  <a:lnTo>
                    <a:pt x="5528957" y="1242618"/>
                  </a:lnTo>
                  <a:lnTo>
                    <a:pt x="5527827" y="1245031"/>
                  </a:lnTo>
                  <a:lnTo>
                    <a:pt x="5525605" y="1249781"/>
                  </a:lnTo>
                  <a:lnTo>
                    <a:pt x="5738088" y="1127023"/>
                  </a:lnTo>
                  <a:lnTo>
                    <a:pt x="5744603" y="1119746"/>
                  </a:lnTo>
                  <a:lnTo>
                    <a:pt x="5747829" y="1116126"/>
                  </a:lnTo>
                  <a:lnTo>
                    <a:pt x="5751881" y="1111605"/>
                  </a:lnTo>
                  <a:close/>
                </a:path>
                <a:path w="7675880" h="4442460">
                  <a:moveTo>
                    <a:pt x="5858967" y="1049705"/>
                  </a:moveTo>
                  <a:lnTo>
                    <a:pt x="5808103" y="1079106"/>
                  </a:lnTo>
                  <a:lnTo>
                    <a:pt x="5806008" y="1082509"/>
                  </a:lnTo>
                  <a:lnTo>
                    <a:pt x="5804344" y="1085215"/>
                  </a:lnTo>
                  <a:lnTo>
                    <a:pt x="5802465" y="1088263"/>
                  </a:lnTo>
                  <a:lnTo>
                    <a:pt x="5801779" y="1090218"/>
                  </a:lnTo>
                  <a:lnTo>
                    <a:pt x="5844286" y="1065657"/>
                  </a:lnTo>
                  <a:lnTo>
                    <a:pt x="5848540" y="1059662"/>
                  </a:lnTo>
                  <a:lnTo>
                    <a:pt x="5853100" y="1055306"/>
                  </a:lnTo>
                  <a:lnTo>
                    <a:pt x="5858967" y="1049705"/>
                  </a:lnTo>
                  <a:close/>
                </a:path>
                <a:path w="7675880" h="4442460">
                  <a:moveTo>
                    <a:pt x="5925934" y="1018489"/>
                  </a:moveTo>
                  <a:lnTo>
                    <a:pt x="5924956" y="1015492"/>
                  </a:lnTo>
                  <a:lnTo>
                    <a:pt x="5924486" y="1014044"/>
                  </a:lnTo>
                  <a:lnTo>
                    <a:pt x="5923877" y="1012190"/>
                  </a:lnTo>
                  <a:lnTo>
                    <a:pt x="5877903" y="1038771"/>
                  </a:lnTo>
                  <a:lnTo>
                    <a:pt x="5878512" y="1040612"/>
                  </a:lnTo>
                  <a:lnTo>
                    <a:pt x="5878995" y="1042060"/>
                  </a:lnTo>
                  <a:lnTo>
                    <a:pt x="5879973" y="1045044"/>
                  </a:lnTo>
                  <a:lnTo>
                    <a:pt x="5925934" y="1018489"/>
                  </a:lnTo>
                  <a:close/>
                </a:path>
                <a:path w="7675880" h="4442460">
                  <a:moveTo>
                    <a:pt x="6032335" y="957008"/>
                  </a:moveTo>
                  <a:lnTo>
                    <a:pt x="6031547" y="953897"/>
                  </a:lnTo>
                  <a:lnTo>
                    <a:pt x="6031166" y="952398"/>
                  </a:lnTo>
                  <a:lnTo>
                    <a:pt x="6030671" y="950468"/>
                  </a:lnTo>
                  <a:lnTo>
                    <a:pt x="5972441" y="984123"/>
                  </a:lnTo>
                  <a:lnTo>
                    <a:pt x="5977547" y="981989"/>
                  </a:lnTo>
                  <a:lnTo>
                    <a:pt x="5982906" y="980287"/>
                  </a:lnTo>
                  <a:lnTo>
                    <a:pt x="5988393" y="978535"/>
                  </a:lnTo>
                  <a:lnTo>
                    <a:pt x="5988901" y="978535"/>
                  </a:lnTo>
                  <a:lnTo>
                    <a:pt x="5989040" y="978458"/>
                  </a:lnTo>
                  <a:lnTo>
                    <a:pt x="5996978" y="977442"/>
                  </a:lnTo>
                  <a:lnTo>
                    <a:pt x="6032335" y="957008"/>
                  </a:lnTo>
                  <a:close/>
                </a:path>
                <a:path w="7675880" h="4442460">
                  <a:moveTo>
                    <a:pt x="6183503" y="862126"/>
                  </a:moveTo>
                  <a:lnTo>
                    <a:pt x="6130277" y="892898"/>
                  </a:lnTo>
                  <a:lnTo>
                    <a:pt x="6128715" y="896023"/>
                  </a:lnTo>
                  <a:lnTo>
                    <a:pt x="6127508" y="898423"/>
                  </a:lnTo>
                  <a:lnTo>
                    <a:pt x="6124981" y="903490"/>
                  </a:lnTo>
                  <a:lnTo>
                    <a:pt x="6165469" y="880097"/>
                  </a:lnTo>
                  <a:lnTo>
                    <a:pt x="6166878" y="877760"/>
                  </a:lnTo>
                  <a:lnTo>
                    <a:pt x="6171260" y="873137"/>
                  </a:lnTo>
                  <a:lnTo>
                    <a:pt x="6174803" y="869391"/>
                  </a:lnTo>
                  <a:lnTo>
                    <a:pt x="6177623" y="866406"/>
                  </a:lnTo>
                  <a:lnTo>
                    <a:pt x="6183503" y="862126"/>
                  </a:lnTo>
                  <a:close/>
                </a:path>
                <a:path w="7675880" h="4442460">
                  <a:moveTo>
                    <a:pt x="6253937" y="828979"/>
                  </a:moveTo>
                  <a:lnTo>
                    <a:pt x="6251143" y="826973"/>
                  </a:lnTo>
                  <a:lnTo>
                    <a:pt x="6250610" y="826592"/>
                  </a:lnTo>
                  <a:lnTo>
                    <a:pt x="6249873" y="826008"/>
                  </a:lnTo>
                  <a:lnTo>
                    <a:pt x="6248235" y="824725"/>
                  </a:lnTo>
                  <a:lnTo>
                    <a:pt x="6200343" y="852398"/>
                  </a:lnTo>
                  <a:lnTo>
                    <a:pt x="6200978" y="854265"/>
                  </a:lnTo>
                  <a:lnTo>
                    <a:pt x="6201461" y="855675"/>
                  </a:lnTo>
                  <a:lnTo>
                    <a:pt x="6202489" y="858697"/>
                  </a:lnTo>
                  <a:lnTo>
                    <a:pt x="6253937" y="828979"/>
                  </a:lnTo>
                  <a:close/>
                </a:path>
                <a:path w="7675880" h="4442460">
                  <a:moveTo>
                    <a:pt x="6437668" y="715225"/>
                  </a:moveTo>
                  <a:lnTo>
                    <a:pt x="6405626" y="737679"/>
                  </a:lnTo>
                  <a:lnTo>
                    <a:pt x="6405194" y="741578"/>
                  </a:lnTo>
                  <a:lnTo>
                    <a:pt x="6434645" y="724560"/>
                  </a:lnTo>
                  <a:lnTo>
                    <a:pt x="6436106" y="720064"/>
                  </a:lnTo>
                  <a:lnTo>
                    <a:pt x="6436766" y="718007"/>
                  </a:lnTo>
                  <a:lnTo>
                    <a:pt x="6437668" y="715225"/>
                  </a:lnTo>
                  <a:close/>
                </a:path>
                <a:path w="7675880" h="4442460">
                  <a:moveTo>
                    <a:pt x="6494094" y="684885"/>
                  </a:moveTo>
                  <a:lnTo>
                    <a:pt x="6494005" y="682663"/>
                  </a:lnTo>
                  <a:lnTo>
                    <a:pt x="6478537" y="691603"/>
                  </a:lnTo>
                  <a:lnTo>
                    <a:pt x="6480797" y="691451"/>
                  </a:lnTo>
                  <a:lnTo>
                    <a:pt x="6482715" y="691451"/>
                  </a:lnTo>
                  <a:lnTo>
                    <a:pt x="6494094" y="684885"/>
                  </a:lnTo>
                  <a:close/>
                </a:path>
                <a:path w="7675880" h="4442460">
                  <a:moveTo>
                    <a:pt x="6494285" y="690105"/>
                  </a:moveTo>
                  <a:lnTo>
                    <a:pt x="6494158" y="686511"/>
                  </a:lnTo>
                  <a:lnTo>
                    <a:pt x="6494094" y="684885"/>
                  </a:lnTo>
                  <a:lnTo>
                    <a:pt x="6482537" y="691565"/>
                  </a:lnTo>
                  <a:lnTo>
                    <a:pt x="6485407" y="691565"/>
                  </a:lnTo>
                  <a:lnTo>
                    <a:pt x="6491376" y="691794"/>
                  </a:lnTo>
                  <a:lnTo>
                    <a:pt x="6494285" y="690105"/>
                  </a:lnTo>
                  <a:close/>
                </a:path>
                <a:path w="7675880" h="4442460">
                  <a:moveTo>
                    <a:pt x="6737794" y="541756"/>
                  </a:moveTo>
                  <a:lnTo>
                    <a:pt x="6515252" y="670382"/>
                  </a:lnTo>
                  <a:lnTo>
                    <a:pt x="6513614" y="673608"/>
                  </a:lnTo>
                  <a:lnTo>
                    <a:pt x="6512407" y="675957"/>
                  </a:lnTo>
                  <a:lnTo>
                    <a:pt x="6509753" y="681164"/>
                  </a:lnTo>
                  <a:lnTo>
                    <a:pt x="6723266" y="557809"/>
                  </a:lnTo>
                  <a:lnTo>
                    <a:pt x="6730517" y="549897"/>
                  </a:lnTo>
                  <a:lnTo>
                    <a:pt x="6733540" y="546519"/>
                  </a:lnTo>
                  <a:lnTo>
                    <a:pt x="6737794" y="541756"/>
                  </a:lnTo>
                  <a:close/>
                </a:path>
                <a:path w="7675880" h="4442460">
                  <a:moveTo>
                    <a:pt x="6909054" y="442772"/>
                  </a:moveTo>
                  <a:lnTo>
                    <a:pt x="6782346" y="516001"/>
                  </a:lnTo>
                  <a:lnTo>
                    <a:pt x="6781914" y="518566"/>
                  </a:lnTo>
                  <a:lnTo>
                    <a:pt x="6781597" y="520369"/>
                  </a:lnTo>
                  <a:lnTo>
                    <a:pt x="6780885" y="524510"/>
                  </a:lnTo>
                  <a:lnTo>
                    <a:pt x="6907314" y="451472"/>
                  </a:lnTo>
                  <a:lnTo>
                    <a:pt x="6908165" y="447217"/>
                  </a:lnTo>
                  <a:lnTo>
                    <a:pt x="6908533" y="445389"/>
                  </a:lnTo>
                  <a:lnTo>
                    <a:pt x="6909054" y="442772"/>
                  </a:lnTo>
                  <a:close/>
                </a:path>
                <a:path w="7675880" h="4442460">
                  <a:moveTo>
                    <a:pt x="7048030" y="362445"/>
                  </a:moveTo>
                  <a:lnTo>
                    <a:pt x="7002412" y="388810"/>
                  </a:lnTo>
                  <a:lnTo>
                    <a:pt x="7001294" y="390842"/>
                  </a:lnTo>
                  <a:lnTo>
                    <a:pt x="7000926" y="391998"/>
                  </a:lnTo>
                  <a:lnTo>
                    <a:pt x="7000291" y="393966"/>
                  </a:lnTo>
                  <a:lnTo>
                    <a:pt x="6998779" y="398627"/>
                  </a:lnTo>
                  <a:lnTo>
                    <a:pt x="7042683" y="373253"/>
                  </a:lnTo>
                  <a:lnTo>
                    <a:pt x="7044614" y="368350"/>
                  </a:lnTo>
                  <a:lnTo>
                    <a:pt x="7045426" y="366280"/>
                  </a:lnTo>
                  <a:lnTo>
                    <a:pt x="7045668" y="365683"/>
                  </a:lnTo>
                  <a:lnTo>
                    <a:pt x="7048030" y="362445"/>
                  </a:lnTo>
                  <a:close/>
                </a:path>
                <a:path w="7675880" h="4442460">
                  <a:moveTo>
                    <a:pt x="7180313" y="293725"/>
                  </a:moveTo>
                  <a:lnTo>
                    <a:pt x="7176541" y="292087"/>
                  </a:lnTo>
                  <a:lnTo>
                    <a:pt x="7174979" y="291414"/>
                  </a:lnTo>
                  <a:lnTo>
                    <a:pt x="7172655" y="290410"/>
                  </a:lnTo>
                  <a:lnTo>
                    <a:pt x="7122249" y="319544"/>
                  </a:lnTo>
                  <a:lnTo>
                    <a:pt x="7125271" y="320141"/>
                  </a:lnTo>
                  <a:lnTo>
                    <a:pt x="7127316" y="320548"/>
                  </a:lnTo>
                  <a:lnTo>
                    <a:pt x="7132244" y="321513"/>
                  </a:lnTo>
                  <a:lnTo>
                    <a:pt x="7180313" y="293725"/>
                  </a:lnTo>
                  <a:close/>
                </a:path>
                <a:path w="7675880" h="4442460">
                  <a:moveTo>
                    <a:pt x="7364806" y="179349"/>
                  </a:moveTo>
                  <a:lnTo>
                    <a:pt x="7312050" y="209842"/>
                  </a:lnTo>
                  <a:lnTo>
                    <a:pt x="7310463" y="213118"/>
                  </a:lnTo>
                  <a:lnTo>
                    <a:pt x="7309409" y="215303"/>
                  </a:lnTo>
                  <a:lnTo>
                    <a:pt x="7306831" y="220637"/>
                  </a:lnTo>
                  <a:lnTo>
                    <a:pt x="7346797" y="197548"/>
                  </a:lnTo>
                  <a:lnTo>
                    <a:pt x="7347979" y="195580"/>
                  </a:lnTo>
                  <a:lnTo>
                    <a:pt x="7353020" y="190093"/>
                  </a:lnTo>
                  <a:lnTo>
                    <a:pt x="7356068" y="186766"/>
                  </a:lnTo>
                  <a:lnTo>
                    <a:pt x="7358723" y="183870"/>
                  </a:lnTo>
                  <a:lnTo>
                    <a:pt x="7364806" y="179349"/>
                  </a:lnTo>
                  <a:close/>
                </a:path>
                <a:path w="7675880" h="4442460">
                  <a:moveTo>
                    <a:pt x="7434935" y="146621"/>
                  </a:moveTo>
                  <a:lnTo>
                    <a:pt x="7431913" y="144487"/>
                  </a:lnTo>
                  <a:lnTo>
                    <a:pt x="7430719" y="143624"/>
                  </a:lnTo>
                  <a:lnTo>
                    <a:pt x="7428941" y="142278"/>
                  </a:lnTo>
                  <a:lnTo>
                    <a:pt x="7381468" y="169722"/>
                  </a:lnTo>
                  <a:lnTo>
                    <a:pt x="7382142" y="171704"/>
                  </a:lnTo>
                  <a:lnTo>
                    <a:pt x="7382586" y="172999"/>
                  </a:lnTo>
                  <a:lnTo>
                    <a:pt x="7383691" y="176225"/>
                  </a:lnTo>
                  <a:lnTo>
                    <a:pt x="7434935" y="146621"/>
                  </a:lnTo>
                  <a:close/>
                </a:path>
                <a:path w="7675880" h="4442460">
                  <a:moveTo>
                    <a:pt x="7618730" y="32588"/>
                  </a:moveTo>
                  <a:lnTo>
                    <a:pt x="7587501" y="50634"/>
                  </a:lnTo>
                  <a:lnTo>
                    <a:pt x="7587069" y="51943"/>
                  </a:lnTo>
                  <a:lnTo>
                    <a:pt x="7586904" y="53378"/>
                  </a:lnTo>
                  <a:lnTo>
                    <a:pt x="7586726" y="55016"/>
                  </a:lnTo>
                  <a:lnTo>
                    <a:pt x="7586256" y="59194"/>
                  </a:lnTo>
                  <a:lnTo>
                    <a:pt x="7615618" y="42227"/>
                  </a:lnTo>
                  <a:lnTo>
                    <a:pt x="7617168" y="37414"/>
                  </a:lnTo>
                  <a:lnTo>
                    <a:pt x="7617777" y="35534"/>
                  </a:lnTo>
                  <a:lnTo>
                    <a:pt x="7618730" y="32588"/>
                  </a:lnTo>
                  <a:close/>
                </a:path>
                <a:path w="7675880" h="4442460">
                  <a:moveTo>
                    <a:pt x="7675194" y="2349"/>
                  </a:moveTo>
                  <a:lnTo>
                    <a:pt x="7675118" y="0"/>
                  </a:lnTo>
                  <a:lnTo>
                    <a:pt x="7659662" y="8928"/>
                  </a:lnTo>
                  <a:lnTo>
                    <a:pt x="7661656" y="8788"/>
                  </a:lnTo>
                  <a:lnTo>
                    <a:pt x="7664043" y="8788"/>
                  </a:lnTo>
                  <a:lnTo>
                    <a:pt x="7675194" y="2349"/>
                  </a:lnTo>
                  <a:close/>
                </a:path>
                <a:path w="7675880" h="4442460">
                  <a:moveTo>
                    <a:pt x="7675397" y="7683"/>
                  </a:moveTo>
                  <a:lnTo>
                    <a:pt x="7675258" y="3848"/>
                  </a:lnTo>
                  <a:lnTo>
                    <a:pt x="7675194" y="2349"/>
                  </a:lnTo>
                  <a:lnTo>
                    <a:pt x="7663866" y="8902"/>
                  </a:lnTo>
                  <a:lnTo>
                    <a:pt x="7666507" y="8902"/>
                  </a:lnTo>
                  <a:lnTo>
                    <a:pt x="7672832" y="9169"/>
                  </a:lnTo>
                  <a:lnTo>
                    <a:pt x="7675397" y="7683"/>
                  </a:lnTo>
                  <a:close/>
                </a:path>
              </a:pathLst>
            </a:custGeom>
            <a:solidFill>
              <a:srgbClr val="7A7A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0369" y="839783"/>
              <a:ext cx="7677150" cy="4437380"/>
            </a:xfrm>
            <a:custGeom>
              <a:avLst/>
              <a:gdLst/>
              <a:ahLst/>
              <a:cxnLst/>
              <a:rect l="l" t="t" r="r" b="b"/>
              <a:pathLst>
                <a:path w="7677150" h="4437380">
                  <a:moveTo>
                    <a:pt x="4204074" y="2006289"/>
                  </a:moveTo>
                  <a:lnTo>
                    <a:pt x="4157219" y="2033361"/>
                  </a:lnTo>
                  <a:lnTo>
                    <a:pt x="4157795" y="2035090"/>
                  </a:lnTo>
                  <a:lnTo>
                    <a:pt x="4204652" y="2008022"/>
                  </a:lnTo>
                  <a:lnTo>
                    <a:pt x="4204074" y="2006289"/>
                  </a:lnTo>
                  <a:close/>
                </a:path>
                <a:path w="7677150" h="4437380">
                  <a:moveTo>
                    <a:pt x="4261848" y="1974981"/>
                  </a:moveTo>
                  <a:lnTo>
                    <a:pt x="4259361" y="1974981"/>
                  </a:lnTo>
                  <a:lnTo>
                    <a:pt x="4260965" y="1975491"/>
                  </a:lnTo>
                  <a:lnTo>
                    <a:pt x="4261848" y="1974981"/>
                  </a:lnTo>
                  <a:close/>
                </a:path>
                <a:path w="7677150" h="4437380">
                  <a:moveTo>
                    <a:pt x="4317449" y="1940783"/>
                  </a:moveTo>
                  <a:lnTo>
                    <a:pt x="4257911" y="1975183"/>
                  </a:lnTo>
                  <a:lnTo>
                    <a:pt x="4259361" y="1974981"/>
                  </a:lnTo>
                  <a:lnTo>
                    <a:pt x="4261848" y="1974981"/>
                  </a:lnTo>
                  <a:lnTo>
                    <a:pt x="4319594" y="1941622"/>
                  </a:lnTo>
                  <a:lnTo>
                    <a:pt x="4319368" y="1941453"/>
                  </a:lnTo>
                  <a:lnTo>
                    <a:pt x="4317449" y="1940783"/>
                  </a:lnTo>
                  <a:close/>
                </a:path>
                <a:path w="7677150" h="4437380">
                  <a:moveTo>
                    <a:pt x="2779262" y="2829515"/>
                  </a:moveTo>
                  <a:lnTo>
                    <a:pt x="2732374" y="2856606"/>
                  </a:lnTo>
                  <a:lnTo>
                    <a:pt x="2732912" y="2858220"/>
                  </a:lnTo>
                  <a:lnTo>
                    <a:pt x="2779801" y="2831133"/>
                  </a:lnTo>
                  <a:lnTo>
                    <a:pt x="2779262" y="2829515"/>
                  </a:lnTo>
                  <a:close/>
                </a:path>
                <a:path w="7677150" h="4437380">
                  <a:moveTo>
                    <a:pt x="2836929" y="2798131"/>
                  </a:moveTo>
                  <a:lnTo>
                    <a:pt x="2834421" y="2798131"/>
                  </a:lnTo>
                  <a:lnTo>
                    <a:pt x="2835999" y="2798668"/>
                  </a:lnTo>
                  <a:lnTo>
                    <a:pt x="2836929" y="2798131"/>
                  </a:lnTo>
                  <a:close/>
                </a:path>
                <a:path w="7677150" h="4437380">
                  <a:moveTo>
                    <a:pt x="2892396" y="2764148"/>
                  </a:moveTo>
                  <a:lnTo>
                    <a:pt x="2833329" y="2798276"/>
                  </a:lnTo>
                  <a:lnTo>
                    <a:pt x="2834421" y="2798131"/>
                  </a:lnTo>
                  <a:lnTo>
                    <a:pt x="2836929" y="2798131"/>
                  </a:lnTo>
                  <a:lnTo>
                    <a:pt x="2894220" y="2765035"/>
                  </a:lnTo>
                  <a:lnTo>
                    <a:pt x="2893666" y="2764603"/>
                  </a:lnTo>
                  <a:lnTo>
                    <a:pt x="2892396" y="2764148"/>
                  </a:lnTo>
                  <a:close/>
                </a:path>
                <a:path w="7677150" h="4437380">
                  <a:moveTo>
                    <a:pt x="848341" y="3945160"/>
                  </a:moveTo>
                  <a:lnTo>
                    <a:pt x="801485" y="3972233"/>
                  </a:lnTo>
                  <a:lnTo>
                    <a:pt x="801971" y="3973690"/>
                  </a:lnTo>
                  <a:lnTo>
                    <a:pt x="848828" y="3946622"/>
                  </a:lnTo>
                  <a:lnTo>
                    <a:pt x="848341" y="3945160"/>
                  </a:lnTo>
                  <a:close/>
                </a:path>
                <a:path w="7677150" h="4437380">
                  <a:moveTo>
                    <a:pt x="905819" y="3913699"/>
                  </a:moveTo>
                  <a:lnTo>
                    <a:pt x="903703" y="3913699"/>
                  </a:lnTo>
                  <a:lnTo>
                    <a:pt x="905031" y="3914155"/>
                  </a:lnTo>
                  <a:lnTo>
                    <a:pt x="905819" y="3913699"/>
                  </a:lnTo>
                  <a:close/>
                </a:path>
                <a:path w="7677150" h="4437380">
                  <a:moveTo>
                    <a:pt x="961859" y="3879572"/>
                  </a:moveTo>
                  <a:lnTo>
                    <a:pt x="902514" y="3913860"/>
                  </a:lnTo>
                  <a:lnTo>
                    <a:pt x="903703" y="3913699"/>
                  </a:lnTo>
                  <a:lnTo>
                    <a:pt x="905819" y="3913699"/>
                  </a:lnTo>
                  <a:lnTo>
                    <a:pt x="963663" y="3880284"/>
                  </a:lnTo>
                  <a:lnTo>
                    <a:pt x="963832" y="3880284"/>
                  </a:lnTo>
                  <a:lnTo>
                    <a:pt x="961859" y="3879572"/>
                  </a:lnTo>
                  <a:close/>
                </a:path>
                <a:path w="7677150" h="4437380">
                  <a:moveTo>
                    <a:pt x="7043780" y="365567"/>
                  </a:moveTo>
                  <a:lnTo>
                    <a:pt x="6999872" y="390936"/>
                  </a:lnTo>
                  <a:lnTo>
                    <a:pt x="6998938" y="393813"/>
                  </a:lnTo>
                  <a:lnTo>
                    <a:pt x="7042587" y="368597"/>
                  </a:lnTo>
                  <a:lnTo>
                    <a:pt x="7043780" y="365567"/>
                  </a:lnTo>
                  <a:close/>
                </a:path>
                <a:path w="7677150" h="4437380">
                  <a:moveTo>
                    <a:pt x="7181413" y="286045"/>
                  </a:moveTo>
                  <a:lnTo>
                    <a:pt x="7133334" y="313824"/>
                  </a:lnTo>
                  <a:lnTo>
                    <a:pt x="7136368" y="314422"/>
                  </a:lnTo>
                  <a:lnTo>
                    <a:pt x="7183741" y="287055"/>
                  </a:lnTo>
                  <a:lnTo>
                    <a:pt x="7181413" y="286045"/>
                  </a:lnTo>
                  <a:close/>
                </a:path>
                <a:path w="7677150" h="4437380">
                  <a:moveTo>
                    <a:pt x="3561279" y="2377682"/>
                  </a:moveTo>
                  <a:lnTo>
                    <a:pt x="3517402" y="2403033"/>
                  </a:lnTo>
                  <a:lnTo>
                    <a:pt x="3516603" y="2405496"/>
                  </a:lnTo>
                  <a:lnTo>
                    <a:pt x="3560260" y="2380276"/>
                  </a:lnTo>
                  <a:lnTo>
                    <a:pt x="3561279" y="2377682"/>
                  </a:lnTo>
                  <a:close/>
                </a:path>
                <a:path w="7677150" h="4437380">
                  <a:moveTo>
                    <a:pt x="3699411" y="2297872"/>
                  </a:moveTo>
                  <a:lnTo>
                    <a:pt x="3650074" y="2326378"/>
                  </a:lnTo>
                  <a:lnTo>
                    <a:pt x="3652640" y="2326910"/>
                  </a:lnTo>
                  <a:lnTo>
                    <a:pt x="3701407" y="2298738"/>
                  </a:lnTo>
                  <a:lnTo>
                    <a:pt x="3699411" y="2297872"/>
                  </a:lnTo>
                  <a:close/>
                </a:path>
                <a:path w="7677150" h="4437380">
                  <a:moveTo>
                    <a:pt x="2032120" y="3261198"/>
                  </a:moveTo>
                  <a:lnTo>
                    <a:pt x="1988267" y="3286535"/>
                  </a:lnTo>
                  <a:lnTo>
                    <a:pt x="1987585" y="3288782"/>
                  </a:lnTo>
                  <a:lnTo>
                    <a:pt x="2031186" y="3263595"/>
                  </a:lnTo>
                  <a:lnTo>
                    <a:pt x="2032120" y="3261198"/>
                  </a:lnTo>
                  <a:close/>
                </a:path>
                <a:path w="7677150" h="4437380">
                  <a:moveTo>
                    <a:pt x="2169581" y="3181776"/>
                  </a:moveTo>
                  <a:lnTo>
                    <a:pt x="2121020" y="3209834"/>
                  </a:lnTo>
                  <a:lnTo>
                    <a:pt x="2123442" y="3210300"/>
                  </a:lnTo>
                  <a:lnTo>
                    <a:pt x="2171455" y="3182564"/>
                  </a:lnTo>
                  <a:lnTo>
                    <a:pt x="2169581" y="3181776"/>
                  </a:lnTo>
                  <a:close/>
                </a:path>
                <a:path w="7677150" h="4437380">
                  <a:moveTo>
                    <a:pt x="6908408" y="443782"/>
                  </a:moveTo>
                  <a:lnTo>
                    <a:pt x="6781984" y="516827"/>
                  </a:lnTo>
                  <a:lnTo>
                    <a:pt x="6781544" y="519397"/>
                  </a:lnTo>
                  <a:lnTo>
                    <a:pt x="6907881" y="446414"/>
                  </a:lnTo>
                  <a:lnTo>
                    <a:pt x="6908408" y="443782"/>
                  </a:lnTo>
                  <a:close/>
                </a:path>
                <a:path w="7677150" h="4437380">
                  <a:moveTo>
                    <a:pt x="6033433" y="949324"/>
                  </a:moveTo>
                  <a:lnTo>
                    <a:pt x="5998070" y="969756"/>
                  </a:lnTo>
                  <a:lnTo>
                    <a:pt x="6001304" y="970128"/>
                  </a:lnTo>
                  <a:lnTo>
                    <a:pt x="6033933" y="951279"/>
                  </a:lnTo>
                  <a:lnTo>
                    <a:pt x="6033433" y="949324"/>
                  </a:lnTo>
                  <a:close/>
                </a:path>
                <a:path w="7677150" h="4437380">
                  <a:moveTo>
                    <a:pt x="5927024" y="1010804"/>
                  </a:moveTo>
                  <a:lnTo>
                    <a:pt x="5881071" y="1037355"/>
                  </a:lnTo>
                  <a:lnTo>
                    <a:pt x="5881691" y="1039227"/>
                  </a:lnTo>
                  <a:lnTo>
                    <a:pt x="5927635" y="1012685"/>
                  </a:lnTo>
                  <a:lnTo>
                    <a:pt x="5927024" y="1010804"/>
                  </a:lnTo>
                  <a:close/>
                </a:path>
                <a:path w="7677150" h="4437380">
                  <a:moveTo>
                    <a:pt x="5845424" y="1057951"/>
                  </a:moveTo>
                  <a:lnTo>
                    <a:pt x="5802876" y="1082535"/>
                  </a:lnTo>
                  <a:lnTo>
                    <a:pt x="5801911" y="1085314"/>
                  </a:lnTo>
                  <a:lnTo>
                    <a:pt x="5842733" y="1061732"/>
                  </a:lnTo>
                  <a:lnTo>
                    <a:pt x="5845424" y="1057951"/>
                  </a:lnTo>
                  <a:close/>
                </a:path>
                <a:path w="7677150" h="4437380">
                  <a:moveTo>
                    <a:pt x="4658181" y="1743915"/>
                  </a:moveTo>
                  <a:lnTo>
                    <a:pt x="4623798" y="1763781"/>
                  </a:lnTo>
                  <a:lnTo>
                    <a:pt x="4626665" y="1764233"/>
                  </a:lnTo>
                  <a:lnTo>
                    <a:pt x="4658617" y="1745775"/>
                  </a:lnTo>
                  <a:lnTo>
                    <a:pt x="4658181" y="1743915"/>
                  </a:lnTo>
                  <a:close/>
                </a:path>
                <a:path w="7677150" h="4437380">
                  <a:moveTo>
                    <a:pt x="4552055" y="1805233"/>
                  </a:moveTo>
                  <a:lnTo>
                    <a:pt x="4504860" y="1832501"/>
                  </a:lnTo>
                  <a:lnTo>
                    <a:pt x="4505458" y="1834252"/>
                  </a:lnTo>
                  <a:lnTo>
                    <a:pt x="4552636" y="1806998"/>
                  </a:lnTo>
                  <a:lnTo>
                    <a:pt x="4552055" y="1805233"/>
                  </a:lnTo>
                  <a:close/>
                </a:path>
                <a:path w="7677150" h="4437380">
                  <a:moveTo>
                    <a:pt x="4471148" y="1851979"/>
                  </a:moveTo>
                  <a:lnTo>
                    <a:pt x="4428156" y="1876819"/>
                  </a:lnTo>
                  <a:lnTo>
                    <a:pt x="4427285" y="1879411"/>
                  </a:lnTo>
                  <a:lnTo>
                    <a:pt x="4468660" y="1855509"/>
                  </a:lnTo>
                  <a:lnTo>
                    <a:pt x="4471148" y="1851979"/>
                  </a:lnTo>
                  <a:close/>
                </a:path>
                <a:path w="7677150" h="4437380">
                  <a:moveTo>
                    <a:pt x="4121729" y="2053866"/>
                  </a:moveTo>
                  <a:lnTo>
                    <a:pt x="4078924" y="2078598"/>
                  </a:lnTo>
                  <a:lnTo>
                    <a:pt x="4078032" y="2081168"/>
                  </a:lnTo>
                  <a:lnTo>
                    <a:pt x="4119209" y="2057381"/>
                  </a:lnTo>
                  <a:lnTo>
                    <a:pt x="4121729" y="2053866"/>
                  </a:lnTo>
                  <a:close/>
                </a:path>
                <a:path w="7677150" h="4437380">
                  <a:moveTo>
                    <a:pt x="2697409" y="2876808"/>
                  </a:moveTo>
                  <a:lnTo>
                    <a:pt x="2653881" y="2901958"/>
                  </a:lnTo>
                  <a:lnTo>
                    <a:pt x="2653081" y="2904337"/>
                  </a:lnTo>
                  <a:lnTo>
                    <a:pt x="2695086" y="2880071"/>
                  </a:lnTo>
                  <a:lnTo>
                    <a:pt x="2697409" y="2876808"/>
                  </a:lnTo>
                  <a:close/>
                </a:path>
                <a:path w="7677150" h="4437380">
                  <a:moveTo>
                    <a:pt x="1885249" y="3346057"/>
                  </a:moveTo>
                  <a:lnTo>
                    <a:pt x="1822631" y="3382236"/>
                  </a:lnTo>
                  <a:lnTo>
                    <a:pt x="1826630" y="3381763"/>
                  </a:lnTo>
                  <a:lnTo>
                    <a:pt x="1887164" y="3346794"/>
                  </a:lnTo>
                  <a:lnTo>
                    <a:pt x="1885249" y="3346057"/>
                  </a:lnTo>
                  <a:close/>
                </a:path>
                <a:path w="7677150" h="4437380">
                  <a:moveTo>
                    <a:pt x="1774838" y="3409850"/>
                  </a:moveTo>
                  <a:lnTo>
                    <a:pt x="1727973" y="3436928"/>
                  </a:lnTo>
                  <a:lnTo>
                    <a:pt x="1728487" y="3438458"/>
                  </a:lnTo>
                  <a:lnTo>
                    <a:pt x="1775354" y="3411384"/>
                  </a:lnTo>
                  <a:lnTo>
                    <a:pt x="1774838" y="3409850"/>
                  </a:lnTo>
                  <a:close/>
                </a:path>
                <a:path w="7677150" h="4437380">
                  <a:moveTo>
                    <a:pt x="1693543" y="3456821"/>
                  </a:moveTo>
                  <a:lnTo>
                    <a:pt x="1649086" y="3482507"/>
                  </a:lnTo>
                  <a:lnTo>
                    <a:pt x="1648328" y="3484765"/>
                  </a:lnTo>
                  <a:lnTo>
                    <a:pt x="1691337" y="3459920"/>
                  </a:lnTo>
                  <a:lnTo>
                    <a:pt x="1693543" y="3456821"/>
                  </a:lnTo>
                  <a:close/>
                </a:path>
                <a:path w="7677150" h="4437380">
                  <a:moveTo>
                    <a:pt x="1465025" y="3588853"/>
                  </a:moveTo>
                  <a:lnTo>
                    <a:pt x="1336611" y="3663048"/>
                  </a:lnTo>
                  <a:lnTo>
                    <a:pt x="1336272" y="3665034"/>
                  </a:lnTo>
                  <a:lnTo>
                    <a:pt x="1464631" y="3590884"/>
                  </a:lnTo>
                  <a:lnTo>
                    <a:pt x="1465025" y="3588853"/>
                  </a:lnTo>
                  <a:close/>
                </a:path>
                <a:path w="7677150" h="4437380">
                  <a:moveTo>
                    <a:pt x="766417" y="3992494"/>
                  </a:moveTo>
                  <a:lnTo>
                    <a:pt x="722979" y="4017592"/>
                  </a:lnTo>
                  <a:lnTo>
                    <a:pt x="722281" y="4019726"/>
                  </a:lnTo>
                  <a:lnTo>
                    <a:pt x="764319" y="3995441"/>
                  </a:lnTo>
                  <a:lnTo>
                    <a:pt x="766417" y="3992494"/>
                  </a:lnTo>
                  <a:close/>
                </a:path>
                <a:path w="7677150" h="4437380">
                  <a:moveTo>
                    <a:pt x="661222" y="4053274"/>
                  </a:moveTo>
                  <a:lnTo>
                    <a:pt x="625170" y="4074104"/>
                  </a:lnTo>
                  <a:lnTo>
                    <a:pt x="626660" y="4074104"/>
                  </a:lnTo>
                  <a:lnTo>
                    <a:pt x="627867" y="4074267"/>
                  </a:lnTo>
                  <a:lnTo>
                    <a:pt x="661606" y="4054777"/>
                  </a:lnTo>
                  <a:lnTo>
                    <a:pt x="661222" y="4053274"/>
                  </a:lnTo>
                  <a:close/>
                </a:path>
                <a:path w="7677150" h="4437380">
                  <a:moveTo>
                    <a:pt x="554919" y="4114694"/>
                  </a:moveTo>
                  <a:lnTo>
                    <a:pt x="508830" y="4141322"/>
                  </a:lnTo>
                  <a:lnTo>
                    <a:pt x="509305" y="4142758"/>
                  </a:lnTo>
                  <a:lnTo>
                    <a:pt x="555409" y="4116125"/>
                  </a:lnTo>
                  <a:lnTo>
                    <a:pt x="554919" y="4114694"/>
                  </a:lnTo>
                  <a:close/>
                </a:path>
                <a:path w="7677150" h="4437380">
                  <a:moveTo>
                    <a:pt x="473931" y="4161486"/>
                  </a:moveTo>
                  <a:lnTo>
                    <a:pt x="430378" y="4186651"/>
                  </a:lnTo>
                  <a:lnTo>
                    <a:pt x="429668" y="4188763"/>
                  </a:lnTo>
                  <a:lnTo>
                    <a:pt x="471868" y="4164385"/>
                  </a:lnTo>
                  <a:lnTo>
                    <a:pt x="473931" y="4161486"/>
                  </a:lnTo>
                  <a:close/>
                </a:path>
                <a:path w="7677150" h="4437380">
                  <a:moveTo>
                    <a:pt x="2557259" y="2957784"/>
                  </a:moveTo>
                  <a:lnTo>
                    <a:pt x="2509301" y="2985493"/>
                  </a:lnTo>
                  <a:lnTo>
                    <a:pt x="2509839" y="2987085"/>
                  </a:lnTo>
                  <a:lnTo>
                    <a:pt x="2557756" y="2959405"/>
                  </a:lnTo>
                  <a:lnTo>
                    <a:pt x="2557259" y="2957784"/>
                  </a:lnTo>
                  <a:close/>
                </a:path>
                <a:path w="7677150" h="4437380">
                  <a:moveTo>
                    <a:pt x="2387666" y="3055771"/>
                  </a:moveTo>
                  <a:lnTo>
                    <a:pt x="2342317" y="3081972"/>
                  </a:lnTo>
                  <a:lnTo>
                    <a:pt x="2342655" y="3083665"/>
                  </a:lnTo>
                  <a:lnTo>
                    <a:pt x="2388100" y="3057412"/>
                  </a:lnTo>
                  <a:lnTo>
                    <a:pt x="2387666" y="3055771"/>
                  </a:lnTo>
                  <a:close/>
                </a:path>
                <a:path w="7677150" h="4437380">
                  <a:moveTo>
                    <a:pt x="2305527" y="3103229"/>
                  </a:moveTo>
                  <a:lnTo>
                    <a:pt x="2264008" y="3127218"/>
                  </a:lnTo>
                  <a:lnTo>
                    <a:pt x="2263554" y="3129360"/>
                  </a:lnTo>
                  <a:lnTo>
                    <a:pt x="2303908" y="3106048"/>
                  </a:lnTo>
                  <a:lnTo>
                    <a:pt x="2305527" y="3103229"/>
                  </a:lnTo>
                  <a:close/>
                </a:path>
                <a:path w="7677150" h="4437380">
                  <a:moveTo>
                    <a:pt x="333126" y="4242840"/>
                  </a:moveTo>
                  <a:lnTo>
                    <a:pt x="276873" y="4275343"/>
                  </a:lnTo>
                  <a:lnTo>
                    <a:pt x="276844" y="4277047"/>
                  </a:lnTo>
                  <a:lnTo>
                    <a:pt x="333592" y="4244265"/>
                  </a:lnTo>
                  <a:lnTo>
                    <a:pt x="333126" y="4242840"/>
                  </a:lnTo>
                  <a:close/>
                </a:path>
                <a:path w="7677150" h="4437380">
                  <a:moveTo>
                    <a:pt x="133680" y="4358076"/>
                  </a:moveTo>
                  <a:lnTo>
                    <a:pt x="78201" y="4390131"/>
                  </a:lnTo>
                  <a:lnTo>
                    <a:pt x="78667" y="4391530"/>
                  </a:lnTo>
                  <a:lnTo>
                    <a:pt x="134825" y="4359089"/>
                  </a:lnTo>
                  <a:lnTo>
                    <a:pt x="133680" y="4358076"/>
                  </a:lnTo>
                  <a:close/>
                </a:path>
                <a:path w="7677150" h="4437380">
                  <a:moveTo>
                    <a:pt x="41019" y="4411614"/>
                  </a:moveTo>
                  <a:lnTo>
                    <a:pt x="1096" y="4434681"/>
                  </a:lnTo>
                  <a:lnTo>
                    <a:pt x="162" y="4436431"/>
                  </a:lnTo>
                  <a:lnTo>
                    <a:pt x="0" y="4436975"/>
                  </a:lnTo>
                  <a:lnTo>
                    <a:pt x="39456" y="4414182"/>
                  </a:lnTo>
                  <a:lnTo>
                    <a:pt x="41019" y="4411614"/>
                  </a:lnTo>
                  <a:close/>
                </a:path>
                <a:path w="7677150" h="4437380">
                  <a:moveTo>
                    <a:pt x="7676491" y="0"/>
                  </a:moveTo>
                  <a:lnTo>
                    <a:pt x="7673736" y="1591"/>
                  </a:lnTo>
                  <a:lnTo>
                    <a:pt x="7676550" y="1591"/>
                  </a:lnTo>
                  <a:lnTo>
                    <a:pt x="7676491" y="0"/>
                  </a:lnTo>
                  <a:close/>
                </a:path>
                <a:path w="7677150" h="4437380">
                  <a:moveTo>
                    <a:pt x="7616713" y="34538"/>
                  </a:moveTo>
                  <a:lnTo>
                    <a:pt x="7587348" y="51505"/>
                  </a:lnTo>
                  <a:lnTo>
                    <a:pt x="7587062" y="54064"/>
                  </a:lnTo>
                  <a:lnTo>
                    <a:pt x="7615762" y="37484"/>
                  </a:lnTo>
                  <a:lnTo>
                    <a:pt x="7616713" y="34538"/>
                  </a:lnTo>
                  <a:close/>
                </a:path>
                <a:path w="7677150" h="4437380">
                  <a:moveTo>
                    <a:pt x="7436030" y="138933"/>
                  </a:moveTo>
                  <a:lnTo>
                    <a:pt x="7384782" y="168543"/>
                  </a:lnTo>
                  <a:lnTo>
                    <a:pt x="7385459" y="170526"/>
                  </a:lnTo>
                  <a:lnTo>
                    <a:pt x="7437884" y="140241"/>
                  </a:lnTo>
                  <a:lnTo>
                    <a:pt x="7436030" y="138933"/>
                  </a:lnTo>
                  <a:close/>
                </a:path>
                <a:path w="7677150" h="4437380">
                  <a:moveTo>
                    <a:pt x="7347889" y="189859"/>
                  </a:moveTo>
                  <a:lnTo>
                    <a:pt x="7307923" y="212951"/>
                  </a:lnTo>
                  <a:lnTo>
                    <a:pt x="7306334" y="216235"/>
                  </a:lnTo>
                  <a:lnTo>
                    <a:pt x="7345667" y="193514"/>
                  </a:lnTo>
                  <a:lnTo>
                    <a:pt x="7347889" y="189859"/>
                  </a:lnTo>
                  <a:close/>
                </a:path>
                <a:path w="7677150" h="4437380">
                  <a:moveTo>
                    <a:pt x="6495383" y="682419"/>
                  </a:moveTo>
                  <a:lnTo>
                    <a:pt x="6492272" y="684216"/>
                  </a:lnTo>
                  <a:lnTo>
                    <a:pt x="6495450" y="684216"/>
                  </a:lnTo>
                  <a:lnTo>
                    <a:pt x="6495383" y="682419"/>
                  </a:lnTo>
                  <a:close/>
                </a:path>
                <a:path w="7677150" h="4437380">
                  <a:moveTo>
                    <a:pt x="6435747" y="716875"/>
                  </a:moveTo>
                  <a:lnTo>
                    <a:pt x="6406288" y="733896"/>
                  </a:lnTo>
                  <a:lnTo>
                    <a:pt x="6406016" y="736333"/>
                  </a:lnTo>
                  <a:lnTo>
                    <a:pt x="6434841" y="719681"/>
                  </a:lnTo>
                  <a:lnTo>
                    <a:pt x="6435747" y="716875"/>
                  </a:lnTo>
                  <a:close/>
                </a:path>
                <a:path w="7677150" h="4437380">
                  <a:moveTo>
                    <a:pt x="6255029" y="821290"/>
                  </a:moveTo>
                  <a:lnTo>
                    <a:pt x="6203586" y="851013"/>
                  </a:lnTo>
                  <a:lnTo>
                    <a:pt x="6204230" y="852901"/>
                  </a:lnTo>
                  <a:lnTo>
                    <a:pt x="6256776" y="822546"/>
                  </a:lnTo>
                  <a:lnTo>
                    <a:pt x="6255029" y="821290"/>
                  </a:lnTo>
                  <a:close/>
                </a:path>
                <a:path w="7677150" h="4437380">
                  <a:moveTo>
                    <a:pt x="6166558" y="872407"/>
                  </a:moveTo>
                  <a:lnTo>
                    <a:pt x="6126072" y="895799"/>
                  </a:lnTo>
                  <a:lnTo>
                    <a:pt x="6125118" y="897703"/>
                  </a:lnTo>
                  <a:lnTo>
                    <a:pt x="6124844" y="898761"/>
                  </a:lnTo>
                  <a:lnTo>
                    <a:pt x="6164425" y="875896"/>
                  </a:lnTo>
                  <a:lnTo>
                    <a:pt x="6166558" y="872407"/>
                  </a:lnTo>
                  <a:close/>
                </a:path>
                <a:path w="7677150" h="4437380">
                  <a:moveTo>
                    <a:pt x="5100399" y="1488411"/>
                  </a:moveTo>
                  <a:lnTo>
                    <a:pt x="5044674" y="1520608"/>
                  </a:lnTo>
                  <a:lnTo>
                    <a:pt x="5044710" y="1522735"/>
                  </a:lnTo>
                  <a:lnTo>
                    <a:pt x="5101381" y="1489998"/>
                  </a:lnTo>
                  <a:lnTo>
                    <a:pt x="5100399" y="1488411"/>
                  </a:lnTo>
                  <a:close/>
                </a:path>
                <a:path w="7677150" h="4437380">
                  <a:moveTo>
                    <a:pt x="4980875" y="1557470"/>
                  </a:moveTo>
                  <a:lnTo>
                    <a:pt x="4934587" y="1584214"/>
                  </a:lnTo>
                  <a:lnTo>
                    <a:pt x="4933349" y="1587067"/>
                  </a:lnTo>
                  <a:lnTo>
                    <a:pt x="4977999" y="1561273"/>
                  </a:lnTo>
                  <a:lnTo>
                    <a:pt x="4980875" y="1557470"/>
                  </a:lnTo>
                  <a:close/>
                </a:path>
                <a:path w="7677150" h="4437380">
                  <a:moveTo>
                    <a:pt x="1288935" y="3690595"/>
                  </a:moveTo>
                  <a:lnTo>
                    <a:pt x="1256429" y="3709376"/>
                  </a:lnTo>
                  <a:lnTo>
                    <a:pt x="1258337" y="3710056"/>
                  </a:lnTo>
                  <a:lnTo>
                    <a:pt x="1289325" y="3692155"/>
                  </a:lnTo>
                  <a:lnTo>
                    <a:pt x="1288935" y="3690595"/>
                  </a:lnTo>
                  <a:close/>
                </a:path>
                <a:path w="7677150" h="4437380">
                  <a:moveTo>
                    <a:pt x="1150100" y="3770810"/>
                  </a:moveTo>
                  <a:lnTo>
                    <a:pt x="1105021" y="3796856"/>
                  </a:lnTo>
                  <a:lnTo>
                    <a:pt x="1104281" y="3799051"/>
                  </a:lnTo>
                  <a:lnTo>
                    <a:pt x="1148806" y="3773330"/>
                  </a:lnTo>
                  <a:lnTo>
                    <a:pt x="1150100" y="3770810"/>
                  </a:lnTo>
                  <a:close/>
                </a:path>
                <a:path w="7677150" h="4437380">
                  <a:moveTo>
                    <a:pt x="6724365" y="550118"/>
                  </a:moveTo>
                  <a:lnTo>
                    <a:pt x="6510849" y="673483"/>
                  </a:lnTo>
                  <a:lnTo>
                    <a:pt x="6509193" y="676729"/>
                  </a:lnTo>
                  <a:lnTo>
                    <a:pt x="6716415" y="557021"/>
                  </a:lnTo>
                  <a:lnTo>
                    <a:pt x="6724365" y="550118"/>
                  </a:lnTo>
                  <a:close/>
                </a:path>
                <a:path w="7677150" h="4437380">
                  <a:moveTo>
                    <a:pt x="5739183" y="1119335"/>
                  </a:moveTo>
                  <a:lnTo>
                    <a:pt x="5526706" y="1242100"/>
                  </a:lnTo>
                  <a:lnTo>
                    <a:pt x="5525304" y="1245105"/>
                  </a:lnTo>
                  <a:lnTo>
                    <a:pt x="5731743" y="1125849"/>
                  </a:lnTo>
                  <a:lnTo>
                    <a:pt x="5738403" y="1120207"/>
                  </a:lnTo>
                  <a:lnTo>
                    <a:pt x="5739183" y="1119335"/>
                  </a:lnTo>
                  <a:close/>
                </a:path>
                <a:path w="7677150" h="4437380">
                  <a:moveTo>
                    <a:pt x="5454982" y="1283540"/>
                  </a:moveTo>
                  <a:lnTo>
                    <a:pt x="5241074" y="1407132"/>
                  </a:lnTo>
                  <a:lnTo>
                    <a:pt x="5239487" y="1410216"/>
                  </a:lnTo>
                  <a:lnTo>
                    <a:pt x="5447337" y="1290145"/>
                  </a:lnTo>
                  <a:lnTo>
                    <a:pt x="5454982" y="1283540"/>
                  </a:lnTo>
                  <a:close/>
                </a:path>
                <a:path w="7677150" h="4437380">
                  <a:moveTo>
                    <a:pt x="4016145" y="2114870"/>
                  </a:moveTo>
                  <a:lnTo>
                    <a:pt x="3802714" y="2238186"/>
                  </a:lnTo>
                  <a:lnTo>
                    <a:pt x="3801374" y="2240989"/>
                  </a:lnTo>
                  <a:lnTo>
                    <a:pt x="4009577" y="2120714"/>
                  </a:lnTo>
                  <a:lnTo>
                    <a:pt x="4015521" y="2115570"/>
                  </a:lnTo>
                  <a:lnTo>
                    <a:pt x="4016145" y="2114870"/>
                  </a:lnTo>
                  <a:close/>
                </a:path>
                <a:path w="7677150" h="4437380">
                  <a:moveTo>
                    <a:pt x="3262015" y="2550590"/>
                  </a:moveTo>
                  <a:lnTo>
                    <a:pt x="3209664" y="2580838"/>
                  </a:lnTo>
                  <a:lnTo>
                    <a:pt x="3211346" y="2581837"/>
                  </a:lnTo>
                  <a:lnTo>
                    <a:pt x="3263391" y="2551771"/>
                  </a:lnTo>
                  <a:lnTo>
                    <a:pt x="3262015" y="2550590"/>
                  </a:lnTo>
                  <a:close/>
                </a:path>
                <a:path w="7677150" h="4437380">
                  <a:moveTo>
                    <a:pt x="3428563" y="2454363"/>
                  </a:moveTo>
                  <a:lnTo>
                    <a:pt x="3394830" y="2473853"/>
                  </a:lnTo>
                  <a:lnTo>
                    <a:pt x="3395313" y="2475563"/>
                  </a:lnTo>
                  <a:lnTo>
                    <a:pt x="3428478" y="2456404"/>
                  </a:lnTo>
                  <a:lnTo>
                    <a:pt x="3428563" y="2454363"/>
                  </a:lnTo>
                  <a:close/>
                </a:path>
              </a:pathLst>
            </a:custGeom>
            <a:solidFill>
              <a:srgbClr val="777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505" y="877268"/>
              <a:ext cx="7616825" cy="4402455"/>
            </a:xfrm>
            <a:custGeom>
              <a:avLst/>
              <a:gdLst/>
              <a:ahLst/>
              <a:cxnLst/>
              <a:rect l="l" t="t" r="r" b="b"/>
              <a:pathLst>
                <a:path w="7616825" h="4402455">
                  <a:moveTo>
                    <a:pt x="4205516" y="1970537"/>
                  </a:moveTo>
                  <a:lnTo>
                    <a:pt x="4158659" y="1997606"/>
                  </a:lnTo>
                  <a:lnTo>
                    <a:pt x="4159197" y="1999219"/>
                  </a:lnTo>
                  <a:lnTo>
                    <a:pt x="4206052" y="1972146"/>
                  </a:lnTo>
                  <a:lnTo>
                    <a:pt x="4205516" y="1970537"/>
                  </a:lnTo>
                  <a:close/>
                </a:path>
                <a:path w="7616825" h="4402455">
                  <a:moveTo>
                    <a:pt x="4320458" y="1904137"/>
                  </a:moveTo>
                  <a:lnTo>
                    <a:pt x="4261829" y="1938006"/>
                  </a:lnTo>
                  <a:lnTo>
                    <a:pt x="4263963" y="1938685"/>
                  </a:lnTo>
                  <a:lnTo>
                    <a:pt x="4321893" y="1905214"/>
                  </a:lnTo>
                  <a:lnTo>
                    <a:pt x="4320458" y="1904137"/>
                  </a:lnTo>
                  <a:close/>
                </a:path>
                <a:path w="7616825" h="4402455">
                  <a:moveTo>
                    <a:pt x="2780665" y="2793649"/>
                  </a:moveTo>
                  <a:lnTo>
                    <a:pt x="2733776" y="2820736"/>
                  </a:lnTo>
                  <a:lnTo>
                    <a:pt x="2734358" y="2822483"/>
                  </a:lnTo>
                  <a:lnTo>
                    <a:pt x="2781246" y="2795392"/>
                  </a:lnTo>
                  <a:lnTo>
                    <a:pt x="2780665" y="2793649"/>
                  </a:lnTo>
                  <a:close/>
                </a:path>
                <a:path w="7616825" h="4402455">
                  <a:moveTo>
                    <a:pt x="2895084" y="2727551"/>
                  </a:moveTo>
                  <a:lnTo>
                    <a:pt x="2836863" y="2761184"/>
                  </a:lnTo>
                  <a:lnTo>
                    <a:pt x="2839121" y="2761952"/>
                  </a:lnTo>
                  <a:lnTo>
                    <a:pt x="2896605" y="2728738"/>
                  </a:lnTo>
                  <a:lnTo>
                    <a:pt x="2895084" y="2727551"/>
                  </a:lnTo>
                  <a:close/>
                </a:path>
                <a:path w="7616825" h="4402455">
                  <a:moveTo>
                    <a:pt x="849692" y="3909137"/>
                  </a:moveTo>
                  <a:lnTo>
                    <a:pt x="802835" y="3936206"/>
                  </a:lnTo>
                  <a:lnTo>
                    <a:pt x="803479" y="3938136"/>
                  </a:lnTo>
                  <a:lnTo>
                    <a:pt x="850334" y="3911063"/>
                  </a:lnTo>
                  <a:lnTo>
                    <a:pt x="849692" y="3909137"/>
                  </a:lnTo>
                  <a:close/>
                </a:path>
                <a:path w="7616825" h="4402455">
                  <a:moveTo>
                    <a:pt x="964527" y="3842799"/>
                  </a:moveTo>
                  <a:lnTo>
                    <a:pt x="905895" y="3876670"/>
                  </a:lnTo>
                  <a:lnTo>
                    <a:pt x="908382" y="3877524"/>
                  </a:lnTo>
                  <a:lnTo>
                    <a:pt x="966201" y="3844116"/>
                  </a:lnTo>
                  <a:lnTo>
                    <a:pt x="964527" y="3842799"/>
                  </a:lnTo>
                  <a:close/>
                </a:path>
                <a:path w="7616825" h="4402455">
                  <a:moveTo>
                    <a:pt x="7043451" y="331113"/>
                  </a:moveTo>
                  <a:lnTo>
                    <a:pt x="6999802" y="356328"/>
                  </a:lnTo>
                  <a:lnTo>
                    <a:pt x="6999162" y="358301"/>
                  </a:lnTo>
                  <a:lnTo>
                    <a:pt x="7042638" y="333181"/>
                  </a:lnTo>
                  <a:lnTo>
                    <a:pt x="7043451" y="331113"/>
                  </a:lnTo>
                  <a:close/>
                </a:path>
                <a:path w="7616825" h="4402455">
                  <a:moveTo>
                    <a:pt x="7184605" y="249571"/>
                  </a:moveTo>
                  <a:lnTo>
                    <a:pt x="7137232" y="276937"/>
                  </a:lnTo>
                  <a:lnTo>
                    <a:pt x="7139281" y="277340"/>
                  </a:lnTo>
                  <a:lnTo>
                    <a:pt x="7186168" y="250249"/>
                  </a:lnTo>
                  <a:lnTo>
                    <a:pt x="7184605" y="249571"/>
                  </a:lnTo>
                  <a:close/>
                </a:path>
                <a:path w="7616825" h="4402455">
                  <a:moveTo>
                    <a:pt x="3561124" y="2342791"/>
                  </a:moveTo>
                  <a:lnTo>
                    <a:pt x="3517467" y="2368011"/>
                  </a:lnTo>
                  <a:lnTo>
                    <a:pt x="3516669" y="2370468"/>
                  </a:lnTo>
                  <a:lnTo>
                    <a:pt x="3560112" y="2345367"/>
                  </a:lnTo>
                  <a:lnTo>
                    <a:pt x="3561124" y="2342791"/>
                  </a:lnTo>
                  <a:close/>
                </a:path>
                <a:path w="7616825" h="4402455">
                  <a:moveTo>
                    <a:pt x="3702271" y="2261253"/>
                  </a:moveTo>
                  <a:lnTo>
                    <a:pt x="3653504" y="2289425"/>
                  </a:lnTo>
                  <a:lnTo>
                    <a:pt x="3656027" y="2289948"/>
                  </a:lnTo>
                  <a:lnTo>
                    <a:pt x="3704223" y="2262100"/>
                  </a:lnTo>
                  <a:lnTo>
                    <a:pt x="3702271" y="2261253"/>
                  </a:lnTo>
                  <a:close/>
                </a:path>
                <a:path w="7616825" h="4402455">
                  <a:moveTo>
                    <a:pt x="2032050" y="3226110"/>
                  </a:moveTo>
                  <a:lnTo>
                    <a:pt x="1988449" y="3251297"/>
                  </a:lnTo>
                  <a:lnTo>
                    <a:pt x="1987651" y="3253927"/>
                  </a:lnTo>
                  <a:lnTo>
                    <a:pt x="2030960" y="3228903"/>
                  </a:lnTo>
                  <a:lnTo>
                    <a:pt x="2032050" y="3226110"/>
                  </a:lnTo>
                  <a:close/>
                </a:path>
                <a:path w="7616825" h="4402455">
                  <a:moveTo>
                    <a:pt x="2172319" y="3145079"/>
                  </a:moveTo>
                  <a:lnTo>
                    <a:pt x="2124306" y="3172815"/>
                  </a:lnTo>
                  <a:lnTo>
                    <a:pt x="2127102" y="3173353"/>
                  </a:lnTo>
                  <a:lnTo>
                    <a:pt x="2174470" y="3145984"/>
                  </a:lnTo>
                  <a:lnTo>
                    <a:pt x="2172319" y="3145079"/>
                  </a:lnTo>
                  <a:close/>
                </a:path>
                <a:path w="7616825" h="4402455">
                  <a:moveTo>
                    <a:pt x="6908745" y="408930"/>
                  </a:moveTo>
                  <a:lnTo>
                    <a:pt x="6782408" y="481913"/>
                  </a:lnTo>
                  <a:lnTo>
                    <a:pt x="6782098" y="483719"/>
                  </a:lnTo>
                  <a:lnTo>
                    <a:pt x="6908381" y="410754"/>
                  </a:lnTo>
                  <a:lnTo>
                    <a:pt x="6908745" y="408930"/>
                  </a:lnTo>
                  <a:close/>
                </a:path>
                <a:path w="7616825" h="4402455">
                  <a:moveTo>
                    <a:pt x="6034797" y="913794"/>
                  </a:moveTo>
                  <a:lnTo>
                    <a:pt x="6002168" y="932644"/>
                  </a:lnTo>
                  <a:lnTo>
                    <a:pt x="6004576" y="932967"/>
                  </a:lnTo>
                  <a:lnTo>
                    <a:pt x="6035178" y="915286"/>
                  </a:lnTo>
                  <a:lnTo>
                    <a:pt x="6034797" y="913794"/>
                  </a:lnTo>
                  <a:close/>
                </a:path>
                <a:path w="7616825" h="4402455">
                  <a:moveTo>
                    <a:pt x="5928499" y="975201"/>
                  </a:moveTo>
                  <a:lnTo>
                    <a:pt x="5882555" y="1001742"/>
                  </a:lnTo>
                  <a:lnTo>
                    <a:pt x="5883035" y="1003193"/>
                  </a:lnTo>
                  <a:lnTo>
                    <a:pt x="5928970" y="976652"/>
                  </a:lnTo>
                  <a:lnTo>
                    <a:pt x="5928499" y="975201"/>
                  </a:lnTo>
                  <a:close/>
                </a:path>
                <a:path w="7616825" h="4402455">
                  <a:moveTo>
                    <a:pt x="5843597" y="1024247"/>
                  </a:moveTo>
                  <a:lnTo>
                    <a:pt x="5802776" y="1047829"/>
                  </a:lnTo>
                  <a:lnTo>
                    <a:pt x="5802021" y="1050003"/>
                  </a:lnTo>
                  <a:lnTo>
                    <a:pt x="5841501" y="1027191"/>
                  </a:lnTo>
                  <a:lnTo>
                    <a:pt x="5843597" y="1024247"/>
                  </a:lnTo>
                  <a:close/>
                </a:path>
                <a:path w="7616825" h="4402455">
                  <a:moveTo>
                    <a:pt x="4659481" y="1708290"/>
                  </a:moveTo>
                  <a:lnTo>
                    <a:pt x="4627529" y="1726748"/>
                  </a:lnTo>
                  <a:lnTo>
                    <a:pt x="4630073" y="1727148"/>
                  </a:lnTo>
                  <a:lnTo>
                    <a:pt x="4659866" y="1709935"/>
                  </a:lnTo>
                  <a:lnTo>
                    <a:pt x="4659481" y="1708290"/>
                  </a:lnTo>
                  <a:close/>
                </a:path>
                <a:path w="7616825" h="4402455">
                  <a:moveTo>
                    <a:pt x="4553500" y="1769513"/>
                  </a:moveTo>
                  <a:lnTo>
                    <a:pt x="4506322" y="1796767"/>
                  </a:lnTo>
                  <a:lnTo>
                    <a:pt x="4506859" y="1798341"/>
                  </a:lnTo>
                  <a:lnTo>
                    <a:pt x="4554019" y="1771092"/>
                  </a:lnTo>
                  <a:lnTo>
                    <a:pt x="4553500" y="1769513"/>
                  </a:lnTo>
                  <a:close/>
                </a:path>
                <a:path w="7616825" h="4402455">
                  <a:moveTo>
                    <a:pt x="4469524" y="1818024"/>
                  </a:moveTo>
                  <a:lnTo>
                    <a:pt x="4428150" y="1841926"/>
                  </a:lnTo>
                  <a:lnTo>
                    <a:pt x="4427360" y="1844275"/>
                  </a:lnTo>
                  <a:lnTo>
                    <a:pt x="4467279" y="1821210"/>
                  </a:lnTo>
                  <a:lnTo>
                    <a:pt x="4469524" y="1818024"/>
                  </a:lnTo>
                  <a:close/>
                </a:path>
                <a:path w="7616825" h="4402455">
                  <a:moveTo>
                    <a:pt x="4120073" y="2019896"/>
                  </a:moveTo>
                  <a:lnTo>
                    <a:pt x="4078896" y="2043683"/>
                  </a:lnTo>
                  <a:lnTo>
                    <a:pt x="4078058" y="2046100"/>
                  </a:lnTo>
                  <a:lnTo>
                    <a:pt x="4117713" y="2023188"/>
                  </a:lnTo>
                  <a:lnTo>
                    <a:pt x="4120073" y="2019896"/>
                  </a:lnTo>
                  <a:close/>
                </a:path>
                <a:path w="7616825" h="4402455">
                  <a:moveTo>
                    <a:pt x="2695950" y="2842587"/>
                  </a:moveTo>
                  <a:lnTo>
                    <a:pt x="2653945" y="2866852"/>
                  </a:lnTo>
                  <a:lnTo>
                    <a:pt x="2653073" y="2869450"/>
                  </a:lnTo>
                  <a:lnTo>
                    <a:pt x="2693425" y="2846135"/>
                  </a:lnTo>
                  <a:lnTo>
                    <a:pt x="2695950" y="2842587"/>
                  </a:lnTo>
                  <a:close/>
                </a:path>
                <a:path w="7616825" h="4402455">
                  <a:moveTo>
                    <a:pt x="1888028" y="3309309"/>
                  </a:moveTo>
                  <a:lnTo>
                    <a:pt x="1827425" y="3344318"/>
                  </a:lnTo>
                  <a:lnTo>
                    <a:pt x="1827156" y="3344318"/>
                  </a:lnTo>
                  <a:lnTo>
                    <a:pt x="1830207" y="3343957"/>
                  </a:lnTo>
                  <a:lnTo>
                    <a:pt x="1831834" y="3343957"/>
                  </a:lnTo>
                  <a:lnTo>
                    <a:pt x="1890042" y="3310325"/>
                  </a:lnTo>
                  <a:lnTo>
                    <a:pt x="1889453" y="3309858"/>
                  </a:lnTo>
                  <a:lnTo>
                    <a:pt x="1888028" y="3309309"/>
                  </a:lnTo>
                  <a:close/>
                </a:path>
                <a:path w="7616825" h="4402455">
                  <a:moveTo>
                    <a:pt x="1831834" y="3343957"/>
                  </a:moveTo>
                  <a:lnTo>
                    <a:pt x="1830207" y="3343957"/>
                  </a:lnTo>
                  <a:lnTo>
                    <a:pt x="1831210" y="3344318"/>
                  </a:lnTo>
                  <a:lnTo>
                    <a:pt x="1831834" y="3343957"/>
                  </a:lnTo>
                  <a:close/>
                </a:path>
                <a:path w="7616825" h="4402455">
                  <a:moveTo>
                    <a:pt x="1776219" y="3373899"/>
                  </a:moveTo>
                  <a:lnTo>
                    <a:pt x="1729351" y="3400974"/>
                  </a:lnTo>
                  <a:lnTo>
                    <a:pt x="1729970" y="3402814"/>
                  </a:lnTo>
                  <a:lnTo>
                    <a:pt x="1776836" y="3375735"/>
                  </a:lnTo>
                  <a:lnTo>
                    <a:pt x="1776219" y="3373899"/>
                  </a:lnTo>
                  <a:close/>
                </a:path>
                <a:path w="7616825" h="4402455">
                  <a:moveTo>
                    <a:pt x="1692201" y="3422435"/>
                  </a:moveTo>
                  <a:lnTo>
                    <a:pt x="1649192" y="3447280"/>
                  </a:lnTo>
                  <a:lnTo>
                    <a:pt x="1648273" y="3450018"/>
                  </a:lnTo>
                  <a:lnTo>
                    <a:pt x="1689538" y="3426176"/>
                  </a:lnTo>
                  <a:lnTo>
                    <a:pt x="1692201" y="3422435"/>
                  </a:lnTo>
                  <a:close/>
                </a:path>
                <a:path w="7616825" h="4402455">
                  <a:moveTo>
                    <a:pt x="1465495" y="3553399"/>
                  </a:moveTo>
                  <a:lnTo>
                    <a:pt x="1337136" y="3627550"/>
                  </a:lnTo>
                  <a:lnTo>
                    <a:pt x="1336710" y="3630038"/>
                  </a:lnTo>
                  <a:lnTo>
                    <a:pt x="1465007" y="3555909"/>
                  </a:lnTo>
                  <a:lnTo>
                    <a:pt x="1465495" y="3553399"/>
                  </a:lnTo>
                  <a:close/>
                </a:path>
                <a:path w="7616825" h="4402455">
                  <a:moveTo>
                    <a:pt x="765183" y="3957956"/>
                  </a:moveTo>
                  <a:lnTo>
                    <a:pt x="723145" y="3982241"/>
                  </a:lnTo>
                  <a:lnTo>
                    <a:pt x="722213" y="3985091"/>
                  </a:lnTo>
                  <a:lnTo>
                    <a:pt x="762394" y="3961875"/>
                  </a:lnTo>
                  <a:lnTo>
                    <a:pt x="765183" y="3957956"/>
                  </a:lnTo>
                  <a:close/>
                </a:path>
                <a:path w="7616825" h="4402455">
                  <a:moveTo>
                    <a:pt x="662470" y="4017292"/>
                  </a:moveTo>
                  <a:lnTo>
                    <a:pt x="628731" y="4036783"/>
                  </a:lnTo>
                  <a:lnTo>
                    <a:pt x="631986" y="4037224"/>
                  </a:lnTo>
                  <a:lnTo>
                    <a:pt x="662985" y="4019313"/>
                  </a:lnTo>
                  <a:lnTo>
                    <a:pt x="662470" y="4017292"/>
                  </a:lnTo>
                  <a:close/>
                </a:path>
                <a:path w="7616825" h="4402455">
                  <a:moveTo>
                    <a:pt x="556273" y="4078640"/>
                  </a:moveTo>
                  <a:lnTo>
                    <a:pt x="510169" y="4105274"/>
                  </a:lnTo>
                  <a:lnTo>
                    <a:pt x="510818" y="4107234"/>
                  </a:lnTo>
                  <a:lnTo>
                    <a:pt x="556938" y="4080586"/>
                  </a:lnTo>
                  <a:lnTo>
                    <a:pt x="556273" y="4078640"/>
                  </a:lnTo>
                  <a:close/>
                </a:path>
                <a:path w="7616825" h="4402455">
                  <a:moveTo>
                    <a:pt x="472732" y="4126900"/>
                  </a:moveTo>
                  <a:lnTo>
                    <a:pt x="430532" y="4151279"/>
                  </a:lnTo>
                  <a:lnTo>
                    <a:pt x="429555" y="4154188"/>
                  </a:lnTo>
                  <a:lnTo>
                    <a:pt x="469903" y="4130875"/>
                  </a:lnTo>
                  <a:lnTo>
                    <a:pt x="472732" y="4126900"/>
                  </a:lnTo>
                  <a:close/>
                </a:path>
                <a:path w="7616825" h="4402455">
                  <a:moveTo>
                    <a:pt x="2558620" y="2921920"/>
                  </a:moveTo>
                  <a:lnTo>
                    <a:pt x="2510703" y="2949601"/>
                  </a:lnTo>
                  <a:lnTo>
                    <a:pt x="2511300" y="2951366"/>
                  </a:lnTo>
                  <a:lnTo>
                    <a:pt x="2559167" y="2923708"/>
                  </a:lnTo>
                  <a:lnTo>
                    <a:pt x="2558620" y="2921920"/>
                  </a:lnTo>
                  <a:close/>
                </a:path>
                <a:path w="7616825" h="4402455">
                  <a:moveTo>
                    <a:pt x="2388965" y="3019927"/>
                  </a:moveTo>
                  <a:lnTo>
                    <a:pt x="2343519" y="3046180"/>
                  </a:lnTo>
                  <a:lnTo>
                    <a:pt x="2343900" y="3048089"/>
                  </a:lnTo>
                  <a:lnTo>
                    <a:pt x="2389452" y="3021769"/>
                  </a:lnTo>
                  <a:lnTo>
                    <a:pt x="2388965" y="3019927"/>
                  </a:lnTo>
                  <a:close/>
                </a:path>
                <a:path w="7616825" h="4402455">
                  <a:moveTo>
                    <a:pt x="2304772" y="3068564"/>
                  </a:moveTo>
                  <a:lnTo>
                    <a:pt x="2264418" y="3091875"/>
                  </a:lnTo>
                  <a:lnTo>
                    <a:pt x="2263794" y="3094373"/>
                  </a:lnTo>
                  <a:lnTo>
                    <a:pt x="2302938" y="3071756"/>
                  </a:lnTo>
                  <a:lnTo>
                    <a:pt x="2304772" y="3068564"/>
                  </a:lnTo>
                  <a:close/>
                </a:path>
                <a:path w="7616825" h="4402455">
                  <a:moveTo>
                    <a:pt x="334456" y="4206780"/>
                  </a:moveTo>
                  <a:lnTo>
                    <a:pt x="277708" y="4239562"/>
                  </a:lnTo>
                  <a:lnTo>
                    <a:pt x="277667" y="4241948"/>
                  </a:lnTo>
                  <a:lnTo>
                    <a:pt x="335103" y="4208762"/>
                  </a:lnTo>
                  <a:lnTo>
                    <a:pt x="334456" y="4206780"/>
                  </a:lnTo>
                  <a:close/>
                </a:path>
                <a:path w="7616825" h="4402455">
                  <a:moveTo>
                    <a:pt x="135689" y="4321604"/>
                  </a:moveTo>
                  <a:lnTo>
                    <a:pt x="79531" y="4354046"/>
                  </a:lnTo>
                  <a:lnTo>
                    <a:pt x="80198" y="4356045"/>
                  </a:lnTo>
                  <a:lnTo>
                    <a:pt x="137314" y="4323043"/>
                  </a:lnTo>
                  <a:lnTo>
                    <a:pt x="135689" y="4321604"/>
                  </a:lnTo>
                  <a:close/>
                </a:path>
                <a:path w="7616825" h="4402455">
                  <a:moveTo>
                    <a:pt x="40320" y="4376697"/>
                  </a:moveTo>
                  <a:lnTo>
                    <a:pt x="864" y="4399490"/>
                  </a:lnTo>
                  <a:lnTo>
                    <a:pt x="0" y="4402383"/>
                  </a:lnTo>
                  <a:lnTo>
                    <a:pt x="38078" y="4380381"/>
                  </a:lnTo>
                  <a:lnTo>
                    <a:pt x="40320" y="4376697"/>
                  </a:lnTo>
                  <a:close/>
                </a:path>
                <a:path w="7616825" h="4402455">
                  <a:moveTo>
                    <a:pt x="7616626" y="0"/>
                  </a:moveTo>
                  <a:lnTo>
                    <a:pt x="7587926" y="16579"/>
                  </a:lnTo>
                  <a:lnTo>
                    <a:pt x="7587742" y="18222"/>
                  </a:lnTo>
                  <a:lnTo>
                    <a:pt x="7616018" y="1884"/>
                  </a:lnTo>
                  <a:lnTo>
                    <a:pt x="7616626" y="0"/>
                  </a:lnTo>
                  <a:close/>
                </a:path>
                <a:path w="7616825" h="4402455">
                  <a:moveTo>
                    <a:pt x="7438748" y="102757"/>
                  </a:moveTo>
                  <a:lnTo>
                    <a:pt x="7386323" y="133042"/>
                  </a:lnTo>
                  <a:lnTo>
                    <a:pt x="7386767" y="134344"/>
                  </a:lnTo>
                  <a:lnTo>
                    <a:pt x="7439958" y="103611"/>
                  </a:lnTo>
                  <a:lnTo>
                    <a:pt x="7438748" y="102757"/>
                  </a:lnTo>
                  <a:close/>
                </a:path>
                <a:path w="7616825" h="4402455">
                  <a:moveTo>
                    <a:pt x="7346531" y="156029"/>
                  </a:moveTo>
                  <a:lnTo>
                    <a:pt x="7307198" y="178751"/>
                  </a:lnTo>
                  <a:lnTo>
                    <a:pt x="7307082" y="178990"/>
                  </a:lnTo>
                  <a:lnTo>
                    <a:pt x="7306641" y="180641"/>
                  </a:lnTo>
                  <a:lnTo>
                    <a:pt x="7345065" y="158440"/>
                  </a:lnTo>
                  <a:lnTo>
                    <a:pt x="7346531" y="156029"/>
                  </a:lnTo>
                  <a:close/>
                </a:path>
                <a:path w="7616825" h="4402455">
                  <a:moveTo>
                    <a:pt x="6435706" y="682196"/>
                  </a:moveTo>
                  <a:lnTo>
                    <a:pt x="6406880" y="698849"/>
                  </a:lnTo>
                  <a:lnTo>
                    <a:pt x="6406680" y="700634"/>
                  </a:lnTo>
                  <a:lnTo>
                    <a:pt x="6435044" y="684245"/>
                  </a:lnTo>
                  <a:lnTo>
                    <a:pt x="6435706" y="682196"/>
                  </a:lnTo>
                  <a:close/>
                </a:path>
                <a:path w="7616825" h="4402455">
                  <a:moveTo>
                    <a:pt x="6257640" y="785062"/>
                  </a:moveTo>
                  <a:lnTo>
                    <a:pt x="6205094" y="815417"/>
                  </a:lnTo>
                  <a:lnTo>
                    <a:pt x="6205577" y="816830"/>
                  </a:lnTo>
                  <a:lnTo>
                    <a:pt x="6258941" y="785997"/>
                  </a:lnTo>
                  <a:lnTo>
                    <a:pt x="6257640" y="785062"/>
                  </a:lnTo>
                  <a:close/>
                </a:path>
                <a:path w="7616825" h="4402455">
                  <a:moveTo>
                    <a:pt x="6165289" y="838411"/>
                  </a:moveTo>
                  <a:lnTo>
                    <a:pt x="6125708" y="861276"/>
                  </a:lnTo>
                  <a:lnTo>
                    <a:pt x="6125191" y="863277"/>
                  </a:lnTo>
                  <a:lnTo>
                    <a:pt x="6163685" y="841035"/>
                  </a:lnTo>
                  <a:lnTo>
                    <a:pt x="6165289" y="838411"/>
                  </a:lnTo>
                  <a:close/>
                </a:path>
                <a:path w="7616825" h="4402455">
                  <a:moveTo>
                    <a:pt x="5102245" y="1452513"/>
                  </a:moveTo>
                  <a:lnTo>
                    <a:pt x="5045575" y="1485251"/>
                  </a:lnTo>
                  <a:lnTo>
                    <a:pt x="5045606" y="1487056"/>
                  </a:lnTo>
                  <a:lnTo>
                    <a:pt x="5103073" y="1453851"/>
                  </a:lnTo>
                  <a:lnTo>
                    <a:pt x="5102245" y="1452513"/>
                  </a:lnTo>
                  <a:close/>
                </a:path>
                <a:path w="7616825" h="4402455">
                  <a:moveTo>
                    <a:pt x="4978863" y="1523789"/>
                  </a:moveTo>
                  <a:lnTo>
                    <a:pt x="4934213" y="1549582"/>
                  </a:lnTo>
                  <a:lnTo>
                    <a:pt x="4934024" y="1550019"/>
                  </a:lnTo>
                  <a:lnTo>
                    <a:pt x="4933532" y="1551812"/>
                  </a:lnTo>
                  <a:lnTo>
                    <a:pt x="4976405" y="1527040"/>
                  </a:lnTo>
                  <a:lnTo>
                    <a:pt x="4978863" y="1523789"/>
                  </a:lnTo>
                  <a:close/>
                </a:path>
                <a:path w="7616825" h="4402455">
                  <a:moveTo>
                    <a:pt x="1290189" y="3654670"/>
                  </a:moveTo>
                  <a:lnTo>
                    <a:pt x="1259201" y="3672571"/>
                  </a:lnTo>
                  <a:lnTo>
                    <a:pt x="1260803" y="3673141"/>
                  </a:lnTo>
                  <a:lnTo>
                    <a:pt x="1261385" y="3673560"/>
                  </a:lnTo>
                  <a:lnTo>
                    <a:pt x="1290680" y="3656634"/>
                  </a:lnTo>
                  <a:lnTo>
                    <a:pt x="1290189" y="3654670"/>
                  </a:lnTo>
                  <a:close/>
                </a:path>
                <a:path w="7616825" h="4402455">
                  <a:moveTo>
                    <a:pt x="1149670" y="3735846"/>
                  </a:moveTo>
                  <a:lnTo>
                    <a:pt x="1105145" y="3761567"/>
                  </a:lnTo>
                  <a:lnTo>
                    <a:pt x="1104194" y="3764384"/>
                  </a:lnTo>
                  <a:lnTo>
                    <a:pt x="1148016" y="3739064"/>
                  </a:lnTo>
                  <a:lnTo>
                    <a:pt x="1149670" y="3735846"/>
                  </a:lnTo>
                  <a:close/>
                </a:path>
                <a:path w="7616825" h="4402455">
                  <a:moveTo>
                    <a:pt x="6717279" y="519536"/>
                  </a:moveTo>
                  <a:lnTo>
                    <a:pt x="6510057" y="639245"/>
                  </a:lnTo>
                  <a:lnTo>
                    <a:pt x="6508858" y="641596"/>
                  </a:lnTo>
                  <a:lnTo>
                    <a:pt x="6711208" y="524679"/>
                  </a:lnTo>
                  <a:lnTo>
                    <a:pt x="6717279" y="519536"/>
                  </a:lnTo>
                  <a:close/>
                </a:path>
                <a:path w="7616825" h="4402455">
                  <a:moveTo>
                    <a:pt x="5732607" y="1088364"/>
                  </a:moveTo>
                  <a:lnTo>
                    <a:pt x="5526168" y="1207620"/>
                  </a:lnTo>
                  <a:lnTo>
                    <a:pt x="5525038" y="1210042"/>
                  </a:lnTo>
                  <a:lnTo>
                    <a:pt x="5726123" y="1093856"/>
                  </a:lnTo>
                  <a:lnTo>
                    <a:pt x="5732607" y="1088364"/>
                  </a:lnTo>
                  <a:close/>
                </a:path>
                <a:path w="7616825" h="4402455">
                  <a:moveTo>
                    <a:pt x="5447961" y="1252799"/>
                  </a:moveTo>
                  <a:lnTo>
                    <a:pt x="5240325" y="1372747"/>
                  </a:lnTo>
                  <a:lnTo>
                    <a:pt x="5239003" y="1375312"/>
                  </a:lnTo>
                  <a:lnTo>
                    <a:pt x="5441864" y="1258100"/>
                  </a:lnTo>
                  <a:lnTo>
                    <a:pt x="5447961" y="1252799"/>
                  </a:lnTo>
                  <a:close/>
                </a:path>
                <a:path w="7616825" h="4402455">
                  <a:moveTo>
                    <a:pt x="4010441" y="2083229"/>
                  </a:moveTo>
                  <a:lnTo>
                    <a:pt x="3802238" y="2203504"/>
                  </a:lnTo>
                  <a:lnTo>
                    <a:pt x="3800940" y="2206218"/>
                  </a:lnTo>
                  <a:lnTo>
                    <a:pt x="4003693" y="2089068"/>
                  </a:lnTo>
                  <a:lnTo>
                    <a:pt x="4010441" y="2083229"/>
                  </a:lnTo>
                  <a:close/>
                </a:path>
                <a:path w="7616825" h="4402455">
                  <a:moveTo>
                    <a:pt x="3264256" y="2514287"/>
                  </a:moveTo>
                  <a:lnTo>
                    <a:pt x="3212210" y="2544352"/>
                  </a:lnTo>
                  <a:lnTo>
                    <a:pt x="3213943" y="2545382"/>
                  </a:lnTo>
                  <a:lnTo>
                    <a:pt x="3265665" y="2515497"/>
                  </a:lnTo>
                  <a:lnTo>
                    <a:pt x="3264256" y="2514287"/>
                  </a:lnTo>
                  <a:close/>
                </a:path>
                <a:path w="7616825" h="4402455">
                  <a:moveTo>
                    <a:pt x="3429342" y="2418919"/>
                  </a:moveTo>
                  <a:lnTo>
                    <a:pt x="3396177" y="2438078"/>
                  </a:lnTo>
                  <a:lnTo>
                    <a:pt x="3396664" y="2439806"/>
                  </a:lnTo>
                  <a:lnTo>
                    <a:pt x="3429257" y="2420975"/>
                  </a:lnTo>
                  <a:lnTo>
                    <a:pt x="3429342" y="2418919"/>
                  </a:lnTo>
                  <a:close/>
                </a:path>
              </a:pathLst>
            </a:custGeom>
            <a:solidFill>
              <a:srgbClr val="757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8093" y="879152"/>
              <a:ext cx="7617459" cy="4405630"/>
            </a:xfrm>
            <a:custGeom>
              <a:avLst/>
              <a:gdLst/>
              <a:ahLst/>
              <a:cxnLst/>
              <a:rect l="l" t="t" r="r" b="b"/>
              <a:pathLst>
                <a:path w="7617459" h="4405630">
                  <a:moveTo>
                    <a:pt x="4207464" y="1970261"/>
                  </a:moveTo>
                  <a:lnTo>
                    <a:pt x="4160609" y="1997334"/>
                  </a:lnTo>
                  <a:lnTo>
                    <a:pt x="4161474" y="1999930"/>
                  </a:lnTo>
                  <a:lnTo>
                    <a:pt x="4208327" y="1972850"/>
                  </a:lnTo>
                  <a:lnTo>
                    <a:pt x="4207464" y="1970261"/>
                  </a:lnTo>
                  <a:close/>
                </a:path>
                <a:path w="7617459" h="4405630">
                  <a:moveTo>
                    <a:pt x="4323304" y="1903329"/>
                  </a:moveTo>
                  <a:lnTo>
                    <a:pt x="4265375" y="1936800"/>
                  </a:lnTo>
                  <a:lnTo>
                    <a:pt x="4268808" y="1937892"/>
                  </a:lnTo>
                  <a:lnTo>
                    <a:pt x="4325611" y="1905060"/>
                  </a:lnTo>
                  <a:lnTo>
                    <a:pt x="4323304" y="1903329"/>
                  </a:lnTo>
                  <a:close/>
                </a:path>
                <a:path w="7617459" h="4405630">
                  <a:moveTo>
                    <a:pt x="2782657" y="2793508"/>
                  </a:moveTo>
                  <a:lnTo>
                    <a:pt x="2735770" y="2820599"/>
                  </a:lnTo>
                  <a:lnTo>
                    <a:pt x="2736713" y="2823429"/>
                  </a:lnTo>
                  <a:lnTo>
                    <a:pt x="2783597" y="2796330"/>
                  </a:lnTo>
                  <a:lnTo>
                    <a:pt x="2782657" y="2793508"/>
                  </a:lnTo>
                  <a:close/>
                </a:path>
                <a:path w="7617459" h="4405630">
                  <a:moveTo>
                    <a:pt x="2898016" y="2726854"/>
                  </a:moveTo>
                  <a:lnTo>
                    <a:pt x="2840533" y="2760068"/>
                  </a:lnTo>
                  <a:lnTo>
                    <a:pt x="2844185" y="2761311"/>
                  </a:lnTo>
                  <a:lnTo>
                    <a:pt x="2900477" y="2728775"/>
                  </a:lnTo>
                  <a:lnTo>
                    <a:pt x="2898016" y="2726854"/>
                  </a:lnTo>
                  <a:close/>
                </a:path>
                <a:path w="7617459" h="4405630">
                  <a:moveTo>
                    <a:pt x="851746" y="3909179"/>
                  </a:moveTo>
                  <a:lnTo>
                    <a:pt x="804890" y="3936252"/>
                  </a:lnTo>
                  <a:lnTo>
                    <a:pt x="805939" y="3939398"/>
                  </a:lnTo>
                  <a:lnTo>
                    <a:pt x="852792" y="3912317"/>
                  </a:lnTo>
                  <a:lnTo>
                    <a:pt x="851746" y="3909179"/>
                  </a:lnTo>
                  <a:close/>
                </a:path>
                <a:path w="7617459" h="4405630">
                  <a:moveTo>
                    <a:pt x="967613" y="3842231"/>
                  </a:moveTo>
                  <a:lnTo>
                    <a:pt x="909794" y="3875639"/>
                  </a:lnTo>
                  <a:lnTo>
                    <a:pt x="913845" y="3877029"/>
                  </a:lnTo>
                  <a:lnTo>
                    <a:pt x="970339" y="3844377"/>
                  </a:lnTo>
                  <a:lnTo>
                    <a:pt x="967613" y="3842231"/>
                  </a:lnTo>
                  <a:close/>
                </a:path>
                <a:path w="7617459" h="4405630">
                  <a:moveTo>
                    <a:pt x="7044049" y="331296"/>
                  </a:moveTo>
                  <a:lnTo>
                    <a:pt x="7000574" y="356416"/>
                  </a:lnTo>
                  <a:lnTo>
                    <a:pt x="6999559" y="359544"/>
                  </a:lnTo>
                  <a:lnTo>
                    <a:pt x="7042759" y="334574"/>
                  </a:lnTo>
                  <a:lnTo>
                    <a:pt x="7044049" y="331296"/>
                  </a:lnTo>
                  <a:close/>
                </a:path>
                <a:path w="7617459" h="4405630">
                  <a:moveTo>
                    <a:pt x="7187580" y="248365"/>
                  </a:moveTo>
                  <a:lnTo>
                    <a:pt x="7140693" y="275456"/>
                  </a:lnTo>
                  <a:lnTo>
                    <a:pt x="7143330" y="275975"/>
                  </a:lnTo>
                  <a:lnTo>
                    <a:pt x="7143677" y="276245"/>
                  </a:lnTo>
                  <a:lnTo>
                    <a:pt x="7190055" y="249439"/>
                  </a:lnTo>
                  <a:lnTo>
                    <a:pt x="7187580" y="248365"/>
                  </a:lnTo>
                  <a:close/>
                </a:path>
                <a:path w="7617459" h="4405630">
                  <a:moveTo>
                    <a:pt x="3561524" y="2343482"/>
                  </a:moveTo>
                  <a:lnTo>
                    <a:pt x="3518081" y="2368584"/>
                  </a:lnTo>
                  <a:lnTo>
                    <a:pt x="3516793" y="2372550"/>
                  </a:lnTo>
                  <a:lnTo>
                    <a:pt x="3559890" y="2347640"/>
                  </a:lnTo>
                  <a:lnTo>
                    <a:pt x="3561524" y="2343482"/>
                  </a:lnTo>
                  <a:close/>
                </a:path>
                <a:path w="7617459" h="4405630">
                  <a:moveTo>
                    <a:pt x="3705635" y="2260216"/>
                  </a:moveTo>
                  <a:lnTo>
                    <a:pt x="3657439" y="2288063"/>
                  </a:lnTo>
                  <a:lnTo>
                    <a:pt x="3660990" y="2288798"/>
                  </a:lnTo>
                  <a:lnTo>
                    <a:pt x="3661293" y="2289030"/>
                  </a:lnTo>
                  <a:lnTo>
                    <a:pt x="3708783" y="2261582"/>
                  </a:lnTo>
                  <a:lnTo>
                    <a:pt x="3705635" y="2260216"/>
                  </a:lnTo>
                  <a:close/>
                </a:path>
                <a:path w="7617459" h="4405630">
                  <a:moveTo>
                    <a:pt x="2032372" y="3227019"/>
                  </a:moveTo>
                  <a:lnTo>
                    <a:pt x="1989063" y="3252042"/>
                  </a:lnTo>
                  <a:lnTo>
                    <a:pt x="1987768" y="3256312"/>
                  </a:lnTo>
                  <a:lnTo>
                    <a:pt x="2030604" y="3231553"/>
                  </a:lnTo>
                  <a:lnTo>
                    <a:pt x="2032372" y="3227019"/>
                  </a:lnTo>
                  <a:close/>
                </a:path>
                <a:path w="7617459" h="4405630">
                  <a:moveTo>
                    <a:pt x="2175882" y="3144099"/>
                  </a:moveTo>
                  <a:lnTo>
                    <a:pt x="2128514" y="3171469"/>
                  </a:lnTo>
                  <a:lnTo>
                    <a:pt x="2132037" y="3172147"/>
                  </a:lnTo>
                  <a:lnTo>
                    <a:pt x="2132614" y="3172593"/>
                  </a:lnTo>
                  <a:lnTo>
                    <a:pt x="2179371" y="3145567"/>
                  </a:lnTo>
                  <a:lnTo>
                    <a:pt x="2175882" y="3144099"/>
                  </a:lnTo>
                  <a:close/>
                </a:path>
                <a:path w="7617459" h="4405630">
                  <a:moveTo>
                    <a:pt x="6909792" y="408869"/>
                  </a:moveTo>
                  <a:lnTo>
                    <a:pt x="6783510" y="481834"/>
                  </a:lnTo>
                  <a:lnTo>
                    <a:pt x="6783018" y="484702"/>
                  </a:lnTo>
                  <a:lnTo>
                    <a:pt x="6909191" y="411776"/>
                  </a:lnTo>
                  <a:lnTo>
                    <a:pt x="6909792" y="408869"/>
                  </a:lnTo>
                  <a:close/>
                </a:path>
                <a:path w="7617459" h="4405630">
                  <a:moveTo>
                    <a:pt x="6036589" y="913401"/>
                  </a:moveTo>
                  <a:lnTo>
                    <a:pt x="6005988" y="931083"/>
                  </a:lnTo>
                  <a:lnTo>
                    <a:pt x="6007569" y="931295"/>
                  </a:lnTo>
                  <a:lnTo>
                    <a:pt x="6009048" y="932050"/>
                  </a:lnTo>
                  <a:lnTo>
                    <a:pt x="6037197" y="915780"/>
                  </a:lnTo>
                  <a:lnTo>
                    <a:pt x="6036589" y="913401"/>
                  </a:lnTo>
                  <a:close/>
                </a:path>
                <a:path w="7617459" h="4405630">
                  <a:moveTo>
                    <a:pt x="5930382" y="974767"/>
                  </a:moveTo>
                  <a:lnTo>
                    <a:pt x="5884447" y="1001309"/>
                  </a:lnTo>
                  <a:lnTo>
                    <a:pt x="5885213" y="1003625"/>
                  </a:lnTo>
                  <a:lnTo>
                    <a:pt x="5931134" y="977083"/>
                  </a:lnTo>
                  <a:lnTo>
                    <a:pt x="5930382" y="974767"/>
                  </a:lnTo>
                  <a:close/>
                </a:path>
                <a:path w="7617459" h="4405630">
                  <a:moveTo>
                    <a:pt x="5842913" y="1025307"/>
                  </a:moveTo>
                  <a:lnTo>
                    <a:pt x="5803432" y="1048118"/>
                  </a:lnTo>
                  <a:lnTo>
                    <a:pt x="5802227" y="1051591"/>
                  </a:lnTo>
                  <a:lnTo>
                    <a:pt x="5840758" y="1029320"/>
                  </a:lnTo>
                  <a:lnTo>
                    <a:pt x="5841930" y="1026688"/>
                  </a:lnTo>
                  <a:lnTo>
                    <a:pt x="5842913" y="1025307"/>
                  </a:lnTo>
                  <a:close/>
                </a:path>
                <a:path w="7617459" h="4405630">
                  <a:moveTo>
                    <a:pt x="4661277" y="1708050"/>
                  </a:moveTo>
                  <a:lnTo>
                    <a:pt x="4631485" y="1725264"/>
                  </a:lnTo>
                  <a:lnTo>
                    <a:pt x="4632921" y="1725490"/>
                  </a:lnTo>
                  <a:lnTo>
                    <a:pt x="4634593" y="1726472"/>
                  </a:lnTo>
                  <a:lnTo>
                    <a:pt x="4661896" y="1710691"/>
                  </a:lnTo>
                  <a:lnTo>
                    <a:pt x="4661277" y="1708050"/>
                  </a:lnTo>
                  <a:close/>
                </a:path>
                <a:path w="7617459" h="4405630">
                  <a:moveTo>
                    <a:pt x="4555431" y="1769208"/>
                  </a:moveTo>
                  <a:lnTo>
                    <a:pt x="4508271" y="1796456"/>
                  </a:lnTo>
                  <a:lnTo>
                    <a:pt x="4509135" y="1798986"/>
                  </a:lnTo>
                  <a:lnTo>
                    <a:pt x="4556266" y="1771744"/>
                  </a:lnTo>
                  <a:lnTo>
                    <a:pt x="4555431" y="1769208"/>
                  </a:lnTo>
                  <a:close/>
                </a:path>
                <a:path w="7617459" h="4405630">
                  <a:moveTo>
                    <a:pt x="4468691" y="1819326"/>
                  </a:moveTo>
                  <a:lnTo>
                    <a:pt x="4428772" y="1842390"/>
                  </a:lnTo>
                  <a:lnTo>
                    <a:pt x="4427503" y="1846168"/>
                  </a:lnTo>
                  <a:lnTo>
                    <a:pt x="4466101" y="1823859"/>
                  </a:lnTo>
                  <a:lnTo>
                    <a:pt x="4467258" y="1821359"/>
                  </a:lnTo>
                  <a:lnTo>
                    <a:pt x="4468691" y="1819326"/>
                  </a:lnTo>
                  <a:close/>
                </a:path>
                <a:path w="7617459" h="4405630">
                  <a:moveTo>
                    <a:pt x="4119125" y="2021303"/>
                  </a:moveTo>
                  <a:lnTo>
                    <a:pt x="4079469" y="2044216"/>
                  </a:lnTo>
                  <a:lnTo>
                    <a:pt x="4078119" y="2048109"/>
                  </a:lnTo>
                  <a:lnTo>
                    <a:pt x="4116757" y="2025776"/>
                  </a:lnTo>
                  <a:lnTo>
                    <a:pt x="4118286" y="2022473"/>
                  </a:lnTo>
                  <a:lnTo>
                    <a:pt x="4119125" y="2021303"/>
                  </a:lnTo>
                  <a:close/>
                </a:path>
                <a:path w="7617459" h="4405630">
                  <a:moveTo>
                    <a:pt x="2694836" y="2844250"/>
                  </a:moveTo>
                  <a:lnTo>
                    <a:pt x="2654484" y="2867565"/>
                  </a:lnTo>
                  <a:lnTo>
                    <a:pt x="2653071" y="2871773"/>
                  </a:lnTo>
                  <a:lnTo>
                    <a:pt x="2692057" y="2849240"/>
                  </a:lnTo>
                  <a:lnTo>
                    <a:pt x="2693346" y="2846344"/>
                  </a:lnTo>
                  <a:lnTo>
                    <a:pt x="2694836" y="2844250"/>
                  </a:lnTo>
                  <a:close/>
                </a:path>
                <a:path w="7617459" h="4405630">
                  <a:moveTo>
                    <a:pt x="1891454" y="3308441"/>
                  </a:moveTo>
                  <a:lnTo>
                    <a:pt x="1832621" y="3342434"/>
                  </a:lnTo>
                  <a:lnTo>
                    <a:pt x="1836408" y="3343797"/>
                  </a:lnTo>
                  <a:lnTo>
                    <a:pt x="1894036" y="3310488"/>
                  </a:lnTo>
                  <a:lnTo>
                    <a:pt x="1891454" y="3308441"/>
                  </a:lnTo>
                  <a:close/>
                </a:path>
                <a:path w="7617459" h="4405630">
                  <a:moveTo>
                    <a:pt x="1778248" y="3373851"/>
                  </a:moveTo>
                  <a:lnTo>
                    <a:pt x="1731382" y="3400929"/>
                  </a:lnTo>
                  <a:lnTo>
                    <a:pt x="1732387" y="3403920"/>
                  </a:lnTo>
                  <a:lnTo>
                    <a:pt x="1779251" y="3376833"/>
                  </a:lnTo>
                  <a:lnTo>
                    <a:pt x="1778248" y="3373851"/>
                  </a:lnTo>
                  <a:close/>
                </a:path>
                <a:path w="7617459" h="4405630">
                  <a:moveTo>
                    <a:pt x="1690950" y="3424291"/>
                  </a:moveTo>
                  <a:lnTo>
                    <a:pt x="1649685" y="3448134"/>
                  </a:lnTo>
                  <a:lnTo>
                    <a:pt x="1648191" y="3452584"/>
                  </a:lnTo>
                  <a:lnTo>
                    <a:pt x="1687836" y="3429670"/>
                  </a:lnTo>
                  <a:lnTo>
                    <a:pt x="1689030" y="3426988"/>
                  </a:lnTo>
                  <a:lnTo>
                    <a:pt x="1690950" y="3424291"/>
                  </a:lnTo>
                  <a:close/>
                </a:path>
                <a:path w="7617459" h="4405630">
                  <a:moveTo>
                    <a:pt x="1466419" y="3554024"/>
                  </a:moveTo>
                  <a:lnTo>
                    <a:pt x="1338219" y="3628097"/>
                  </a:lnTo>
                  <a:lnTo>
                    <a:pt x="1337535" y="3632140"/>
                  </a:lnTo>
                  <a:lnTo>
                    <a:pt x="1465625" y="3558106"/>
                  </a:lnTo>
                  <a:lnTo>
                    <a:pt x="1466419" y="3554024"/>
                  </a:lnTo>
                  <a:close/>
                </a:path>
                <a:path w="7617459" h="4405630">
                  <a:moveTo>
                    <a:pt x="763806" y="3959990"/>
                  </a:moveTo>
                  <a:lnTo>
                    <a:pt x="723624" y="3983207"/>
                  </a:lnTo>
                  <a:lnTo>
                    <a:pt x="722104" y="3987854"/>
                  </a:lnTo>
                  <a:lnTo>
                    <a:pt x="760862" y="3965452"/>
                  </a:lnTo>
                  <a:lnTo>
                    <a:pt x="762438" y="3961912"/>
                  </a:lnTo>
                  <a:lnTo>
                    <a:pt x="763806" y="3959990"/>
                  </a:lnTo>
                  <a:close/>
                </a:path>
                <a:path w="7617459" h="4405630">
                  <a:moveTo>
                    <a:pt x="664397" y="4017428"/>
                  </a:moveTo>
                  <a:lnTo>
                    <a:pt x="633398" y="4035339"/>
                  </a:lnTo>
                  <a:lnTo>
                    <a:pt x="635469" y="4035620"/>
                  </a:lnTo>
                  <a:lnTo>
                    <a:pt x="637588" y="4036704"/>
                  </a:lnTo>
                  <a:lnTo>
                    <a:pt x="665238" y="4020722"/>
                  </a:lnTo>
                  <a:lnTo>
                    <a:pt x="664397" y="4017428"/>
                  </a:lnTo>
                  <a:close/>
                </a:path>
                <a:path w="7617459" h="4405630">
                  <a:moveTo>
                    <a:pt x="558350" y="4078702"/>
                  </a:moveTo>
                  <a:lnTo>
                    <a:pt x="512229" y="4105350"/>
                  </a:lnTo>
                  <a:lnTo>
                    <a:pt x="513287" y="4108548"/>
                  </a:lnTo>
                  <a:lnTo>
                    <a:pt x="559436" y="4081875"/>
                  </a:lnTo>
                  <a:lnTo>
                    <a:pt x="558350" y="4078702"/>
                  </a:lnTo>
                  <a:close/>
                </a:path>
                <a:path w="7617459" h="4405630">
                  <a:moveTo>
                    <a:pt x="471315" y="4128990"/>
                  </a:moveTo>
                  <a:lnTo>
                    <a:pt x="430966" y="4152303"/>
                  </a:lnTo>
                  <a:lnTo>
                    <a:pt x="429372" y="4157050"/>
                  </a:lnTo>
                  <a:lnTo>
                    <a:pt x="468278" y="4134563"/>
                  </a:lnTo>
                  <a:lnTo>
                    <a:pt x="469830" y="4131076"/>
                  </a:lnTo>
                  <a:lnTo>
                    <a:pt x="471315" y="4128990"/>
                  </a:lnTo>
                  <a:close/>
                </a:path>
                <a:path w="7617459" h="4405630">
                  <a:moveTo>
                    <a:pt x="2560579" y="2921824"/>
                  </a:moveTo>
                  <a:lnTo>
                    <a:pt x="2512712" y="2949481"/>
                  </a:lnTo>
                  <a:lnTo>
                    <a:pt x="2513678" y="2952341"/>
                  </a:lnTo>
                  <a:lnTo>
                    <a:pt x="2561465" y="2924720"/>
                  </a:lnTo>
                  <a:lnTo>
                    <a:pt x="2560579" y="2921824"/>
                  </a:lnTo>
                  <a:close/>
                </a:path>
                <a:path w="7617459" h="4405630">
                  <a:moveTo>
                    <a:pt x="2390863" y="3019884"/>
                  </a:moveTo>
                  <a:lnTo>
                    <a:pt x="2345311" y="3046204"/>
                  </a:lnTo>
                  <a:lnTo>
                    <a:pt x="2345929" y="3049298"/>
                  </a:lnTo>
                  <a:lnTo>
                    <a:pt x="2391653" y="3022870"/>
                  </a:lnTo>
                  <a:lnTo>
                    <a:pt x="2390863" y="3019884"/>
                  </a:lnTo>
                  <a:close/>
                </a:path>
                <a:path w="7617459" h="4405630">
                  <a:moveTo>
                    <a:pt x="2304350" y="3069872"/>
                  </a:moveTo>
                  <a:lnTo>
                    <a:pt x="2265206" y="3092488"/>
                  </a:lnTo>
                  <a:lnTo>
                    <a:pt x="2264195" y="3096540"/>
                  </a:lnTo>
                  <a:lnTo>
                    <a:pt x="2301374" y="3075050"/>
                  </a:lnTo>
                  <a:lnTo>
                    <a:pt x="2304350" y="3069872"/>
                  </a:lnTo>
                  <a:close/>
                </a:path>
                <a:path w="7617459" h="4405630">
                  <a:moveTo>
                    <a:pt x="336514" y="4206877"/>
                  </a:moveTo>
                  <a:lnTo>
                    <a:pt x="279079" y="4240063"/>
                  </a:lnTo>
                  <a:lnTo>
                    <a:pt x="279013" y="4243957"/>
                  </a:lnTo>
                  <a:lnTo>
                    <a:pt x="337570" y="4210111"/>
                  </a:lnTo>
                  <a:lnTo>
                    <a:pt x="336514" y="4206877"/>
                  </a:lnTo>
                  <a:close/>
                </a:path>
                <a:path w="7617459" h="4405630">
                  <a:moveTo>
                    <a:pt x="138726" y="4321158"/>
                  </a:moveTo>
                  <a:lnTo>
                    <a:pt x="81609" y="4354160"/>
                  </a:lnTo>
                  <a:lnTo>
                    <a:pt x="82697" y="4357425"/>
                  </a:lnTo>
                  <a:lnTo>
                    <a:pt x="141380" y="4323507"/>
                  </a:lnTo>
                  <a:lnTo>
                    <a:pt x="138726" y="4321158"/>
                  </a:lnTo>
                  <a:close/>
                </a:path>
                <a:path w="7617459" h="4405630">
                  <a:moveTo>
                    <a:pt x="39490" y="4378497"/>
                  </a:moveTo>
                  <a:lnTo>
                    <a:pt x="1411" y="4400498"/>
                  </a:lnTo>
                  <a:lnTo>
                    <a:pt x="0" y="4405223"/>
                  </a:lnTo>
                  <a:lnTo>
                    <a:pt x="36182" y="4384310"/>
                  </a:lnTo>
                  <a:lnTo>
                    <a:pt x="36466" y="4383465"/>
                  </a:lnTo>
                  <a:lnTo>
                    <a:pt x="39490" y="4378497"/>
                  </a:lnTo>
                  <a:close/>
                </a:path>
                <a:path w="7617459" h="4405630">
                  <a:moveTo>
                    <a:pt x="7617430" y="0"/>
                  </a:moveTo>
                  <a:lnTo>
                    <a:pt x="7589154" y="16337"/>
                  </a:lnTo>
                  <a:lnTo>
                    <a:pt x="7588864" y="18931"/>
                  </a:lnTo>
                  <a:lnTo>
                    <a:pt x="7616469" y="2975"/>
                  </a:lnTo>
                  <a:lnTo>
                    <a:pt x="7617430" y="0"/>
                  </a:lnTo>
                  <a:close/>
                </a:path>
                <a:path w="7617459" h="4405630">
                  <a:moveTo>
                    <a:pt x="7441369" y="101726"/>
                  </a:moveTo>
                  <a:lnTo>
                    <a:pt x="7388179" y="132460"/>
                  </a:lnTo>
                  <a:lnTo>
                    <a:pt x="7388881" y="134519"/>
                  </a:lnTo>
                  <a:lnTo>
                    <a:pt x="7443282" y="103076"/>
                  </a:lnTo>
                  <a:lnTo>
                    <a:pt x="7441369" y="101726"/>
                  </a:lnTo>
                  <a:close/>
                </a:path>
                <a:path w="7617459" h="4405630">
                  <a:moveTo>
                    <a:pt x="7346476" y="156555"/>
                  </a:moveTo>
                  <a:lnTo>
                    <a:pt x="7308053" y="178756"/>
                  </a:lnTo>
                  <a:lnTo>
                    <a:pt x="7307268" y="181691"/>
                  </a:lnTo>
                  <a:lnTo>
                    <a:pt x="7344157" y="160370"/>
                  </a:lnTo>
                  <a:lnTo>
                    <a:pt x="7346476" y="156555"/>
                  </a:lnTo>
                  <a:close/>
                </a:path>
                <a:path w="7617459" h="4405630">
                  <a:moveTo>
                    <a:pt x="6436456" y="682360"/>
                  </a:moveTo>
                  <a:lnTo>
                    <a:pt x="6408092" y="698749"/>
                  </a:lnTo>
                  <a:lnTo>
                    <a:pt x="6407774" y="701590"/>
                  </a:lnTo>
                  <a:lnTo>
                    <a:pt x="6435404" y="685620"/>
                  </a:lnTo>
                  <a:lnTo>
                    <a:pt x="6436456" y="682360"/>
                  </a:lnTo>
                  <a:close/>
                </a:path>
                <a:path w="7617459" h="4405630">
                  <a:moveTo>
                    <a:pt x="6260353" y="784112"/>
                  </a:moveTo>
                  <a:lnTo>
                    <a:pt x="6206988" y="814946"/>
                  </a:lnTo>
                  <a:lnTo>
                    <a:pt x="6207757" y="817198"/>
                  </a:lnTo>
                  <a:lnTo>
                    <a:pt x="6262424" y="785601"/>
                  </a:lnTo>
                  <a:lnTo>
                    <a:pt x="6260353" y="784112"/>
                  </a:lnTo>
                  <a:close/>
                </a:path>
                <a:path w="7617459" h="4405630">
                  <a:moveTo>
                    <a:pt x="6165097" y="839151"/>
                  </a:moveTo>
                  <a:lnTo>
                    <a:pt x="6126602" y="861392"/>
                  </a:lnTo>
                  <a:lnTo>
                    <a:pt x="6125777" y="864582"/>
                  </a:lnTo>
                  <a:lnTo>
                    <a:pt x="6162539" y="843333"/>
                  </a:lnTo>
                  <a:lnTo>
                    <a:pt x="6165097" y="839151"/>
                  </a:lnTo>
                  <a:close/>
                </a:path>
                <a:path w="7617459" h="4405630">
                  <a:moveTo>
                    <a:pt x="5104485" y="1451967"/>
                  </a:moveTo>
                  <a:lnTo>
                    <a:pt x="5047017" y="1485171"/>
                  </a:lnTo>
                  <a:lnTo>
                    <a:pt x="5047067" y="1488066"/>
                  </a:lnTo>
                  <a:lnTo>
                    <a:pt x="5105813" y="1454111"/>
                  </a:lnTo>
                  <a:lnTo>
                    <a:pt x="5104485" y="1451967"/>
                  </a:lnTo>
                  <a:close/>
                </a:path>
                <a:path w="7617459" h="4405630">
                  <a:moveTo>
                    <a:pt x="4977816" y="1525155"/>
                  </a:moveTo>
                  <a:lnTo>
                    <a:pt x="4934944" y="1549927"/>
                  </a:lnTo>
                  <a:lnTo>
                    <a:pt x="4933984" y="1553427"/>
                  </a:lnTo>
                  <a:lnTo>
                    <a:pt x="4973872" y="1530372"/>
                  </a:lnTo>
                  <a:lnTo>
                    <a:pt x="4977816" y="1525155"/>
                  </a:lnTo>
                  <a:close/>
                </a:path>
                <a:path w="7617459" h="4405630">
                  <a:moveTo>
                    <a:pt x="1292092" y="3654749"/>
                  </a:moveTo>
                  <a:lnTo>
                    <a:pt x="1262797" y="3671676"/>
                  </a:lnTo>
                  <a:lnTo>
                    <a:pt x="1265621" y="3673706"/>
                  </a:lnTo>
                  <a:lnTo>
                    <a:pt x="1292891" y="3657945"/>
                  </a:lnTo>
                  <a:lnTo>
                    <a:pt x="1292092" y="3654749"/>
                  </a:lnTo>
                  <a:close/>
                </a:path>
                <a:path w="7617459" h="4405630">
                  <a:moveTo>
                    <a:pt x="1149428" y="3737180"/>
                  </a:moveTo>
                  <a:lnTo>
                    <a:pt x="1105606" y="3762500"/>
                  </a:lnTo>
                  <a:lnTo>
                    <a:pt x="1104058" y="3767088"/>
                  </a:lnTo>
                  <a:lnTo>
                    <a:pt x="1148132" y="3741613"/>
                  </a:lnTo>
                  <a:lnTo>
                    <a:pt x="1149200" y="3737622"/>
                  </a:lnTo>
                  <a:lnTo>
                    <a:pt x="1149428" y="3737180"/>
                  </a:lnTo>
                  <a:close/>
                </a:path>
                <a:path w="7617459" h="4405630">
                  <a:moveTo>
                    <a:pt x="6712620" y="522794"/>
                  </a:moveTo>
                  <a:lnTo>
                    <a:pt x="6510270" y="639711"/>
                  </a:lnTo>
                  <a:lnTo>
                    <a:pt x="6509918" y="640402"/>
                  </a:lnTo>
                  <a:lnTo>
                    <a:pt x="6509278" y="642922"/>
                  </a:lnTo>
                  <a:lnTo>
                    <a:pt x="6693630" y="536368"/>
                  </a:lnTo>
                  <a:lnTo>
                    <a:pt x="6706466" y="528007"/>
                  </a:lnTo>
                  <a:lnTo>
                    <a:pt x="6712620" y="522794"/>
                  </a:lnTo>
                  <a:close/>
                </a:path>
                <a:path w="7617459" h="4405630">
                  <a:moveTo>
                    <a:pt x="5727535" y="1091972"/>
                  </a:moveTo>
                  <a:lnTo>
                    <a:pt x="5526450" y="1208158"/>
                  </a:lnTo>
                  <a:lnTo>
                    <a:pt x="5525414" y="1210378"/>
                  </a:lnTo>
                  <a:lnTo>
                    <a:pt x="5525003" y="1211823"/>
                  </a:lnTo>
                  <a:lnTo>
                    <a:pt x="5708434" y="1105802"/>
                  </a:lnTo>
                  <a:lnTo>
                    <a:pt x="5720438" y="1097983"/>
                  </a:lnTo>
                  <a:lnTo>
                    <a:pt x="5727535" y="1091972"/>
                  </a:lnTo>
                  <a:close/>
                </a:path>
                <a:path w="7617459" h="4405630">
                  <a:moveTo>
                    <a:pt x="5443276" y="1256215"/>
                  </a:moveTo>
                  <a:lnTo>
                    <a:pt x="5240415" y="1373427"/>
                  </a:lnTo>
                  <a:lnTo>
                    <a:pt x="5239574" y="1376799"/>
                  </a:lnTo>
                  <a:lnTo>
                    <a:pt x="5427962" y="1267912"/>
                  </a:lnTo>
                  <a:lnTo>
                    <a:pt x="5436974" y="1261694"/>
                  </a:lnTo>
                  <a:lnTo>
                    <a:pt x="5443276" y="1256215"/>
                  </a:lnTo>
                  <a:close/>
                </a:path>
                <a:path w="7617459" h="4405630">
                  <a:moveTo>
                    <a:pt x="4005105" y="2087183"/>
                  </a:moveTo>
                  <a:lnTo>
                    <a:pt x="3802352" y="2204333"/>
                  </a:lnTo>
                  <a:lnTo>
                    <a:pt x="3801770" y="2205550"/>
                  </a:lnTo>
                  <a:lnTo>
                    <a:pt x="3800992" y="2208285"/>
                  </a:lnTo>
                  <a:lnTo>
                    <a:pt x="3987391" y="2100549"/>
                  </a:lnTo>
                  <a:lnTo>
                    <a:pt x="3997461" y="2093798"/>
                  </a:lnTo>
                  <a:lnTo>
                    <a:pt x="4005105" y="2087183"/>
                  </a:lnTo>
                  <a:close/>
                </a:path>
                <a:path w="7617459" h="4405630">
                  <a:moveTo>
                    <a:pt x="3267077" y="2513612"/>
                  </a:moveTo>
                  <a:lnTo>
                    <a:pt x="3215355" y="2543497"/>
                  </a:lnTo>
                  <a:lnTo>
                    <a:pt x="3218154" y="2545160"/>
                  </a:lnTo>
                  <a:lnTo>
                    <a:pt x="3269355" y="2515567"/>
                  </a:lnTo>
                  <a:lnTo>
                    <a:pt x="3267077" y="2513612"/>
                  </a:lnTo>
                  <a:close/>
                </a:path>
                <a:path w="7617459" h="4405630">
                  <a:moveTo>
                    <a:pt x="3430668" y="2419090"/>
                  </a:moveTo>
                  <a:lnTo>
                    <a:pt x="3398076" y="2437922"/>
                  </a:lnTo>
                  <a:lnTo>
                    <a:pt x="3398864" y="2440712"/>
                  </a:lnTo>
                  <a:lnTo>
                    <a:pt x="3430530" y="2422409"/>
                  </a:lnTo>
                  <a:lnTo>
                    <a:pt x="3430668" y="2419090"/>
                  </a:lnTo>
                  <a:close/>
                </a:path>
              </a:pathLst>
            </a:custGeom>
            <a:solidFill>
              <a:srgbClr val="757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6658" y="882128"/>
              <a:ext cx="7618095" cy="4407535"/>
            </a:xfrm>
            <a:custGeom>
              <a:avLst/>
              <a:gdLst/>
              <a:ahLst/>
              <a:cxnLst/>
              <a:rect l="l" t="t" r="r" b="b"/>
              <a:pathLst>
                <a:path w="7618095" h="4407535">
                  <a:moveTo>
                    <a:pt x="37617" y="4381335"/>
                  </a:moveTo>
                  <a:lnTo>
                    <a:pt x="1435" y="4402252"/>
                  </a:lnTo>
                  <a:lnTo>
                    <a:pt x="876" y="4404106"/>
                  </a:lnTo>
                  <a:lnTo>
                    <a:pt x="0" y="4407039"/>
                  </a:lnTo>
                  <a:lnTo>
                    <a:pt x="35966" y="4386262"/>
                  </a:lnTo>
                  <a:lnTo>
                    <a:pt x="36969" y="4383252"/>
                  </a:lnTo>
                  <a:lnTo>
                    <a:pt x="37617" y="4381335"/>
                  </a:lnTo>
                  <a:close/>
                </a:path>
                <a:path w="7618095" h="4407535">
                  <a:moveTo>
                    <a:pt x="145542" y="4322953"/>
                  </a:moveTo>
                  <a:lnTo>
                    <a:pt x="143865" y="4321480"/>
                  </a:lnTo>
                  <a:lnTo>
                    <a:pt x="142811" y="4320540"/>
                  </a:lnTo>
                  <a:lnTo>
                    <a:pt x="84124" y="4354449"/>
                  </a:lnTo>
                  <a:lnTo>
                    <a:pt x="84556" y="4355744"/>
                  </a:lnTo>
                  <a:lnTo>
                    <a:pt x="85242" y="4357789"/>
                  </a:lnTo>
                  <a:lnTo>
                    <a:pt x="145542" y="4322953"/>
                  </a:lnTo>
                  <a:close/>
                </a:path>
                <a:path w="7618095" h="4407535">
                  <a:moveTo>
                    <a:pt x="340118" y="4210558"/>
                  </a:moveTo>
                  <a:lnTo>
                    <a:pt x="339432" y="4208462"/>
                  </a:lnTo>
                  <a:lnTo>
                    <a:pt x="339001" y="4207141"/>
                  </a:lnTo>
                  <a:lnTo>
                    <a:pt x="280441" y="4240987"/>
                  </a:lnTo>
                  <a:lnTo>
                    <a:pt x="280416" y="4242574"/>
                  </a:lnTo>
                  <a:lnTo>
                    <a:pt x="280377" y="4245064"/>
                  </a:lnTo>
                  <a:lnTo>
                    <a:pt x="340118" y="4210558"/>
                  </a:lnTo>
                  <a:close/>
                </a:path>
                <a:path w="7618095" h="4407535">
                  <a:moveTo>
                    <a:pt x="469709" y="4131589"/>
                  </a:moveTo>
                  <a:lnTo>
                    <a:pt x="430796" y="4154081"/>
                  </a:lnTo>
                  <a:lnTo>
                    <a:pt x="430136" y="4156049"/>
                  </a:lnTo>
                  <a:lnTo>
                    <a:pt x="429094" y="4159148"/>
                  </a:lnTo>
                  <a:lnTo>
                    <a:pt x="467258" y="4137101"/>
                  </a:lnTo>
                  <a:lnTo>
                    <a:pt x="468757" y="4133735"/>
                  </a:lnTo>
                  <a:lnTo>
                    <a:pt x="469709" y="4131589"/>
                  </a:lnTo>
                  <a:close/>
                </a:path>
                <a:path w="7618095" h="4407535">
                  <a:moveTo>
                    <a:pt x="562038" y="4082338"/>
                  </a:moveTo>
                  <a:lnTo>
                    <a:pt x="561327" y="4080243"/>
                  </a:lnTo>
                  <a:lnTo>
                    <a:pt x="560870" y="4078909"/>
                  </a:lnTo>
                  <a:lnTo>
                    <a:pt x="514718" y="4105579"/>
                  </a:lnTo>
                  <a:lnTo>
                    <a:pt x="515162" y="4106913"/>
                  </a:lnTo>
                  <a:lnTo>
                    <a:pt x="515861" y="4109021"/>
                  </a:lnTo>
                  <a:lnTo>
                    <a:pt x="562038" y="4082338"/>
                  </a:lnTo>
                  <a:close/>
                </a:path>
                <a:path w="7618095" h="4407535">
                  <a:moveTo>
                    <a:pt x="667029" y="4019156"/>
                  </a:moveTo>
                  <a:lnTo>
                    <a:pt x="666673" y="4017746"/>
                  </a:lnTo>
                  <a:lnTo>
                    <a:pt x="639013" y="4033736"/>
                  </a:lnTo>
                  <a:lnTo>
                    <a:pt x="640486" y="4034485"/>
                  </a:lnTo>
                  <a:lnTo>
                    <a:pt x="667029" y="4019156"/>
                  </a:lnTo>
                  <a:close/>
                </a:path>
                <a:path w="7618095" h="4407535">
                  <a:moveTo>
                    <a:pt x="667588" y="4021366"/>
                  </a:moveTo>
                  <a:lnTo>
                    <a:pt x="667029" y="4019156"/>
                  </a:lnTo>
                  <a:lnTo>
                    <a:pt x="640461" y="4034510"/>
                  </a:lnTo>
                  <a:lnTo>
                    <a:pt x="642772" y="4035704"/>
                  </a:lnTo>
                  <a:lnTo>
                    <a:pt x="667588" y="4021366"/>
                  </a:lnTo>
                  <a:close/>
                </a:path>
                <a:path w="7618095" h="4407535">
                  <a:moveTo>
                    <a:pt x="762292" y="3962476"/>
                  </a:moveTo>
                  <a:lnTo>
                    <a:pt x="723531" y="3984879"/>
                  </a:lnTo>
                  <a:lnTo>
                    <a:pt x="722884" y="3986873"/>
                  </a:lnTo>
                  <a:lnTo>
                    <a:pt x="721855" y="3990022"/>
                  </a:lnTo>
                  <a:lnTo>
                    <a:pt x="759790" y="3968102"/>
                  </a:lnTo>
                  <a:lnTo>
                    <a:pt x="761314" y="3964660"/>
                  </a:lnTo>
                  <a:lnTo>
                    <a:pt x="762292" y="3962476"/>
                  </a:lnTo>
                  <a:close/>
                </a:path>
                <a:path w="7618095" h="4407535">
                  <a:moveTo>
                    <a:pt x="855395" y="3912870"/>
                  </a:moveTo>
                  <a:lnTo>
                    <a:pt x="854671" y="3910711"/>
                  </a:lnTo>
                  <a:lnTo>
                    <a:pt x="854227" y="3909352"/>
                  </a:lnTo>
                  <a:lnTo>
                    <a:pt x="807364" y="3936428"/>
                  </a:lnTo>
                  <a:lnTo>
                    <a:pt x="807821" y="3937787"/>
                  </a:lnTo>
                  <a:lnTo>
                    <a:pt x="808545" y="3939946"/>
                  </a:lnTo>
                  <a:lnTo>
                    <a:pt x="855395" y="3912870"/>
                  </a:lnTo>
                  <a:close/>
                </a:path>
                <a:path w="7618095" h="4407535">
                  <a:moveTo>
                    <a:pt x="974877" y="3843845"/>
                  </a:moveTo>
                  <a:lnTo>
                    <a:pt x="972972" y="3842359"/>
                  </a:lnTo>
                  <a:lnTo>
                    <a:pt x="971765" y="3841407"/>
                  </a:lnTo>
                  <a:lnTo>
                    <a:pt x="915276" y="3874058"/>
                  </a:lnTo>
                  <a:lnTo>
                    <a:pt x="917054" y="3874668"/>
                  </a:lnTo>
                  <a:lnTo>
                    <a:pt x="919861" y="3875633"/>
                  </a:lnTo>
                  <a:lnTo>
                    <a:pt x="974877" y="3843845"/>
                  </a:lnTo>
                  <a:close/>
                </a:path>
                <a:path w="7618095" h="4407535">
                  <a:moveTo>
                    <a:pt x="1149565" y="3738638"/>
                  </a:moveTo>
                  <a:lnTo>
                    <a:pt x="1105484" y="3764115"/>
                  </a:lnTo>
                  <a:lnTo>
                    <a:pt x="1104785" y="3766185"/>
                  </a:lnTo>
                  <a:lnTo>
                    <a:pt x="1103693" y="3769436"/>
                  </a:lnTo>
                  <a:lnTo>
                    <a:pt x="1148207" y="3743718"/>
                  </a:lnTo>
                  <a:lnTo>
                    <a:pt x="1149032" y="3740607"/>
                  </a:lnTo>
                  <a:lnTo>
                    <a:pt x="1149565" y="3738638"/>
                  </a:lnTo>
                  <a:close/>
                </a:path>
                <a:path w="7618095" h="4407535">
                  <a:moveTo>
                    <a:pt x="1295273" y="3658768"/>
                  </a:moveTo>
                  <a:lnTo>
                    <a:pt x="1294688" y="3656444"/>
                  </a:lnTo>
                  <a:lnTo>
                    <a:pt x="1294320" y="3654971"/>
                  </a:lnTo>
                  <a:lnTo>
                    <a:pt x="1267053" y="3670731"/>
                  </a:lnTo>
                  <a:lnTo>
                    <a:pt x="1268323" y="3671671"/>
                  </a:lnTo>
                  <a:lnTo>
                    <a:pt x="1270368" y="3673144"/>
                  </a:lnTo>
                  <a:lnTo>
                    <a:pt x="1295273" y="3658768"/>
                  </a:lnTo>
                  <a:close/>
                </a:path>
                <a:path w="7618095" h="4407535">
                  <a:moveTo>
                    <a:pt x="1438973" y="3575735"/>
                  </a:moveTo>
                  <a:lnTo>
                    <a:pt x="1438224" y="3573488"/>
                  </a:lnTo>
                  <a:lnTo>
                    <a:pt x="1390954" y="3600818"/>
                  </a:lnTo>
                  <a:lnTo>
                    <a:pt x="1391704" y="3603053"/>
                  </a:lnTo>
                  <a:lnTo>
                    <a:pt x="1438973" y="3575735"/>
                  </a:lnTo>
                  <a:close/>
                </a:path>
                <a:path w="7618095" h="4407535">
                  <a:moveTo>
                    <a:pt x="1467053" y="3555136"/>
                  </a:moveTo>
                  <a:lnTo>
                    <a:pt x="1338961" y="3629164"/>
                  </a:lnTo>
                  <a:lnTo>
                    <a:pt x="1390713" y="3600081"/>
                  </a:lnTo>
                  <a:lnTo>
                    <a:pt x="1390954" y="3600818"/>
                  </a:lnTo>
                  <a:lnTo>
                    <a:pt x="1392212" y="3600081"/>
                  </a:lnTo>
                  <a:lnTo>
                    <a:pt x="1438224" y="3573488"/>
                  </a:lnTo>
                  <a:lnTo>
                    <a:pt x="1437957" y="3572649"/>
                  </a:lnTo>
                  <a:lnTo>
                    <a:pt x="1466913" y="3555885"/>
                  </a:lnTo>
                  <a:lnTo>
                    <a:pt x="1467053" y="3555136"/>
                  </a:lnTo>
                  <a:close/>
                </a:path>
                <a:path w="7618095" h="4407535">
                  <a:moveTo>
                    <a:pt x="1689265" y="3426701"/>
                  </a:moveTo>
                  <a:lnTo>
                    <a:pt x="1649615" y="3449612"/>
                  </a:lnTo>
                  <a:lnTo>
                    <a:pt x="1648904" y="3451745"/>
                  </a:lnTo>
                  <a:lnTo>
                    <a:pt x="1647774" y="3455124"/>
                  </a:lnTo>
                  <a:lnTo>
                    <a:pt x="1686598" y="3432695"/>
                  </a:lnTo>
                  <a:lnTo>
                    <a:pt x="1688236" y="3429025"/>
                  </a:lnTo>
                  <a:lnTo>
                    <a:pt x="1689265" y="3426701"/>
                  </a:lnTo>
                  <a:close/>
                </a:path>
                <a:path w="7618095" h="4407535">
                  <a:moveTo>
                    <a:pt x="1781937" y="3377615"/>
                  </a:moveTo>
                  <a:lnTo>
                    <a:pt x="1781175" y="3375317"/>
                  </a:lnTo>
                  <a:lnTo>
                    <a:pt x="1780679" y="3373869"/>
                  </a:lnTo>
                  <a:lnTo>
                    <a:pt x="1733816" y="3400945"/>
                  </a:lnTo>
                  <a:lnTo>
                    <a:pt x="1734299" y="3402393"/>
                  </a:lnTo>
                  <a:lnTo>
                    <a:pt x="1735074" y="3404692"/>
                  </a:lnTo>
                  <a:lnTo>
                    <a:pt x="1781937" y="3377615"/>
                  </a:lnTo>
                  <a:close/>
                </a:path>
                <a:path w="7618095" h="4407535">
                  <a:moveTo>
                    <a:pt x="1898751" y="3310128"/>
                  </a:moveTo>
                  <a:lnTo>
                    <a:pt x="1896745" y="3308527"/>
                  </a:lnTo>
                  <a:lnTo>
                    <a:pt x="1895462" y="3307511"/>
                  </a:lnTo>
                  <a:lnTo>
                    <a:pt x="1837842" y="3340824"/>
                  </a:lnTo>
                  <a:lnTo>
                    <a:pt x="1839696" y="3341497"/>
                  </a:lnTo>
                  <a:lnTo>
                    <a:pt x="1842630" y="3342551"/>
                  </a:lnTo>
                  <a:lnTo>
                    <a:pt x="1898751" y="3310128"/>
                  </a:lnTo>
                  <a:close/>
                </a:path>
                <a:path w="7618095" h="4407535">
                  <a:moveTo>
                    <a:pt x="2032038" y="3228581"/>
                  </a:moveTo>
                  <a:lnTo>
                    <a:pt x="1989201" y="3253346"/>
                  </a:lnTo>
                  <a:lnTo>
                    <a:pt x="1988553" y="3255480"/>
                  </a:lnTo>
                  <a:lnTo>
                    <a:pt x="1987524" y="3258845"/>
                  </a:lnTo>
                  <a:lnTo>
                    <a:pt x="2029739" y="3234461"/>
                  </a:lnTo>
                  <a:lnTo>
                    <a:pt x="2031149" y="3230854"/>
                  </a:lnTo>
                  <a:lnTo>
                    <a:pt x="2032038" y="3228581"/>
                  </a:lnTo>
                  <a:close/>
                </a:path>
                <a:path w="7618095" h="4407535">
                  <a:moveTo>
                    <a:pt x="2185339" y="3144570"/>
                  </a:moveTo>
                  <a:lnTo>
                    <a:pt x="2185111" y="3144405"/>
                  </a:lnTo>
                  <a:lnTo>
                    <a:pt x="2182584" y="3143351"/>
                  </a:lnTo>
                  <a:lnTo>
                    <a:pt x="2180806" y="3142602"/>
                  </a:lnTo>
                  <a:lnTo>
                    <a:pt x="2134044" y="3169628"/>
                  </a:lnTo>
                  <a:lnTo>
                    <a:pt x="2135352" y="3170644"/>
                  </a:lnTo>
                  <a:lnTo>
                    <a:pt x="2137435" y="3172244"/>
                  </a:lnTo>
                  <a:lnTo>
                    <a:pt x="2185339" y="3144570"/>
                  </a:lnTo>
                  <a:close/>
                </a:path>
                <a:path w="7618095" h="4407535">
                  <a:moveTo>
                    <a:pt x="2302802" y="3072079"/>
                  </a:moveTo>
                  <a:lnTo>
                    <a:pt x="2265629" y="3093567"/>
                  </a:lnTo>
                  <a:lnTo>
                    <a:pt x="2265095" y="3095663"/>
                  </a:lnTo>
                  <a:lnTo>
                    <a:pt x="2264283" y="3098965"/>
                  </a:lnTo>
                  <a:lnTo>
                    <a:pt x="2300732" y="3077908"/>
                  </a:lnTo>
                  <a:lnTo>
                    <a:pt x="2301849" y="3074428"/>
                  </a:lnTo>
                  <a:lnTo>
                    <a:pt x="2302345" y="3072879"/>
                  </a:lnTo>
                  <a:lnTo>
                    <a:pt x="2302802" y="3072079"/>
                  </a:lnTo>
                  <a:close/>
                </a:path>
                <a:path w="7618095" h="4407535">
                  <a:moveTo>
                    <a:pt x="2394153" y="3023933"/>
                  </a:moveTo>
                  <a:lnTo>
                    <a:pt x="2393492" y="3021469"/>
                  </a:lnTo>
                  <a:lnTo>
                    <a:pt x="2393086" y="3019895"/>
                  </a:lnTo>
                  <a:lnTo>
                    <a:pt x="2347353" y="3046323"/>
                  </a:lnTo>
                  <a:lnTo>
                    <a:pt x="2347684" y="3047936"/>
                  </a:lnTo>
                  <a:lnTo>
                    <a:pt x="2348192" y="3050489"/>
                  </a:lnTo>
                  <a:lnTo>
                    <a:pt x="2394153" y="3023933"/>
                  </a:lnTo>
                  <a:close/>
                </a:path>
                <a:path w="7618095" h="4407535">
                  <a:moveTo>
                    <a:pt x="2564117" y="2925749"/>
                  </a:moveTo>
                  <a:lnTo>
                    <a:pt x="2563368" y="2923298"/>
                  </a:lnTo>
                  <a:lnTo>
                    <a:pt x="2562898" y="2921749"/>
                  </a:lnTo>
                  <a:lnTo>
                    <a:pt x="2515108" y="2949371"/>
                  </a:lnTo>
                  <a:lnTo>
                    <a:pt x="2515616" y="2950895"/>
                  </a:lnTo>
                  <a:lnTo>
                    <a:pt x="2516428" y="2953296"/>
                  </a:lnTo>
                  <a:lnTo>
                    <a:pt x="2564117" y="2925749"/>
                  </a:lnTo>
                  <a:close/>
                </a:path>
                <a:path w="7618095" h="4407535">
                  <a:moveTo>
                    <a:pt x="2693492" y="2846273"/>
                  </a:moveTo>
                  <a:lnTo>
                    <a:pt x="2654503" y="2868803"/>
                  </a:lnTo>
                  <a:lnTo>
                    <a:pt x="2653741" y="2871076"/>
                  </a:lnTo>
                  <a:lnTo>
                    <a:pt x="2652522" y="2874670"/>
                  </a:lnTo>
                  <a:lnTo>
                    <a:pt x="2690647" y="2852648"/>
                  </a:lnTo>
                  <a:lnTo>
                    <a:pt x="2692387" y="2848749"/>
                  </a:lnTo>
                  <a:lnTo>
                    <a:pt x="2693492" y="2846273"/>
                  </a:lnTo>
                  <a:close/>
                </a:path>
                <a:path w="7618095" h="4407535">
                  <a:moveTo>
                    <a:pt x="2786354" y="2797365"/>
                  </a:moveTo>
                  <a:lnTo>
                    <a:pt x="2785541" y="2794914"/>
                  </a:lnTo>
                  <a:lnTo>
                    <a:pt x="2785021" y="2793365"/>
                  </a:lnTo>
                  <a:lnTo>
                    <a:pt x="2738145" y="2820454"/>
                  </a:lnTo>
                  <a:lnTo>
                    <a:pt x="2738653" y="2822003"/>
                  </a:lnTo>
                  <a:lnTo>
                    <a:pt x="2739466" y="2824442"/>
                  </a:lnTo>
                  <a:lnTo>
                    <a:pt x="2786354" y="2797365"/>
                  </a:lnTo>
                  <a:close/>
                </a:path>
                <a:path w="7618095" h="4407535">
                  <a:moveTo>
                    <a:pt x="2905442" y="2728569"/>
                  </a:moveTo>
                  <a:lnTo>
                    <a:pt x="2903270" y="2726880"/>
                  </a:lnTo>
                  <a:lnTo>
                    <a:pt x="2901912" y="2725801"/>
                  </a:lnTo>
                  <a:lnTo>
                    <a:pt x="2845612" y="2758338"/>
                  </a:lnTo>
                  <a:lnTo>
                    <a:pt x="2847632" y="2759024"/>
                  </a:lnTo>
                  <a:lnTo>
                    <a:pt x="2850832" y="2760116"/>
                  </a:lnTo>
                  <a:lnTo>
                    <a:pt x="2905442" y="2728569"/>
                  </a:lnTo>
                  <a:close/>
                </a:path>
                <a:path w="7618095" h="4407535">
                  <a:moveTo>
                    <a:pt x="3274199" y="2515527"/>
                  </a:moveTo>
                  <a:lnTo>
                    <a:pt x="3272104" y="2513736"/>
                  </a:lnTo>
                  <a:lnTo>
                    <a:pt x="3270783" y="2512593"/>
                  </a:lnTo>
                  <a:lnTo>
                    <a:pt x="3219589" y="2542184"/>
                  </a:lnTo>
                  <a:lnTo>
                    <a:pt x="3221202" y="2543149"/>
                  </a:lnTo>
                  <a:lnTo>
                    <a:pt x="3222561" y="2543949"/>
                  </a:lnTo>
                  <a:lnTo>
                    <a:pt x="3223539" y="2544800"/>
                  </a:lnTo>
                  <a:lnTo>
                    <a:pt x="3274199" y="2515527"/>
                  </a:lnTo>
                  <a:close/>
                </a:path>
                <a:path w="7618095" h="4407535">
                  <a:moveTo>
                    <a:pt x="3431959" y="2419439"/>
                  </a:moveTo>
                  <a:lnTo>
                    <a:pt x="3400298" y="2437739"/>
                  </a:lnTo>
                  <a:lnTo>
                    <a:pt x="3400755" y="2439390"/>
                  </a:lnTo>
                  <a:lnTo>
                    <a:pt x="3400882" y="2439847"/>
                  </a:lnTo>
                  <a:lnTo>
                    <a:pt x="3401098" y="2442235"/>
                  </a:lnTo>
                  <a:lnTo>
                    <a:pt x="3431743" y="2424519"/>
                  </a:lnTo>
                  <a:lnTo>
                    <a:pt x="3431883" y="2421407"/>
                  </a:lnTo>
                  <a:lnTo>
                    <a:pt x="3431959" y="2419439"/>
                  </a:lnTo>
                  <a:close/>
                </a:path>
                <a:path w="7618095" h="4407535">
                  <a:moveTo>
                    <a:pt x="3561321" y="2344674"/>
                  </a:moveTo>
                  <a:lnTo>
                    <a:pt x="3518217" y="2369578"/>
                  </a:lnTo>
                  <a:lnTo>
                    <a:pt x="3517455" y="2371953"/>
                  </a:lnTo>
                  <a:lnTo>
                    <a:pt x="3516236" y="2375712"/>
                  </a:lnTo>
                  <a:lnTo>
                    <a:pt x="3558781" y="2351138"/>
                  </a:lnTo>
                  <a:lnTo>
                    <a:pt x="3560330" y="2347176"/>
                  </a:lnTo>
                  <a:lnTo>
                    <a:pt x="3561321" y="2344674"/>
                  </a:lnTo>
                  <a:close/>
                </a:path>
                <a:path w="7618095" h="4407535">
                  <a:moveTo>
                    <a:pt x="3715054" y="2260854"/>
                  </a:moveTo>
                  <a:lnTo>
                    <a:pt x="3714546" y="2260485"/>
                  </a:lnTo>
                  <a:lnTo>
                    <a:pt x="3712146" y="2259444"/>
                  </a:lnTo>
                  <a:lnTo>
                    <a:pt x="3710216" y="2258606"/>
                  </a:lnTo>
                  <a:lnTo>
                    <a:pt x="3662718" y="2286063"/>
                  </a:lnTo>
                  <a:lnTo>
                    <a:pt x="3664166" y="2287168"/>
                  </a:lnTo>
                  <a:lnTo>
                    <a:pt x="3666452" y="2288933"/>
                  </a:lnTo>
                  <a:lnTo>
                    <a:pt x="3715054" y="2260854"/>
                  </a:lnTo>
                  <a:close/>
                </a:path>
                <a:path w="7618095" h="4407535">
                  <a:moveTo>
                    <a:pt x="3961600" y="2118423"/>
                  </a:moveTo>
                  <a:lnTo>
                    <a:pt x="3960711" y="2115807"/>
                  </a:lnTo>
                  <a:lnTo>
                    <a:pt x="3960152" y="2114156"/>
                  </a:lnTo>
                  <a:lnTo>
                    <a:pt x="3802418" y="2205317"/>
                  </a:lnTo>
                  <a:lnTo>
                    <a:pt x="3801757" y="2207666"/>
                  </a:lnTo>
                  <a:lnTo>
                    <a:pt x="3800703" y="2211374"/>
                  </a:lnTo>
                  <a:lnTo>
                    <a:pt x="3840454" y="2188413"/>
                  </a:lnTo>
                  <a:lnTo>
                    <a:pt x="3840708" y="2188057"/>
                  </a:lnTo>
                  <a:lnTo>
                    <a:pt x="3859453" y="2174316"/>
                  </a:lnTo>
                  <a:lnTo>
                    <a:pt x="3868737" y="2167521"/>
                  </a:lnTo>
                  <a:lnTo>
                    <a:pt x="3912933" y="2141613"/>
                  </a:lnTo>
                  <a:lnTo>
                    <a:pt x="3913428" y="2143125"/>
                  </a:lnTo>
                  <a:lnTo>
                    <a:pt x="3914305" y="2145754"/>
                  </a:lnTo>
                  <a:lnTo>
                    <a:pt x="3961600" y="2118423"/>
                  </a:lnTo>
                  <a:close/>
                </a:path>
                <a:path w="7618095" h="4407535">
                  <a:moveTo>
                    <a:pt x="3988816" y="2097582"/>
                  </a:moveTo>
                  <a:lnTo>
                    <a:pt x="3960152" y="2114156"/>
                  </a:lnTo>
                  <a:lnTo>
                    <a:pt x="3975417" y="2106561"/>
                  </a:lnTo>
                  <a:lnTo>
                    <a:pt x="3988816" y="2097582"/>
                  </a:lnTo>
                  <a:close/>
                </a:path>
                <a:path w="7618095" h="4407535">
                  <a:moveTo>
                    <a:pt x="4118191" y="2022805"/>
                  </a:moveTo>
                  <a:lnTo>
                    <a:pt x="4079544" y="2045144"/>
                  </a:lnTo>
                  <a:lnTo>
                    <a:pt x="4078681" y="2047633"/>
                  </a:lnTo>
                  <a:lnTo>
                    <a:pt x="4077309" y="2051570"/>
                  </a:lnTo>
                  <a:lnTo>
                    <a:pt x="4114927" y="2029853"/>
                  </a:lnTo>
                  <a:lnTo>
                    <a:pt x="4116921" y="2025535"/>
                  </a:lnTo>
                  <a:lnTo>
                    <a:pt x="4118191" y="2022805"/>
                  </a:lnTo>
                  <a:close/>
                </a:path>
                <a:path w="7618095" h="4407535">
                  <a:moveTo>
                    <a:pt x="4211205" y="1974227"/>
                  </a:moveTo>
                  <a:lnTo>
                    <a:pt x="4210316" y="1971560"/>
                  </a:lnTo>
                  <a:lnTo>
                    <a:pt x="4209758" y="1969884"/>
                  </a:lnTo>
                  <a:lnTo>
                    <a:pt x="4162907" y="1996960"/>
                  </a:lnTo>
                  <a:lnTo>
                    <a:pt x="4163466" y="1998637"/>
                  </a:lnTo>
                  <a:lnTo>
                    <a:pt x="4164342" y="2001291"/>
                  </a:lnTo>
                  <a:lnTo>
                    <a:pt x="4211205" y="1974227"/>
                  </a:lnTo>
                  <a:close/>
                </a:path>
                <a:path w="7618095" h="4407535">
                  <a:moveTo>
                    <a:pt x="4330966" y="1905038"/>
                  </a:moveTo>
                  <a:lnTo>
                    <a:pt x="4328566" y="1903234"/>
                  </a:lnTo>
                  <a:lnTo>
                    <a:pt x="4327042" y="1902091"/>
                  </a:lnTo>
                  <a:lnTo>
                    <a:pt x="4270235" y="1934921"/>
                  </a:lnTo>
                  <a:lnTo>
                    <a:pt x="4272483" y="1935632"/>
                  </a:lnTo>
                  <a:lnTo>
                    <a:pt x="4276052" y="1936775"/>
                  </a:lnTo>
                  <a:lnTo>
                    <a:pt x="4330966" y="1905038"/>
                  </a:lnTo>
                  <a:close/>
                </a:path>
                <a:path w="7618095" h="4407535">
                  <a:moveTo>
                    <a:pt x="4467530" y="1820887"/>
                  </a:moveTo>
                  <a:lnTo>
                    <a:pt x="4428934" y="1843201"/>
                  </a:lnTo>
                  <a:lnTo>
                    <a:pt x="4428083" y="1845729"/>
                  </a:lnTo>
                  <a:lnTo>
                    <a:pt x="4426737" y="1849716"/>
                  </a:lnTo>
                  <a:lnTo>
                    <a:pt x="4464202" y="1828076"/>
                  </a:lnTo>
                  <a:lnTo>
                    <a:pt x="4466247" y="1823669"/>
                  </a:lnTo>
                  <a:lnTo>
                    <a:pt x="4467530" y="1820887"/>
                  </a:lnTo>
                  <a:close/>
                </a:path>
                <a:path w="7618095" h="4407535">
                  <a:moveTo>
                    <a:pt x="4559160" y="1773212"/>
                  </a:moveTo>
                  <a:lnTo>
                    <a:pt x="4558258" y="1770494"/>
                  </a:lnTo>
                  <a:lnTo>
                    <a:pt x="4557700" y="1768779"/>
                  </a:lnTo>
                  <a:lnTo>
                    <a:pt x="4510570" y="1796021"/>
                  </a:lnTo>
                  <a:lnTo>
                    <a:pt x="4511141" y="1797723"/>
                  </a:lnTo>
                  <a:lnTo>
                    <a:pt x="4512068" y="1800415"/>
                  </a:lnTo>
                  <a:lnTo>
                    <a:pt x="4559160" y="1773212"/>
                  </a:lnTo>
                  <a:close/>
                </a:path>
                <a:path w="7618095" h="4407535">
                  <a:moveTo>
                    <a:pt x="4664418" y="1712404"/>
                  </a:moveTo>
                  <a:lnTo>
                    <a:pt x="4663745" y="1709534"/>
                  </a:lnTo>
                  <a:lnTo>
                    <a:pt x="4663325" y="1707718"/>
                  </a:lnTo>
                  <a:lnTo>
                    <a:pt x="4636020" y="1723504"/>
                  </a:lnTo>
                  <a:lnTo>
                    <a:pt x="4637786" y="1724545"/>
                  </a:lnTo>
                  <a:lnTo>
                    <a:pt x="4640186" y="1725942"/>
                  </a:lnTo>
                  <a:lnTo>
                    <a:pt x="4640427" y="1726272"/>
                  </a:lnTo>
                  <a:lnTo>
                    <a:pt x="4664418" y="1712404"/>
                  </a:lnTo>
                  <a:close/>
                </a:path>
                <a:path w="7618095" h="4407535">
                  <a:moveTo>
                    <a:pt x="4975301" y="1527403"/>
                  </a:moveTo>
                  <a:lnTo>
                    <a:pt x="4935410" y="1550454"/>
                  </a:lnTo>
                  <a:lnTo>
                    <a:pt x="4934724" y="1552943"/>
                  </a:lnTo>
                  <a:lnTo>
                    <a:pt x="4933658" y="1556867"/>
                  </a:lnTo>
                  <a:lnTo>
                    <a:pt x="4971275" y="1535137"/>
                  </a:lnTo>
                  <a:lnTo>
                    <a:pt x="4973574" y="1530502"/>
                  </a:lnTo>
                  <a:lnTo>
                    <a:pt x="4974729" y="1528165"/>
                  </a:lnTo>
                  <a:lnTo>
                    <a:pt x="4975301" y="1527403"/>
                  </a:lnTo>
                  <a:close/>
                </a:path>
                <a:path w="7618095" h="4407535">
                  <a:moveTo>
                    <a:pt x="5109730" y="1455153"/>
                  </a:moveTo>
                  <a:lnTo>
                    <a:pt x="5108206" y="1452702"/>
                  </a:lnTo>
                  <a:lnTo>
                    <a:pt x="5107241" y="1451140"/>
                  </a:lnTo>
                  <a:lnTo>
                    <a:pt x="5048491" y="1485099"/>
                  </a:lnTo>
                  <a:lnTo>
                    <a:pt x="5048529" y="1487182"/>
                  </a:lnTo>
                  <a:lnTo>
                    <a:pt x="5048593" y="1490472"/>
                  </a:lnTo>
                  <a:lnTo>
                    <a:pt x="5109730" y="1455153"/>
                  </a:lnTo>
                  <a:close/>
                </a:path>
                <a:path w="7618095" h="4407535">
                  <a:moveTo>
                    <a:pt x="5401386" y="1286662"/>
                  </a:moveTo>
                  <a:lnTo>
                    <a:pt x="5400421" y="1283830"/>
                  </a:lnTo>
                  <a:lnTo>
                    <a:pt x="5353570" y="1310906"/>
                  </a:lnTo>
                  <a:lnTo>
                    <a:pt x="5354510" y="1313738"/>
                  </a:lnTo>
                  <a:lnTo>
                    <a:pt x="5401386" y="1286662"/>
                  </a:lnTo>
                  <a:close/>
                </a:path>
                <a:path w="7618095" h="4407535">
                  <a:moveTo>
                    <a:pt x="5429389" y="1264945"/>
                  </a:moveTo>
                  <a:lnTo>
                    <a:pt x="5240998" y="1373822"/>
                  </a:lnTo>
                  <a:lnTo>
                    <a:pt x="5240375" y="1376324"/>
                  </a:lnTo>
                  <a:lnTo>
                    <a:pt x="5239372" y="1380261"/>
                  </a:lnTo>
                  <a:lnTo>
                    <a:pt x="5281790" y="1355750"/>
                  </a:lnTo>
                  <a:lnTo>
                    <a:pt x="5301399" y="1341056"/>
                  </a:lnTo>
                  <a:lnTo>
                    <a:pt x="5308917" y="1335417"/>
                  </a:lnTo>
                  <a:lnTo>
                    <a:pt x="5353113" y="1309509"/>
                  </a:lnTo>
                  <a:lnTo>
                    <a:pt x="5353570" y="1310906"/>
                  </a:lnTo>
                  <a:lnTo>
                    <a:pt x="5355971" y="1309509"/>
                  </a:lnTo>
                  <a:lnTo>
                    <a:pt x="5400421" y="1283830"/>
                  </a:lnTo>
                  <a:lnTo>
                    <a:pt x="5400357" y="1283601"/>
                  </a:lnTo>
                  <a:lnTo>
                    <a:pt x="5415597" y="1274457"/>
                  </a:lnTo>
                  <a:lnTo>
                    <a:pt x="5429389" y="1264945"/>
                  </a:lnTo>
                  <a:close/>
                </a:path>
                <a:path w="7618095" h="4407535">
                  <a:moveTo>
                    <a:pt x="5709869" y="1102829"/>
                  </a:moveTo>
                  <a:lnTo>
                    <a:pt x="5526430" y="1208849"/>
                  </a:lnTo>
                  <a:lnTo>
                    <a:pt x="5525694" y="1211440"/>
                  </a:lnTo>
                  <a:lnTo>
                    <a:pt x="5524538" y="1215517"/>
                  </a:lnTo>
                  <a:lnTo>
                    <a:pt x="5564289" y="1192555"/>
                  </a:lnTo>
                  <a:lnTo>
                    <a:pt x="5588482" y="1175156"/>
                  </a:lnTo>
                  <a:lnTo>
                    <a:pt x="5588635" y="1175067"/>
                  </a:lnTo>
                  <a:lnTo>
                    <a:pt x="5592381" y="1172349"/>
                  </a:lnTo>
                  <a:lnTo>
                    <a:pt x="5636577" y="1146441"/>
                  </a:lnTo>
                  <a:lnTo>
                    <a:pt x="5636831" y="1147216"/>
                  </a:lnTo>
                  <a:lnTo>
                    <a:pt x="5637784" y="1150099"/>
                  </a:lnTo>
                  <a:lnTo>
                    <a:pt x="5685091" y="1122768"/>
                  </a:lnTo>
                  <a:lnTo>
                    <a:pt x="5684113" y="1119886"/>
                  </a:lnTo>
                  <a:lnTo>
                    <a:pt x="5683821" y="1119009"/>
                  </a:lnTo>
                  <a:lnTo>
                    <a:pt x="5699061" y="1109865"/>
                  </a:lnTo>
                  <a:lnTo>
                    <a:pt x="5709869" y="1102829"/>
                  </a:lnTo>
                  <a:close/>
                </a:path>
                <a:path w="7618095" h="4407535">
                  <a:moveTo>
                    <a:pt x="5842190" y="1026350"/>
                  </a:moveTo>
                  <a:lnTo>
                    <a:pt x="5803658" y="1048626"/>
                  </a:lnTo>
                  <a:lnTo>
                    <a:pt x="5802706" y="1051356"/>
                  </a:lnTo>
                  <a:lnTo>
                    <a:pt x="5801195" y="1055687"/>
                  </a:lnTo>
                  <a:lnTo>
                    <a:pt x="5838799" y="1033970"/>
                  </a:lnTo>
                  <a:lnTo>
                    <a:pt x="5840869" y="1029309"/>
                  </a:lnTo>
                  <a:lnTo>
                    <a:pt x="5842190" y="1026350"/>
                  </a:lnTo>
                  <a:close/>
                </a:path>
                <a:path w="7618095" h="4407535">
                  <a:moveTo>
                    <a:pt x="5934113" y="978903"/>
                  </a:moveTo>
                  <a:lnTo>
                    <a:pt x="5933160" y="975969"/>
                  </a:lnTo>
                  <a:lnTo>
                    <a:pt x="5932563" y="974115"/>
                  </a:lnTo>
                  <a:lnTo>
                    <a:pt x="5886640" y="1000658"/>
                  </a:lnTo>
                  <a:lnTo>
                    <a:pt x="5887250" y="1002499"/>
                  </a:lnTo>
                  <a:lnTo>
                    <a:pt x="5888215" y="1005420"/>
                  </a:lnTo>
                  <a:lnTo>
                    <a:pt x="5934113" y="978903"/>
                  </a:lnTo>
                  <a:close/>
                </a:path>
                <a:path w="7618095" h="4407535">
                  <a:moveTo>
                    <a:pt x="6039904" y="917790"/>
                  </a:moveTo>
                  <a:lnTo>
                    <a:pt x="6039116" y="914742"/>
                  </a:lnTo>
                  <a:lnTo>
                    <a:pt x="6038621" y="912812"/>
                  </a:lnTo>
                  <a:lnTo>
                    <a:pt x="6010478" y="929081"/>
                  </a:lnTo>
                  <a:lnTo>
                    <a:pt x="6012510" y="930122"/>
                  </a:lnTo>
                  <a:lnTo>
                    <a:pt x="6014834" y="931303"/>
                  </a:lnTo>
                  <a:lnTo>
                    <a:pt x="6015406" y="931951"/>
                  </a:lnTo>
                  <a:lnTo>
                    <a:pt x="6039904" y="917790"/>
                  </a:lnTo>
                  <a:close/>
                </a:path>
                <a:path w="7618095" h="4407535">
                  <a:moveTo>
                    <a:pt x="6163970" y="840359"/>
                  </a:moveTo>
                  <a:lnTo>
                    <a:pt x="6127204" y="861606"/>
                  </a:lnTo>
                  <a:lnTo>
                    <a:pt x="6126531" y="864235"/>
                  </a:lnTo>
                  <a:lnTo>
                    <a:pt x="6125451" y="868362"/>
                  </a:lnTo>
                  <a:lnTo>
                    <a:pt x="6161087" y="847788"/>
                  </a:lnTo>
                  <a:lnTo>
                    <a:pt x="6162713" y="843318"/>
                  </a:lnTo>
                  <a:lnTo>
                    <a:pt x="6163513" y="841095"/>
                  </a:lnTo>
                  <a:lnTo>
                    <a:pt x="6163970" y="840359"/>
                  </a:lnTo>
                  <a:close/>
                </a:path>
                <a:path w="7618095" h="4407535">
                  <a:moveTo>
                    <a:pt x="6268313" y="785837"/>
                  </a:moveTo>
                  <a:lnTo>
                    <a:pt x="6265583" y="783869"/>
                  </a:lnTo>
                  <a:lnTo>
                    <a:pt x="6263856" y="782624"/>
                  </a:lnTo>
                  <a:lnTo>
                    <a:pt x="6209182" y="814222"/>
                  </a:lnTo>
                  <a:lnTo>
                    <a:pt x="6209817" y="816102"/>
                  </a:lnTo>
                  <a:lnTo>
                    <a:pt x="6210833" y="819048"/>
                  </a:lnTo>
                  <a:lnTo>
                    <a:pt x="6268313" y="785837"/>
                  </a:lnTo>
                  <a:close/>
                </a:path>
                <a:path w="7618095" h="4407535">
                  <a:moveTo>
                    <a:pt x="6436893" y="688454"/>
                  </a:moveTo>
                  <a:lnTo>
                    <a:pt x="6436754" y="684961"/>
                  </a:lnTo>
                  <a:lnTo>
                    <a:pt x="6436830" y="682650"/>
                  </a:lnTo>
                  <a:lnTo>
                    <a:pt x="6409207" y="698614"/>
                  </a:lnTo>
                  <a:lnTo>
                    <a:pt x="6408928" y="701040"/>
                  </a:lnTo>
                  <a:lnTo>
                    <a:pt x="6408509" y="704850"/>
                  </a:lnTo>
                  <a:lnTo>
                    <a:pt x="6436893" y="688454"/>
                  </a:lnTo>
                  <a:close/>
                </a:path>
                <a:path w="7618095" h="4407535">
                  <a:moveTo>
                    <a:pt x="6695059" y="533400"/>
                  </a:moveTo>
                  <a:lnTo>
                    <a:pt x="6510706" y="639953"/>
                  </a:lnTo>
                  <a:lnTo>
                    <a:pt x="6510033" y="642607"/>
                  </a:lnTo>
                  <a:lnTo>
                    <a:pt x="6508966" y="646823"/>
                  </a:lnTo>
                  <a:lnTo>
                    <a:pt x="6550215" y="622985"/>
                  </a:lnTo>
                  <a:lnTo>
                    <a:pt x="6573558" y="605904"/>
                  </a:lnTo>
                  <a:lnTo>
                    <a:pt x="6578409" y="602373"/>
                  </a:lnTo>
                  <a:lnTo>
                    <a:pt x="6622605" y="576465"/>
                  </a:lnTo>
                  <a:lnTo>
                    <a:pt x="6622897" y="577380"/>
                  </a:lnTo>
                  <a:lnTo>
                    <a:pt x="6623913" y="580415"/>
                  </a:lnTo>
                  <a:lnTo>
                    <a:pt x="6669926" y="553821"/>
                  </a:lnTo>
                  <a:lnTo>
                    <a:pt x="6668910" y="550799"/>
                  </a:lnTo>
                  <a:lnTo>
                    <a:pt x="6668325" y="549033"/>
                  </a:lnTo>
                  <a:lnTo>
                    <a:pt x="6685089" y="539889"/>
                  </a:lnTo>
                  <a:lnTo>
                    <a:pt x="6695059" y="533400"/>
                  </a:lnTo>
                  <a:close/>
                </a:path>
                <a:path w="7618095" h="4407535">
                  <a:moveTo>
                    <a:pt x="6883374" y="430517"/>
                  </a:moveTo>
                  <a:lnTo>
                    <a:pt x="6882320" y="427482"/>
                  </a:lnTo>
                  <a:lnTo>
                    <a:pt x="6881647" y="425551"/>
                  </a:lnTo>
                  <a:lnTo>
                    <a:pt x="6784441" y="481736"/>
                  </a:lnTo>
                  <a:lnTo>
                    <a:pt x="6784149" y="483501"/>
                  </a:lnTo>
                  <a:lnTo>
                    <a:pt x="6834441" y="453021"/>
                  </a:lnTo>
                  <a:lnTo>
                    <a:pt x="6835026" y="454799"/>
                  </a:lnTo>
                  <a:lnTo>
                    <a:pt x="6836054" y="457860"/>
                  </a:lnTo>
                  <a:lnTo>
                    <a:pt x="6883374" y="430517"/>
                  </a:lnTo>
                  <a:close/>
                </a:path>
                <a:path w="7618095" h="4407535">
                  <a:moveTo>
                    <a:pt x="7044195" y="331609"/>
                  </a:moveTo>
                  <a:lnTo>
                    <a:pt x="7000989" y="356577"/>
                  </a:lnTo>
                  <a:lnTo>
                    <a:pt x="7000062" y="359435"/>
                  </a:lnTo>
                  <a:lnTo>
                    <a:pt x="6998589" y="363956"/>
                  </a:lnTo>
                  <a:lnTo>
                    <a:pt x="7041121" y="339382"/>
                  </a:lnTo>
                  <a:lnTo>
                    <a:pt x="7043001" y="334619"/>
                  </a:lnTo>
                  <a:lnTo>
                    <a:pt x="7044195" y="331609"/>
                  </a:lnTo>
                  <a:close/>
                </a:path>
                <a:path w="7618095" h="4407535">
                  <a:moveTo>
                    <a:pt x="7197344" y="249135"/>
                  </a:moveTo>
                  <a:lnTo>
                    <a:pt x="7196887" y="248805"/>
                  </a:lnTo>
                  <a:lnTo>
                    <a:pt x="7193801" y="247472"/>
                  </a:lnTo>
                  <a:lnTo>
                    <a:pt x="7191489" y="246468"/>
                  </a:lnTo>
                  <a:lnTo>
                    <a:pt x="7145109" y="273278"/>
                  </a:lnTo>
                  <a:lnTo>
                    <a:pt x="7146836" y="274624"/>
                  </a:lnTo>
                  <a:lnTo>
                    <a:pt x="7149566" y="276745"/>
                  </a:lnTo>
                  <a:lnTo>
                    <a:pt x="7197344" y="249135"/>
                  </a:lnTo>
                  <a:close/>
                </a:path>
                <a:path w="7618095" h="4407535">
                  <a:moveTo>
                    <a:pt x="7345591" y="157403"/>
                  </a:moveTo>
                  <a:lnTo>
                    <a:pt x="7308697" y="178727"/>
                  </a:lnTo>
                  <a:lnTo>
                    <a:pt x="7307948" y="181508"/>
                  </a:lnTo>
                  <a:lnTo>
                    <a:pt x="7306767" y="185928"/>
                  </a:lnTo>
                  <a:lnTo>
                    <a:pt x="7342162" y="165481"/>
                  </a:lnTo>
                  <a:lnTo>
                    <a:pt x="7343965" y="160693"/>
                  </a:lnTo>
                  <a:lnTo>
                    <a:pt x="7344613" y="158991"/>
                  </a:lnTo>
                  <a:lnTo>
                    <a:pt x="7345591" y="157403"/>
                  </a:lnTo>
                  <a:close/>
                </a:path>
                <a:path w="7618095" h="4407535">
                  <a:moveTo>
                    <a:pt x="7449490" y="103479"/>
                  </a:moveTo>
                  <a:lnTo>
                    <a:pt x="7446556" y="101409"/>
                  </a:lnTo>
                  <a:lnTo>
                    <a:pt x="7444714" y="100101"/>
                  </a:lnTo>
                  <a:lnTo>
                    <a:pt x="7390308" y="131546"/>
                  </a:lnTo>
                  <a:lnTo>
                    <a:pt x="7390981" y="133527"/>
                  </a:lnTo>
                  <a:lnTo>
                    <a:pt x="7392048" y="136652"/>
                  </a:lnTo>
                  <a:lnTo>
                    <a:pt x="7449490" y="103479"/>
                  </a:lnTo>
                  <a:close/>
                </a:path>
                <a:path w="7618095" h="4407535">
                  <a:moveTo>
                    <a:pt x="7618019" y="6121"/>
                  </a:moveTo>
                  <a:lnTo>
                    <a:pt x="7617854" y="2425"/>
                  </a:lnTo>
                  <a:lnTo>
                    <a:pt x="7617904" y="0"/>
                  </a:lnTo>
                  <a:lnTo>
                    <a:pt x="7590295" y="15963"/>
                  </a:lnTo>
                  <a:lnTo>
                    <a:pt x="7590002" y="18516"/>
                  </a:lnTo>
                  <a:lnTo>
                    <a:pt x="7589558" y="22555"/>
                  </a:lnTo>
                  <a:lnTo>
                    <a:pt x="7618019" y="6121"/>
                  </a:lnTo>
                  <a:close/>
                </a:path>
              </a:pathLst>
            </a:custGeom>
            <a:solidFill>
              <a:srgbClr val="727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5800" y="888242"/>
              <a:ext cx="7619365" cy="4404360"/>
            </a:xfrm>
            <a:custGeom>
              <a:avLst/>
              <a:gdLst/>
              <a:ahLst/>
              <a:cxnLst/>
              <a:rect l="l" t="t" r="r" b="b"/>
              <a:pathLst>
                <a:path w="7619365" h="4404360">
                  <a:moveTo>
                    <a:pt x="4212070" y="1968108"/>
                  </a:moveTo>
                  <a:lnTo>
                    <a:pt x="4165213" y="1995177"/>
                  </a:lnTo>
                  <a:lnTo>
                    <a:pt x="4165770" y="1996848"/>
                  </a:lnTo>
                  <a:lnTo>
                    <a:pt x="4212626" y="1969775"/>
                  </a:lnTo>
                  <a:lnTo>
                    <a:pt x="4212070" y="1968108"/>
                  </a:lnTo>
                  <a:close/>
                </a:path>
                <a:path w="7619365" h="4404360">
                  <a:moveTo>
                    <a:pt x="4331835" y="1898920"/>
                  </a:moveTo>
                  <a:lnTo>
                    <a:pt x="4276910" y="1930650"/>
                  </a:lnTo>
                  <a:lnTo>
                    <a:pt x="4279123" y="1931354"/>
                  </a:lnTo>
                  <a:lnTo>
                    <a:pt x="4333324" y="1900037"/>
                  </a:lnTo>
                  <a:lnTo>
                    <a:pt x="4331835" y="1898920"/>
                  </a:lnTo>
                  <a:close/>
                </a:path>
                <a:path w="7619365" h="4404360">
                  <a:moveTo>
                    <a:pt x="2787223" y="2791240"/>
                  </a:moveTo>
                  <a:lnTo>
                    <a:pt x="2740336" y="2818326"/>
                  </a:lnTo>
                  <a:lnTo>
                    <a:pt x="2740932" y="2820113"/>
                  </a:lnTo>
                  <a:lnTo>
                    <a:pt x="2787817" y="2793023"/>
                  </a:lnTo>
                  <a:lnTo>
                    <a:pt x="2787223" y="2791240"/>
                  </a:lnTo>
                  <a:close/>
                </a:path>
                <a:path w="7619365" h="4404360">
                  <a:moveTo>
                    <a:pt x="2906306" y="2722446"/>
                  </a:moveTo>
                  <a:lnTo>
                    <a:pt x="2851694" y="2753996"/>
                  </a:lnTo>
                  <a:lnTo>
                    <a:pt x="2854003" y="2754781"/>
                  </a:lnTo>
                  <a:lnTo>
                    <a:pt x="2907862" y="2723661"/>
                  </a:lnTo>
                  <a:lnTo>
                    <a:pt x="2906306" y="2722446"/>
                  </a:lnTo>
                  <a:close/>
                </a:path>
                <a:path w="7619365" h="4404360">
                  <a:moveTo>
                    <a:pt x="856261" y="3906754"/>
                  </a:moveTo>
                  <a:lnTo>
                    <a:pt x="809405" y="3933823"/>
                  </a:lnTo>
                  <a:lnTo>
                    <a:pt x="810052" y="3935766"/>
                  </a:lnTo>
                  <a:lnTo>
                    <a:pt x="856908" y="3908693"/>
                  </a:lnTo>
                  <a:lnTo>
                    <a:pt x="856261" y="3906754"/>
                  </a:lnTo>
                  <a:close/>
                </a:path>
                <a:path w="7619365" h="4404360">
                  <a:moveTo>
                    <a:pt x="975739" y="3837731"/>
                  </a:moveTo>
                  <a:lnTo>
                    <a:pt x="920725" y="3869513"/>
                  </a:lnTo>
                  <a:lnTo>
                    <a:pt x="923230" y="3870373"/>
                  </a:lnTo>
                  <a:lnTo>
                    <a:pt x="977426" y="3839058"/>
                  </a:lnTo>
                  <a:lnTo>
                    <a:pt x="975739" y="3837731"/>
                  </a:lnTo>
                  <a:close/>
                </a:path>
                <a:path w="7619365" h="4404360">
                  <a:moveTo>
                    <a:pt x="7041990" y="333267"/>
                  </a:moveTo>
                  <a:lnTo>
                    <a:pt x="6999455" y="357840"/>
                  </a:lnTo>
                  <a:lnTo>
                    <a:pt x="6998769" y="359956"/>
                  </a:lnTo>
                  <a:lnTo>
                    <a:pt x="7041117" y="335487"/>
                  </a:lnTo>
                  <a:lnTo>
                    <a:pt x="7041990" y="333267"/>
                  </a:lnTo>
                  <a:close/>
                </a:path>
                <a:path w="7619365" h="4404360">
                  <a:moveTo>
                    <a:pt x="7198213" y="243018"/>
                  </a:moveTo>
                  <a:lnTo>
                    <a:pt x="7150426" y="270624"/>
                  </a:lnTo>
                  <a:lnTo>
                    <a:pt x="7151683" y="271602"/>
                  </a:lnTo>
                  <a:lnTo>
                    <a:pt x="7199540" y="243951"/>
                  </a:lnTo>
                  <a:lnTo>
                    <a:pt x="7198213" y="243018"/>
                  </a:lnTo>
                  <a:close/>
                </a:path>
                <a:path w="7619365" h="4404360">
                  <a:moveTo>
                    <a:pt x="3559643" y="2345014"/>
                  </a:moveTo>
                  <a:lnTo>
                    <a:pt x="3517094" y="2369594"/>
                  </a:lnTo>
                  <a:lnTo>
                    <a:pt x="3516273" y="2372125"/>
                  </a:lnTo>
                  <a:lnTo>
                    <a:pt x="3558600" y="2347668"/>
                  </a:lnTo>
                  <a:lnTo>
                    <a:pt x="3559643" y="2345014"/>
                  </a:lnTo>
                  <a:close/>
                </a:path>
                <a:path w="7619365" h="4404360">
                  <a:moveTo>
                    <a:pt x="3715922" y="2254732"/>
                  </a:moveTo>
                  <a:lnTo>
                    <a:pt x="3667321" y="2282809"/>
                  </a:lnTo>
                  <a:lnTo>
                    <a:pt x="3668837" y="2283974"/>
                  </a:lnTo>
                  <a:lnTo>
                    <a:pt x="3717512" y="2255850"/>
                  </a:lnTo>
                  <a:lnTo>
                    <a:pt x="3715922" y="2254732"/>
                  </a:lnTo>
                  <a:close/>
                </a:path>
                <a:path w="7619365" h="4404360">
                  <a:moveTo>
                    <a:pt x="2030607" y="3228336"/>
                  </a:moveTo>
                  <a:lnTo>
                    <a:pt x="1988392" y="3252723"/>
                  </a:lnTo>
                  <a:lnTo>
                    <a:pt x="1987582" y="3255395"/>
                  </a:lnTo>
                  <a:lnTo>
                    <a:pt x="2029500" y="3231175"/>
                  </a:lnTo>
                  <a:lnTo>
                    <a:pt x="2030607" y="3228336"/>
                  </a:lnTo>
                  <a:close/>
                </a:path>
                <a:path w="7619365" h="4404360">
                  <a:moveTo>
                    <a:pt x="2186204" y="3138448"/>
                  </a:moveTo>
                  <a:lnTo>
                    <a:pt x="2138296" y="3166124"/>
                  </a:lnTo>
                  <a:lnTo>
                    <a:pt x="2139916" y="3167377"/>
                  </a:lnTo>
                  <a:lnTo>
                    <a:pt x="2187913" y="3139645"/>
                  </a:lnTo>
                  <a:lnTo>
                    <a:pt x="2186204" y="3138448"/>
                  </a:lnTo>
                  <a:close/>
                </a:path>
                <a:path w="7619365" h="4404360">
                  <a:moveTo>
                    <a:pt x="6884237" y="424401"/>
                  </a:moveTo>
                  <a:lnTo>
                    <a:pt x="6836923" y="451734"/>
                  </a:lnTo>
                  <a:lnTo>
                    <a:pt x="6837412" y="453187"/>
                  </a:lnTo>
                  <a:lnTo>
                    <a:pt x="6884733" y="425845"/>
                  </a:lnTo>
                  <a:lnTo>
                    <a:pt x="6884237" y="424401"/>
                  </a:lnTo>
                  <a:close/>
                </a:path>
                <a:path w="7619365" h="4404360">
                  <a:moveTo>
                    <a:pt x="6040763" y="911675"/>
                  </a:moveTo>
                  <a:lnTo>
                    <a:pt x="6016266" y="925827"/>
                  </a:lnTo>
                  <a:lnTo>
                    <a:pt x="6017326" y="927029"/>
                  </a:lnTo>
                  <a:lnTo>
                    <a:pt x="6041166" y="913254"/>
                  </a:lnTo>
                  <a:lnTo>
                    <a:pt x="6040763" y="911675"/>
                  </a:lnTo>
                  <a:close/>
                </a:path>
                <a:path w="7619365" h="4404360">
                  <a:moveTo>
                    <a:pt x="5934983" y="972784"/>
                  </a:moveTo>
                  <a:lnTo>
                    <a:pt x="5889083" y="999300"/>
                  </a:lnTo>
                  <a:lnTo>
                    <a:pt x="5889591" y="1000833"/>
                  </a:lnTo>
                  <a:lnTo>
                    <a:pt x="5935481" y="974318"/>
                  </a:lnTo>
                  <a:lnTo>
                    <a:pt x="5934983" y="972784"/>
                  </a:lnTo>
                  <a:close/>
                </a:path>
                <a:path w="7619365" h="4404360">
                  <a:moveTo>
                    <a:pt x="5839659" y="1027852"/>
                  </a:moveTo>
                  <a:lnTo>
                    <a:pt x="5802066" y="1049570"/>
                  </a:lnTo>
                  <a:lnTo>
                    <a:pt x="5801268" y="1051865"/>
                  </a:lnTo>
                  <a:lnTo>
                    <a:pt x="5838562" y="1030318"/>
                  </a:lnTo>
                  <a:lnTo>
                    <a:pt x="5839659" y="1027852"/>
                  </a:lnTo>
                  <a:close/>
                </a:path>
                <a:path w="7619365" h="4404360">
                  <a:moveTo>
                    <a:pt x="4665286" y="1706286"/>
                  </a:moveTo>
                  <a:lnTo>
                    <a:pt x="4641288" y="1720149"/>
                  </a:lnTo>
                  <a:lnTo>
                    <a:pt x="4642303" y="1721510"/>
                  </a:lnTo>
                  <a:lnTo>
                    <a:pt x="4665687" y="1707999"/>
                  </a:lnTo>
                  <a:lnTo>
                    <a:pt x="4665286" y="1706286"/>
                  </a:lnTo>
                  <a:close/>
                </a:path>
                <a:path w="7619365" h="4404360">
                  <a:moveTo>
                    <a:pt x="4560021" y="1767097"/>
                  </a:moveTo>
                  <a:lnTo>
                    <a:pt x="4512932" y="1794300"/>
                  </a:lnTo>
                  <a:lnTo>
                    <a:pt x="4513491" y="1795937"/>
                  </a:lnTo>
                  <a:lnTo>
                    <a:pt x="4560561" y="1768740"/>
                  </a:lnTo>
                  <a:lnTo>
                    <a:pt x="4560021" y="1767097"/>
                  </a:lnTo>
                  <a:close/>
                </a:path>
                <a:path w="7619365" h="4404360">
                  <a:moveTo>
                    <a:pt x="4465070" y="1821950"/>
                  </a:moveTo>
                  <a:lnTo>
                    <a:pt x="4427608" y="1843592"/>
                  </a:lnTo>
                  <a:lnTo>
                    <a:pt x="4426788" y="1846034"/>
                  </a:lnTo>
                  <a:lnTo>
                    <a:pt x="4463830" y="1824631"/>
                  </a:lnTo>
                  <a:lnTo>
                    <a:pt x="4465070" y="1821950"/>
                  </a:lnTo>
                  <a:close/>
                </a:path>
                <a:path w="7619365" h="4404360">
                  <a:moveTo>
                    <a:pt x="4115792" y="2023728"/>
                  </a:moveTo>
                  <a:lnTo>
                    <a:pt x="4078179" y="2045457"/>
                  </a:lnTo>
                  <a:lnTo>
                    <a:pt x="4077311" y="2047960"/>
                  </a:lnTo>
                  <a:lnTo>
                    <a:pt x="4114530" y="2026455"/>
                  </a:lnTo>
                  <a:lnTo>
                    <a:pt x="4115792" y="2023728"/>
                  </a:lnTo>
                  <a:close/>
                </a:path>
                <a:path w="7619365" h="4404360">
                  <a:moveTo>
                    <a:pt x="2691509" y="2846534"/>
                  </a:moveTo>
                  <a:lnTo>
                    <a:pt x="2653392" y="2868554"/>
                  </a:lnTo>
                  <a:lnTo>
                    <a:pt x="2652500" y="2871209"/>
                  </a:lnTo>
                  <a:lnTo>
                    <a:pt x="2690229" y="2849409"/>
                  </a:lnTo>
                  <a:lnTo>
                    <a:pt x="2691509" y="2846534"/>
                  </a:lnTo>
                  <a:close/>
                </a:path>
                <a:path w="7619365" h="4404360">
                  <a:moveTo>
                    <a:pt x="1899621" y="3304006"/>
                  </a:moveTo>
                  <a:lnTo>
                    <a:pt x="1843493" y="3336432"/>
                  </a:lnTo>
                  <a:lnTo>
                    <a:pt x="1845857" y="3337283"/>
                  </a:lnTo>
                  <a:lnTo>
                    <a:pt x="1901235" y="3305286"/>
                  </a:lnTo>
                  <a:lnTo>
                    <a:pt x="1899621" y="3304006"/>
                  </a:lnTo>
                  <a:close/>
                </a:path>
                <a:path w="7619365" h="4404360">
                  <a:moveTo>
                    <a:pt x="1782805" y="3371491"/>
                  </a:moveTo>
                  <a:lnTo>
                    <a:pt x="1735937" y="3398566"/>
                  </a:lnTo>
                  <a:lnTo>
                    <a:pt x="1736564" y="3400432"/>
                  </a:lnTo>
                  <a:lnTo>
                    <a:pt x="1783431" y="3373352"/>
                  </a:lnTo>
                  <a:lnTo>
                    <a:pt x="1782805" y="3371491"/>
                  </a:lnTo>
                  <a:close/>
                </a:path>
                <a:path w="7619365" h="4404360">
                  <a:moveTo>
                    <a:pt x="1687464" y="3426569"/>
                  </a:moveTo>
                  <a:lnTo>
                    <a:pt x="1648636" y="3449000"/>
                  </a:lnTo>
                  <a:lnTo>
                    <a:pt x="1647705" y="3451774"/>
                  </a:lnTo>
                  <a:lnTo>
                    <a:pt x="1686126" y="3429575"/>
                  </a:lnTo>
                  <a:lnTo>
                    <a:pt x="1687464" y="3426569"/>
                  </a:lnTo>
                  <a:close/>
                </a:path>
                <a:path w="7619365" h="4404360">
                  <a:moveTo>
                    <a:pt x="1439843" y="3569619"/>
                  </a:moveTo>
                  <a:lnTo>
                    <a:pt x="1392568" y="3596930"/>
                  </a:lnTo>
                  <a:lnTo>
                    <a:pt x="1393205" y="3598823"/>
                  </a:lnTo>
                  <a:lnTo>
                    <a:pt x="1440474" y="3571511"/>
                  </a:lnTo>
                  <a:lnTo>
                    <a:pt x="1439843" y="3569619"/>
                  </a:lnTo>
                  <a:close/>
                </a:path>
                <a:path w="7619365" h="4404360">
                  <a:moveTo>
                    <a:pt x="760652" y="3961987"/>
                  </a:moveTo>
                  <a:lnTo>
                    <a:pt x="722716" y="3983903"/>
                  </a:lnTo>
                  <a:lnTo>
                    <a:pt x="721778" y="3986771"/>
                  </a:lnTo>
                  <a:lnTo>
                    <a:pt x="759260" y="3965113"/>
                  </a:lnTo>
                  <a:lnTo>
                    <a:pt x="760652" y="3961987"/>
                  </a:lnTo>
                  <a:close/>
                </a:path>
                <a:path w="7619365" h="4404360">
                  <a:moveTo>
                    <a:pt x="668455" y="4015249"/>
                  </a:moveTo>
                  <a:lnTo>
                    <a:pt x="643638" y="4029586"/>
                  </a:lnTo>
                  <a:lnTo>
                    <a:pt x="645005" y="4031129"/>
                  </a:lnTo>
                  <a:lnTo>
                    <a:pt x="668974" y="4017280"/>
                  </a:lnTo>
                  <a:lnTo>
                    <a:pt x="668455" y="4015249"/>
                  </a:lnTo>
                  <a:close/>
                </a:path>
                <a:path w="7619365" h="4404360">
                  <a:moveTo>
                    <a:pt x="562906" y="4076225"/>
                  </a:moveTo>
                  <a:lnTo>
                    <a:pt x="516721" y="4102906"/>
                  </a:lnTo>
                  <a:lnTo>
                    <a:pt x="517372" y="4104875"/>
                  </a:lnTo>
                  <a:lnTo>
                    <a:pt x="563575" y="4078179"/>
                  </a:lnTo>
                  <a:lnTo>
                    <a:pt x="562906" y="4076225"/>
                  </a:lnTo>
                  <a:close/>
                </a:path>
                <a:path w="7619365" h="4404360">
                  <a:moveTo>
                    <a:pt x="468119" y="4130983"/>
                  </a:moveTo>
                  <a:lnTo>
                    <a:pt x="429963" y="4153025"/>
                  </a:lnTo>
                  <a:lnTo>
                    <a:pt x="428982" y="4155947"/>
                  </a:lnTo>
                  <a:lnTo>
                    <a:pt x="466710" y="4134147"/>
                  </a:lnTo>
                  <a:lnTo>
                    <a:pt x="468119" y="4130983"/>
                  </a:lnTo>
                  <a:close/>
                </a:path>
                <a:path w="7619365" h="4404360">
                  <a:moveTo>
                    <a:pt x="2564983" y="2919628"/>
                  </a:moveTo>
                  <a:lnTo>
                    <a:pt x="2517299" y="2947175"/>
                  </a:lnTo>
                  <a:lnTo>
                    <a:pt x="2517907" y="2948976"/>
                  </a:lnTo>
                  <a:lnTo>
                    <a:pt x="2565542" y="2921453"/>
                  </a:lnTo>
                  <a:lnTo>
                    <a:pt x="2564983" y="2919628"/>
                  </a:lnTo>
                  <a:close/>
                </a:path>
                <a:path w="7619365" h="4404360">
                  <a:moveTo>
                    <a:pt x="2395015" y="3017818"/>
                  </a:moveTo>
                  <a:lnTo>
                    <a:pt x="2349053" y="3044371"/>
                  </a:lnTo>
                  <a:lnTo>
                    <a:pt x="2349440" y="3046315"/>
                  </a:lnTo>
                  <a:lnTo>
                    <a:pt x="2395511" y="3019695"/>
                  </a:lnTo>
                  <a:lnTo>
                    <a:pt x="2395015" y="3017818"/>
                  </a:lnTo>
                  <a:close/>
                </a:path>
                <a:path w="7619365" h="4404360">
                  <a:moveTo>
                    <a:pt x="2301597" y="3071786"/>
                  </a:moveTo>
                  <a:lnTo>
                    <a:pt x="2265141" y="3092846"/>
                  </a:lnTo>
                  <a:lnTo>
                    <a:pt x="2264507" y="3095389"/>
                  </a:lnTo>
                  <a:lnTo>
                    <a:pt x="2300741" y="3074453"/>
                  </a:lnTo>
                  <a:lnTo>
                    <a:pt x="2301597" y="3071786"/>
                  </a:lnTo>
                  <a:close/>
                </a:path>
                <a:path w="7619365" h="4404360">
                  <a:moveTo>
                    <a:pt x="340978" y="4204432"/>
                  </a:moveTo>
                  <a:lnTo>
                    <a:pt x="281237" y="4238945"/>
                  </a:lnTo>
                  <a:lnTo>
                    <a:pt x="281196" y="4241337"/>
                  </a:lnTo>
                  <a:lnTo>
                    <a:pt x="341627" y="4206420"/>
                  </a:lnTo>
                  <a:lnTo>
                    <a:pt x="340978" y="4204432"/>
                  </a:lnTo>
                  <a:close/>
                </a:path>
                <a:path w="7619365" h="4404360">
                  <a:moveTo>
                    <a:pt x="146394" y="4316843"/>
                  </a:moveTo>
                  <a:lnTo>
                    <a:pt x="86104" y="4351673"/>
                  </a:lnTo>
                  <a:lnTo>
                    <a:pt x="86771" y="4353674"/>
                  </a:lnTo>
                  <a:lnTo>
                    <a:pt x="148022" y="4318284"/>
                  </a:lnTo>
                  <a:lnTo>
                    <a:pt x="146394" y="4316843"/>
                  </a:lnTo>
                  <a:close/>
                </a:path>
                <a:path w="7619365" h="4404360">
                  <a:moveTo>
                    <a:pt x="36825" y="4380141"/>
                  </a:moveTo>
                  <a:lnTo>
                    <a:pt x="864" y="4400915"/>
                  </a:lnTo>
                  <a:lnTo>
                    <a:pt x="0" y="4403811"/>
                  </a:lnTo>
                  <a:lnTo>
                    <a:pt x="35830" y="4383108"/>
                  </a:lnTo>
                  <a:lnTo>
                    <a:pt x="36825" y="4380141"/>
                  </a:lnTo>
                  <a:close/>
                </a:path>
                <a:path w="7619365" h="4404360">
                  <a:moveTo>
                    <a:pt x="7618879" y="0"/>
                  </a:moveTo>
                  <a:lnTo>
                    <a:pt x="7590419" y="16441"/>
                  </a:lnTo>
                  <a:lnTo>
                    <a:pt x="7590221" y="18218"/>
                  </a:lnTo>
                  <a:lnTo>
                    <a:pt x="7618948" y="1619"/>
                  </a:lnTo>
                  <a:lnTo>
                    <a:pt x="7618879" y="0"/>
                  </a:lnTo>
                  <a:close/>
                </a:path>
                <a:path w="7619365" h="4404360">
                  <a:moveTo>
                    <a:pt x="7450352" y="97357"/>
                  </a:moveTo>
                  <a:lnTo>
                    <a:pt x="7392917" y="130537"/>
                  </a:lnTo>
                  <a:lnTo>
                    <a:pt x="7393396" y="131942"/>
                  </a:lnTo>
                  <a:lnTo>
                    <a:pt x="7451657" y="98279"/>
                  </a:lnTo>
                  <a:lnTo>
                    <a:pt x="7450352" y="97357"/>
                  </a:lnTo>
                  <a:close/>
                </a:path>
                <a:path w="7619365" h="4404360">
                  <a:moveTo>
                    <a:pt x="7343023" y="159361"/>
                  </a:moveTo>
                  <a:lnTo>
                    <a:pt x="7307636" y="179804"/>
                  </a:lnTo>
                  <a:lnTo>
                    <a:pt x="7307102" y="181802"/>
                  </a:lnTo>
                  <a:lnTo>
                    <a:pt x="7342205" y="161520"/>
                  </a:lnTo>
                  <a:lnTo>
                    <a:pt x="7343023" y="159361"/>
                  </a:lnTo>
                  <a:close/>
                </a:path>
                <a:path w="7619365" h="4404360">
                  <a:moveTo>
                    <a:pt x="6437761" y="682330"/>
                  </a:moveTo>
                  <a:lnTo>
                    <a:pt x="6409371" y="698731"/>
                  </a:lnTo>
                  <a:lnTo>
                    <a:pt x="6409159" y="700630"/>
                  </a:lnTo>
                  <a:lnTo>
                    <a:pt x="6437835" y="684061"/>
                  </a:lnTo>
                  <a:lnTo>
                    <a:pt x="6437761" y="682330"/>
                  </a:lnTo>
                  <a:close/>
                </a:path>
                <a:path w="7619365" h="4404360">
                  <a:moveTo>
                    <a:pt x="6269181" y="779718"/>
                  </a:moveTo>
                  <a:lnTo>
                    <a:pt x="6211694" y="812928"/>
                  </a:lnTo>
                  <a:lnTo>
                    <a:pt x="6212206" y="814428"/>
                  </a:lnTo>
                  <a:lnTo>
                    <a:pt x="6270561" y="780710"/>
                  </a:lnTo>
                  <a:lnTo>
                    <a:pt x="6269181" y="779718"/>
                  </a:lnTo>
                  <a:close/>
                </a:path>
                <a:path w="7619365" h="4404360">
                  <a:moveTo>
                    <a:pt x="6161953" y="841664"/>
                  </a:moveTo>
                  <a:lnTo>
                    <a:pt x="6126322" y="862248"/>
                  </a:lnTo>
                  <a:lnTo>
                    <a:pt x="6125773" y="864368"/>
                  </a:lnTo>
                  <a:lnTo>
                    <a:pt x="6161124" y="843942"/>
                  </a:lnTo>
                  <a:lnTo>
                    <a:pt x="6161953" y="841664"/>
                  </a:lnTo>
                  <a:close/>
                </a:path>
                <a:path w="7619365" h="4404360">
                  <a:moveTo>
                    <a:pt x="5110590" y="1449034"/>
                  </a:moveTo>
                  <a:lnTo>
                    <a:pt x="5049454" y="1484353"/>
                  </a:lnTo>
                  <a:lnTo>
                    <a:pt x="5049486" y="1486242"/>
                  </a:lnTo>
                  <a:lnTo>
                    <a:pt x="5111457" y="1450435"/>
                  </a:lnTo>
                  <a:lnTo>
                    <a:pt x="5110590" y="1449034"/>
                  </a:lnTo>
                  <a:close/>
                </a:path>
                <a:path w="7619365" h="4404360">
                  <a:moveTo>
                    <a:pt x="4972137" y="1529019"/>
                  </a:moveTo>
                  <a:lnTo>
                    <a:pt x="4934518" y="1550751"/>
                  </a:lnTo>
                  <a:lnTo>
                    <a:pt x="4933892" y="1553031"/>
                  </a:lnTo>
                  <a:lnTo>
                    <a:pt x="4970809" y="1531701"/>
                  </a:lnTo>
                  <a:lnTo>
                    <a:pt x="4972137" y="1529019"/>
                  </a:lnTo>
                  <a:close/>
                </a:path>
                <a:path w="7619365" h="4404360">
                  <a:moveTo>
                    <a:pt x="1296131" y="3652642"/>
                  </a:moveTo>
                  <a:lnTo>
                    <a:pt x="1271229" y="3667028"/>
                  </a:lnTo>
                  <a:lnTo>
                    <a:pt x="1272400" y="3668624"/>
                  </a:lnTo>
                  <a:lnTo>
                    <a:pt x="1296627" y="3654626"/>
                  </a:lnTo>
                  <a:lnTo>
                    <a:pt x="1296131" y="3652642"/>
                  </a:lnTo>
                  <a:close/>
                </a:path>
                <a:path w="7619365" h="4404360">
                  <a:moveTo>
                    <a:pt x="1149068" y="3737600"/>
                  </a:moveTo>
                  <a:lnTo>
                    <a:pt x="1104558" y="3763313"/>
                  </a:lnTo>
                  <a:lnTo>
                    <a:pt x="1103599" y="3766156"/>
                  </a:lnTo>
                  <a:lnTo>
                    <a:pt x="1148345" y="3740302"/>
                  </a:lnTo>
                  <a:lnTo>
                    <a:pt x="1149068" y="3737600"/>
                  </a:lnTo>
                  <a:close/>
                </a:path>
                <a:path w="7619365" h="4404360">
                  <a:moveTo>
                    <a:pt x="6670796" y="547706"/>
                  </a:moveTo>
                  <a:lnTo>
                    <a:pt x="6624777" y="574291"/>
                  </a:lnTo>
                  <a:lnTo>
                    <a:pt x="6625267" y="575763"/>
                  </a:lnTo>
                  <a:lnTo>
                    <a:pt x="6671289" y="549172"/>
                  </a:lnTo>
                  <a:lnTo>
                    <a:pt x="6670796" y="547706"/>
                  </a:lnTo>
                  <a:close/>
                </a:path>
                <a:path w="7619365" h="4404360">
                  <a:moveTo>
                    <a:pt x="6551074" y="616869"/>
                  </a:moveTo>
                  <a:lnTo>
                    <a:pt x="6509827" y="640697"/>
                  </a:lnTo>
                  <a:lnTo>
                    <a:pt x="6509301" y="642768"/>
                  </a:lnTo>
                  <a:lnTo>
                    <a:pt x="6548780" y="619957"/>
                  </a:lnTo>
                  <a:lnTo>
                    <a:pt x="6551074" y="616869"/>
                  </a:lnTo>
                  <a:close/>
                </a:path>
                <a:path w="7619365" h="4404360">
                  <a:moveTo>
                    <a:pt x="5685956" y="1116646"/>
                  </a:moveTo>
                  <a:lnTo>
                    <a:pt x="5638651" y="1143974"/>
                  </a:lnTo>
                  <a:lnTo>
                    <a:pt x="5639168" y="1145526"/>
                  </a:lnTo>
                  <a:lnTo>
                    <a:pt x="5686481" y="1118189"/>
                  </a:lnTo>
                  <a:lnTo>
                    <a:pt x="5685956" y="1116646"/>
                  </a:lnTo>
                  <a:close/>
                </a:path>
                <a:path w="7619365" h="4404360">
                  <a:moveTo>
                    <a:pt x="5565148" y="1186437"/>
                  </a:moveTo>
                  <a:lnTo>
                    <a:pt x="5525402" y="1209398"/>
                  </a:lnTo>
                  <a:lnTo>
                    <a:pt x="5524768" y="1211626"/>
                  </a:lnTo>
                  <a:lnTo>
                    <a:pt x="5562979" y="1189548"/>
                  </a:lnTo>
                  <a:lnTo>
                    <a:pt x="5565148" y="1186437"/>
                  </a:lnTo>
                  <a:close/>
                </a:path>
                <a:path w="7619365" h="4404360">
                  <a:moveTo>
                    <a:pt x="5402255" y="1280540"/>
                  </a:moveTo>
                  <a:lnTo>
                    <a:pt x="5355380" y="1307620"/>
                  </a:lnTo>
                  <a:lnTo>
                    <a:pt x="5355904" y="1309195"/>
                  </a:lnTo>
                  <a:lnTo>
                    <a:pt x="5402788" y="1282106"/>
                  </a:lnTo>
                  <a:lnTo>
                    <a:pt x="5402255" y="1280540"/>
                  </a:lnTo>
                  <a:close/>
                </a:path>
                <a:path w="7619365" h="4404360">
                  <a:moveTo>
                    <a:pt x="5282655" y="1349633"/>
                  </a:moveTo>
                  <a:lnTo>
                    <a:pt x="5240234" y="1374139"/>
                  </a:lnTo>
                  <a:lnTo>
                    <a:pt x="5239671" y="1376354"/>
                  </a:lnTo>
                  <a:lnTo>
                    <a:pt x="5279494" y="1353344"/>
                  </a:lnTo>
                  <a:lnTo>
                    <a:pt x="5281534" y="1350473"/>
                  </a:lnTo>
                  <a:lnTo>
                    <a:pt x="5282655" y="1349633"/>
                  </a:lnTo>
                  <a:close/>
                </a:path>
                <a:path w="7619365" h="4404360">
                  <a:moveTo>
                    <a:pt x="3962463" y="2112306"/>
                  </a:moveTo>
                  <a:lnTo>
                    <a:pt x="3915168" y="2139628"/>
                  </a:lnTo>
                  <a:lnTo>
                    <a:pt x="3915731" y="2141320"/>
                  </a:lnTo>
                  <a:lnTo>
                    <a:pt x="3963031" y="2113990"/>
                  </a:lnTo>
                  <a:lnTo>
                    <a:pt x="3962463" y="2112306"/>
                  </a:lnTo>
                  <a:close/>
                </a:path>
                <a:path w="7619365" h="4404360">
                  <a:moveTo>
                    <a:pt x="3841323" y="2182288"/>
                  </a:moveTo>
                  <a:lnTo>
                    <a:pt x="3801562" y="2205258"/>
                  </a:lnTo>
                  <a:lnTo>
                    <a:pt x="3800872" y="2207685"/>
                  </a:lnTo>
                  <a:lnTo>
                    <a:pt x="3838987" y="2185662"/>
                  </a:lnTo>
                  <a:lnTo>
                    <a:pt x="3841323" y="2182288"/>
                  </a:lnTo>
                  <a:close/>
                </a:path>
                <a:path w="7619365" h="4404360">
                  <a:moveTo>
                    <a:pt x="3275069" y="2509412"/>
                  </a:moveTo>
                  <a:lnTo>
                    <a:pt x="3224406" y="2538680"/>
                  </a:lnTo>
                  <a:lnTo>
                    <a:pt x="3225859" y="2539925"/>
                  </a:lnTo>
                  <a:lnTo>
                    <a:pt x="3276517" y="2510655"/>
                  </a:lnTo>
                  <a:lnTo>
                    <a:pt x="3275069" y="2509412"/>
                  </a:lnTo>
                  <a:close/>
                </a:path>
                <a:path w="7619365" h="4404360">
                  <a:moveTo>
                    <a:pt x="3432612" y="2418400"/>
                  </a:moveTo>
                  <a:lnTo>
                    <a:pt x="3401958" y="2436109"/>
                  </a:lnTo>
                  <a:lnTo>
                    <a:pt x="3402128" y="2438077"/>
                  </a:lnTo>
                  <a:lnTo>
                    <a:pt x="3432524" y="2420515"/>
                  </a:lnTo>
                  <a:lnTo>
                    <a:pt x="3432612" y="2418400"/>
                  </a:lnTo>
                  <a:close/>
                </a:path>
              </a:pathLst>
            </a:custGeom>
            <a:solidFill>
              <a:srgbClr val="707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387" y="889862"/>
              <a:ext cx="7620634" cy="4407535"/>
            </a:xfrm>
            <a:custGeom>
              <a:avLst/>
              <a:gdLst/>
              <a:ahLst/>
              <a:cxnLst/>
              <a:rect l="l" t="t" r="r" b="b"/>
              <a:pathLst>
                <a:path w="7620634" h="4407535">
                  <a:moveTo>
                    <a:pt x="4214038" y="1968156"/>
                  </a:moveTo>
                  <a:lnTo>
                    <a:pt x="4167183" y="1995229"/>
                  </a:lnTo>
                  <a:lnTo>
                    <a:pt x="4168048" y="1997825"/>
                  </a:lnTo>
                  <a:lnTo>
                    <a:pt x="4214901" y="1970745"/>
                  </a:lnTo>
                  <a:lnTo>
                    <a:pt x="4214038" y="1968156"/>
                  </a:lnTo>
                  <a:close/>
                </a:path>
                <a:path w="7620634" h="4407535">
                  <a:moveTo>
                    <a:pt x="4334736" y="1898417"/>
                  </a:moveTo>
                  <a:lnTo>
                    <a:pt x="4280536" y="1929734"/>
                  </a:lnTo>
                  <a:lnTo>
                    <a:pt x="4283967" y="1930826"/>
                  </a:lnTo>
                  <a:lnTo>
                    <a:pt x="4337042" y="1900148"/>
                  </a:lnTo>
                  <a:lnTo>
                    <a:pt x="4334736" y="1898417"/>
                  </a:lnTo>
                  <a:close/>
                </a:path>
                <a:path w="7620634" h="4407535">
                  <a:moveTo>
                    <a:pt x="2789229" y="2791404"/>
                  </a:moveTo>
                  <a:lnTo>
                    <a:pt x="2742344" y="2818494"/>
                  </a:lnTo>
                  <a:lnTo>
                    <a:pt x="2743288" y="2821324"/>
                  </a:lnTo>
                  <a:lnTo>
                    <a:pt x="2790169" y="2794227"/>
                  </a:lnTo>
                  <a:lnTo>
                    <a:pt x="2789229" y="2791404"/>
                  </a:lnTo>
                  <a:close/>
                </a:path>
                <a:path w="7620634" h="4407535">
                  <a:moveTo>
                    <a:pt x="2909275" y="2722042"/>
                  </a:moveTo>
                  <a:lnTo>
                    <a:pt x="2855415" y="2753162"/>
                  </a:lnTo>
                  <a:lnTo>
                    <a:pt x="2859066" y="2754405"/>
                  </a:lnTo>
                  <a:lnTo>
                    <a:pt x="2911734" y="2723963"/>
                  </a:lnTo>
                  <a:lnTo>
                    <a:pt x="2909275" y="2722042"/>
                  </a:lnTo>
                  <a:close/>
                </a:path>
                <a:path w="7620634" h="4407535">
                  <a:moveTo>
                    <a:pt x="858320" y="3907074"/>
                  </a:moveTo>
                  <a:lnTo>
                    <a:pt x="811465" y="3934146"/>
                  </a:lnTo>
                  <a:lnTo>
                    <a:pt x="812513" y="3937293"/>
                  </a:lnTo>
                  <a:lnTo>
                    <a:pt x="859367" y="3910212"/>
                  </a:lnTo>
                  <a:lnTo>
                    <a:pt x="858320" y="3907074"/>
                  </a:lnTo>
                  <a:close/>
                </a:path>
                <a:path w="7620634" h="4407535">
                  <a:moveTo>
                    <a:pt x="978838" y="3837439"/>
                  </a:moveTo>
                  <a:lnTo>
                    <a:pt x="924642" y="3868753"/>
                  </a:lnTo>
                  <a:lnTo>
                    <a:pt x="928692" y="3870143"/>
                  </a:lnTo>
                  <a:lnTo>
                    <a:pt x="981563" y="3839584"/>
                  </a:lnTo>
                  <a:lnTo>
                    <a:pt x="978838" y="3837439"/>
                  </a:lnTo>
                  <a:close/>
                </a:path>
                <a:path w="7620634" h="4407535">
                  <a:moveTo>
                    <a:pt x="7042529" y="333868"/>
                  </a:moveTo>
                  <a:lnTo>
                    <a:pt x="7000181" y="358336"/>
                  </a:lnTo>
                  <a:lnTo>
                    <a:pt x="6999165" y="361466"/>
                  </a:lnTo>
                  <a:lnTo>
                    <a:pt x="7041777" y="336837"/>
                  </a:lnTo>
                  <a:lnTo>
                    <a:pt x="7042118" y="334911"/>
                  </a:lnTo>
                  <a:lnTo>
                    <a:pt x="7042529" y="333868"/>
                  </a:lnTo>
                  <a:close/>
                </a:path>
                <a:path w="7620634" h="4407535">
                  <a:moveTo>
                    <a:pt x="7200952" y="242331"/>
                  </a:moveTo>
                  <a:lnTo>
                    <a:pt x="7153095" y="269983"/>
                  </a:lnTo>
                  <a:lnTo>
                    <a:pt x="7154948" y="271425"/>
                  </a:lnTo>
                  <a:lnTo>
                    <a:pt x="7202906" y="243706"/>
                  </a:lnTo>
                  <a:lnTo>
                    <a:pt x="7200952" y="242331"/>
                  </a:lnTo>
                  <a:close/>
                </a:path>
                <a:path w="7620634" h="4407535">
                  <a:moveTo>
                    <a:pt x="3560013" y="2346049"/>
                  </a:moveTo>
                  <a:lnTo>
                    <a:pt x="3517685" y="2370505"/>
                  </a:lnTo>
                  <a:lnTo>
                    <a:pt x="3516396" y="2374474"/>
                  </a:lnTo>
                  <a:lnTo>
                    <a:pt x="3559236" y="2349713"/>
                  </a:lnTo>
                  <a:lnTo>
                    <a:pt x="3559778" y="2346645"/>
                  </a:lnTo>
                  <a:lnTo>
                    <a:pt x="3560013" y="2346049"/>
                  </a:lnTo>
                  <a:close/>
                </a:path>
                <a:path w="7620634" h="4407535">
                  <a:moveTo>
                    <a:pt x="3718924" y="2254231"/>
                  </a:moveTo>
                  <a:lnTo>
                    <a:pt x="3670250" y="2282354"/>
                  </a:lnTo>
                  <a:lnTo>
                    <a:pt x="3672623" y="2284177"/>
                  </a:lnTo>
                  <a:lnTo>
                    <a:pt x="3721409" y="2255978"/>
                  </a:lnTo>
                  <a:lnTo>
                    <a:pt x="3718924" y="2254231"/>
                  </a:lnTo>
                  <a:close/>
                </a:path>
                <a:path w="7620634" h="4407535">
                  <a:moveTo>
                    <a:pt x="2030912" y="3229555"/>
                  </a:moveTo>
                  <a:lnTo>
                    <a:pt x="1988994" y="3253776"/>
                  </a:lnTo>
                  <a:lnTo>
                    <a:pt x="1987698" y="3258047"/>
                  </a:lnTo>
                  <a:lnTo>
                    <a:pt x="2030062" y="3233561"/>
                  </a:lnTo>
                  <a:lnTo>
                    <a:pt x="2030540" y="3230511"/>
                  </a:lnTo>
                  <a:lnTo>
                    <a:pt x="2030912" y="3229555"/>
                  </a:lnTo>
                  <a:close/>
                </a:path>
                <a:path w="7620634" h="4407535">
                  <a:moveTo>
                    <a:pt x="2189326" y="3138025"/>
                  </a:moveTo>
                  <a:lnTo>
                    <a:pt x="2141328" y="3165758"/>
                  </a:lnTo>
                  <a:lnTo>
                    <a:pt x="2143913" y="3167757"/>
                  </a:lnTo>
                  <a:lnTo>
                    <a:pt x="2192052" y="3139933"/>
                  </a:lnTo>
                  <a:lnTo>
                    <a:pt x="2189326" y="3138025"/>
                  </a:lnTo>
                  <a:close/>
                </a:path>
                <a:path w="7620634" h="4407535">
                  <a:moveTo>
                    <a:pt x="6886145" y="424225"/>
                  </a:moveTo>
                  <a:lnTo>
                    <a:pt x="6838824" y="451567"/>
                  </a:lnTo>
                  <a:lnTo>
                    <a:pt x="6839549" y="453723"/>
                  </a:lnTo>
                  <a:lnTo>
                    <a:pt x="6886881" y="426366"/>
                  </a:lnTo>
                  <a:lnTo>
                    <a:pt x="6886145" y="424225"/>
                  </a:lnTo>
                  <a:close/>
                </a:path>
                <a:path w="7620634" h="4407535">
                  <a:moveTo>
                    <a:pt x="6042579" y="911634"/>
                  </a:moveTo>
                  <a:lnTo>
                    <a:pt x="6018738" y="925409"/>
                  </a:lnTo>
                  <a:lnTo>
                    <a:pt x="6020335" y="927221"/>
                  </a:lnTo>
                  <a:lnTo>
                    <a:pt x="6043186" y="914013"/>
                  </a:lnTo>
                  <a:lnTo>
                    <a:pt x="6042579" y="911634"/>
                  </a:lnTo>
                  <a:close/>
                </a:path>
                <a:path w="7620634" h="4407535">
                  <a:moveTo>
                    <a:pt x="5936894" y="972698"/>
                  </a:moveTo>
                  <a:lnTo>
                    <a:pt x="5891003" y="999214"/>
                  </a:lnTo>
                  <a:lnTo>
                    <a:pt x="5891770" y="1001531"/>
                  </a:lnTo>
                  <a:lnTo>
                    <a:pt x="5937646" y="975015"/>
                  </a:lnTo>
                  <a:lnTo>
                    <a:pt x="5936894" y="972698"/>
                  </a:lnTo>
                  <a:close/>
                </a:path>
                <a:path w="7620634" h="4407535">
                  <a:moveTo>
                    <a:pt x="5839974" y="1028698"/>
                  </a:moveTo>
                  <a:lnTo>
                    <a:pt x="5802681" y="1050246"/>
                  </a:lnTo>
                  <a:lnTo>
                    <a:pt x="5801474" y="1053720"/>
                  </a:lnTo>
                  <a:lnTo>
                    <a:pt x="5838411" y="1032371"/>
                  </a:lnTo>
                  <a:lnTo>
                    <a:pt x="5838492" y="1032028"/>
                  </a:lnTo>
                  <a:lnTo>
                    <a:pt x="5839974" y="1028698"/>
                  </a:lnTo>
                  <a:close/>
                </a:path>
                <a:path w="7620634" h="4407535">
                  <a:moveTo>
                    <a:pt x="4667099" y="1706380"/>
                  </a:moveTo>
                  <a:lnTo>
                    <a:pt x="4643715" y="1719891"/>
                  </a:lnTo>
                  <a:lnTo>
                    <a:pt x="4645281" y="1721989"/>
                  </a:lnTo>
                  <a:lnTo>
                    <a:pt x="4667717" y="1709021"/>
                  </a:lnTo>
                  <a:lnTo>
                    <a:pt x="4667099" y="1706380"/>
                  </a:lnTo>
                  <a:close/>
                </a:path>
                <a:path w="7620634" h="4407535">
                  <a:moveTo>
                    <a:pt x="4561973" y="1767121"/>
                  </a:moveTo>
                  <a:lnTo>
                    <a:pt x="4514904" y="1794317"/>
                  </a:lnTo>
                  <a:lnTo>
                    <a:pt x="4515767" y="1796847"/>
                  </a:lnTo>
                  <a:lnTo>
                    <a:pt x="4562808" y="1769658"/>
                  </a:lnTo>
                  <a:lnTo>
                    <a:pt x="4561973" y="1767121"/>
                  </a:lnTo>
                  <a:close/>
                </a:path>
                <a:path w="7620634" h="4407535">
                  <a:moveTo>
                    <a:pt x="4465242" y="1823012"/>
                  </a:moveTo>
                  <a:lnTo>
                    <a:pt x="4428200" y="1844414"/>
                  </a:lnTo>
                  <a:lnTo>
                    <a:pt x="4426930" y="1848194"/>
                  </a:lnTo>
                  <a:lnTo>
                    <a:pt x="4463619" y="1826988"/>
                  </a:lnTo>
                  <a:lnTo>
                    <a:pt x="4463844" y="1826032"/>
                  </a:lnTo>
                  <a:lnTo>
                    <a:pt x="4465242" y="1823012"/>
                  </a:lnTo>
                  <a:close/>
                </a:path>
                <a:path w="7620634" h="4407535">
                  <a:moveTo>
                    <a:pt x="4115942" y="2024835"/>
                  </a:moveTo>
                  <a:lnTo>
                    <a:pt x="4078723" y="2046340"/>
                  </a:lnTo>
                  <a:lnTo>
                    <a:pt x="4077372" y="2050236"/>
                  </a:lnTo>
                  <a:lnTo>
                    <a:pt x="4114499" y="2028776"/>
                  </a:lnTo>
                  <a:lnTo>
                    <a:pt x="4114848" y="2027200"/>
                  </a:lnTo>
                  <a:lnTo>
                    <a:pt x="4115942" y="2024835"/>
                  </a:lnTo>
                  <a:close/>
                </a:path>
                <a:path w="7620634" h="4407535">
                  <a:moveTo>
                    <a:pt x="2691641" y="2847789"/>
                  </a:moveTo>
                  <a:lnTo>
                    <a:pt x="2653912" y="2869589"/>
                  </a:lnTo>
                  <a:lnTo>
                    <a:pt x="2652498" y="2873799"/>
                  </a:lnTo>
                  <a:lnTo>
                    <a:pt x="2689775" y="2852253"/>
                  </a:lnTo>
                  <a:lnTo>
                    <a:pt x="2689908" y="2851684"/>
                  </a:lnTo>
                  <a:lnTo>
                    <a:pt x="2691641" y="2847789"/>
                  </a:lnTo>
                  <a:close/>
                </a:path>
                <a:path w="7620634" h="4407535">
                  <a:moveTo>
                    <a:pt x="1902647" y="3303666"/>
                  </a:moveTo>
                  <a:lnTo>
                    <a:pt x="1847270" y="3335663"/>
                  </a:lnTo>
                  <a:lnTo>
                    <a:pt x="1851055" y="3337026"/>
                  </a:lnTo>
                  <a:lnTo>
                    <a:pt x="1905230" y="3305713"/>
                  </a:lnTo>
                  <a:lnTo>
                    <a:pt x="1902647" y="3303666"/>
                  </a:lnTo>
                  <a:close/>
                </a:path>
                <a:path w="7620634" h="4407535">
                  <a:moveTo>
                    <a:pt x="1784844" y="3371733"/>
                  </a:moveTo>
                  <a:lnTo>
                    <a:pt x="1737977" y="3398812"/>
                  </a:lnTo>
                  <a:lnTo>
                    <a:pt x="1738982" y="3401803"/>
                  </a:lnTo>
                  <a:lnTo>
                    <a:pt x="1785847" y="3374715"/>
                  </a:lnTo>
                  <a:lnTo>
                    <a:pt x="1784844" y="3371733"/>
                  </a:lnTo>
                  <a:close/>
                </a:path>
                <a:path w="7620634" h="4407535">
                  <a:moveTo>
                    <a:pt x="1687538" y="3427955"/>
                  </a:moveTo>
                  <a:lnTo>
                    <a:pt x="1649117" y="3450155"/>
                  </a:lnTo>
                  <a:lnTo>
                    <a:pt x="1647623" y="3454608"/>
                  </a:lnTo>
                  <a:lnTo>
                    <a:pt x="1685503" y="3432713"/>
                  </a:lnTo>
                  <a:lnTo>
                    <a:pt x="1685592" y="3432328"/>
                  </a:lnTo>
                  <a:lnTo>
                    <a:pt x="1687538" y="3427955"/>
                  </a:lnTo>
                  <a:close/>
                </a:path>
                <a:path w="7620634" h="4407535">
                  <a:moveTo>
                    <a:pt x="1441886" y="3569892"/>
                  </a:moveTo>
                  <a:lnTo>
                    <a:pt x="1394617" y="3597204"/>
                  </a:lnTo>
                  <a:lnTo>
                    <a:pt x="1395642" y="3600250"/>
                  </a:lnTo>
                  <a:lnTo>
                    <a:pt x="1442901" y="3572935"/>
                  </a:lnTo>
                  <a:lnTo>
                    <a:pt x="1441886" y="3569892"/>
                  </a:lnTo>
                  <a:close/>
                </a:path>
                <a:path w="7620634" h="4407535">
                  <a:moveTo>
                    <a:pt x="760673" y="3963494"/>
                  </a:moveTo>
                  <a:lnTo>
                    <a:pt x="723190" y="3985151"/>
                  </a:lnTo>
                  <a:lnTo>
                    <a:pt x="721669" y="3989800"/>
                  </a:lnTo>
                  <a:lnTo>
                    <a:pt x="758788" y="3968346"/>
                  </a:lnTo>
                  <a:lnTo>
                    <a:pt x="759000" y="3967252"/>
                  </a:lnTo>
                  <a:lnTo>
                    <a:pt x="760673" y="3963494"/>
                  </a:lnTo>
                  <a:close/>
                </a:path>
                <a:path w="7620634" h="4407535">
                  <a:moveTo>
                    <a:pt x="670386" y="4015661"/>
                  </a:moveTo>
                  <a:lnTo>
                    <a:pt x="646417" y="4029510"/>
                  </a:lnTo>
                  <a:lnTo>
                    <a:pt x="648612" y="4032027"/>
                  </a:lnTo>
                  <a:lnTo>
                    <a:pt x="671227" y="4018955"/>
                  </a:lnTo>
                  <a:lnTo>
                    <a:pt x="670386" y="4015661"/>
                  </a:lnTo>
                  <a:close/>
                </a:path>
                <a:path w="7620634" h="4407535">
                  <a:moveTo>
                    <a:pt x="564987" y="4076560"/>
                  </a:moveTo>
                  <a:lnTo>
                    <a:pt x="518784" y="4103256"/>
                  </a:lnTo>
                  <a:lnTo>
                    <a:pt x="519842" y="4106454"/>
                  </a:lnTo>
                  <a:lnTo>
                    <a:pt x="566073" y="4079733"/>
                  </a:lnTo>
                  <a:lnTo>
                    <a:pt x="564987" y="4076560"/>
                  </a:lnTo>
                  <a:close/>
                </a:path>
                <a:path w="7620634" h="4407535">
                  <a:moveTo>
                    <a:pt x="468123" y="4132528"/>
                  </a:moveTo>
                  <a:lnTo>
                    <a:pt x="430394" y="4154327"/>
                  </a:lnTo>
                  <a:lnTo>
                    <a:pt x="428799" y="4159076"/>
                  </a:lnTo>
                  <a:lnTo>
                    <a:pt x="466140" y="4137493"/>
                  </a:lnTo>
                  <a:lnTo>
                    <a:pt x="466392" y="4136416"/>
                  </a:lnTo>
                  <a:lnTo>
                    <a:pt x="468123" y="4132528"/>
                  </a:lnTo>
                  <a:close/>
                </a:path>
                <a:path w="7620634" h="4407535">
                  <a:moveTo>
                    <a:pt x="2566954" y="2919833"/>
                  </a:moveTo>
                  <a:lnTo>
                    <a:pt x="2519320" y="2947356"/>
                  </a:lnTo>
                  <a:lnTo>
                    <a:pt x="2520286" y="2950216"/>
                  </a:lnTo>
                  <a:lnTo>
                    <a:pt x="2567841" y="2922730"/>
                  </a:lnTo>
                  <a:lnTo>
                    <a:pt x="2566954" y="2919833"/>
                  </a:lnTo>
                  <a:close/>
                </a:path>
                <a:path w="7620634" h="4407535">
                  <a:moveTo>
                    <a:pt x="2396924" y="3018076"/>
                  </a:moveTo>
                  <a:lnTo>
                    <a:pt x="2350853" y="3044695"/>
                  </a:lnTo>
                  <a:lnTo>
                    <a:pt x="2351470" y="3047790"/>
                  </a:lnTo>
                  <a:lnTo>
                    <a:pt x="2397713" y="3021062"/>
                  </a:lnTo>
                  <a:lnTo>
                    <a:pt x="2396924" y="3018076"/>
                  </a:lnTo>
                  <a:close/>
                </a:path>
                <a:path w="7620634" h="4407535">
                  <a:moveTo>
                    <a:pt x="2302154" y="3072834"/>
                  </a:moveTo>
                  <a:lnTo>
                    <a:pt x="2265919" y="3093770"/>
                  </a:lnTo>
                  <a:lnTo>
                    <a:pt x="2264907" y="3097823"/>
                  </a:lnTo>
                  <a:lnTo>
                    <a:pt x="2300791" y="3077083"/>
                  </a:lnTo>
                  <a:lnTo>
                    <a:pt x="2302154" y="3072834"/>
                  </a:lnTo>
                  <a:close/>
                </a:path>
                <a:path w="7620634" h="4407535">
                  <a:moveTo>
                    <a:pt x="343039" y="4204800"/>
                  </a:moveTo>
                  <a:lnTo>
                    <a:pt x="282608" y="4239717"/>
                  </a:lnTo>
                  <a:lnTo>
                    <a:pt x="282542" y="4243612"/>
                  </a:lnTo>
                  <a:lnTo>
                    <a:pt x="344095" y="4208034"/>
                  </a:lnTo>
                  <a:lnTo>
                    <a:pt x="343039" y="4204800"/>
                  </a:lnTo>
                  <a:close/>
                </a:path>
                <a:path w="7620634" h="4407535">
                  <a:moveTo>
                    <a:pt x="149434" y="4316664"/>
                  </a:moveTo>
                  <a:lnTo>
                    <a:pt x="88183" y="4352055"/>
                  </a:lnTo>
                  <a:lnTo>
                    <a:pt x="89272" y="4355320"/>
                  </a:lnTo>
                  <a:lnTo>
                    <a:pt x="151971" y="4319080"/>
                  </a:lnTo>
                  <a:lnTo>
                    <a:pt x="149434" y="4316664"/>
                  </a:lnTo>
                  <a:close/>
                </a:path>
                <a:path w="7620634" h="4407535">
                  <a:moveTo>
                    <a:pt x="37243" y="4381488"/>
                  </a:moveTo>
                  <a:lnTo>
                    <a:pt x="1412" y="4402191"/>
                  </a:lnTo>
                  <a:lnTo>
                    <a:pt x="0" y="4406918"/>
                  </a:lnTo>
                  <a:lnTo>
                    <a:pt x="35618" y="4386331"/>
                  </a:lnTo>
                  <a:lnTo>
                    <a:pt x="37243" y="4381488"/>
                  </a:lnTo>
                  <a:close/>
                </a:path>
                <a:path w="7620634" h="4407535">
                  <a:moveTo>
                    <a:pt x="7620360" y="0"/>
                  </a:moveTo>
                  <a:lnTo>
                    <a:pt x="7591580" y="16628"/>
                  </a:lnTo>
                  <a:lnTo>
                    <a:pt x="7591284" y="19227"/>
                  </a:lnTo>
                  <a:lnTo>
                    <a:pt x="7620461" y="2363"/>
                  </a:lnTo>
                  <a:lnTo>
                    <a:pt x="7620360" y="0"/>
                  </a:lnTo>
                  <a:close/>
                </a:path>
                <a:path w="7620634" h="4407535">
                  <a:moveTo>
                    <a:pt x="7453070" y="96659"/>
                  </a:moveTo>
                  <a:lnTo>
                    <a:pt x="7394809" y="130322"/>
                  </a:lnTo>
                  <a:lnTo>
                    <a:pt x="7395511" y="132382"/>
                  </a:lnTo>
                  <a:lnTo>
                    <a:pt x="7454982" y="98009"/>
                  </a:lnTo>
                  <a:lnTo>
                    <a:pt x="7453070" y="96659"/>
                  </a:lnTo>
                  <a:close/>
                </a:path>
                <a:path w="7620634" h="4407535">
                  <a:moveTo>
                    <a:pt x="7343617" y="159900"/>
                  </a:moveTo>
                  <a:lnTo>
                    <a:pt x="7308514" y="180183"/>
                  </a:lnTo>
                  <a:lnTo>
                    <a:pt x="7307730" y="183119"/>
                  </a:lnTo>
                  <a:lnTo>
                    <a:pt x="7342416" y="163071"/>
                  </a:lnTo>
                  <a:lnTo>
                    <a:pt x="7343617" y="159900"/>
                  </a:lnTo>
                  <a:close/>
                </a:path>
                <a:path w="7620634" h="4407535">
                  <a:moveTo>
                    <a:pt x="6439247" y="682441"/>
                  </a:moveTo>
                  <a:lnTo>
                    <a:pt x="6410571" y="699010"/>
                  </a:lnTo>
                  <a:lnTo>
                    <a:pt x="6410253" y="701852"/>
                  </a:lnTo>
                  <a:lnTo>
                    <a:pt x="6439357" y="685030"/>
                  </a:lnTo>
                  <a:lnTo>
                    <a:pt x="6439247" y="682441"/>
                  </a:lnTo>
                  <a:close/>
                </a:path>
                <a:path w="7620634" h="4407535">
                  <a:moveTo>
                    <a:pt x="6271974" y="779091"/>
                  </a:moveTo>
                  <a:lnTo>
                    <a:pt x="6213618" y="812808"/>
                  </a:lnTo>
                  <a:lnTo>
                    <a:pt x="6214386" y="815061"/>
                  </a:lnTo>
                  <a:lnTo>
                    <a:pt x="6274045" y="780579"/>
                  </a:lnTo>
                  <a:lnTo>
                    <a:pt x="6271974" y="779091"/>
                  </a:lnTo>
                  <a:close/>
                </a:path>
                <a:path w="7620634" h="4407535">
                  <a:moveTo>
                    <a:pt x="6162537" y="842323"/>
                  </a:moveTo>
                  <a:lnTo>
                    <a:pt x="6127185" y="862749"/>
                  </a:lnTo>
                  <a:lnTo>
                    <a:pt x="6126360" y="865940"/>
                  </a:lnTo>
                  <a:lnTo>
                    <a:pt x="6161291" y="845750"/>
                  </a:lnTo>
                  <a:lnTo>
                    <a:pt x="6162537" y="842323"/>
                  </a:lnTo>
                  <a:close/>
                </a:path>
                <a:path w="7620634" h="4407535">
                  <a:moveTo>
                    <a:pt x="5112870" y="1448815"/>
                  </a:moveTo>
                  <a:lnTo>
                    <a:pt x="5050899" y="1484622"/>
                  </a:lnTo>
                  <a:lnTo>
                    <a:pt x="5050948" y="1487517"/>
                  </a:lnTo>
                  <a:lnTo>
                    <a:pt x="5114197" y="1450960"/>
                  </a:lnTo>
                  <a:lnTo>
                    <a:pt x="5112870" y="1448815"/>
                  </a:lnTo>
                  <a:close/>
                </a:path>
                <a:path w="7620634" h="4407535">
                  <a:moveTo>
                    <a:pt x="4972221" y="1530081"/>
                  </a:moveTo>
                  <a:lnTo>
                    <a:pt x="4935305" y="1551412"/>
                  </a:lnTo>
                  <a:lnTo>
                    <a:pt x="4934641" y="1553832"/>
                  </a:lnTo>
                  <a:lnTo>
                    <a:pt x="4934474" y="1554838"/>
                  </a:lnTo>
                  <a:lnTo>
                    <a:pt x="4970183" y="1534199"/>
                  </a:lnTo>
                  <a:lnTo>
                    <a:pt x="4972221" y="1530081"/>
                  </a:lnTo>
                  <a:close/>
                </a:path>
                <a:path w="7620634" h="4407535">
                  <a:moveTo>
                    <a:pt x="1298039" y="3653006"/>
                  </a:moveTo>
                  <a:lnTo>
                    <a:pt x="1273812" y="3667004"/>
                  </a:lnTo>
                  <a:lnTo>
                    <a:pt x="1275691" y="3669581"/>
                  </a:lnTo>
                  <a:lnTo>
                    <a:pt x="1298838" y="3656202"/>
                  </a:lnTo>
                  <a:lnTo>
                    <a:pt x="1298039" y="3653006"/>
                  </a:lnTo>
                  <a:close/>
                </a:path>
                <a:path w="7620634" h="4407535">
                  <a:moveTo>
                    <a:pt x="1149757" y="3738683"/>
                  </a:moveTo>
                  <a:lnTo>
                    <a:pt x="1105011" y="3764537"/>
                  </a:lnTo>
                  <a:lnTo>
                    <a:pt x="1103463" y="3769127"/>
                  </a:lnTo>
                  <a:lnTo>
                    <a:pt x="1148591" y="3743044"/>
                  </a:lnTo>
                  <a:lnTo>
                    <a:pt x="1149757" y="3738683"/>
                  </a:lnTo>
                  <a:close/>
                </a:path>
                <a:path w="7620634" h="4407535">
                  <a:moveTo>
                    <a:pt x="6672702" y="547552"/>
                  </a:moveTo>
                  <a:lnTo>
                    <a:pt x="6626680" y="574143"/>
                  </a:lnTo>
                  <a:lnTo>
                    <a:pt x="6627411" y="576337"/>
                  </a:lnTo>
                  <a:lnTo>
                    <a:pt x="6673437" y="549734"/>
                  </a:lnTo>
                  <a:lnTo>
                    <a:pt x="6672702" y="547552"/>
                  </a:lnTo>
                  <a:close/>
                </a:path>
                <a:path w="7620634" h="4407535">
                  <a:moveTo>
                    <a:pt x="6550193" y="618337"/>
                  </a:moveTo>
                  <a:lnTo>
                    <a:pt x="6510713" y="641148"/>
                  </a:lnTo>
                  <a:lnTo>
                    <a:pt x="6509927" y="644241"/>
                  </a:lnTo>
                  <a:lnTo>
                    <a:pt x="6547038" y="622792"/>
                  </a:lnTo>
                  <a:lnTo>
                    <a:pt x="6550193" y="618337"/>
                  </a:lnTo>
                  <a:close/>
                </a:path>
                <a:path w="7620634" h="4407535">
                  <a:moveTo>
                    <a:pt x="5687894" y="1116569"/>
                  </a:moveTo>
                  <a:lnTo>
                    <a:pt x="5640581" y="1143907"/>
                  </a:lnTo>
                  <a:lnTo>
                    <a:pt x="5641366" y="1146262"/>
                  </a:lnTo>
                  <a:lnTo>
                    <a:pt x="5688690" y="1118909"/>
                  </a:lnTo>
                  <a:lnTo>
                    <a:pt x="5687894" y="1116569"/>
                  </a:lnTo>
                  <a:close/>
                </a:path>
                <a:path w="7620634" h="4407535">
                  <a:moveTo>
                    <a:pt x="5564598" y="1187809"/>
                  </a:moveTo>
                  <a:lnTo>
                    <a:pt x="5526181" y="1210006"/>
                  </a:lnTo>
                  <a:lnTo>
                    <a:pt x="5525217" y="1213394"/>
                  </a:lnTo>
                  <a:lnTo>
                    <a:pt x="5561250" y="1192568"/>
                  </a:lnTo>
                  <a:lnTo>
                    <a:pt x="5564598" y="1187809"/>
                  </a:lnTo>
                  <a:close/>
                </a:path>
                <a:path w="7620634" h="4407535">
                  <a:moveTo>
                    <a:pt x="5404200" y="1280486"/>
                  </a:moveTo>
                  <a:lnTo>
                    <a:pt x="5357317" y="1307575"/>
                  </a:lnTo>
                  <a:lnTo>
                    <a:pt x="5358117" y="1309977"/>
                  </a:lnTo>
                  <a:lnTo>
                    <a:pt x="5405012" y="1282872"/>
                  </a:lnTo>
                  <a:lnTo>
                    <a:pt x="5404200" y="1280486"/>
                  </a:lnTo>
                  <a:close/>
                </a:path>
                <a:path w="7620634" h="4407535">
                  <a:moveTo>
                    <a:pt x="5280906" y="1351725"/>
                  </a:moveTo>
                  <a:lnTo>
                    <a:pt x="5241083" y="1374734"/>
                  </a:lnTo>
                  <a:lnTo>
                    <a:pt x="5240224" y="1378118"/>
                  </a:lnTo>
                  <a:lnTo>
                    <a:pt x="5277435" y="1356610"/>
                  </a:lnTo>
                  <a:lnTo>
                    <a:pt x="5280906" y="1351725"/>
                  </a:lnTo>
                  <a:close/>
                </a:path>
                <a:path w="7620634" h="4407535">
                  <a:moveTo>
                    <a:pt x="3964443" y="2112371"/>
                  </a:moveTo>
                  <a:lnTo>
                    <a:pt x="3917144" y="2139700"/>
                  </a:lnTo>
                  <a:lnTo>
                    <a:pt x="3918023" y="2142338"/>
                  </a:lnTo>
                  <a:lnTo>
                    <a:pt x="3965327" y="2114996"/>
                  </a:lnTo>
                  <a:lnTo>
                    <a:pt x="3964443" y="2112371"/>
                  </a:lnTo>
                  <a:close/>
                </a:path>
                <a:path w="7620634" h="4407535">
                  <a:moveTo>
                    <a:pt x="3840399" y="2184043"/>
                  </a:moveTo>
                  <a:lnTo>
                    <a:pt x="3802284" y="2206065"/>
                  </a:lnTo>
                  <a:lnTo>
                    <a:pt x="3801207" y="2209856"/>
                  </a:lnTo>
                  <a:lnTo>
                    <a:pt x="3836751" y="2189312"/>
                  </a:lnTo>
                  <a:lnTo>
                    <a:pt x="3840399" y="2184043"/>
                  </a:lnTo>
                  <a:close/>
                </a:path>
                <a:path w="7620634" h="4407535">
                  <a:moveTo>
                    <a:pt x="3277929" y="2509035"/>
                  </a:moveTo>
                  <a:lnTo>
                    <a:pt x="3227271" y="2538305"/>
                  </a:lnTo>
                  <a:lnTo>
                    <a:pt x="3229558" y="2540264"/>
                  </a:lnTo>
                  <a:lnTo>
                    <a:pt x="3280206" y="2510990"/>
                  </a:lnTo>
                  <a:lnTo>
                    <a:pt x="3277929" y="2509035"/>
                  </a:lnTo>
                  <a:close/>
                </a:path>
                <a:path w="7620634" h="4407535">
                  <a:moveTo>
                    <a:pt x="3433936" y="2418895"/>
                  </a:moveTo>
                  <a:lnTo>
                    <a:pt x="3403541" y="2436457"/>
                  </a:lnTo>
                  <a:lnTo>
                    <a:pt x="3403809" y="2439549"/>
                  </a:lnTo>
                  <a:lnTo>
                    <a:pt x="3433798" y="2422215"/>
                  </a:lnTo>
                  <a:lnTo>
                    <a:pt x="3433936" y="2418895"/>
                  </a:lnTo>
                  <a:close/>
                </a:path>
              </a:pathLst>
            </a:custGeom>
            <a:solidFill>
              <a:srgbClr val="707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3833" y="892225"/>
              <a:ext cx="7621270" cy="4406900"/>
            </a:xfrm>
            <a:custGeom>
              <a:avLst/>
              <a:gdLst/>
              <a:ahLst/>
              <a:cxnLst/>
              <a:rect l="l" t="t" r="r" b="b"/>
              <a:pathLst>
                <a:path w="7621270" h="4406900">
                  <a:moveTo>
                    <a:pt x="4215455" y="1968381"/>
                  </a:moveTo>
                  <a:lnTo>
                    <a:pt x="4168602" y="1995462"/>
                  </a:lnTo>
                  <a:lnTo>
                    <a:pt x="4169162" y="1997143"/>
                  </a:lnTo>
                  <a:lnTo>
                    <a:pt x="4216017" y="1970067"/>
                  </a:lnTo>
                  <a:lnTo>
                    <a:pt x="4215455" y="1968381"/>
                  </a:lnTo>
                  <a:close/>
                </a:path>
                <a:path w="7621270" h="4406900">
                  <a:moveTo>
                    <a:pt x="4337596" y="1897785"/>
                  </a:moveTo>
                  <a:lnTo>
                    <a:pt x="4284521" y="1928462"/>
                  </a:lnTo>
                  <a:lnTo>
                    <a:pt x="4286185" y="1928991"/>
                  </a:lnTo>
                  <a:lnTo>
                    <a:pt x="4286500" y="1929336"/>
                  </a:lnTo>
                  <a:lnTo>
                    <a:pt x="4338871" y="1899072"/>
                  </a:lnTo>
                  <a:lnTo>
                    <a:pt x="4338311" y="1898321"/>
                  </a:lnTo>
                  <a:lnTo>
                    <a:pt x="4337596" y="1897785"/>
                  </a:lnTo>
                  <a:close/>
                </a:path>
                <a:path w="7621270" h="4406900">
                  <a:moveTo>
                    <a:pt x="2790723" y="2791863"/>
                  </a:moveTo>
                  <a:lnTo>
                    <a:pt x="2743842" y="2818960"/>
                  </a:lnTo>
                  <a:lnTo>
                    <a:pt x="2744357" y="2820506"/>
                  </a:lnTo>
                  <a:lnTo>
                    <a:pt x="2791239" y="2793414"/>
                  </a:lnTo>
                  <a:lnTo>
                    <a:pt x="2790723" y="2791863"/>
                  </a:lnTo>
                  <a:close/>
                </a:path>
                <a:path w="7621270" h="4406900">
                  <a:moveTo>
                    <a:pt x="2912288" y="2721599"/>
                  </a:moveTo>
                  <a:lnTo>
                    <a:pt x="2859620" y="2752041"/>
                  </a:lnTo>
                  <a:lnTo>
                    <a:pt x="2861245" y="2752594"/>
                  </a:lnTo>
                  <a:lnTo>
                    <a:pt x="2861456" y="2752837"/>
                  </a:lnTo>
                  <a:lnTo>
                    <a:pt x="2913382" y="2722830"/>
                  </a:lnTo>
                  <a:lnTo>
                    <a:pt x="2912704" y="2721924"/>
                  </a:lnTo>
                  <a:lnTo>
                    <a:pt x="2912288" y="2721599"/>
                  </a:lnTo>
                  <a:close/>
                </a:path>
                <a:path w="7621270" h="4406900">
                  <a:moveTo>
                    <a:pt x="859920" y="3907849"/>
                  </a:moveTo>
                  <a:lnTo>
                    <a:pt x="813067" y="3934929"/>
                  </a:lnTo>
                  <a:lnTo>
                    <a:pt x="813522" y="3936293"/>
                  </a:lnTo>
                  <a:lnTo>
                    <a:pt x="860376" y="3909216"/>
                  </a:lnTo>
                  <a:lnTo>
                    <a:pt x="859920" y="3907849"/>
                  </a:lnTo>
                  <a:close/>
                </a:path>
                <a:path w="7621270" h="4406900">
                  <a:moveTo>
                    <a:pt x="982117" y="3837220"/>
                  </a:moveTo>
                  <a:lnTo>
                    <a:pt x="929246" y="3867779"/>
                  </a:lnTo>
                  <a:lnTo>
                    <a:pt x="930361" y="3868162"/>
                  </a:lnTo>
                  <a:lnTo>
                    <a:pt x="930714" y="3868570"/>
                  </a:lnTo>
                  <a:lnTo>
                    <a:pt x="983049" y="3838327"/>
                  </a:lnTo>
                  <a:lnTo>
                    <a:pt x="982463" y="3837492"/>
                  </a:lnTo>
                  <a:lnTo>
                    <a:pt x="982117" y="3837220"/>
                  </a:lnTo>
                  <a:close/>
                </a:path>
                <a:path w="7621270" h="4406900">
                  <a:moveTo>
                    <a:pt x="7042331" y="334473"/>
                  </a:moveTo>
                  <a:lnTo>
                    <a:pt x="6999719" y="359103"/>
                  </a:lnTo>
                  <a:lnTo>
                    <a:pt x="6998791" y="361964"/>
                  </a:lnTo>
                  <a:lnTo>
                    <a:pt x="7041871" y="337068"/>
                  </a:lnTo>
                  <a:lnTo>
                    <a:pt x="7042331" y="334473"/>
                  </a:lnTo>
                  <a:close/>
                </a:path>
                <a:path w="7621270" h="4406900">
                  <a:moveTo>
                    <a:pt x="7203460" y="241342"/>
                  </a:moveTo>
                  <a:lnTo>
                    <a:pt x="7155502" y="269062"/>
                  </a:lnTo>
                  <a:lnTo>
                    <a:pt x="7157229" y="270406"/>
                  </a:lnTo>
                  <a:lnTo>
                    <a:pt x="7205293" y="242631"/>
                  </a:lnTo>
                  <a:lnTo>
                    <a:pt x="7203460" y="241342"/>
                  </a:lnTo>
                  <a:close/>
                </a:path>
                <a:path w="7621270" h="4406900">
                  <a:moveTo>
                    <a:pt x="3559790" y="2347349"/>
                  </a:moveTo>
                  <a:lnTo>
                    <a:pt x="3516950" y="2372110"/>
                  </a:lnTo>
                  <a:lnTo>
                    <a:pt x="3516178" y="2374488"/>
                  </a:lnTo>
                  <a:lnTo>
                    <a:pt x="3559409" y="2349506"/>
                  </a:lnTo>
                  <a:lnTo>
                    <a:pt x="3559790" y="2347349"/>
                  </a:lnTo>
                  <a:close/>
                </a:path>
                <a:path w="7621270" h="4406900">
                  <a:moveTo>
                    <a:pt x="3721963" y="2253615"/>
                  </a:moveTo>
                  <a:lnTo>
                    <a:pt x="3673176" y="2281813"/>
                  </a:lnTo>
                  <a:lnTo>
                    <a:pt x="3674624" y="2282925"/>
                  </a:lnTo>
                  <a:lnTo>
                    <a:pt x="3723489" y="2254688"/>
                  </a:lnTo>
                  <a:lnTo>
                    <a:pt x="3721963" y="2253615"/>
                  </a:lnTo>
                  <a:close/>
                </a:path>
                <a:path w="7621270" h="4406900">
                  <a:moveTo>
                    <a:pt x="2030616" y="3231198"/>
                  </a:moveTo>
                  <a:lnTo>
                    <a:pt x="1988252" y="3255684"/>
                  </a:lnTo>
                  <a:lnTo>
                    <a:pt x="1987605" y="3257816"/>
                  </a:lnTo>
                  <a:lnTo>
                    <a:pt x="2030312" y="3233137"/>
                  </a:lnTo>
                  <a:lnTo>
                    <a:pt x="2030616" y="3231198"/>
                  </a:lnTo>
                  <a:close/>
                </a:path>
                <a:path w="7621270" h="4406900">
                  <a:moveTo>
                    <a:pt x="2192605" y="3137569"/>
                  </a:moveTo>
                  <a:lnTo>
                    <a:pt x="2144467" y="3165393"/>
                  </a:lnTo>
                  <a:lnTo>
                    <a:pt x="2145781" y="3166410"/>
                  </a:lnTo>
                  <a:lnTo>
                    <a:pt x="2194000" y="3138545"/>
                  </a:lnTo>
                  <a:lnTo>
                    <a:pt x="2192605" y="3137569"/>
                  </a:lnTo>
                  <a:close/>
                </a:path>
                <a:path w="7621270" h="4406900">
                  <a:moveTo>
                    <a:pt x="6887435" y="424002"/>
                  </a:moveTo>
                  <a:lnTo>
                    <a:pt x="6840103" y="451359"/>
                  </a:lnTo>
                  <a:lnTo>
                    <a:pt x="6840752" y="453291"/>
                  </a:lnTo>
                  <a:lnTo>
                    <a:pt x="6888098" y="425931"/>
                  </a:lnTo>
                  <a:lnTo>
                    <a:pt x="6887435" y="424002"/>
                  </a:lnTo>
                  <a:close/>
                </a:path>
                <a:path w="7621270" h="4406900">
                  <a:moveTo>
                    <a:pt x="6043740" y="911650"/>
                  </a:moveTo>
                  <a:lnTo>
                    <a:pt x="6020889" y="924857"/>
                  </a:lnTo>
                  <a:lnTo>
                    <a:pt x="6021926" y="926033"/>
                  </a:lnTo>
                  <a:lnTo>
                    <a:pt x="6022049" y="926401"/>
                  </a:lnTo>
                  <a:lnTo>
                    <a:pt x="6044233" y="913581"/>
                  </a:lnTo>
                  <a:lnTo>
                    <a:pt x="6043740" y="911650"/>
                  </a:lnTo>
                  <a:close/>
                </a:path>
                <a:path w="7621270" h="4406900">
                  <a:moveTo>
                    <a:pt x="5938200" y="972651"/>
                  </a:moveTo>
                  <a:lnTo>
                    <a:pt x="5892324" y="999167"/>
                  </a:lnTo>
                  <a:lnTo>
                    <a:pt x="5892934" y="1001013"/>
                  </a:lnTo>
                  <a:lnTo>
                    <a:pt x="5938802" y="974507"/>
                  </a:lnTo>
                  <a:lnTo>
                    <a:pt x="5938200" y="972651"/>
                  </a:lnTo>
                  <a:close/>
                </a:path>
                <a:path w="7621270" h="4406900">
                  <a:moveTo>
                    <a:pt x="5838965" y="1030007"/>
                  </a:moveTo>
                  <a:lnTo>
                    <a:pt x="5802028" y="1051357"/>
                  </a:lnTo>
                  <a:lnTo>
                    <a:pt x="5801077" y="1054096"/>
                  </a:lnTo>
                  <a:lnTo>
                    <a:pt x="5838371" y="1032545"/>
                  </a:lnTo>
                  <a:lnTo>
                    <a:pt x="5838965" y="1030007"/>
                  </a:lnTo>
                  <a:close/>
                </a:path>
                <a:path w="7621270" h="4406900">
                  <a:moveTo>
                    <a:pt x="4668271" y="1706658"/>
                  </a:moveTo>
                  <a:lnTo>
                    <a:pt x="4645835" y="1719626"/>
                  </a:lnTo>
                  <a:lnTo>
                    <a:pt x="4646908" y="1721064"/>
                  </a:lnTo>
                  <a:lnTo>
                    <a:pt x="4668696" y="1708473"/>
                  </a:lnTo>
                  <a:lnTo>
                    <a:pt x="4668271" y="1706658"/>
                  </a:lnTo>
                  <a:close/>
                </a:path>
                <a:path w="7621270" h="4406900">
                  <a:moveTo>
                    <a:pt x="4563362" y="1767294"/>
                  </a:moveTo>
                  <a:lnTo>
                    <a:pt x="4516321" y="1794483"/>
                  </a:lnTo>
                  <a:lnTo>
                    <a:pt x="4516904" y="1796191"/>
                  </a:lnTo>
                  <a:lnTo>
                    <a:pt x="4563928" y="1769016"/>
                  </a:lnTo>
                  <a:lnTo>
                    <a:pt x="4563362" y="1767294"/>
                  </a:lnTo>
                  <a:close/>
                </a:path>
                <a:path w="7621270" h="4406900">
                  <a:moveTo>
                    <a:pt x="4464172" y="1824625"/>
                  </a:moveTo>
                  <a:lnTo>
                    <a:pt x="4427484" y="1845830"/>
                  </a:lnTo>
                  <a:lnTo>
                    <a:pt x="4426636" y="1848354"/>
                  </a:lnTo>
                  <a:lnTo>
                    <a:pt x="4463617" y="1826984"/>
                  </a:lnTo>
                  <a:lnTo>
                    <a:pt x="4464172" y="1824625"/>
                  </a:lnTo>
                  <a:close/>
                </a:path>
                <a:path w="7621270" h="4406900">
                  <a:moveTo>
                    <a:pt x="4115053" y="2026413"/>
                  </a:moveTo>
                  <a:lnTo>
                    <a:pt x="4077926" y="2047872"/>
                  </a:lnTo>
                  <a:lnTo>
                    <a:pt x="4077326" y="2049602"/>
                  </a:lnTo>
                  <a:lnTo>
                    <a:pt x="4077278" y="2050241"/>
                  </a:lnTo>
                  <a:lnTo>
                    <a:pt x="4114545" y="2028705"/>
                  </a:lnTo>
                  <a:lnTo>
                    <a:pt x="4115053" y="2026413"/>
                  </a:lnTo>
                  <a:close/>
                </a:path>
                <a:path w="7621270" h="4406900">
                  <a:moveTo>
                    <a:pt x="2690329" y="2849890"/>
                  </a:moveTo>
                  <a:lnTo>
                    <a:pt x="2653052" y="2871436"/>
                  </a:lnTo>
                  <a:lnTo>
                    <a:pt x="2652386" y="2873419"/>
                  </a:lnTo>
                  <a:lnTo>
                    <a:pt x="2652368" y="2873665"/>
                  </a:lnTo>
                  <a:lnTo>
                    <a:pt x="2689832" y="2852015"/>
                  </a:lnTo>
                  <a:lnTo>
                    <a:pt x="2690329" y="2849890"/>
                  </a:lnTo>
                  <a:close/>
                </a:path>
                <a:path w="7621270" h="4406900">
                  <a:moveTo>
                    <a:pt x="1905783" y="3303350"/>
                  </a:moveTo>
                  <a:lnTo>
                    <a:pt x="1851609" y="3334662"/>
                  </a:lnTo>
                  <a:lnTo>
                    <a:pt x="1853467" y="3335331"/>
                  </a:lnTo>
                  <a:lnTo>
                    <a:pt x="1907060" y="3304361"/>
                  </a:lnTo>
                  <a:lnTo>
                    <a:pt x="1905783" y="3303350"/>
                  </a:lnTo>
                  <a:close/>
                </a:path>
                <a:path w="7621270" h="4406900">
                  <a:moveTo>
                    <a:pt x="1786401" y="3372352"/>
                  </a:moveTo>
                  <a:lnTo>
                    <a:pt x="1739536" y="3399439"/>
                  </a:lnTo>
                  <a:lnTo>
                    <a:pt x="1740023" y="3400888"/>
                  </a:lnTo>
                  <a:lnTo>
                    <a:pt x="1786890" y="3373805"/>
                  </a:lnTo>
                  <a:lnTo>
                    <a:pt x="1786401" y="3372352"/>
                  </a:lnTo>
                  <a:close/>
                </a:path>
                <a:path w="7621270" h="4406900">
                  <a:moveTo>
                    <a:pt x="1686057" y="3430350"/>
                  </a:moveTo>
                  <a:lnTo>
                    <a:pt x="1648176" y="3452244"/>
                  </a:lnTo>
                  <a:lnTo>
                    <a:pt x="1648070" y="3452563"/>
                  </a:lnTo>
                  <a:lnTo>
                    <a:pt x="1647958" y="3454090"/>
                  </a:lnTo>
                  <a:lnTo>
                    <a:pt x="1685597" y="3432340"/>
                  </a:lnTo>
                  <a:lnTo>
                    <a:pt x="1686057" y="3430350"/>
                  </a:lnTo>
                  <a:close/>
                </a:path>
                <a:path w="7621270" h="4406900">
                  <a:moveTo>
                    <a:pt x="1443455" y="3570571"/>
                  </a:moveTo>
                  <a:lnTo>
                    <a:pt x="1396196" y="3597887"/>
                  </a:lnTo>
                  <a:lnTo>
                    <a:pt x="1396672" y="3599303"/>
                  </a:lnTo>
                  <a:lnTo>
                    <a:pt x="1443929" y="3571994"/>
                  </a:lnTo>
                  <a:lnTo>
                    <a:pt x="1443455" y="3570571"/>
                  </a:lnTo>
                  <a:close/>
                </a:path>
                <a:path w="7621270" h="4406900">
                  <a:moveTo>
                    <a:pt x="759342" y="3965982"/>
                  </a:moveTo>
                  <a:lnTo>
                    <a:pt x="722223" y="3987437"/>
                  </a:lnTo>
                  <a:lnTo>
                    <a:pt x="721716" y="3988987"/>
                  </a:lnTo>
                  <a:lnTo>
                    <a:pt x="721695" y="3989357"/>
                  </a:lnTo>
                  <a:lnTo>
                    <a:pt x="758989" y="3967806"/>
                  </a:lnTo>
                  <a:lnTo>
                    <a:pt x="759342" y="3965982"/>
                  </a:lnTo>
                  <a:close/>
                </a:path>
                <a:path w="7621270" h="4406900">
                  <a:moveTo>
                    <a:pt x="671781" y="4016591"/>
                  </a:moveTo>
                  <a:lnTo>
                    <a:pt x="649165" y="4029663"/>
                  </a:lnTo>
                  <a:lnTo>
                    <a:pt x="649826" y="4030421"/>
                  </a:lnTo>
                  <a:lnTo>
                    <a:pt x="650007" y="4030784"/>
                  </a:lnTo>
                  <a:lnTo>
                    <a:pt x="672140" y="4017994"/>
                  </a:lnTo>
                  <a:lnTo>
                    <a:pt x="671781" y="4016591"/>
                  </a:lnTo>
                  <a:close/>
                </a:path>
                <a:path w="7621270" h="4406900">
                  <a:moveTo>
                    <a:pt x="566627" y="4077370"/>
                  </a:moveTo>
                  <a:lnTo>
                    <a:pt x="520396" y="4104091"/>
                  </a:lnTo>
                  <a:lnTo>
                    <a:pt x="520838" y="4105428"/>
                  </a:lnTo>
                  <a:lnTo>
                    <a:pt x="567083" y="4078704"/>
                  </a:lnTo>
                  <a:lnTo>
                    <a:pt x="566627" y="4077370"/>
                  </a:lnTo>
                  <a:close/>
                </a:path>
                <a:path w="7621270" h="4406900">
                  <a:moveTo>
                    <a:pt x="466694" y="4135130"/>
                  </a:moveTo>
                  <a:lnTo>
                    <a:pt x="429353" y="4156713"/>
                  </a:lnTo>
                  <a:lnTo>
                    <a:pt x="428870" y="4158151"/>
                  </a:lnTo>
                  <a:lnTo>
                    <a:pt x="428837" y="4158593"/>
                  </a:lnTo>
                  <a:lnTo>
                    <a:pt x="466266" y="4136964"/>
                  </a:lnTo>
                  <a:lnTo>
                    <a:pt x="466694" y="4135130"/>
                  </a:lnTo>
                  <a:close/>
                </a:path>
                <a:path w="7621270" h="4406900">
                  <a:moveTo>
                    <a:pt x="2568395" y="2920367"/>
                  </a:moveTo>
                  <a:lnTo>
                    <a:pt x="2520840" y="2947853"/>
                  </a:lnTo>
                  <a:lnTo>
                    <a:pt x="2521355" y="2949374"/>
                  </a:lnTo>
                  <a:lnTo>
                    <a:pt x="2568869" y="2921916"/>
                  </a:lnTo>
                  <a:lnTo>
                    <a:pt x="2568395" y="2920367"/>
                  </a:lnTo>
                  <a:close/>
                </a:path>
                <a:path w="7621270" h="4406900">
                  <a:moveTo>
                    <a:pt x="2398267" y="3018699"/>
                  </a:moveTo>
                  <a:lnTo>
                    <a:pt x="2352024" y="3045427"/>
                  </a:lnTo>
                  <a:lnTo>
                    <a:pt x="2352346" y="3047040"/>
                  </a:lnTo>
                  <a:lnTo>
                    <a:pt x="2398681" y="3020264"/>
                  </a:lnTo>
                  <a:lnTo>
                    <a:pt x="2398267" y="3018699"/>
                  </a:lnTo>
                  <a:close/>
                </a:path>
                <a:path w="7621270" h="4406900">
                  <a:moveTo>
                    <a:pt x="2301345" y="3074719"/>
                  </a:moveTo>
                  <a:lnTo>
                    <a:pt x="2265461" y="3095459"/>
                  </a:lnTo>
                  <a:lnTo>
                    <a:pt x="2264939" y="3097551"/>
                  </a:lnTo>
                  <a:lnTo>
                    <a:pt x="2300638" y="3076921"/>
                  </a:lnTo>
                  <a:lnTo>
                    <a:pt x="2301345" y="3074719"/>
                  </a:lnTo>
                  <a:close/>
                </a:path>
                <a:path w="7621270" h="4406900">
                  <a:moveTo>
                    <a:pt x="344649" y="4205671"/>
                  </a:moveTo>
                  <a:lnTo>
                    <a:pt x="283096" y="4241248"/>
                  </a:lnTo>
                  <a:lnTo>
                    <a:pt x="283069" y="4242829"/>
                  </a:lnTo>
                  <a:lnTo>
                    <a:pt x="345081" y="4206994"/>
                  </a:lnTo>
                  <a:lnTo>
                    <a:pt x="344649" y="4205671"/>
                  </a:lnTo>
                  <a:close/>
                </a:path>
                <a:path w="7621270" h="4406900">
                  <a:moveTo>
                    <a:pt x="152535" y="4316711"/>
                  </a:moveTo>
                  <a:lnTo>
                    <a:pt x="89826" y="4352956"/>
                  </a:lnTo>
                  <a:lnTo>
                    <a:pt x="90257" y="4354251"/>
                  </a:lnTo>
                  <a:lnTo>
                    <a:pt x="153549" y="4317676"/>
                  </a:lnTo>
                  <a:lnTo>
                    <a:pt x="152535" y="4316711"/>
                  </a:lnTo>
                  <a:close/>
                </a:path>
                <a:path w="7621270" h="4406900">
                  <a:moveTo>
                    <a:pt x="36172" y="4383968"/>
                  </a:moveTo>
                  <a:lnTo>
                    <a:pt x="553" y="4404555"/>
                  </a:lnTo>
                  <a:lnTo>
                    <a:pt x="0" y="4406409"/>
                  </a:lnTo>
                  <a:lnTo>
                    <a:pt x="35620" y="4385824"/>
                  </a:lnTo>
                  <a:lnTo>
                    <a:pt x="35654" y="4385513"/>
                  </a:lnTo>
                  <a:lnTo>
                    <a:pt x="36172" y="4383968"/>
                  </a:lnTo>
                  <a:close/>
                </a:path>
                <a:path w="7621270" h="4406900">
                  <a:moveTo>
                    <a:pt x="7621015" y="0"/>
                  </a:moveTo>
                  <a:lnTo>
                    <a:pt x="7591838" y="16864"/>
                  </a:lnTo>
                  <a:lnTo>
                    <a:pt x="7591958" y="19185"/>
                  </a:lnTo>
                  <a:lnTo>
                    <a:pt x="7621115" y="2337"/>
                  </a:lnTo>
                  <a:lnTo>
                    <a:pt x="7621015" y="0"/>
                  </a:lnTo>
                  <a:close/>
                </a:path>
                <a:path w="7621270" h="4406900">
                  <a:moveTo>
                    <a:pt x="7455536" y="95645"/>
                  </a:moveTo>
                  <a:lnTo>
                    <a:pt x="7396065" y="130018"/>
                  </a:lnTo>
                  <a:lnTo>
                    <a:pt x="7396740" y="131998"/>
                  </a:lnTo>
                  <a:lnTo>
                    <a:pt x="7457386" y="96952"/>
                  </a:lnTo>
                  <a:lnTo>
                    <a:pt x="7455536" y="95645"/>
                  </a:lnTo>
                  <a:close/>
                </a:path>
                <a:path w="7621270" h="4406900">
                  <a:moveTo>
                    <a:pt x="7342970" y="160707"/>
                  </a:moveTo>
                  <a:lnTo>
                    <a:pt x="7308283" y="180755"/>
                  </a:lnTo>
                  <a:lnTo>
                    <a:pt x="7307538" y="183546"/>
                  </a:lnTo>
                  <a:lnTo>
                    <a:pt x="7341823" y="163733"/>
                  </a:lnTo>
                  <a:lnTo>
                    <a:pt x="7342970" y="160707"/>
                  </a:lnTo>
                  <a:close/>
                </a:path>
                <a:path w="7621270" h="4406900">
                  <a:moveTo>
                    <a:pt x="6439911" y="682666"/>
                  </a:moveTo>
                  <a:lnTo>
                    <a:pt x="6410807" y="699488"/>
                  </a:lnTo>
                  <a:lnTo>
                    <a:pt x="6410851" y="701721"/>
                  </a:lnTo>
                  <a:lnTo>
                    <a:pt x="6440005" y="684873"/>
                  </a:lnTo>
                  <a:lnTo>
                    <a:pt x="6439911" y="682666"/>
                  </a:lnTo>
                  <a:close/>
                </a:path>
                <a:path w="7621270" h="4406900">
                  <a:moveTo>
                    <a:pt x="6274599" y="778216"/>
                  </a:moveTo>
                  <a:lnTo>
                    <a:pt x="6214940" y="812697"/>
                  </a:lnTo>
                  <a:lnTo>
                    <a:pt x="6215577" y="814565"/>
                  </a:lnTo>
                  <a:lnTo>
                    <a:pt x="6276328" y="779459"/>
                  </a:lnTo>
                  <a:lnTo>
                    <a:pt x="6274599" y="778216"/>
                  </a:lnTo>
                  <a:close/>
                </a:path>
                <a:path w="7621270" h="4406900">
                  <a:moveTo>
                    <a:pt x="6161845" y="843386"/>
                  </a:moveTo>
                  <a:lnTo>
                    <a:pt x="6126913" y="863576"/>
                  </a:lnTo>
                  <a:lnTo>
                    <a:pt x="6126236" y="866194"/>
                  </a:lnTo>
                  <a:lnTo>
                    <a:pt x="6160819" y="846209"/>
                  </a:lnTo>
                  <a:lnTo>
                    <a:pt x="6161845" y="843386"/>
                  </a:lnTo>
                  <a:close/>
                </a:path>
                <a:path w="7621270" h="4406900">
                  <a:moveTo>
                    <a:pt x="5114751" y="1448596"/>
                  </a:moveTo>
                  <a:lnTo>
                    <a:pt x="5051502" y="1485154"/>
                  </a:lnTo>
                  <a:lnTo>
                    <a:pt x="5051538" y="1487237"/>
                  </a:lnTo>
                  <a:lnTo>
                    <a:pt x="5115714" y="1450152"/>
                  </a:lnTo>
                  <a:lnTo>
                    <a:pt x="5114751" y="1448596"/>
                  </a:lnTo>
                  <a:close/>
                </a:path>
                <a:path w="7621270" h="4406900">
                  <a:moveTo>
                    <a:pt x="4970737" y="1531836"/>
                  </a:moveTo>
                  <a:lnTo>
                    <a:pt x="4935028" y="1552475"/>
                  </a:lnTo>
                  <a:lnTo>
                    <a:pt x="4934645" y="1554787"/>
                  </a:lnTo>
                  <a:lnTo>
                    <a:pt x="4970075" y="1534313"/>
                  </a:lnTo>
                  <a:lnTo>
                    <a:pt x="4970366" y="1532585"/>
                  </a:lnTo>
                  <a:lnTo>
                    <a:pt x="4970737" y="1531836"/>
                  </a:lnTo>
                  <a:close/>
                </a:path>
                <a:path w="7621270" h="4406900">
                  <a:moveTo>
                    <a:pt x="1299392" y="3653838"/>
                  </a:moveTo>
                  <a:lnTo>
                    <a:pt x="1276245" y="3667217"/>
                  </a:lnTo>
                  <a:lnTo>
                    <a:pt x="1277105" y="3668398"/>
                  </a:lnTo>
                  <a:lnTo>
                    <a:pt x="1299759" y="3655307"/>
                  </a:lnTo>
                  <a:lnTo>
                    <a:pt x="1299392" y="3653838"/>
                  </a:lnTo>
                  <a:close/>
                </a:path>
                <a:path w="7621270" h="4406900">
                  <a:moveTo>
                    <a:pt x="1149144" y="3740680"/>
                  </a:moveTo>
                  <a:lnTo>
                    <a:pt x="1104017" y="3766763"/>
                  </a:lnTo>
                  <a:lnTo>
                    <a:pt x="1103321" y="3768824"/>
                  </a:lnTo>
                  <a:lnTo>
                    <a:pt x="1148618" y="3742648"/>
                  </a:lnTo>
                  <a:lnTo>
                    <a:pt x="1149144" y="3740680"/>
                  </a:lnTo>
                  <a:close/>
                </a:path>
                <a:path w="7621270" h="4406900">
                  <a:moveTo>
                    <a:pt x="6673991" y="547371"/>
                  </a:moveTo>
                  <a:lnTo>
                    <a:pt x="6627965" y="573973"/>
                  </a:lnTo>
                  <a:lnTo>
                    <a:pt x="6628603" y="575887"/>
                  </a:lnTo>
                  <a:lnTo>
                    <a:pt x="6674636" y="549286"/>
                  </a:lnTo>
                  <a:lnTo>
                    <a:pt x="6673991" y="547371"/>
                  </a:lnTo>
                  <a:close/>
                </a:path>
                <a:path w="7621270" h="4406900">
                  <a:moveTo>
                    <a:pt x="6547592" y="620428"/>
                  </a:moveTo>
                  <a:lnTo>
                    <a:pt x="6510481" y="641878"/>
                  </a:lnTo>
                  <a:lnTo>
                    <a:pt x="6509805" y="644538"/>
                  </a:lnTo>
                  <a:lnTo>
                    <a:pt x="6544866" y="624277"/>
                  </a:lnTo>
                  <a:lnTo>
                    <a:pt x="6547592" y="620428"/>
                  </a:lnTo>
                  <a:close/>
                </a:path>
                <a:path w="7621270" h="4406900">
                  <a:moveTo>
                    <a:pt x="5689244" y="1116545"/>
                  </a:moveTo>
                  <a:lnTo>
                    <a:pt x="5641920" y="1143898"/>
                  </a:lnTo>
                  <a:lnTo>
                    <a:pt x="5642526" y="1145719"/>
                  </a:lnTo>
                  <a:lnTo>
                    <a:pt x="5689863" y="1118364"/>
                  </a:lnTo>
                  <a:lnTo>
                    <a:pt x="5689244" y="1116545"/>
                  </a:lnTo>
                  <a:close/>
                </a:path>
                <a:path w="7621270" h="4406900">
                  <a:moveTo>
                    <a:pt x="5561804" y="1190204"/>
                  </a:moveTo>
                  <a:lnTo>
                    <a:pt x="5525771" y="1211031"/>
                  </a:lnTo>
                  <a:lnTo>
                    <a:pt x="5525037" y="1213613"/>
                  </a:lnTo>
                  <a:lnTo>
                    <a:pt x="5559240" y="1193848"/>
                  </a:lnTo>
                  <a:lnTo>
                    <a:pt x="5561804" y="1190204"/>
                  </a:lnTo>
                  <a:close/>
                </a:path>
                <a:path w="7621270" h="4406900">
                  <a:moveTo>
                    <a:pt x="5405566" y="1280508"/>
                  </a:moveTo>
                  <a:lnTo>
                    <a:pt x="5358671" y="1307613"/>
                  </a:lnTo>
                  <a:lnTo>
                    <a:pt x="5359269" y="1309407"/>
                  </a:lnTo>
                  <a:lnTo>
                    <a:pt x="5406176" y="1282300"/>
                  </a:lnTo>
                  <a:lnTo>
                    <a:pt x="5405566" y="1280508"/>
                  </a:lnTo>
                  <a:close/>
                </a:path>
                <a:path w="7621270" h="4406900">
                  <a:moveTo>
                    <a:pt x="5277989" y="1354246"/>
                  </a:moveTo>
                  <a:lnTo>
                    <a:pt x="5240777" y="1375754"/>
                  </a:lnTo>
                  <a:lnTo>
                    <a:pt x="5240144" y="1378246"/>
                  </a:lnTo>
                  <a:lnTo>
                    <a:pt x="5275421" y="1357860"/>
                  </a:lnTo>
                  <a:lnTo>
                    <a:pt x="5277989" y="1354246"/>
                  </a:lnTo>
                  <a:close/>
                </a:path>
                <a:path w="7621270" h="4406900">
                  <a:moveTo>
                    <a:pt x="3965881" y="2112633"/>
                  </a:moveTo>
                  <a:lnTo>
                    <a:pt x="3918577" y="2139974"/>
                  </a:lnTo>
                  <a:lnTo>
                    <a:pt x="3919129" y="2141631"/>
                  </a:lnTo>
                  <a:lnTo>
                    <a:pt x="3966440" y="2114292"/>
                  </a:lnTo>
                  <a:lnTo>
                    <a:pt x="3965881" y="2112633"/>
                  </a:lnTo>
                  <a:close/>
                </a:path>
                <a:path w="7621270" h="4406900">
                  <a:moveTo>
                    <a:pt x="3837305" y="2186949"/>
                  </a:moveTo>
                  <a:lnTo>
                    <a:pt x="3801760" y="2207493"/>
                  </a:lnTo>
                  <a:lnTo>
                    <a:pt x="3801092" y="2209842"/>
                  </a:lnTo>
                  <a:lnTo>
                    <a:pt x="3835034" y="2190228"/>
                  </a:lnTo>
                  <a:lnTo>
                    <a:pt x="3837305" y="2186949"/>
                  </a:lnTo>
                  <a:close/>
                </a:path>
                <a:path w="7621270" h="4406900">
                  <a:moveTo>
                    <a:pt x="3280760" y="2508626"/>
                  </a:moveTo>
                  <a:lnTo>
                    <a:pt x="3230112" y="2537900"/>
                  </a:lnTo>
                  <a:lnTo>
                    <a:pt x="3231436" y="2539034"/>
                  </a:lnTo>
                  <a:lnTo>
                    <a:pt x="3282086" y="2509764"/>
                  </a:lnTo>
                  <a:lnTo>
                    <a:pt x="3280760" y="2508626"/>
                  </a:lnTo>
                  <a:close/>
                </a:path>
                <a:path w="7621270" h="4406900">
                  <a:moveTo>
                    <a:pt x="3434352" y="2419852"/>
                  </a:moveTo>
                  <a:lnTo>
                    <a:pt x="3404363" y="2437185"/>
                  </a:lnTo>
                  <a:lnTo>
                    <a:pt x="3404521" y="2439012"/>
                  </a:lnTo>
                  <a:lnTo>
                    <a:pt x="3434270" y="2421821"/>
                  </a:lnTo>
                  <a:lnTo>
                    <a:pt x="3434352" y="2419852"/>
                  </a:lnTo>
                  <a:close/>
                </a:path>
              </a:pathLst>
            </a:custGeom>
            <a:solidFill>
              <a:srgbClr val="6D6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2968" y="894563"/>
              <a:ext cx="7622540" cy="4407535"/>
            </a:xfrm>
            <a:custGeom>
              <a:avLst/>
              <a:gdLst/>
              <a:ahLst/>
              <a:cxnLst/>
              <a:rect l="l" t="t" r="r" b="b"/>
              <a:pathLst>
                <a:path w="7622540" h="4407535">
                  <a:moveTo>
                    <a:pt x="5116579" y="1447814"/>
                  </a:moveTo>
                  <a:lnTo>
                    <a:pt x="5052403" y="1484900"/>
                  </a:lnTo>
                  <a:lnTo>
                    <a:pt x="5052434" y="1486707"/>
                  </a:lnTo>
                  <a:lnTo>
                    <a:pt x="5068773" y="1477263"/>
                  </a:lnTo>
                  <a:lnTo>
                    <a:pt x="5068767" y="1476907"/>
                  </a:lnTo>
                  <a:lnTo>
                    <a:pt x="5069388" y="1476907"/>
                  </a:lnTo>
                  <a:lnTo>
                    <a:pt x="5117407" y="1449153"/>
                  </a:lnTo>
                  <a:lnTo>
                    <a:pt x="5116579" y="1447814"/>
                  </a:lnTo>
                  <a:close/>
                </a:path>
                <a:path w="7622540" h="4407535">
                  <a:moveTo>
                    <a:pt x="5069388" y="1476907"/>
                  </a:moveTo>
                  <a:lnTo>
                    <a:pt x="5068767" y="1476907"/>
                  </a:lnTo>
                  <a:lnTo>
                    <a:pt x="5069016" y="1477263"/>
                  </a:lnTo>
                  <a:lnTo>
                    <a:pt x="5068773" y="1477263"/>
                  </a:lnTo>
                  <a:lnTo>
                    <a:pt x="5069388" y="1476907"/>
                  </a:lnTo>
                  <a:close/>
                </a:path>
                <a:path w="7622540" h="4407535">
                  <a:moveTo>
                    <a:pt x="4216882" y="1967729"/>
                  </a:moveTo>
                  <a:lnTo>
                    <a:pt x="4170027" y="1994805"/>
                  </a:lnTo>
                  <a:lnTo>
                    <a:pt x="4170565" y="1996419"/>
                  </a:lnTo>
                  <a:lnTo>
                    <a:pt x="4217418" y="1969338"/>
                  </a:lnTo>
                  <a:lnTo>
                    <a:pt x="4216882" y="1967729"/>
                  </a:lnTo>
                  <a:close/>
                </a:path>
                <a:path w="7622540" h="4407535">
                  <a:moveTo>
                    <a:pt x="4339736" y="1896734"/>
                  </a:moveTo>
                  <a:lnTo>
                    <a:pt x="4287365" y="1926999"/>
                  </a:lnTo>
                  <a:lnTo>
                    <a:pt x="4288506" y="1928250"/>
                  </a:lnTo>
                  <a:lnTo>
                    <a:pt x="4340730" y="1898065"/>
                  </a:lnTo>
                  <a:lnTo>
                    <a:pt x="4339736" y="1896734"/>
                  </a:lnTo>
                  <a:close/>
                </a:path>
                <a:path w="7622540" h="4407535">
                  <a:moveTo>
                    <a:pt x="2792104" y="2791076"/>
                  </a:moveTo>
                  <a:lnTo>
                    <a:pt x="2745222" y="2818169"/>
                  </a:lnTo>
                  <a:lnTo>
                    <a:pt x="2745804" y="2819917"/>
                  </a:lnTo>
                  <a:lnTo>
                    <a:pt x="2792685" y="2792820"/>
                  </a:lnTo>
                  <a:lnTo>
                    <a:pt x="2792104" y="2791076"/>
                  </a:lnTo>
                  <a:close/>
                </a:path>
                <a:path w="7622540" h="4407535">
                  <a:moveTo>
                    <a:pt x="2914246" y="2720493"/>
                  </a:moveTo>
                  <a:lnTo>
                    <a:pt x="2862320" y="2750500"/>
                  </a:lnTo>
                  <a:lnTo>
                    <a:pt x="2863517" y="2751880"/>
                  </a:lnTo>
                  <a:lnTo>
                    <a:pt x="2915325" y="2721936"/>
                  </a:lnTo>
                  <a:lnTo>
                    <a:pt x="2914246" y="2720493"/>
                  </a:lnTo>
                  <a:close/>
                </a:path>
                <a:path w="7622540" h="4407535">
                  <a:moveTo>
                    <a:pt x="861241" y="3906879"/>
                  </a:moveTo>
                  <a:lnTo>
                    <a:pt x="814387" y="3933955"/>
                  </a:lnTo>
                  <a:lnTo>
                    <a:pt x="815030" y="3935886"/>
                  </a:lnTo>
                  <a:lnTo>
                    <a:pt x="861883" y="3908806"/>
                  </a:lnTo>
                  <a:lnTo>
                    <a:pt x="861241" y="3906879"/>
                  </a:lnTo>
                  <a:close/>
                </a:path>
                <a:path w="7622540" h="4407535">
                  <a:moveTo>
                    <a:pt x="983914" y="3835989"/>
                  </a:moveTo>
                  <a:lnTo>
                    <a:pt x="931578" y="3866233"/>
                  </a:lnTo>
                  <a:lnTo>
                    <a:pt x="932899" y="3867759"/>
                  </a:lnTo>
                  <a:lnTo>
                    <a:pt x="985054" y="3837614"/>
                  </a:lnTo>
                  <a:lnTo>
                    <a:pt x="983914" y="3835989"/>
                  </a:lnTo>
                  <a:close/>
                </a:path>
                <a:path w="7622540" h="4407535">
                  <a:moveTo>
                    <a:pt x="7042736" y="334731"/>
                  </a:moveTo>
                  <a:lnTo>
                    <a:pt x="6999655" y="359627"/>
                  </a:lnTo>
                  <a:lnTo>
                    <a:pt x="6999014" y="361601"/>
                  </a:lnTo>
                  <a:lnTo>
                    <a:pt x="7042421" y="336513"/>
                  </a:lnTo>
                  <a:lnTo>
                    <a:pt x="7042736" y="334731"/>
                  </a:lnTo>
                  <a:close/>
                </a:path>
                <a:path w="7622540" h="4407535">
                  <a:moveTo>
                    <a:pt x="7206158" y="240294"/>
                  </a:moveTo>
                  <a:lnTo>
                    <a:pt x="7158093" y="268069"/>
                  </a:lnTo>
                  <a:lnTo>
                    <a:pt x="7159263" y="268979"/>
                  </a:lnTo>
                  <a:lnTo>
                    <a:pt x="7207392" y="241161"/>
                  </a:lnTo>
                  <a:lnTo>
                    <a:pt x="7206158" y="240294"/>
                  </a:lnTo>
                  <a:close/>
                </a:path>
                <a:path w="7622540" h="4407535">
                  <a:moveTo>
                    <a:pt x="3560274" y="2347168"/>
                  </a:moveTo>
                  <a:lnTo>
                    <a:pt x="3517043" y="2372150"/>
                  </a:lnTo>
                  <a:lnTo>
                    <a:pt x="3516245" y="2374610"/>
                  </a:lnTo>
                  <a:lnTo>
                    <a:pt x="3559881" y="2349388"/>
                  </a:lnTo>
                  <a:lnTo>
                    <a:pt x="3560274" y="2347168"/>
                  </a:lnTo>
                  <a:close/>
                </a:path>
                <a:path w="7622540" h="4407535">
                  <a:moveTo>
                    <a:pt x="3724353" y="2252350"/>
                  </a:moveTo>
                  <a:lnTo>
                    <a:pt x="3675489" y="2280588"/>
                  </a:lnTo>
                  <a:lnTo>
                    <a:pt x="3676960" y="2281718"/>
                  </a:lnTo>
                  <a:lnTo>
                    <a:pt x="3725894" y="2253434"/>
                  </a:lnTo>
                  <a:lnTo>
                    <a:pt x="3724353" y="2252350"/>
                  </a:lnTo>
                  <a:close/>
                </a:path>
                <a:path w="7622540" h="4407535">
                  <a:moveTo>
                    <a:pt x="2031177" y="3230799"/>
                  </a:moveTo>
                  <a:lnTo>
                    <a:pt x="1988470" y="3255479"/>
                  </a:lnTo>
                  <a:lnTo>
                    <a:pt x="1987671" y="3258111"/>
                  </a:lnTo>
                  <a:lnTo>
                    <a:pt x="2030804" y="3233181"/>
                  </a:lnTo>
                  <a:lnTo>
                    <a:pt x="2031177" y="3230799"/>
                  </a:lnTo>
                  <a:close/>
                </a:path>
                <a:path w="7622540" h="4407535">
                  <a:moveTo>
                    <a:pt x="2194865" y="3136208"/>
                  </a:moveTo>
                  <a:lnTo>
                    <a:pt x="2146646" y="3164073"/>
                  </a:lnTo>
                  <a:lnTo>
                    <a:pt x="2148238" y="3165305"/>
                  </a:lnTo>
                  <a:lnTo>
                    <a:pt x="2196545" y="3137384"/>
                  </a:lnTo>
                  <a:lnTo>
                    <a:pt x="2194865" y="3136208"/>
                  </a:lnTo>
                  <a:close/>
                </a:path>
                <a:path w="7622540" h="4407535">
                  <a:moveTo>
                    <a:pt x="6888963" y="423593"/>
                  </a:moveTo>
                  <a:lnTo>
                    <a:pt x="6841617" y="450953"/>
                  </a:lnTo>
                  <a:lnTo>
                    <a:pt x="6842074" y="452311"/>
                  </a:lnTo>
                  <a:lnTo>
                    <a:pt x="6889426" y="424942"/>
                  </a:lnTo>
                  <a:lnTo>
                    <a:pt x="6888963" y="423593"/>
                  </a:lnTo>
                  <a:close/>
                </a:path>
                <a:path w="7622540" h="4407535">
                  <a:moveTo>
                    <a:pt x="6045098" y="911244"/>
                  </a:moveTo>
                  <a:lnTo>
                    <a:pt x="6022913" y="924064"/>
                  </a:lnTo>
                  <a:lnTo>
                    <a:pt x="6023393" y="925502"/>
                  </a:lnTo>
                  <a:lnTo>
                    <a:pt x="6045479" y="912736"/>
                  </a:lnTo>
                  <a:lnTo>
                    <a:pt x="6045098" y="911244"/>
                  </a:lnTo>
                  <a:close/>
                </a:path>
                <a:path w="7622540" h="4407535">
                  <a:moveTo>
                    <a:pt x="5939667" y="972170"/>
                  </a:moveTo>
                  <a:lnTo>
                    <a:pt x="5893799" y="998676"/>
                  </a:lnTo>
                  <a:lnTo>
                    <a:pt x="5894280" y="1000128"/>
                  </a:lnTo>
                  <a:lnTo>
                    <a:pt x="5940138" y="973622"/>
                  </a:lnTo>
                  <a:lnTo>
                    <a:pt x="5939667" y="972170"/>
                  </a:lnTo>
                  <a:close/>
                </a:path>
                <a:path w="7622540" h="4407535">
                  <a:moveTo>
                    <a:pt x="5839235" y="1030207"/>
                  </a:moveTo>
                  <a:lnTo>
                    <a:pt x="5801942" y="1051758"/>
                  </a:lnTo>
                  <a:lnTo>
                    <a:pt x="5801834" y="1052069"/>
                  </a:lnTo>
                  <a:lnTo>
                    <a:pt x="5801718" y="1053628"/>
                  </a:lnTo>
                  <a:lnTo>
                    <a:pt x="5838765" y="1032215"/>
                  </a:lnTo>
                  <a:lnTo>
                    <a:pt x="5839235" y="1030207"/>
                  </a:lnTo>
                  <a:close/>
                </a:path>
                <a:path w="7622540" h="4407535">
                  <a:moveTo>
                    <a:pt x="4669561" y="1706136"/>
                  </a:moveTo>
                  <a:lnTo>
                    <a:pt x="4647773" y="1718727"/>
                  </a:lnTo>
                  <a:lnTo>
                    <a:pt x="4648143" y="1719223"/>
                  </a:lnTo>
                  <a:lnTo>
                    <a:pt x="4648593" y="1720123"/>
                  </a:lnTo>
                  <a:lnTo>
                    <a:pt x="4669946" y="1707781"/>
                  </a:lnTo>
                  <a:lnTo>
                    <a:pt x="4669561" y="1706136"/>
                  </a:lnTo>
                  <a:close/>
                </a:path>
                <a:path w="7622540" h="4407535">
                  <a:moveTo>
                    <a:pt x="4564793" y="1766679"/>
                  </a:moveTo>
                  <a:lnTo>
                    <a:pt x="4517769" y="1793853"/>
                  </a:lnTo>
                  <a:lnTo>
                    <a:pt x="4518307" y="1795427"/>
                  </a:lnTo>
                  <a:lnTo>
                    <a:pt x="4565313" y="1768258"/>
                  </a:lnTo>
                  <a:lnTo>
                    <a:pt x="4564793" y="1766679"/>
                  </a:lnTo>
                  <a:close/>
                </a:path>
                <a:path w="7622540" h="4407535">
                  <a:moveTo>
                    <a:pt x="4464482" y="1824647"/>
                  </a:moveTo>
                  <a:lnTo>
                    <a:pt x="4427501" y="1846017"/>
                  </a:lnTo>
                  <a:lnTo>
                    <a:pt x="4427186" y="1846954"/>
                  </a:lnTo>
                  <a:lnTo>
                    <a:pt x="4427099" y="1848145"/>
                  </a:lnTo>
                  <a:lnTo>
                    <a:pt x="4463966" y="1826836"/>
                  </a:lnTo>
                  <a:lnTo>
                    <a:pt x="4464482" y="1824647"/>
                  </a:lnTo>
                  <a:close/>
                </a:path>
                <a:path w="7622540" h="4407535">
                  <a:moveTo>
                    <a:pt x="4115410" y="2026368"/>
                  </a:moveTo>
                  <a:lnTo>
                    <a:pt x="4078143" y="2047903"/>
                  </a:lnTo>
                  <a:lnTo>
                    <a:pt x="4077993" y="2049924"/>
                  </a:lnTo>
                  <a:lnTo>
                    <a:pt x="4114920" y="2028581"/>
                  </a:lnTo>
                  <a:lnTo>
                    <a:pt x="4115410" y="2026368"/>
                  </a:lnTo>
                  <a:close/>
                </a:path>
                <a:path w="7622540" h="4407535">
                  <a:moveTo>
                    <a:pt x="2690697" y="2849677"/>
                  </a:moveTo>
                  <a:lnTo>
                    <a:pt x="2653232" y="2871327"/>
                  </a:lnTo>
                  <a:lnTo>
                    <a:pt x="2653072" y="2873516"/>
                  </a:lnTo>
                  <a:lnTo>
                    <a:pt x="2690132" y="2852095"/>
                  </a:lnTo>
                  <a:lnTo>
                    <a:pt x="2690697" y="2849677"/>
                  </a:lnTo>
                  <a:close/>
                </a:path>
                <a:path w="7622540" h="4407535">
                  <a:moveTo>
                    <a:pt x="1907925" y="3302024"/>
                  </a:moveTo>
                  <a:lnTo>
                    <a:pt x="1854332" y="3332994"/>
                  </a:lnTo>
                  <a:lnTo>
                    <a:pt x="1856662" y="3333833"/>
                  </a:lnTo>
                  <a:lnTo>
                    <a:pt x="1909186" y="3303474"/>
                  </a:lnTo>
                  <a:lnTo>
                    <a:pt x="1908395" y="3302397"/>
                  </a:lnTo>
                  <a:lnTo>
                    <a:pt x="1907925" y="3302024"/>
                  </a:lnTo>
                  <a:close/>
                </a:path>
                <a:path w="7622540" h="4407535">
                  <a:moveTo>
                    <a:pt x="1787755" y="3371468"/>
                  </a:moveTo>
                  <a:lnTo>
                    <a:pt x="1740888" y="3398551"/>
                  </a:lnTo>
                  <a:lnTo>
                    <a:pt x="1741507" y="3400391"/>
                  </a:lnTo>
                  <a:lnTo>
                    <a:pt x="1788372" y="3373304"/>
                  </a:lnTo>
                  <a:lnTo>
                    <a:pt x="1787755" y="3371468"/>
                  </a:lnTo>
                  <a:close/>
                </a:path>
                <a:path w="7622540" h="4407535">
                  <a:moveTo>
                    <a:pt x="1686462" y="3430002"/>
                  </a:moveTo>
                  <a:lnTo>
                    <a:pt x="1648823" y="3451753"/>
                  </a:lnTo>
                  <a:lnTo>
                    <a:pt x="1648655" y="3454059"/>
                  </a:lnTo>
                  <a:lnTo>
                    <a:pt x="1685874" y="3432547"/>
                  </a:lnTo>
                  <a:lnTo>
                    <a:pt x="1686462" y="3430002"/>
                  </a:lnTo>
                  <a:close/>
                </a:path>
                <a:path w="7622540" h="4407535">
                  <a:moveTo>
                    <a:pt x="1444794" y="3569657"/>
                  </a:moveTo>
                  <a:lnTo>
                    <a:pt x="1397537" y="3596966"/>
                  </a:lnTo>
                  <a:lnTo>
                    <a:pt x="1398167" y="3598839"/>
                  </a:lnTo>
                  <a:lnTo>
                    <a:pt x="1445418" y="3571528"/>
                  </a:lnTo>
                  <a:lnTo>
                    <a:pt x="1444794" y="3569657"/>
                  </a:lnTo>
                  <a:close/>
                </a:path>
                <a:path w="7622540" h="4407535">
                  <a:moveTo>
                    <a:pt x="759854" y="3965468"/>
                  </a:moveTo>
                  <a:lnTo>
                    <a:pt x="722560" y="3987020"/>
                  </a:lnTo>
                  <a:lnTo>
                    <a:pt x="722428" y="3989410"/>
                  </a:lnTo>
                  <a:lnTo>
                    <a:pt x="759351" y="3968068"/>
                  </a:lnTo>
                  <a:lnTo>
                    <a:pt x="759854" y="3965468"/>
                  </a:lnTo>
                  <a:close/>
                </a:path>
                <a:path w="7622540" h="4407535">
                  <a:moveTo>
                    <a:pt x="673004" y="4015657"/>
                  </a:moveTo>
                  <a:lnTo>
                    <a:pt x="650872" y="4028447"/>
                  </a:lnTo>
                  <a:lnTo>
                    <a:pt x="651773" y="4030248"/>
                  </a:lnTo>
                  <a:lnTo>
                    <a:pt x="673520" y="4017678"/>
                  </a:lnTo>
                  <a:lnTo>
                    <a:pt x="673004" y="4015657"/>
                  </a:lnTo>
                  <a:close/>
                </a:path>
                <a:path w="7622540" h="4407535">
                  <a:moveTo>
                    <a:pt x="567948" y="4076367"/>
                  </a:moveTo>
                  <a:lnTo>
                    <a:pt x="521703" y="4103091"/>
                  </a:lnTo>
                  <a:lnTo>
                    <a:pt x="522351" y="4105052"/>
                  </a:lnTo>
                  <a:lnTo>
                    <a:pt x="568614" y="4078313"/>
                  </a:lnTo>
                  <a:lnTo>
                    <a:pt x="567948" y="4076367"/>
                  </a:lnTo>
                  <a:close/>
                </a:path>
                <a:path w="7622540" h="4407535">
                  <a:moveTo>
                    <a:pt x="467130" y="4134627"/>
                  </a:moveTo>
                  <a:lnTo>
                    <a:pt x="429702" y="4156256"/>
                  </a:lnTo>
                  <a:lnTo>
                    <a:pt x="429522" y="4158706"/>
                  </a:lnTo>
                  <a:lnTo>
                    <a:pt x="466498" y="4137335"/>
                  </a:lnTo>
                  <a:lnTo>
                    <a:pt x="467130" y="4134627"/>
                  </a:lnTo>
                  <a:close/>
                </a:path>
                <a:path w="7622540" h="4407535">
                  <a:moveTo>
                    <a:pt x="2569734" y="2919579"/>
                  </a:moveTo>
                  <a:lnTo>
                    <a:pt x="2522219" y="2947037"/>
                  </a:lnTo>
                  <a:lnTo>
                    <a:pt x="2522816" y="2948802"/>
                  </a:lnTo>
                  <a:lnTo>
                    <a:pt x="2570281" y="2921368"/>
                  </a:lnTo>
                  <a:lnTo>
                    <a:pt x="2569734" y="2919579"/>
                  </a:lnTo>
                  <a:close/>
                </a:path>
                <a:path w="7622540" h="4407535">
                  <a:moveTo>
                    <a:pt x="2399546" y="3017927"/>
                  </a:moveTo>
                  <a:lnTo>
                    <a:pt x="2353211" y="3044703"/>
                  </a:lnTo>
                  <a:lnTo>
                    <a:pt x="2353592" y="3046612"/>
                  </a:lnTo>
                  <a:lnTo>
                    <a:pt x="2400034" y="3019769"/>
                  </a:lnTo>
                  <a:lnTo>
                    <a:pt x="2399546" y="3017927"/>
                  </a:lnTo>
                  <a:close/>
                </a:path>
                <a:path w="7622540" h="4407535">
                  <a:moveTo>
                    <a:pt x="2301503" y="3074584"/>
                  </a:moveTo>
                  <a:lnTo>
                    <a:pt x="2265804" y="3095214"/>
                  </a:lnTo>
                  <a:lnTo>
                    <a:pt x="2265180" y="3097713"/>
                  </a:lnTo>
                  <a:lnTo>
                    <a:pt x="2300950" y="3077039"/>
                  </a:lnTo>
                  <a:lnTo>
                    <a:pt x="2301183" y="3075583"/>
                  </a:lnTo>
                  <a:lnTo>
                    <a:pt x="2301503" y="3074584"/>
                  </a:lnTo>
                  <a:close/>
                </a:path>
                <a:path w="7622540" h="4407535">
                  <a:moveTo>
                    <a:pt x="345946" y="4204657"/>
                  </a:moveTo>
                  <a:lnTo>
                    <a:pt x="283934" y="4240492"/>
                  </a:lnTo>
                  <a:lnTo>
                    <a:pt x="283893" y="4242879"/>
                  </a:lnTo>
                  <a:lnTo>
                    <a:pt x="346593" y="4206638"/>
                  </a:lnTo>
                  <a:lnTo>
                    <a:pt x="345946" y="4204657"/>
                  </a:lnTo>
                  <a:close/>
                </a:path>
                <a:path w="7622540" h="4407535">
                  <a:moveTo>
                    <a:pt x="154414" y="4315339"/>
                  </a:moveTo>
                  <a:lnTo>
                    <a:pt x="91122" y="4351914"/>
                  </a:lnTo>
                  <a:lnTo>
                    <a:pt x="91789" y="4353913"/>
                  </a:lnTo>
                  <a:lnTo>
                    <a:pt x="155967" y="4316819"/>
                  </a:lnTo>
                  <a:lnTo>
                    <a:pt x="154414" y="4315339"/>
                  </a:lnTo>
                  <a:close/>
                </a:path>
                <a:path w="7622540" h="4407535">
                  <a:moveTo>
                    <a:pt x="36485" y="4383487"/>
                  </a:moveTo>
                  <a:lnTo>
                    <a:pt x="864" y="4404072"/>
                  </a:lnTo>
                  <a:lnTo>
                    <a:pt x="0" y="4406966"/>
                  </a:lnTo>
                  <a:lnTo>
                    <a:pt x="36213" y="4386035"/>
                  </a:lnTo>
                  <a:lnTo>
                    <a:pt x="36485" y="4383487"/>
                  </a:lnTo>
                  <a:close/>
                </a:path>
                <a:path w="7622540" h="4407535">
                  <a:moveTo>
                    <a:pt x="7621979" y="0"/>
                  </a:moveTo>
                  <a:lnTo>
                    <a:pt x="7592823" y="16848"/>
                  </a:lnTo>
                  <a:lnTo>
                    <a:pt x="7592873" y="18357"/>
                  </a:lnTo>
                  <a:lnTo>
                    <a:pt x="7622043" y="1497"/>
                  </a:lnTo>
                  <a:lnTo>
                    <a:pt x="7621979" y="0"/>
                  </a:lnTo>
                  <a:close/>
                </a:path>
                <a:path w="7622540" h="4407535">
                  <a:moveTo>
                    <a:pt x="7458251" y="94614"/>
                  </a:moveTo>
                  <a:lnTo>
                    <a:pt x="7397605" y="129660"/>
                  </a:lnTo>
                  <a:lnTo>
                    <a:pt x="7398050" y="130963"/>
                  </a:lnTo>
                  <a:lnTo>
                    <a:pt x="7459461" y="95468"/>
                  </a:lnTo>
                  <a:lnTo>
                    <a:pt x="7458251" y="94614"/>
                  </a:lnTo>
                  <a:close/>
                </a:path>
                <a:path w="7622540" h="4407535">
                  <a:moveTo>
                    <a:pt x="7342688" y="161396"/>
                  </a:moveTo>
                  <a:lnTo>
                    <a:pt x="7308402" y="181209"/>
                  </a:lnTo>
                  <a:lnTo>
                    <a:pt x="7307906" y="183065"/>
                  </a:lnTo>
                  <a:lnTo>
                    <a:pt x="7342423" y="163115"/>
                  </a:lnTo>
                  <a:lnTo>
                    <a:pt x="7342575" y="161695"/>
                  </a:lnTo>
                  <a:lnTo>
                    <a:pt x="7342688" y="161396"/>
                  </a:lnTo>
                  <a:close/>
                </a:path>
                <a:path w="7622540" h="4407535">
                  <a:moveTo>
                    <a:pt x="6440870" y="682536"/>
                  </a:moveTo>
                  <a:lnTo>
                    <a:pt x="6411716" y="699384"/>
                  </a:lnTo>
                  <a:lnTo>
                    <a:pt x="6411770" y="701023"/>
                  </a:lnTo>
                  <a:lnTo>
                    <a:pt x="6440940" y="684164"/>
                  </a:lnTo>
                  <a:lnTo>
                    <a:pt x="6440870" y="682536"/>
                  </a:lnTo>
                  <a:close/>
                </a:path>
                <a:path w="7622540" h="4407535">
                  <a:moveTo>
                    <a:pt x="6277193" y="777121"/>
                  </a:moveTo>
                  <a:lnTo>
                    <a:pt x="6216442" y="812228"/>
                  </a:lnTo>
                  <a:lnTo>
                    <a:pt x="6216925" y="813642"/>
                  </a:lnTo>
                  <a:lnTo>
                    <a:pt x="6278493" y="778056"/>
                  </a:lnTo>
                  <a:lnTo>
                    <a:pt x="6277193" y="777121"/>
                  </a:lnTo>
                  <a:close/>
                </a:path>
                <a:path w="7622540" h="4407535">
                  <a:moveTo>
                    <a:pt x="6161684" y="843872"/>
                  </a:moveTo>
                  <a:lnTo>
                    <a:pt x="6127101" y="863856"/>
                  </a:lnTo>
                  <a:lnTo>
                    <a:pt x="6126583" y="865859"/>
                  </a:lnTo>
                  <a:lnTo>
                    <a:pt x="6161331" y="845775"/>
                  </a:lnTo>
                  <a:lnTo>
                    <a:pt x="6161475" y="844447"/>
                  </a:lnTo>
                  <a:lnTo>
                    <a:pt x="6161684" y="843872"/>
                  </a:lnTo>
                  <a:close/>
                </a:path>
                <a:path w="7622540" h="4407535">
                  <a:moveTo>
                    <a:pt x="4970940" y="1531976"/>
                  </a:moveTo>
                  <a:lnTo>
                    <a:pt x="4935510" y="1552450"/>
                  </a:lnTo>
                  <a:lnTo>
                    <a:pt x="4935174" y="1554482"/>
                  </a:lnTo>
                  <a:lnTo>
                    <a:pt x="4970598" y="1534007"/>
                  </a:lnTo>
                  <a:lnTo>
                    <a:pt x="4970940" y="1531976"/>
                  </a:lnTo>
                  <a:close/>
                </a:path>
                <a:path w="7622540" h="4407535">
                  <a:moveTo>
                    <a:pt x="1300624" y="3652969"/>
                  </a:moveTo>
                  <a:lnTo>
                    <a:pt x="1277970" y="3666061"/>
                  </a:lnTo>
                  <a:lnTo>
                    <a:pt x="1278579" y="3666895"/>
                  </a:lnTo>
                  <a:lnTo>
                    <a:pt x="1279253" y="3667570"/>
                  </a:lnTo>
                  <a:lnTo>
                    <a:pt x="1301115" y="3654934"/>
                  </a:lnTo>
                  <a:lnTo>
                    <a:pt x="1300624" y="3652969"/>
                  </a:lnTo>
                  <a:close/>
                </a:path>
                <a:path w="7622540" h="4407535">
                  <a:moveTo>
                    <a:pt x="1149483" y="3740311"/>
                  </a:moveTo>
                  <a:lnTo>
                    <a:pt x="1104186" y="3766487"/>
                  </a:lnTo>
                  <a:lnTo>
                    <a:pt x="1103235" y="3769307"/>
                  </a:lnTo>
                  <a:lnTo>
                    <a:pt x="1148766" y="3742990"/>
                  </a:lnTo>
                  <a:lnTo>
                    <a:pt x="1149483" y="3740311"/>
                  </a:lnTo>
                  <a:close/>
                </a:path>
                <a:path w="7622540" h="4407535">
                  <a:moveTo>
                    <a:pt x="6675501" y="546948"/>
                  </a:moveTo>
                  <a:lnTo>
                    <a:pt x="6629467" y="573550"/>
                  </a:lnTo>
                  <a:lnTo>
                    <a:pt x="6629928" y="574930"/>
                  </a:lnTo>
                  <a:lnTo>
                    <a:pt x="6675963" y="548322"/>
                  </a:lnTo>
                  <a:lnTo>
                    <a:pt x="6675501" y="546948"/>
                  </a:lnTo>
                  <a:close/>
                </a:path>
                <a:path w="7622540" h="4407535">
                  <a:moveTo>
                    <a:pt x="6545731" y="621940"/>
                  </a:moveTo>
                  <a:lnTo>
                    <a:pt x="6510670" y="642200"/>
                  </a:lnTo>
                  <a:lnTo>
                    <a:pt x="6510176" y="644146"/>
                  </a:lnTo>
                  <a:lnTo>
                    <a:pt x="6543745" y="624743"/>
                  </a:lnTo>
                  <a:lnTo>
                    <a:pt x="6545731" y="621940"/>
                  </a:lnTo>
                  <a:close/>
                </a:path>
                <a:path w="7622540" h="4407535">
                  <a:moveTo>
                    <a:pt x="5690728" y="1116027"/>
                  </a:moveTo>
                  <a:lnTo>
                    <a:pt x="5643391" y="1143381"/>
                  </a:lnTo>
                  <a:lnTo>
                    <a:pt x="5643882" y="1144855"/>
                  </a:lnTo>
                  <a:lnTo>
                    <a:pt x="5691226" y="1117491"/>
                  </a:lnTo>
                  <a:lnTo>
                    <a:pt x="5690728" y="1116027"/>
                  </a:lnTo>
                  <a:close/>
                </a:path>
                <a:path w="7622540" h="4407535">
                  <a:moveTo>
                    <a:pt x="5560105" y="1191511"/>
                  </a:moveTo>
                  <a:lnTo>
                    <a:pt x="5525902" y="1211276"/>
                  </a:lnTo>
                  <a:lnTo>
                    <a:pt x="5525299" y="1213395"/>
                  </a:lnTo>
                  <a:lnTo>
                    <a:pt x="5558010" y="1194489"/>
                  </a:lnTo>
                  <a:lnTo>
                    <a:pt x="5560105" y="1191511"/>
                  </a:lnTo>
                  <a:close/>
                </a:path>
                <a:path w="7622540" h="4407535">
                  <a:moveTo>
                    <a:pt x="5407041" y="1279963"/>
                  </a:moveTo>
                  <a:lnTo>
                    <a:pt x="5360134" y="1307069"/>
                  </a:lnTo>
                  <a:lnTo>
                    <a:pt x="5360634" y="1308570"/>
                  </a:lnTo>
                  <a:lnTo>
                    <a:pt x="5407548" y="1281454"/>
                  </a:lnTo>
                  <a:lnTo>
                    <a:pt x="5407041" y="1279963"/>
                  </a:lnTo>
                  <a:close/>
                </a:path>
                <a:path w="7622540" h="4407535">
                  <a:moveTo>
                    <a:pt x="5276286" y="1355523"/>
                  </a:moveTo>
                  <a:lnTo>
                    <a:pt x="5241009" y="1375909"/>
                  </a:lnTo>
                  <a:lnTo>
                    <a:pt x="5240472" y="1378022"/>
                  </a:lnTo>
                  <a:lnTo>
                    <a:pt x="5274117" y="1358576"/>
                  </a:lnTo>
                  <a:lnTo>
                    <a:pt x="5276286" y="1355523"/>
                  </a:lnTo>
                  <a:close/>
                </a:path>
                <a:path w="7622540" h="4407535">
                  <a:moveTo>
                    <a:pt x="3967305" y="2111954"/>
                  </a:moveTo>
                  <a:lnTo>
                    <a:pt x="3919994" y="2139294"/>
                  </a:lnTo>
                  <a:lnTo>
                    <a:pt x="3920540" y="2140931"/>
                  </a:lnTo>
                  <a:lnTo>
                    <a:pt x="3967854" y="2113584"/>
                  </a:lnTo>
                  <a:lnTo>
                    <a:pt x="3967305" y="2111954"/>
                  </a:lnTo>
                  <a:close/>
                </a:path>
                <a:path w="7622540" h="4407535">
                  <a:moveTo>
                    <a:pt x="3835899" y="2187891"/>
                  </a:moveTo>
                  <a:lnTo>
                    <a:pt x="3801957" y="2207505"/>
                  </a:lnTo>
                  <a:lnTo>
                    <a:pt x="3801289" y="2209857"/>
                  </a:lnTo>
                  <a:lnTo>
                    <a:pt x="3833634" y="2191162"/>
                  </a:lnTo>
                  <a:lnTo>
                    <a:pt x="3835899" y="2187891"/>
                  </a:lnTo>
                  <a:close/>
                </a:path>
                <a:path w="7622540" h="4407535">
                  <a:moveTo>
                    <a:pt x="3282951" y="2507427"/>
                  </a:moveTo>
                  <a:lnTo>
                    <a:pt x="3232301" y="2536697"/>
                  </a:lnTo>
                  <a:lnTo>
                    <a:pt x="3233716" y="2537909"/>
                  </a:lnTo>
                  <a:lnTo>
                    <a:pt x="3284361" y="2508637"/>
                  </a:lnTo>
                  <a:lnTo>
                    <a:pt x="3282951" y="2507427"/>
                  </a:lnTo>
                  <a:close/>
                </a:path>
                <a:path w="7622540" h="4407535">
                  <a:moveTo>
                    <a:pt x="3435135" y="2419484"/>
                  </a:moveTo>
                  <a:lnTo>
                    <a:pt x="3405386" y="2436675"/>
                  </a:lnTo>
                  <a:lnTo>
                    <a:pt x="3405552" y="2438589"/>
                  </a:lnTo>
                  <a:lnTo>
                    <a:pt x="3435049" y="2421540"/>
                  </a:lnTo>
                  <a:lnTo>
                    <a:pt x="3435135" y="2419484"/>
                  </a:lnTo>
                  <a:close/>
                </a:path>
              </a:pathLst>
            </a:custGeom>
            <a:solidFill>
              <a:srgbClr val="6B6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2378" y="896060"/>
              <a:ext cx="7623175" cy="4410075"/>
            </a:xfrm>
            <a:custGeom>
              <a:avLst/>
              <a:gdLst/>
              <a:ahLst/>
              <a:cxnLst/>
              <a:rect l="l" t="t" r="r" b="b"/>
              <a:pathLst>
                <a:path w="7623175" h="4410075">
                  <a:moveTo>
                    <a:pt x="36791" y="4384548"/>
                  </a:moveTo>
                  <a:lnTo>
                    <a:pt x="584" y="4405477"/>
                  </a:lnTo>
                  <a:lnTo>
                    <a:pt x="127" y="4407014"/>
                  </a:lnTo>
                  <a:lnTo>
                    <a:pt x="0" y="4409745"/>
                  </a:lnTo>
                  <a:lnTo>
                    <a:pt x="36347" y="4388726"/>
                  </a:lnTo>
                  <a:lnTo>
                    <a:pt x="36791" y="4384548"/>
                  </a:lnTo>
                  <a:close/>
                </a:path>
                <a:path w="7623175" h="4410075">
                  <a:moveTo>
                    <a:pt x="159118" y="4317771"/>
                  </a:moveTo>
                  <a:lnTo>
                    <a:pt x="156552" y="4315333"/>
                  </a:lnTo>
                  <a:lnTo>
                    <a:pt x="92367" y="4352417"/>
                  </a:lnTo>
                  <a:lnTo>
                    <a:pt x="93472" y="4355719"/>
                  </a:lnTo>
                  <a:lnTo>
                    <a:pt x="159118" y="4317771"/>
                  </a:lnTo>
                  <a:close/>
                </a:path>
                <a:path w="7623175" h="4410075">
                  <a:moveTo>
                    <a:pt x="348259" y="4208449"/>
                  </a:moveTo>
                  <a:lnTo>
                    <a:pt x="347179" y="4205147"/>
                  </a:lnTo>
                  <a:lnTo>
                    <a:pt x="284480" y="4241393"/>
                  </a:lnTo>
                  <a:lnTo>
                    <a:pt x="284403" y="4245356"/>
                  </a:lnTo>
                  <a:lnTo>
                    <a:pt x="348259" y="4208449"/>
                  </a:lnTo>
                  <a:close/>
                </a:path>
                <a:path w="7623175" h="4410075">
                  <a:moveTo>
                    <a:pt x="467080" y="4135844"/>
                  </a:moveTo>
                  <a:lnTo>
                    <a:pt x="430110" y="4157218"/>
                  </a:lnTo>
                  <a:lnTo>
                    <a:pt x="429806" y="4161320"/>
                  </a:lnTo>
                  <a:lnTo>
                    <a:pt x="429793" y="4161485"/>
                  </a:lnTo>
                  <a:lnTo>
                    <a:pt x="465975" y="4140581"/>
                  </a:lnTo>
                  <a:lnTo>
                    <a:pt x="466026" y="4140390"/>
                  </a:lnTo>
                  <a:lnTo>
                    <a:pt x="467080" y="4135844"/>
                  </a:lnTo>
                  <a:close/>
                </a:path>
                <a:path w="7623175" h="4410075">
                  <a:moveTo>
                    <a:pt x="570382" y="4080268"/>
                  </a:moveTo>
                  <a:lnTo>
                    <a:pt x="570318" y="4080103"/>
                  </a:lnTo>
                  <a:lnTo>
                    <a:pt x="569201" y="4076827"/>
                  </a:lnTo>
                  <a:lnTo>
                    <a:pt x="522935" y="4103560"/>
                  </a:lnTo>
                  <a:lnTo>
                    <a:pt x="524027" y="4106862"/>
                  </a:lnTo>
                  <a:lnTo>
                    <a:pt x="524078" y="4107015"/>
                  </a:lnTo>
                  <a:lnTo>
                    <a:pt x="570382" y="4080268"/>
                  </a:lnTo>
                  <a:close/>
                </a:path>
                <a:path w="7623175" h="4410075">
                  <a:moveTo>
                    <a:pt x="675030" y="4019816"/>
                  </a:moveTo>
                  <a:lnTo>
                    <a:pt x="674979" y="4019613"/>
                  </a:lnTo>
                  <a:lnTo>
                    <a:pt x="674103" y="4016184"/>
                  </a:lnTo>
                  <a:lnTo>
                    <a:pt x="652360" y="4028757"/>
                  </a:lnTo>
                  <a:lnTo>
                    <a:pt x="653884" y="4031805"/>
                  </a:lnTo>
                  <a:lnTo>
                    <a:pt x="653973" y="4031983"/>
                  </a:lnTo>
                  <a:lnTo>
                    <a:pt x="675030" y="4019816"/>
                  </a:lnTo>
                  <a:close/>
                </a:path>
                <a:path w="7623175" h="4410075">
                  <a:moveTo>
                    <a:pt x="759929" y="3966578"/>
                  </a:moveTo>
                  <a:lnTo>
                    <a:pt x="723011" y="3987914"/>
                  </a:lnTo>
                  <a:lnTo>
                    <a:pt x="722782" y="3991978"/>
                  </a:lnTo>
                  <a:lnTo>
                    <a:pt x="722769" y="3992232"/>
                  </a:lnTo>
                  <a:lnTo>
                    <a:pt x="759028" y="3971290"/>
                  </a:lnTo>
                  <a:lnTo>
                    <a:pt x="759079" y="3970998"/>
                  </a:lnTo>
                  <a:lnTo>
                    <a:pt x="759929" y="3966578"/>
                  </a:lnTo>
                  <a:close/>
                </a:path>
                <a:path w="7623175" h="4410075">
                  <a:moveTo>
                    <a:pt x="863650" y="3910850"/>
                  </a:moveTo>
                  <a:lnTo>
                    <a:pt x="863561" y="3910609"/>
                  </a:lnTo>
                  <a:lnTo>
                    <a:pt x="862469" y="3907320"/>
                  </a:lnTo>
                  <a:lnTo>
                    <a:pt x="815619" y="3934396"/>
                  </a:lnTo>
                  <a:lnTo>
                    <a:pt x="816711" y="3937685"/>
                  </a:lnTo>
                  <a:lnTo>
                    <a:pt x="816787" y="3937927"/>
                  </a:lnTo>
                  <a:lnTo>
                    <a:pt x="863650" y="3910850"/>
                  </a:lnTo>
                  <a:close/>
                </a:path>
                <a:path w="7623175" h="4410075">
                  <a:moveTo>
                    <a:pt x="987767" y="3839146"/>
                  </a:moveTo>
                  <a:lnTo>
                    <a:pt x="987602" y="3838918"/>
                  </a:lnTo>
                  <a:lnTo>
                    <a:pt x="985634" y="3836124"/>
                  </a:lnTo>
                  <a:lnTo>
                    <a:pt x="933488" y="3866273"/>
                  </a:lnTo>
                  <a:lnTo>
                    <a:pt x="935748" y="3868890"/>
                  </a:lnTo>
                  <a:lnTo>
                    <a:pt x="935926" y="3869093"/>
                  </a:lnTo>
                  <a:lnTo>
                    <a:pt x="987767" y="3839146"/>
                  </a:lnTo>
                  <a:close/>
                </a:path>
                <a:path w="7623175" h="4410075">
                  <a:moveTo>
                    <a:pt x="1149350" y="3741496"/>
                  </a:moveTo>
                  <a:lnTo>
                    <a:pt x="1103820" y="3767810"/>
                  </a:lnTo>
                  <a:lnTo>
                    <a:pt x="1102385" y="3772077"/>
                  </a:lnTo>
                  <a:lnTo>
                    <a:pt x="1102309" y="3772611"/>
                  </a:lnTo>
                  <a:lnTo>
                    <a:pt x="1102258" y="3773005"/>
                  </a:lnTo>
                  <a:lnTo>
                    <a:pt x="1148054" y="3746563"/>
                  </a:lnTo>
                  <a:lnTo>
                    <a:pt x="1148092" y="3746157"/>
                  </a:lnTo>
                  <a:lnTo>
                    <a:pt x="1149350" y="3741496"/>
                  </a:lnTo>
                  <a:close/>
                </a:path>
                <a:path w="7623175" h="4410075">
                  <a:moveTo>
                    <a:pt x="1302562" y="3656876"/>
                  </a:moveTo>
                  <a:lnTo>
                    <a:pt x="1301699" y="3653447"/>
                  </a:lnTo>
                  <a:lnTo>
                    <a:pt x="1279842" y="3666083"/>
                  </a:lnTo>
                  <a:lnTo>
                    <a:pt x="1282306" y="3668547"/>
                  </a:lnTo>
                  <a:lnTo>
                    <a:pt x="1302562" y="3656876"/>
                  </a:lnTo>
                  <a:close/>
                </a:path>
                <a:path w="7623175" h="4410075">
                  <a:moveTo>
                    <a:pt x="1302651" y="3657244"/>
                  </a:moveTo>
                  <a:lnTo>
                    <a:pt x="1302562" y="3656876"/>
                  </a:lnTo>
                  <a:lnTo>
                    <a:pt x="1282255" y="3668611"/>
                  </a:lnTo>
                  <a:lnTo>
                    <a:pt x="1282344" y="3668979"/>
                  </a:lnTo>
                  <a:lnTo>
                    <a:pt x="1302651" y="3657244"/>
                  </a:lnTo>
                  <a:close/>
                </a:path>
                <a:path w="7623175" h="4410075">
                  <a:moveTo>
                    <a:pt x="1447228" y="3573729"/>
                  </a:moveTo>
                  <a:lnTo>
                    <a:pt x="1447101" y="3573335"/>
                  </a:lnTo>
                  <a:lnTo>
                    <a:pt x="1445996" y="3570033"/>
                  </a:lnTo>
                  <a:lnTo>
                    <a:pt x="1398752" y="3597351"/>
                  </a:lnTo>
                  <a:lnTo>
                    <a:pt x="1399857" y="3600640"/>
                  </a:lnTo>
                  <a:lnTo>
                    <a:pt x="1399984" y="3601021"/>
                  </a:lnTo>
                  <a:lnTo>
                    <a:pt x="1447228" y="3573729"/>
                  </a:lnTo>
                  <a:close/>
                </a:path>
                <a:path w="7623175" h="4410075">
                  <a:moveTo>
                    <a:pt x="1686458" y="3431057"/>
                  </a:moveTo>
                  <a:lnTo>
                    <a:pt x="1649234" y="3452571"/>
                  </a:lnTo>
                  <a:lnTo>
                    <a:pt x="1648942" y="3456673"/>
                  </a:lnTo>
                  <a:lnTo>
                    <a:pt x="1648904" y="3457232"/>
                  </a:lnTo>
                  <a:lnTo>
                    <a:pt x="1685264" y="3436213"/>
                  </a:lnTo>
                  <a:lnTo>
                    <a:pt x="1685417" y="3435591"/>
                  </a:lnTo>
                  <a:lnTo>
                    <a:pt x="1686458" y="3431057"/>
                  </a:lnTo>
                  <a:close/>
                </a:path>
                <a:path w="7623175" h="4410075">
                  <a:moveTo>
                    <a:pt x="1790230" y="3375583"/>
                  </a:moveTo>
                  <a:lnTo>
                    <a:pt x="1790065" y="3375101"/>
                  </a:lnTo>
                  <a:lnTo>
                    <a:pt x="1788960" y="3371812"/>
                  </a:lnTo>
                  <a:lnTo>
                    <a:pt x="1742097" y="3398901"/>
                  </a:lnTo>
                  <a:lnTo>
                    <a:pt x="1743202" y="3402190"/>
                  </a:lnTo>
                  <a:lnTo>
                    <a:pt x="1743354" y="3402660"/>
                  </a:lnTo>
                  <a:lnTo>
                    <a:pt x="1790230" y="3375583"/>
                  </a:lnTo>
                  <a:close/>
                </a:path>
                <a:path w="7623175" h="4410075">
                  <a:moveTo>
                    <a:pt x="1912112" y="3305175"/>
                  </a:moveTo>
                  <a:lnTo>
                    <a:pt x="1911794" y="3304743"/>
                  </a:lnTo>
                  <a:lnTo>
                    <a:pt x="1909775" y="3301987"/>
                  </a:lnTo>
                  <a:lnTo>
                    <a:pt x="1857248" y="3332340"/>
                  </a:lnTo>
                  <a:lnTo>
                    <a:pt x="1858759" y="3332886"/>
                  </a:lnTo>
                  <a:lnTo>
                    <a:pt x="1860219" y="3334550"/>
                  </a:lnTo>
                  <a:lnTo>
                    <a:pt x="1860562" y="3334943"/>
                  </a:lnTo>
                  <a:lnTo>
                    <a:pt x="1912112" y="3305175"/>
                  </a:lnTo>
                  <a:close/>
                </a:path>
                <a:path w="7623175" h="4410075">
                  <a:moveTo>
                    <a:pt x="2031390" y="3231692"/>
                  </a:moveTo>
                  <a:lnTo>
                    <a:pt x="1988261" y="3256623"/>
                  </a:lnTo>
                  <a:lnTo>
                    <a:pt x="1986813" y="3261385"/>
                  </a:lnTo>
                  <a:lnTo>
                    <a:pt x="1986572" y="3262160"/>
                  </a:lnTo>
                  <a:lnTo>
                    <a:pt x="2030603" y="3236722"/>
                  </a:lnTo>
                  <a:lnTo>
                    <a:pt x="2030717" y="3236010"/>
                  </a:lnTo>
                  <a:lnTo>
                    <a:pt x="2031390" y="3231692"/>
                  </a:lnTo>
                  <a:close/>
                </a:path>
                <a:path w="7623175" h="4410075">
                  <a:moveTo>
                    <a:pt x="2200757" y="3138424"/>
                  </a:moveTo>
                  <a:lnTo>
                    <a:pt x="2200198" y="3138043"/>
                  </a:lnTo>
                  <a:lnTo>
                    <a:pt x="2197125" y="3135896"/>
                  </a:lnTo>
                  <a:lnTo>
                    <a:pt x="2148827" y="3163811"/>
                  </a:lnTo>
                  <a:lnTo>
                    <a:pt x="2151735" y="3166059"/>
                  </a:lnTo>
                  <a:lnTo>
                    <a:pt x="2152243" y="3166453"/>
                  </a:lnTo>
                  <a:lnTo>
                    <a:pt x="2200757" y="3138424"/>
                  </a:lnTo>
                  <a:close/>
                </a:path>
                <a:path w="7623175" h="4410075">
                  <a:moveTo>
                    <a:pt x="2301532" y="3075546"/>
                  </a:moveTo>
                  <a:lnTo>
                    <a:pt x="2265769" y="3096222"/>
                  </a:lnTo>
                  <a:lnTo>
                    <a:pt x="2264613" y="3100819"/>
                  </a:lnTo>
                  <a:lnTo>
                    <a:pt x="2264410" y="3101657"/>
                  </a:lnTo>
                  <a:lnTo>
                    <a:pt x="2300719" y="3080689"/>
                  </a:lnTo>
                  <a:lnTo>
                    <a:pt x="2300846" y="3079877"/>
                  </a:lnTo>
                  <a:lnTo>
                    <a:pt x="2301532" y="3075546"/>
                  </a:lnTo>
                  <a:close/>
                </a:path>
                <a:path w="7623175" h="4410075">
                  <a:moveTo>
                    <a:pt x="2401697" y="3022346"/>
                  </a:moveTo>
                  <a:lnTo>
                    <a:pt x="2401519" y="3021685"/>
                  </a:lnTo>
                  <a:lnTo>
                    <a:pt x="2400617" y="3018282"/>
                  </a:lnTo>
                  <a:lnTo>
                    <a:pt x="2354173" y="3045117"/>
                  </a:lnTo>
                  <a:lnTo>
                    <a:pt x="2354415" y="3046323"/>
                  </a:lnTo>
                  <a:lnTo>
                    <a:pt x="2354973" y="3048597"/>
                  </a:lnTo>
                  <a:lnTo>
                    <a:pt x="2355126" y="3049244"/>
                  </a:lnTo>
                  <a:lnTo>
                    <a:pt x="2401697" y="3022346"/>
                  </a:lnTo>
                  <a:close/>
                </a:path>
                <a:path w="7623175" h="4410075">
                  <a:moveTo>
                    <a:pt x="2572105" y="2923908"/>
                  </a:moveTo>
                  <a:lnTo>
                    <a:pt x="2571889" y="2923209"/>
                  </a:lnTo>
                  <a:lnTo>
                    <a:pt x="2570861" y="2919882"/>
                  </a:lnTo>
                  <a:lnTo>
                    <a:pt x="2523401" y="2947314"/>
                  </a:lnTo>
                  <a:lnTo>
                    <a:pt x="2524506" y="2950603"/>
                  </a:lnTo>
                  <a:lnTo>
                    <a:pt x="2524734" y="2951264"/>
                  </a:lnTo>
                  <a:lnTo>
                    <a:pt x="2572105" y="2923908"/>
                  </a:lnTo>
                  <a:close/>
                </a:path>
                <a:path w="7623175" h="4410075">
                  <a:moveTo>
                    <a:pt x="2690711" y="2850604"/>
                  </a:moveTo>
                  <a:lnTo>
                    <a:pt x="2653652" y="2872028"/>
                  </a:lnTo>
                  <a:lnTo>
                    <a:pt x="2653360" y="2876131"/>
                  </a:lnTo>
                  <a:lnTo>
                    <a:pt x="2653284" y="2877007"/>
                  </a:lnTo>
                  <a:lnTo>
                    <a:pt x="2689428" y="2856128"/>
                  </a:lnTo>
                  <a:lnTo>
                    <a:pt x="2689656" y="2855150"/>
                  </a:lnTo>
                  <a:lnTo>
                    <a:pt x="2690711" y="2850604"/>
                  </a:lnTo>
                  <a:close/>
                </a:path>
                <a:path w="7623175" h="4410075">
                  <a:moveTo>
                    <a:pt x="2794609" y="2795371"/>
                  </a:moveTo>
                  <a:lnTo>
                    <a:pt x="2794368" y="2794622"/>
                  </a:lnTo>
                  <a:lnTo>
                    <a:pt x="2793263" y="2791333"/>
                  </a:lnTo>
                  <a:lnTo>
                    <a:pt x="2746387" y="2818422"/>
                  </a:lnTo>
                  <a:lnTo>
                    <a:pt x="2747492" y="2821724"/>
                  </a:lnTo>
                  <a:lnTo>
                    <a:pt x="2747734" y="2822448"/>
                  </a:lnTo>
                  <a:lnTo>
                    <a:pt x="2794609" y="2795371"/>
                  </a:lnTo>
                  <a:close/>
                </a:path>
                <a:path w="7623175" h="4410075">
                  <a:moveTo>
                    <a:pt x="2918447" y="2723832"/>
                  </a:moveTo>
                  <a:lnTo>
                    <a:pt x="2917964" y="2723184"/>
                  </a:lnTo>
                  <a:lnTo>
                    <a:pt x="2915907" y="2720441"/>
                  </a:lnTo>
                  <a:lnTo>
                    <a:pt x="2864104" y="2750388"/>
                  </a:lnTo>
                  <a:lnTo>
                    <a:pt x="2866364" y="2753004"/>
                  </a:lnTo>
                  <a:lnTo>
                    <a:pt x="2866898" y="2753614"/>
                  </a:lnTo>
                  <a:lnTo>
                    <a:pt x="2918447" y="2723832"/>
                  </a:lnTo>
                  <a:close/>
                </a:path>
                <a:path w="7623175" h="4410075">
                  <a:moveTo>
                    <a:pt x="3288398" y="2510117"/>
                  </a:moveTo>
                  <a:lnTo>
                    <a:pt x="3287674" y="2509494"/>
                  </a:lnTo>
                  <a:lnTo>
                    <a:pt x="3284944" y="2507145"/>
                  </a:lnTo>
                  <a:lnTo>
                    <a:pt x="3234296" y="2536418"/>
                  </a:lnTo>
                  <a:lnTo>
                    <a:pt x="3237039" y="2538768"/>
                  </a:lnTo>
                  <a:lnTo>
                    <a:pt x="3237750" y="2539377"/>
                  </a:lnTo>
                  <a:lnTo>
                    <a:pt x="3288398" y="2510117"/>
                  </a:lnTo>
                  <a:close/>
                </a:path>
                <a:path w="7623175" h="4410075">
                  <a:moveTo>
                    <a:pt x="3435629" y="2420048"/>
                  </a:moveTo>
                  <a:lnTo>
                    <a:pt x="3406140" y="2437092"/>
                  </a:lnTo>
                  <a:lnTo>
                    <a:pt x="3406457" y="2440838"/>
                  </a:lnTo>
                  <a:lnTo>
                    <a:pt x="3406546" y="2441867"/>
                  </a:lnTo>
                  <a:lnTo>
                    <a:pt x="3435413" y="2425192"/>
                  </a:lnTo>
                  <a:lnTo>
                    <a:pt x="3435464" y="2424074"/>
                  </a:lnTo>
                  <a:lnTo>
                    <a:pt x="3435629" y="2420048"/>
                  </a:lnTo>
                  <a:close/>
                </a:path>
                <a:path w="7623175" h="4410075">
                  <a:moveTo>
                    <a:pt x="3560470" y="2347899"/>
                  </a:moveTo>
                  <a:lnTo>
                    <a:pt x="3516833" y="2373122"/>
                  </a:lnTo>
                  <a:lnTo>
                    <a:pt x="3515258" y="2377960"/>
                  </a:lnTo>
                  <a:lnTo>
                    <a:pt x="3514928" y="2379256"/>
                  </a:lnTo>
                  <a:lnTo>
                    <a:pt x="3559467" y="2353526"/>
                  </a:lnTo>
                  <a:lnTo>
                    <a:pt x="3559695" y="2352268"/>
                  </a:lnTo>
                  <a:lnTo>
                    <a:pt x="3560470" y="2347899"/>
                  </a:lnTo>
                  <a:close/>
                </a:path>
                <a:path w="7623175" h="4410075">
                  <a:moveTo>
                    <a:pt x="3730460" y="2254745"/>
                  </a:moveTo>
                  <a:lnTo>
                    <a:pt x="3729545" y="2254097"/>
                  </a:lnTo>
                  <a:lnTo>
                    <a:pt x="3726484" y="2251938"/>
                  </a:lnTo>
                  <a:lnTo>
                    <a:pt x="3677539" y="2280221"/>
                  </a:lnTo>
                  <a:lnTo>
                    <a:pt x="3680460" y="2282469"/>
                  </a:lnTo>
                  <a:lnTo>
                    <a:pt x="3681323" y="2283129"/>
                  </a:lnTo>
                  <a:lnTo>
                    <a:pt x="3730460" y="2254745"/>
                  </a:lnTo>
                  <a:close/>
                </a:path>
                <a:path w="7623175" h="4410075">
                  <a:moveTo>
                    <a:pt x="3834219" y="2189670"/>
                  </a:moveTo>
                  <a:lnTo>
                    <a:pt x="3801872" y="2208365"/>
                  </a:lnTo>
                  <a:lnTo>
                    <a:pt x="3800538" y="2213064"/>
                  </a:lnTo>
                  <a:lnTo>
                    <a:pt x="3800132" y="2214499"/>
                  </a:lnTo>
                  <a:lnTo>
                    <a:pt x="3829240" y="2197684"/>
                  </a:lnTo>
                  <a:lnTo>
                    <a:pt x="3829393" y="2196655"/>
                  </a:lnTo>
                  <a:lnTo>
                    <a:pt x="3829685" y="2196223"/>
                  </a:lnTo>
                  <a:lnTo>
                    <a:pt x="3834219" y="2189670"/>
                  </a:lnTo>
                  <a:close/>
                </a:path>
                <a:path w="7623175" h="4410075">
                  <a:moveTo>
                    <a:pt x="3969893" y="2116429"/>
                  </a:moveTo>
                  <a:lnTo>
                    <a:pt x="3969550" y="2115375"/>
                  </a:lnTo>
                  <a:lnTo>
                    <a:pt x="3968432" y="2112099"/>
                  </a:lnTo>
                  <a:lnTo>
                    <a:pt x="3921125" y="2139442"/>
                  </a:lnTo>
                  <a:lnTo>
                    <a:pt x="3922217" y="2142731"/>
                  </a:lnTo>
                  <a:lnTo>
                    <a:pt x="3922572" y="2143772"/>
                  </a:lnTo>
                  <a:lnTo>
                    <a:pt x="3969893" y="2116429"/>
                  </a:lnTo>
                  <a:close/>
                </a:path>
                <a:path w="7623175" h="4410075">
                  <a:moveTo>
                    <a:pt x="4115498" y="2027085"/>
                  </a:moveTo>
                  <a:lnTo>
                    <a:pt x="4078579" y="2048433"/>
                  </a:lnTo>
                  <a:lnTo>
                    <a:pt x="4078274" y="2052535"/>
                  </a:lnTo>
                  <a:lnTo>
                    <a:pt x="4078173" y="2053882"/>
                  </a:lnTo>
                  <a:lnTo>
                    <a:pt x="4114177" y="2033079"/>
                  </a:lnTo>
                  <a:lnTo>
                    <a:pt x="4114508" y="2031593"/>
                  </a:lnTo>
                  <a:lnTo>
                    <a:pt x="4115498" y="2027085"/>
                  </a:lnTo>
                  <a:close/>
                </a:path>
                <a:path w="7623175" h="4410075">
                  <a:moveTo>
                    <a:pt x="4219473" y="1972259"/>
                  </a:moveTo>
                  <a:lnTo>
                    <a:pt x="4219105" y="1971141"/>
                  </a:lnTo>
                  <a:lnTo>
                    <a:pt x="4218000" y="1967852"/>
                  </a:lnTo>
                  <a:lnTo>
                    <a:pt x="4171150" y="1994928"/>
                  </a:lnTo>
                  <a:lnTo>
                    <a:pt x="4172242" y="1998218"/>
                  </a:lnTo>
                  <a:lnTo>
                    <a:pt x="4172610" y="1999322"/>
                  </a:lnTo>
                  <a:lnTo>
                    <a:pt x="4219473" y="1972259"/>
                  </a:lnTo>
                  <a:close/>
                </a:path>
                <a:path w="7623175" h="4410075">
                  <a:moveTo>
                    <a:pt x="4344073" y="1900275"/>
                  </a:moveTo>
                  <a:lnTo>
                    <a:pt x="4343362" y="1899323"/>
                  </a:lnTo>
                  <a:lnTo>
                    <a:pt x="4341317" y="1896579"/>
                  </a:lnTo>
                  <a:lnTo>
                    <a:pt x="4289095" y="1926755"/>
                  </a:lnTo>
                  <a:lnTo>
                    <a:pt x="4291431" y="1929333"/>
                  </a:lnTo>
                  <a:lnTo>
                    <a:pt x="4292244" y="1930209"/>
                  </a:lnTo>
                  <a:lnTo>
                    <a:pt x="4344073" y="1900275"/>
                  </a:lnTo>
                  <a:close/>
                </a:path>
                <a:path w="7623175" h="4410075">
                  <a:moveTo>
                    <a:pt x="4464545" y="1825345"/>
                  </a:moveTo>
                  <a:lnTo>
                    <a:pt x="4427677" y="1846656"/>
                  </a:lnTo>
                  <a:lnTo>
                    <a:pt x="4427385" y="1850758"/>
                  </a:lnTo>
                  <a:lnTo>
                    <a:pt x="4427271" y="1852206"/>
                  </a:lnTo>
                  <a:lnTo>
                    <a:pt x="4463097" y="1831517"/>
                  </a:lnTo>
                  <a:lnTo>
                    <a:pt x="4463478" y="1829892"/>
                  </a:lnTo>
                  <a:lnTo>
                    <a:pt x="4464545" y="1825345"/>
                  </a:lnTo>
                  <a:close/>
                </a:path>
                <a:path w="7623175" h="4410075">
                  <a:moveTo>
                    <a:pt x="4567377" y="1771269"/>
                  </a:moveTo>
                  <a:lnTo>
                    <a:pt x="4566983" y="1770062"/>
                  </a:lnTo>
                  <a:lnTo>
                    <a:pt x="4565891" y="1766773"/>
                  </a:lnTo>
                  <a:lnTo>
                    <a:pt x="4518888" y="1793938"/>
                  </a:lnTo>
                  <a:lnTo>
                    <a:pt x="4520006" y="1797215"/>
                  </a:lnTo>
                  <a:lnTo>
                    <a:pt x="4520412" y="1798408"/>
                  </a:lnTo>
                  <a:lnTo>
                    <a:pt x="4567377" y="1771269"/>
                  </a:lnTo>
                  <a:close/>
                </a:path>
                <a:path w="7623175" h="4410075">
                  <a:moveTo>
                    <a:pt x="4671644" y="1711045"/>
                  </a:moveTo>
                  <a:lnTo>
                    <a:pt x="4671339" y="1709750"/>
                  </a:lnTo>
                  <a:lnTo>
                    <a:pt x="4670526" y="1706295"/>
                  </a:lnTo>
                  <a:lnTo>
                    <a:pt x="4649178" y="1718627"/>
                  </a:lnTo>
                  <a:lnTo>
                    <a:pt x="4650702" y="1721675"/>
                  </a:lnTo>
                  <a:lnTo>
                    <a:pt x="4651273" y="1722818"/>
                  </a:lnTo>
                  <a:lnTo>
                    <a:pt x="4671644" y="1711045"/>
                  </a:lnTo>
                  <a:close/>
                </a:path>
                <a:path w="7623175" h="4410075">
                  <a:moveTo>
                    <a:pt x="4971186" y="1532521"/>
                  </a:moveTo>
                  <a:lnTo>
                    <a:pt x="4935753" y="1552994"/>
                  </a:lnTo>
                  <a:lnTo>
                    <a:pt x="4935042" y="1557337"/>
                  </a:lnTo>
                  <a:lnTo>
                    <a:pt x="4934750" y="1559052"/>
                  </a:lnTo>
                  <a:lnTo>
                    <a:pt x="4970157" y="1538592"/>
                  </a:lnTo>
                  <a:lnTo>
                    <a:pt x="4970450" y="1536865"/>
                  </a:lnTo>
                  <a:lnTo>
                    <a:pt x="4971186" y="1532521"/>
                  </a:lnTo>
                  <a:close/>
                </a:path>
                <a:path w="7623175" h="4410075">
                  <a:moveTo>
                    <a:pt x="5069535" y="1475676"/>
                  </a:moveTo>
                  <a:lnTo>
                    <a:pt x="5053012" y="1485214"/>
                  </a:lnTo>
                  <a:lnTo>
                    <a:pt x="5053088" y="1489100"/>
                  </a:lnTo>
                  <a:lnTo>
                    <a:pt x="5053114" y="1490675"/>
                  </a:lnTo>
                  <a:lnTo>
                    <a:pt x="5069446" y="1481239"/>
                  </a:lnTo>
                  <a:lnTo>
                    <a:pt x="5069421" y="1479664"/>
                  </a:lnTo>
                  <a:lnTo>
                    <a:pt x="5069535" y="1475676"/>
                  </a:lnTo>
                  <a:close/>
                </a:path>
                <a:path w="7623175" h="4410075">
                  <a:moveTo>
                    <a:pt x="5120513" y="1451737"/>
                  </a:moveTo>
                  <a:lnTo>
                    <a:pt x="5119789" y="1450555"/>
                  </a:lnTo>
                  <a:lnTo>
                    <a:pt x="5117985" y="1447660"/>
                  </a:lnTo>
                  <a:lnTo>
                    <a:pt x="5069535" y="1475676"/>
                  </a:lnTo>
                  <a:lnTo>
                    <a:pt x="5071491" y="1478470"/>
                  </a:lnTo>
                  <a:lnTo>
                    <a:pt x="5072278" y="1479613"/>
                  </a:lnTo>
                  <a:lnTo>
                    <a:pt x="5120513" y="1451737"/>
                  </a:lnTo>
                  <a:close/>
                </a:path>
                <a:path w="7623175" h="4410075">
                  <a:moveTo>
                    <a:pt x="5274703" y="1357083"/>
                  </a:moveTo>
                  <a:lnTo>
                    <a:pt x="5241061" y="1376527"/>
                  </a:lnTo>
                  <a:lnTo>
                    <a:pt x="5239880" y="1381137"/>
                  </a:lnTo>
                  <a:lnTo>
                    <a:pt x="5239397" y="1383055"/>
                  </a:lnTo>
                  <a:lnTo>
                    <a:pt x="5268861" y="1366037"/>
                  </a:lnTo>
                  <a:lnTo>
                    <a:pt x="5269001" y="1365110"/>
                  </a:lnTo>
                  <a:lnTo>
                    <a:pt x="5269966" y="1363751"/>
                  </a:lnTo>
                  <a:lnTo>
                    <a:pt x="5274703" y="1357083"/>
                  </a:lnTo>
                  <a:close/>
                </a:path>
                <a:path w="7623175" h="4410075">
                  <a:moveTo>
                    <a:pt x="5409730" y="1284655"/>
                  </a:moveTo>
                  <a:lnTo>
                    <a:pt x="5409247" y="1283246"/>
                  </a:lnTo>
                  <a:lnTo>
                    <a:pt x="5408130" y="1279956"/>
                  </a:lnTo>
                  <a:lnTo>
                    <a:pt x="5361216" y="1307084"/>
                  </a:lnTo>
                  <a:lnTo>
                    <a:pt x="5362321" y="1310373"/>
                  </a:lnTo>
                  <a:lnTo>
                    <a:pt x="5362791" y="1311783"/>
                  </a:lnTo>
                  <a:lnTo>
                    <a:pt x="5409730" y="1284655"/>
                  </a:lnTo>
                  <a:close/>
                </a:path>
                <a:path w="7623175" h="4410075">
                  <a:moveTo>
                    <a:pt x="5558599" y="1192999"/>
                  </a:moveTo>
                  <a:lnTo>
                    <a:pt x="5525884" y="1211897"/>
                  </a:lnTo>
                  <a:lnTo>
                    <a:pt x="5524551" y="1216609"/>
                  </a:lnTo>
                  <a:lnTo>
                    <a:pt x="5523954" y="1218679"/>
                  </a:lnTo>
                  <a:lnTo>
                    <a:pt x="5552884" y="1201966"/>
                  </a:lnTo>
                  <a:lnTo>
                    <a:pt x="5553037" y="1200899"/>
                  </a:lnTo>
                  <a:lnTo>
                    <a:pt x="5553938" y="1199616"/>
                  </a:lnTo>
                  <a:lnTo>
                    <a:pt x="5558599" y="1192999"/>
                  </a:lnTo>
                  <a:close/>
                </a:path>
                <a:path w="7623175" h="4410075">
                  <a:moveTo>
                    <a:pt x="5693435" y="1120775"/>
                  </a:moveTo>
                  <a:lnTo>
                    <a:pt x="5692927" y="1119276"/>
                  </a:lnTo>
                  <a:lnTo>
                    <a:pt x="5691810" y="1115999"/>
                  </a:lnTo>
                  <a:lnTo>
                    <a:pt x="5644464" y="1143368"/>
                  </a:lnTo>
                  <a:lnTo>
                    <a:pt x="5645569" y="1146657"/>
                  </a:lnTo>
                  <a:lnTo>
                    <a:pt x="5646064" y="1148143"/>
                  </a:lnTo>
                  <a:lnTo>
                    <a:pt x="5693435" y="1120775"/>
                  </a:lnTo>
                  <a:close/>
                </a:path>
                <a:path w="7623175" h="4410075">
                  <a:moveTo>
                    <a:pt x="5839345" y="1030719"/>
                  </a:moveTo>
                  <a:lnTo>
                    <a:pt x="5802300" y="1052131"/>
                  </a:lnTo>
                  <a:lnTo>
                    <a:pt x="5801995" y="1056246"/>
                  </a:lnTo>
                  <a:lnTo>
                    <a:pt x="5801855" y="1058138"/>
                  </a:lnTo>
                  <a:lnTo>
                    <a:pt x="5837783" y="1037374"/>
                  </a:lnTo>
                  <a:lnTo>
                    <a:pt x="5838279" y="1035265"/>
                  </a:lnTo>
                  <a:lnTo>
                    <a:pt x="5839345" y="1030719"/>
                  </a:lnTo>
                  <a:close/>
                </a:path>
                <a:path w="7623175" h="4410075">
                  <a:moveTo>
                    <a:pt x="5942304" y="976998"/>
                  </a:moveTo>
                  <a:lnTo>
                    <a:pt x="5941796" y="975436"/>
                  </a:lnTo>
                  <a:lnTo>
                    <a:pt x="5940717" y="972134"/>
                  </a:lnTo>
                  <a:lnTo>
                    <a:pt x="5894870" y="998639"/>
                  </a:lnTo>
                  <a:lnTo>
                    <a:pt x="5895949" y="1001928"/>
                  </a:lnTo>
                  <a:lnTo>
                    <a:pt x="5896470" y="1003477"/>
                  </a:lnTo>
                  <a:lnTo>
                    <a:pt x="5942304" y="976998"/>
                  </a:lnTo>
                  <a:close/>
                </a:path>
                <a:path w="7623175" h="4410075">
                  <a:moveTo>
                    <a:pt x="6047359" y="916317"/>
                  </a:moveTo>
                  <a:lnTo>
                    <a:pt x="6046940" y="914666"/>
                  </a:lnTo>
                  <a:lnTo>
                    <a:pt x="6046063" y="911250"/>
                  </a:lnTo>
                  <a:lnTo>
                    <a:pt x="6023978" y="924013"/>
                  </a:lnTo>
                  <a:lnTo>
                    <a:pt x="6024905" y="926769"/>
                  </a:lnTo>
                  <a:lnTo>
                    <a:pt x="6025146" y="927265"/>
                  </a:lnTo>
                  <a:lnTo>
                    <a:pt x="6025896" y="928712"/>
                  </a:lnTo>
                  <a:lnTo>
                    <a:pt x="6047359" y="916317"/>
                  </a:lnTo>
                  <a:close/>
                </a:path>
                <a:path w="7623175" h="4410075">
                  <a:moveTo>
                    <a:pt x="6161913" y="844283"/>
                  </a:moveTo>
                  <a:lnTo>
                    <a:pt x="6127089" y="864412"/>
                  </a:lnTo>
                  <a:lnTo>
                    <a:pt x="6125883" y="869035"/>
                  </a:lnTo>
                  <a:lnTo>
                    <a:pt x="6125870" y="870966"/>
                  </a:lnTo>
                  <a:lnTo>
                    <a:pt x="6161240" y="850531"/>
                  </a:lnTo>
                  <a:lnTo>
                    <a:pt x="6161456" y="848474"/>
                  </a:lnTo>
                  <a:lnTo>
                    <a:pt x="6161913" y="844283"/>
                  </a:lnTo>
                  <a:close/>
                </a:path>
                <a:path w="7623175" h="4410075">
                  <a:moveTo>
                    <a:pt x="6283617" y="779830"/>
                  </a:moveTo>
                  <a:lnTo>
                    <a:pt x="6282106" y="778738"/>
                  </a:lnTo>
                  <a:lnTo>
                    <a:pt x="6279083" y="776566"/>
                  </a:lnTo>
                  <a:lnTo>
                    <a:pt x="6217513" y="812152"/>
                  </a:lnTo>
                  <a:lnTo>
                    <a:pt x="6218631" y="815428"/>
                  </a:lnTo>
                  <a:lnTo>
                    <a:pt x="6219177" y="817054"/>
                  </a:lnTo>
                  <a:lnTo>
                    <a:pt x="6283617" y="779830"/>
                  </a:lnTo>
                  <a:close/>
                </a:path>
                <a:path w="7623175" h="4410075">
                  <a:moveTo>
                    <a:pt x="6441770" y="688467"/>
                  </a:moveTo>
                  <a:lnTo>
                    <a:pt x="6441681" y="686511"/>
                  </a:lnTo>
                  <a:lnTo>
                    <a:pt x="6441529" y="682675"/>
                  </a:lnTo>
                  <a:lnTo>
                    <a:pt x="6412357" y="699528"/>
                  </a:lnTo>
                  <a:lnTo>
                    <a:pt x="6412484" y="703389"/>
                  </a:lnTo>
                  <a:lnTo>
                    <a:pt x="6412547" y="705358"/>
                  </a:lnTo>
                  <a:lnTo>
                    <a:pt x="6441770" y="688467"/>
                  </a:lnTo>
                  <a:close/>
                </a:path>
                <a:path w="7623175" h="4410075">
                  <a:moveTo>
                    <a:pt x="6544335" y="623252"/>
                  </a:moveTo>
                  <a:lnTo>
                    <a:pt x="6510756" y="642658"/>
                  </a:lnTo>
                  <a:lnTo>
                    <a:pt x="6509588" y="647255"/>
                  </a:lnTo>
                  <a:lnTo>
                    <a:pt x="6508978" y="649643"/>
                  </a:lnTo>
                  <a:lnTo>
                    <a:pt x="6538315" y="632701"/>
                  </a:lnTo>
                  <a:lnTo>
                    <a:pt x="6538493" y="631507"/>
                  </a:lnTo>
                  <a:lnTo>
                    <a:pt x="6539624" y="629907"/>
                  </a:lnTo>
                  <a:lnTo>
                    <a:pt x="6544335" y="623252"/>
                  </a:lnTo>
                  <a:close/>
                </a:path>
                <a:path w="7623175" h="4410075">
                  <a:moveTo>
                    <a:pt x="6678244" y="551865"/>
                  </a:moveTo>
                  <a:lnTo>
                    <a:pt x="6677660" y="550113"/>
                  </a:lnTo>
                  <a:lnTo>
                    <a:pt x="6676542" y="546836"/>
                  </a:lnTo>
                  <a:lnTo>
                    <a:pt x="6630517" y="573443"/>
                  </a:lnTo>
                  <a:lnTo>
                    <a:pt x="6631610" y="576732"/>
                  </a:lnTo>
                  <a:lnTo>
                    <a:pt x="6632194" y="578472"/>
                  </a:lnTo>
                  <a:lnTo>
                    <a:pt x="6678244" y="551865"/>
                  </a:lnTo>
                  <a:close/>
                </a:path>
                <a:path w="7623175" h="4410075">
                  <a:moveTo>
                    <a:pt x="6891756" y="428523"/>
                  </a:moveTo>
                  <a:lnTo>
                    <a:pt x="6891134" y="426732"/>
                  </a:lnTo>
                  <a:lnTo>
                    <a:pt x="6890017" y="423456"/>
                  </a:lnTo>
                  <a:lnTo>
                    <a:pt x="6842658" y="450824"/>
                  </a:lnTo>
                  <a:lnTo>
                    <a:pt x="6843763" y="454113"/>
                  </a:lnTo>
                  <a:lnTo>
                    <a:pt x="6844373" y="455904"/>
                  </a:lnTo>
                  <a:lnTo>
                    <a:pt x="6891756" y="428523"/>
                  </a:lnTo>
                  <a:close/>
                </a:path>
                <a:path w="7623175" h="4410075">
                  <a:moveTo>
                    <a:pt x="7043001" y="335026"/>
                  </a:moveTo>
                  <a:lnTo>
                    <a:pt x="6999605" y="360108"/>
                  </a:lnTo>
                  <a:lnTo>
                    <a:pt x="6998030" y="364947"/>
                  </a:lnTo>
                  <a:lnTo>
                    <a:pt x="6997268" y="367563"/>
                  </a:lnTo>
                  <a:lnTo>
                    <a:pt x="7041794" y="341845"/>
                  </a:lnTo>
                  <a:lnTo>
                    <a:pt x="7042226" y="339394"/>
                  </a:lnTo>
                  <a:lnTo>
                    <a:pt x="7043001" y="335026"/>
                  </a:lnTo>
                  <a:close/>
                </a:path>
                <a:path w="7623175" h="4410075">
                  <a:moveTo>
                    <a:pt x="7212800" y="243065"/>
                  </a:moveTo>
                  <a:lnTo>
                    <a:pt x="7211047" y="241820"/>
                  </a:lnTo>
                  <a:lnTo>
                    <a:pt x="7207974" y="239674"/>
                  </a:lnTo>
                  <a:lnTo>
                    <a:pt x="7159853" y="267487"/>
                  </a:lnTo>
                  <a:lnTo>
                    <a:pt x="7162749" y="269748"/>
                  </a:lnTo>
                  <a:lnTo>
                    <a:pt x="7164387" y="271030"/>
                  </a:lnTo>
                  <a:lnTo>
                    <a:pt x="7212800" y="243065"/>
                  </a:lnTo>
                  <a:close/>
                </a:path>
                <a:path w="7623175" h="4410075">
                  <a:moveTo>
                    <a:pt x="7343013" y="161620"/>
                  </a:moveTo>
                  <a:lnTo>
                    <a:pt x="7308494" y="181571"/>
                  </a:lnTo>
                  <a:lnTo>
                    <a:pt x="7307250" y="186220"/>
                  </a:lnTo>
                  <a:lnTo>
                    <a:pt x="7307034" y="187020"/>
                  </a:lnTo>
                  <a:lnTo>
                    <a:pt x="7306970" y="188658"/>
                  </a:lnTo>
                  <a:lnTo>
                    <a:pt x="7342302" y="168249"/>
                  </a:lnTo>
                  <a:lnTo>
                    <a:pt x="7342556" y="165811"/>
                  </a:lnTo>
                  <a:lnTo>
                    <a:pt x="7343013" y="161620"/>
                  </a:lnTo>
                  <a:close/>
                </a:path>
                <a:path w="7623175" h="4410075">
                  <a:moveTo>
                    <a:pt x="7464920" y="97421"/>
                  </a:moveTo>
                  <a:lnTo>
                    <a:pt x="7463104" y="96139"/>
                  </a:lnTo>
                  <a:lnTo>
                    <a:pt x="7460043" y="93980"/>
                  </a:lnTo>
                  <a:lnTo>
                    <a:pt x="7398639" y="129476"/>
                  </a:lnTo>
                  <a:lnTo>
                    <a:pt x="7399756" y="132753"/>
                  </a:lnTo>
                  <a:lnTo>
                    <a:pt x="7400417" y="134683"/>
                  </a:lnTo>
                  <a:lnTo>
                    <a:pt x="7464920" y="97421"/>
                  </a:lnTo>
                  <a:close/>
                </a:path>
                <a:path w="7623175" h="4410075">
                  <a:moveTo>
                    <a:pt x="7622895" y="6159"/>
                  </a:moveTo>
                  <a:lnTo>
                    <a:pt x="7622794" y="3835"/>
                  </a:lnTo>
                  <a:lnTo>
                    <a:pt x="7622629" y="0"/>
                  </a:lnTo>
                  <a:lnTo>
                    <a:pt x="7593457" y="16865"/>
                  </a:lnTo>
                  <a:lnTo>
                    <a:pt x="7593584" y="20726"/>
                  </a:lnTo>
                  <a:lnTo>
                    <a:pt x="7593660" y="23037"/>
                  </a:lnTo>
                  <a:lnTo>
                    <a:pt x="7622895" y="6159"/>
                  </a:lnTo>
                  <a:close/>
                </a:path>
              </a:pathLst>
            </a:custGeom>
            <a:solidFill>
              <a:srgbClr val="6B6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2073" y="902220"/>
              <a:ext cx="7623809" cy="4410710"/>
            </a:xfrm>
            <a:custGeom>
              <a:avLst/>
              <a:gdLst/>
              <a:ahLst/>
              <a:cxnLst/>
              <a:rect l="l" t="t" r="r" b="b"/>
              <a:pathLst>
                <a:path w="7623809" h="4410710">
                  <a:moveTo>
                    <a:pt x="36652" y="4382617"/>
                  </a:moveTo>
                  <a:lnTo>
                    <a:pt x="292" y="4403610"/>
                  </a:lnTo>
                  <a:lnTo>
                    <a:pt x="114" y="4407649"/>
                  </a:lnTo>
                  <a:lnTo>
                    <a:pt x="0" y="4410100"/>
                  </a:lnTo>
                  <a:lnTo>
                    <a:pt x="35928" y="4389323"/>
                  </a:lnTo>
                  <a:lnTo>
                    <a:pt x="36207" y="4386796"/>
                  </a:lnTo>
                  <a:lnTo>
                    <a:pt x="36652" y="4382617"/>
                  </a:lnTo>
                  <a:close/>
                </a:path>
                <a:path w="7623809" h="4410710">
                  <a:moveTo>
                    <a:pt x="163563" y="4315561"/>
                  </a:moveTo>
                  <a:lnTo>
                    <a:pt x="162039" y="4314101"/>
                  </a:lnTo>
                  <a:lnTo>
                    <a:pt x="159473" y="4311662"/>
                  </a:lnTo>
                  <a:lnTo>
                    <a:pt x="93789" y="4349597"/>
                  </a:lnTo>
                  <a:lnTo>
                    <a:pt x="94894" y="4352899"/>
                  </a:lnTo>
                  <a:lnTo>
                    <a:pt x="95542" y="4354868"/>
                  </a:lnTo>
                  <a:lnTo>
                    <a:pt x="163563" y="4315561"/>
                  </a:lnTo>
                  <a:close/>
                </a:path>
                <a:path w="7623809" h="4410710">
                  <a:moveTo>
                    <a:pt x="350304" y="4207624"/>
                  </a:moveTo>
                  <a:lnTo>
                    <a:pt x="349681" y="4205706"/>
                  </a:lnTo>
                  <a:lnTo>
                    <a:pt x="348602" y="4202404"/>
                  </a:lnTo>
                  <a:lnTo>
                    <a:pt x="284708" y="4239311"/>
                  </a:lnTo>
                  <a:lnTo>
                    <a:pt x="284645" y="4243273"/>
                  </a:lnTo>
                  <a:lnTo>
                    <a:pt x="284607" y="4245597"/>
                  </a:lnTo>
                  <a:lnTo>
                    <a:pt x="304050" y="4234358"/>
                  </a:lnTo>
                  <a:lnTo>
                    <a:pt x="304076" y="4232046"/>
                  </a:lnTo>
                  <a:lnTo>
                    <a:pt x="304114" y="4229214"/>
                  </a:lnTo>
                  <a:lnTo>
                    <a:pt x="304901" y="4231576"/>
                  </a:lnTo>
                  <a:lnTo>
                    <a:pt x="305549" y="4233494"/>
                  </a:lnTo>
                  <a:lnTo>
                    <a:pt x="350304" y="4207624"/>
                  </a:lnTo>
                  <a:close/>
                </a:path>
                <a:path w="7623809" h="4410710">
                  <a:moveTo>
                    <a:pt x="466280" y="4134421"/>
                  </a:moveTo>
                  <a:lnTo>
                    <a:pt x="430098" y="4155325"/>
                  </a:lnTo>
                  <a:lnTo>
                    <a:pt x="429793" y="4159427"/>
                  </a:lnTo>
                  <a:lnTo>
                    <a:pt x="429628" y="4161777"/>
                  </a:lnTo>
                  <a:lnTo>
                    <a:pt x="464972" y="4141343"/>
                  </a:lnTo>
                  <a:lnTo>
                    <a:pt x="464959" y="4140060"/>
                  </a:lnTo>
                  <a:lnTo>
                    <a:pt x="465213" y="4138968"/>
                  </a:lnTo>
                  <a:lnTo>
                    <a:pt x="466280" y="4134421"/>
                  </a:lnTo>
                  <a:close/>
                </a:path>
                <a:path w="7623809" h="4410710">
                  <a:moveTo>
                    <a:pt x="572439" y="4079227"/>
                  </a:moveTo>
                  <a:lnTo>
                    <a:pt x="571804" y="4077385"/>
                  </a:lnTo>
                  <a:lnTo>
                    <a:pt x="570687" y="4074109"/>
                  </a:lnTo>
                  <a:lnTo>
                    <a:pt x="524383" y="4100855"/>
                  </a:lnTo>
                  <a:lnTo>
                    <a:pt x="525475" y="4104157"/>
                  </a:lnTo>
                  <a:lnTo>
                    <a:pt x="526084" y="4106011"/>
                  </a:lnTo>
                  <a:lnTo>
                    <a:pt x="572439" y="4079227"/>
                  </a:lnTo>
                  <a:close/>
                </a:path>
                <a:path w="7623809" h="4410710">
                  <a:moveTo>
                    <a:pt x="676694" y="4018965"/>
                  </a:moveTo>
                  <a:lnTo>
                    <a:pt x="676211" y="4017073"/>
                  </a:lnTo>
                  <a:lnTo>
                    <a:pt x="675335" y="4013657"/>
                  </a:lnTo>
                  <a:lnTo>
                    <a:pt x="654278" y="4025823"/>
                  </a:lnTo>
                  <a:lnTo>
                    <a:pt x="655802" y="4028871"/>
                  </a:lnTo>
                  <a:lnTo>
                    <a:pt x="656158" y="4029570"/>
                  </a:lnTo>
                  <a:lnTo>
                    <a:pt x="656501" y="4030637"/>
                  </a:lnTo>
                  <a:lnTo>
                    <a:pt x="676694" y="4018965"/>
                  </a:lnTo>
                  <a:close/>
                </a:path>
                <a:path w="7623809" h="4410710">
                  <a:moveTo>
                    <a:pt x="759333" y="3965130"/>
                  </a:moveTo>
                  <a:lnTo>
                    <a:pt x="723074" y="3986072"/>
                  </a:lnTo>
                  <a:lnTo>
                    <a:pt x="722858" y="3990136"/>
                  </a:lnTo>
                  <a:lnTo>
                    <a:pt x="722731" y="3992359"/>
                  </a:lnTo>
                  <a:lnTo>
                    <a:pt x="758215" y="3971848"/>
                  </a:lnTo>
                  <a:lnTo>
                    <a:pt x="758215" y="3970896"/>
                  </a:lnTo>
                  <a:lnTo>
                    <a:pt x="758469" y="3969550"/>
                  </a:lnTo>
                  <a:lnTo>
                    <a:pt x="759333" y="3965130"/>
                  </a:lnTo>
                  <a:close/>
                </a:path>
                <a:path w="7623809" h="4410710">
                  <a:moveTo>
                    <a:pt x="865644" y="3909758"/>
                  </a:moveTo>
                  <a:lnTo>
                    <a:pt x="865047" y="3907993"/>
                  </a:lnTo>
                  <a:lnTo>
                    <a:pt x="863955" y="3904691"/>
                  </a:lnTo>
                  <a:lnTo>
                    <a:pt x="817092" y="3931767"/>
                  </a:lnTo>
                  <a:lnTo>
                    <a:pt x="818197" y="3935057"/>
                  </a:lnTo>
                  <a:lnTo>
                    <a:pt x="818781" y="3936835"/>
                  </a:lnTo>
                  <a:lnTo>
                    <a:pt x="865644" y="3909758"/>
                  </a:lnTo>
                  <a:close/>
                </a:path>
                <a:path w="7623809" h="4410710">
                  <a:moveTo>
                    <a:pt x="991069" y="3837267"/>
                  </a:moveTo>
                  <a:lnTo>
                    <a:pt x="990028" y="3835793"/>
                  </a:lnTo>
                  <a:lnTo>
                    <a:pt x="988072" y="3832987"/>
                  </a:lnTo>
                  <a:lnTo>
                    <a:pt x="936231" y="3862933"/>
                  </a:lnTo>
                  <a:lnTo>
                    <a:pt x="938504" y="3865562"/>
                  </a:lnTo>
                  <a:lnTo>
                    <a:pt x="939711" y="3866946"/>
                  </a:lnTo>
                  <a:lnTo>
                    <a:pt x="991069" y="3837267"/>
                  </a:lnTo>
                  <a:close/>
                </a:path>
                <a:path w="7623809" h="4410710">
                  <a:moveTo>
                    <a:pt x="1148359" y="3740404"/>
                  </a:moveTo>
                  <a:lnTo>
                    <a:pt x="1102563" y="3766845"/>
                  </a:lnTo>
                  <a:lnTo>
                    <a:pt x="1102042" y="3771087"/>
                  </a:lnTo>
                  <a:lnTo>
                    <a:pt x="1101775" y="3773284"/>
                  </a:lnTo>
                  <a:lnTo>
                    <a:pt x="1147559" y="3746817"/>
                  </a:lnTo>
                  <a:lnTo>
                    <a:pt x="1147838" y="3744633"/>
                  </a:lnTo>
                  <a:lnTo>
                    <a:pt x="1148359" y="3740404"/>
                  </a:lnTo>
                  <a:close/>
                </a:path>
                <a:path w="7623809" h="4410710">
                  <a:moveTo>
                    <a:pt x="1304251" y="3656253"/>
                  </a:moveTo>
                  <a:lnTo>
                    <a:pt x="1303820" y="3654526"/>
                  </a:lnTo>
                  <a:lnTo>
                    <a:pt x="1302956" y="3651085"/>
                  </a:lnTo>
                  <a:lnTo>
                    <a:pt x="1282649" y="3662819"/>
                  </a:lnTo>
                  <a:lnTo>
                    <a:pt x="1283500" y="3666248"/>
                  </a:lnTo>
                  <a:lnTo>
                    <a:pt x="1283944" y="3667988"/>
                  </a:lnTo>
                  <a:lnTo>
                    <a:pt x="1304251" y="3656253"/>
                  </a:lnTo>
                  <a:close/>
                </a:path>
                <a:path w="7623809" h="4410710">
                  <a:moveTo>
                    <a:pt x="1449171" y="3572484"/>
                  </a:moveTo>
                  <a:lnTo>
                    <a:pt x="1448638" y="3570859"/>
                  </a:lnTo>
                  <a:lnTo>
                    <a:pt x="1447533" y="3567569"/>
                  </a:lnTo>
                  <a:lnTo>
                    <a:pt x="1400289" y="3594862"/>
                  </a:lnTo>
                  <a:lnTo>
                    <a:pt x="1401394" y="3598151"/>
                  </a:lnTo>
                  <a:lnTo>
                    <a:pt x="1401940" y="3599777"/>
                  </a:lnTo>
                  <a:lnTo>
                    <a:pt x="1449171" y="3572484"/>
                  </a:lnTo>
                  <a:close/>
                </a:path>
                <a:path w="7623809" h="4410710">
                  <a:moveTo>
                    <a:pt x="1685569" y="3430054"/>
                  </a:moveTo>
                  <a:lnTo>
                    <a:pt x="1649209" y="3451072"/>
                  </a:lnTo>
                  <a:lnTo>
                    <a:pt x="1648904" y="3455174"/>
                  </a:lnTo>
                  <a:lnTo>
                    <a:pt x="1648764" y="3457117"/>
                  </a:lnTo>
                  <a:lnTo>
                    <a:pt x="1684159" y="3436658"/>
                  </a:lnTo>
                  <a:lnTo>
                    <a:pt x="1684159" y="3436162"/>
                  </a:lnTo>
                  <a:lnTo>
                    <a:pt x="1684528" y="3434588"/>
                  </a:lnTo>
                  <a:lnTo>
                    <a:pt x="1685569" y="3430054"/>
                  </a:lnTo>
                  <a:close/>
                </a:path>
                <a:path w="7623809" h="4410710">
                  <a:moveTo>
                    <a:pt x="1792147" y="3374250"/>
                  </a:moveTo>
                  <a:lnTo>
                    <a:pt x="1791639" y="3372713"/>
                  </a:lnTo>
                  <a:lnTo>
                    <a:pt x="1790534" y="3369424"/>
                  </a:lnTo>
                  <a:lnTo>
                    <a:pt x="1743659" y="3396500"/>
                  </a:lnTo>
                  <a:lnTo>
                    <a:pt x="1744764" y="3399790"/>
                  </a:lnTo>
                  <a:lnTo>
                    <a:pt x="1745284" y="3401339"/>
                  </a:lnTo>
                  <a:lnTo>
                    <a:pt x="1792147" y="3374250"/>
                  </a:lnTo>
                  <a:close/>
                </a:path>
                <a:path w="7623809" h="4410710">
                  <a:moveTo>
                    <a:pt x="1915363" y="3303028"/>
                  </a:moveTo>
                  <a:lnTo>
                    <a:pt x="1914448" y="3301771"/>
                  </a:lnTo>
                  <a:lnTo>
                    <a:pt x="1912416" y="3299015"/>
                  </a:lnTo>
                  <a:lnTo>
                    <a:pt x="1860867" y="3328784"/>
                  </a:lnTo>
                  <a:lnTo>
                    <a:pt x="1863166" y="3331400"/>
                  </a:lnTo>
                  <a:lnTo>
                    <a:pt x="1864207" y="3332594"/>
                  </a:lnTo>
                  <a:lnTo>
                    <a:pt x="1915363" y="3303028"/>
                  </a:lnTo>
                  <a:close/>
                </a:path>
                <a:path w="7623809" h="4410710">
                  <a:moveTo>
                    <a:pt x="2030907" y="3230562"/>
                  </a:moveTo>
                  <a:lnTo>
                    <a:pt x="1986876" y="3256000"/>
                  </a:lnTo>
                  <a:lnTo>
                    <a:pt x="1986610" y="3256902"/>
                  </a:lnTo>
                  <a:lnTo>
                    <a:pt x="1986127" y="3260369"/>
                  </a:lnTo>
                  <a:lnTo>
                    <a:pt x="1985860" y="3262287"/>
                  </a:lnTo>
                  <a:lnTo>
                    <a:pt x="2029929" y="3236811"/>
                  </a:lnTo>
                  <a:lnTo>
                    <a:pt x="2030222" y="3234880"/>
                  </a:lnTo>
                  <a:lnTo>
                    <a:pt x="2030907" y="3230562"/>
                  </a:lnTo>
                  <a:close/>
                </a:path>
                <a:path w="7623809" h="4410710">
                  <a:moveTo>
                    <a:pt x="2205469" y="3135350"/>
                  </a:moveTo>
                  <a:lnTo>
                    <a:pt x="2204135" y="3134423"/>
                  </a:lnTo>
                  <a:lnTo>
                    <a:pt x="2201062" y="3132264"/>
                  </a:lnTo>
                  <a:lnTo>
                    <a:pt x="2152548" y="3160293"/>
                  </a:lnTo>
                  <a:lnTo>
                    <a:pt x="2155456" y="3162541"/>
                  </a:lnTo>
                  <a:lnTo>
                    <a:pt x="2156726" y="3163532"/>
                  </a:lnTo>
                  <a:lnTo>
                    <a:pt x="2205469" y="3135350"/>
                  </a:lnTo>
                  <a:close/>
                </a:path>
                <a:path w="7623809" h="4410710">
                  <a:moveTo>
                    <a:pt x="2301024" y="3074530"/>
                  </a:moveTo>
                  <a:lnTo>
                    <a:pt x="2264714" y="3095498"/>
                  </a:lnTo>
                  <a:lnTo>
                    <a:pt x="2263571" y="3100095"/>
                  </a:lnTo>
                  <a:lnTo>
                    <a:pt x="2263356" y="3100946"/>
                  </a:lnTo>
                  <a:lnTo>
                    <a:pt x="2263419" y="3101860"/>
                  </a:lnTo>
                  <a:lnTo>
                    <a:pt x="2300033" y="3080689"/>
                  </a:lnTo>
                  <a:lnTo>
                    <a:pt x="2300325" y="3078848"/>
                  </a:lnTo>
                  <a:lnTo>
                    <a:pt x="2301024" y="3074530"/>
                  </a:lnTo>
                  <a:close/>
                </a:path>
                <a:path w="7623809" h="4410710">
                  <a:moveTo>
                    <a:pt x="2403271" y="3021025"/>
                  </a:moveTo>
                  <a:lnTo>
                    <a:pt x="2402903" y="3019602"/>
                  </a:lnTo>
                  <a:lnTo>
                    <a:pt x="2402001" y="3016186"/>
                  </a:lnTo>
                  <a:lnTo>
                    <a:pt x="2355431" y="3043085"/>
                  </a:lnTo>
                  <a:lnTo>
                    <a:pt x="2356281" y="3046526"/>
                  </a:lnTo>
                  <a:lnTo>
                    <a:pt x="2356637" y="3047974"/>
                  </a:lnTo>
                  <a:lnTo>
                    <a:pt x="2403271" y="3021025"/>
                  </a:lnTo>
                  <a:close/>
                </a:path>
                <a:path w="7623809" h="4410710">
                  <a:moveTo>
                    <a:pt x="2573845" y="2922435"/>
                  </a:moveTo>
                  <a:lnTo>
                    <a:pt x="2573426" y="2921089"/>
                  </a:lnTo>
                  <a:lnTo>
                    <a:pt x="2572410" y="2917748"/>
                  </a:lnTo>
                  <a:lnTo>
                    <a:pt x="2525039" y="2945104"/>
                  </a:lnTo>
                  <a:lnTo>
                    <a:pt x="2526157" y="2948394"/>
                  </a:lnTo>
                  <a:lnTo>
                    <a:pt x="2526601" y="2949740"/>
                  </a:lnTo>
                  <a:lnTo>
                    <a:pt x="2573845" y="2922435"/>
                  </a:lnTo>
                  <a:close/>
                </a:path>
                <a:path w="7623809" h="4410710">
                  <a:moveTo>
                    <a:pt x="2689733" y="2849969"/>
                  </a:moveTo>
                  <a:lnTo>
                    <a:pt x="2653588" y="2870847"/>
                  </a:lnTo>
                  <a:lnTo>
                    <a:pt x="2653296" y="2874949"/>
                  </a:lnTo>
                  <a:lnTo>
                    <a:pt x="2653169" y="2876588"/>
                  </a:lnTo>
                  <a:lnTo>
                    <a:pt x="2688488" y="2856179"/>
                  </a:lnTo>
                  <a:lnTo>
                    <a:pt x="2688475" y="2855328"/>
                  </a:lnTo>
                  <a:lnTo>
                    <a:pt x="2688666" y="2854515"/>
                  </a:lnTo>
                  <a:lnTo>
                    <a:pt x="2689733" y="2849969"/>
                  </a:lnTo>
                  <a:close/>
                </a:path>
                <a:path w="7623809" h="4410710">
                  <a:moveTo>
                    <a:pt x="2796438" y="2793771"/>
                  </a:moveTo>
                  <a:lnTo>
                    <a:pt x="2796019" y="2792501"/>
                  </a:lnTo>
                  <a:lnTo>
                    <a:pt x="2794914" y="2789212"/>
                  </a:lnTo>
                  <a:lnTo>
                    <a:pt x="2748038" y="2816288"/>
                  </a:lnTo>
                  <a:lnTo>
                    <a:pt x="2749131" y="2819590"/>
                  </a:lnTo>
                  <a:lnTo>
                    <a:pt x="2749562" y="2820873"/>
                  </a:lnTo>
                  <a:lnTo>
                    <a:pt x="2796438" y="2793771"/>
                  </a:lnTo>
                  <a:close/>
                </a:path>
                <a:path w="7623809" h="4410710">
                  <a:moveTo>
                    <a:pt x="2921571" y="2721445"/>
                  </a:moveTo>
                  <a:lnTo>
                    <a:pt x="2920796" y="2720416"/>
                  </a:lnTo>
                  <a:lnTo>
                    <a:pt x="2918752" y="2717673"/>
                  </a:lnTo>
                  <a:lnTo>
                    <a:pt x="2867202" y="2747454"/>
                  </a:lnTo>
                  <a:lnTo>
                    <a:pt x="2869463" y="2750070"/>
                  </a:lnTo>
                  <a:lnTo>
                    <a:pt x="2870327" y="2751074"/>
                  </a:lnTo>
                  <a:lnTo>
                    <a:pt x="2921571" y="2721445"/>
                  </a:lnTo>
                  <a:close/>
                </a:path>
                <a:path w="7623809" h="4410710">
                  <a:moveTo>
                    <a:pt x="3292398" y="2507119"/>
                  </a:moveTo>
                  <a:lnTo>
                    <a:pt x="3291446" y="2506307"/>
                  </a:lnTo>
                  <a:lnTo>
                    <a:pt x="3288703" y="2503957"/>
                  </a:lnTo>
                  <a:lnTo>
                    <a:pt x="3238055" y="2533218"/>
                  </a:lnTo>
                  <a:lnTo>
                    <a:pt x="3240798" y="2535555"/>
                  </a:lnTo>
                  <a:lnTo>
                    <a:pt x="3241764" y="2536380"/>
                  </a:lnTo>
                  <a:lnTo>
                    <a:pt x="3292398" y="2507119"/>
                  </a:lnTo>
                  <a:close/>
                </a:path>
                <a:path w="7623809" h="4410710">
                  <a:moveTo>
                    <a:pt x="3435718" y="2419032"/>
                  </a:moveTo>
                  <a:lnTo>
                    <a:pt x="3406851" y="2435707"/>
                  </a:lnTo>
                  <a:lnTo>
                    <a:pt x="3407181" y="2439441"/>
                  </a:lnTo>
                  <a:lnTo>
                    <a:pt x="3407283" y="2440711"/>
                  </a:lnTo>
                  <a:lnTo>
                    <a:pt x="3435502" y="2424404"/>
                  </a:lnTo>
                  <a:lnTo>
                    <a:pt x="3435553" y="2423058"/>
                  </a:lnTo>
                  <a:lnTo>
                    <a:pt x="3435718" y="2419032"/>
                  </a:lnTo>
                  <a:close/>
                </a:path>
                <a:path w="7623809" h="4410710">
                  <a:moveTo>
                    <a:pt x="3559772" y="2347366"/>
                  </a:moveTo>
                  <a:lnTo>
                    <a:pt x="3515233" y="2373096"/>
                  </a:lnTo>
                  <a:lnTo>
                    <a:pt x="3514636" y="2377376"/>
                  </a:lnTo>
                  <a:lnTo>
                    <a:pt x="3514458" y="2378760"/>
                  </a:lnTo>
                  <a:lnTo>
                    <a:pt x="3558756" y="2353170"/>
                  </a:lnTo>
                  <a:lnTo>
                    <a:pt x="3558997" y="2351735"/>
                  </a:lnTo>
                  <a:lnTo>
                    <a:pt x="3559772" y="2347366"/>
                  </a:lnTo>
                  <a:close/>
                </a:path>
                <a:path w="7623809" h="4410710">
                  <a:moveTo>
                    <a:pt x="3734790" y="2251418"/>
                  </a:moveTo>
                  <a:lnTo>
                    <a:pt x="3733838" y="2250744"/>
                  </a:lnTo>
                  <a:lnTo>
                    <a:pt x="3730764" y="2248585"/>
                  </a:lnTo>
                  <a:lnTo>
                    <a:pt x="3681628" y="2276970"/>
                  </a:lnTo>
                  <a:lnTo>
                    <a:pt x="3684549" y="2279218"/>
                  </a:lnTo>
                  <a:lnTo>
                    <a:pt x="3685476" y="2279916"/>
                  </a:lnTo>
                  <a:lnTo>
                    <a:pt x="3734790" y="2251418"/>
                  </a:lnTo>
                  <a:close/>
                </a:path>
                <a:path w="7623809" h="4410710">
                  <a:moveTo>
                    <a:pt x="3829545" y="2191524"/>
                  </a:moveTo>
                  <a:lnTo>
                    <a:pt x="3800437" y="2208339"/>
                  </a:lnTo>
                  <a:lnTo>
                    <a:pt x="3799497" y="2211628"/>
                  </a:lnTo>
                  <a:lnTo>
                    <a:pt x="3799421" y="2212860"/>
                  </a:lnTo>
                  <a:lnTo>
                    <a:pt x="3799332" y="2214118"/>
                  </a:lnTo>
                  <a:lnTo>
                    <a:pt x="3828796" y="2197087"/>
                  </a:lnTo>
                  <a:lnTo>
                    <a:pt x="3828973" y="2195779"/>
                  </a:lnTo>
                  <a:lnTo>
                    <a:pt x="3829545" y="2191524"/>
                  </a:lnTo>
                  <a:close/>
                </a:path>
                <a:path w="7623809" h="4410710">
                  <a:moveTo>
                    <a:pt x="3971633" y="2114524"/>
                  </a:moveTo>
                  <a:lnTo>
                    <a:pt x="3971315" y="2113559"/>
                  </a:lnTo>
                  <a:lnTo>
                    <a:pt x="3970197" y="2110270"/>
                  </a:lnTo>
                  <a:lnTo>
                    <a:pt x="3922877" y="2137613"/>
                  </a:lnTo>
                  <a:lnTo>
                    <a:pt x="3923969" y="2140902"/>
                  </a:lnTo>
                  <a:lnTo>
                    <a:pt x="3924300" y="2141880"/>
                  </a:lnTo>
                  <a:lnTo>
                    <a:pt x="3971633" y="2114524"/>
                  </a:lnTo>
                  <a:close/>
                </a:path>
                <a:path w="7623809" h="4410710">
                  <a:moveTo>
                    <a:pt x="4114482" y="2026920"/>
                  </a:moveTo>
                  <a:lnTo>
                    <a:pt x="4078478" y="2047722"/>
                  </a:lnTo>
                  <a:lnTo>
                    <a:pt x="4078173" y="2051824"/>
                  </a:lnTo>
                  <a:lnTo>
                    <a:pt x="4078084" y="2052993"/>
                  </a:lnTo>
                  <a:lnTo>
                    <a:pt x="4113428" y="2032571"/>
                  </a:lnTo>
                  <a:lnTo>
                    <a:pt x="4113479" y="2031428"/>
                  </a:lnTo>
                  <a:lnTo>
                    <a:pt x="4114482" y="2026920"/>
                  </a:lnTo>
                  <a:close/>
                </a:path>
                <a:path w="7623809" h="4410710">
                  <a:moveTo>
                    <a:pt x="4221175" y="1970290"/>
                  </a:moveTo>
                  <a:lnTo>
                    <a:pt x="4220870" y="1969389"/>
                  </a:lnTo>
                  <a:lnTo>
                    <a:pt x="4219778" y="1966099"/>
                  </a:lnTo>
                  <a:lnTo>
                    <a:pt x="4172915" y="1993163"/>
                  </a:lnTo>
                  <a:lnTo>
                    <a:pt x="4174020" y="1996452"/>
                  </a:lnTo>
                  <a:lnTo>
                    <a:pt x="4174325" y="1997367"/>
                  </a:lnTo>
                  <a:lnTo>
                    <a:pt x="4221175" y="1970290"/>
                  </a:lnTo>
                  <a:close/>
                </a:path>
                <a:path w="7623809" h="4410710">
                  <a:moveTo>
                    <a:pt x="4346968" y="1897583"/>
                  </a:moveTo>
                  <a:lnTo>
                    <a:pt x="4346435" y="1896859"/>
                  </a:lnTo>
                  <a:lnTo>
                    <a:pt x="4344378" y="1894116"/>
                  </a:lnTo>
                  <a:lnTo>
                    <a:pt x="4292549" y="1924050"/>
                  </a:lnTo>
                  <a:lnTo>
                    <a:pt x="4294898" y="1926628"/>
                  </a:lnTo>
                  <a:lnTo>
                    <a:pt x="4295521" y="1927313"/>
                  </a:lnTo>
                  <a:lnTo>
                    <a:pt x="4346968" y="1897583"/>
                  </a:lnTo>
                  <a:close/>
                </a:path>
                <a:path w="7623809" h="4410710">
                  <a:moveTo>
                    <a:pt x="4463402" y="1825358"/>
                  </a:moveTo>
                  <a:lnTo>
                    <a:pt x="4427575" y="1846046"/>
                  </a:lnTo>
                  <a:lnTo>
                    <a:pt x="4427283" y="1850148"/>
                  </a:lnTo>
                  <a:lnTo>
                    <a:pt x="4427207" y="1851215"/>
                  </a:lnTo>
                  <a:lnTo>
                    <a:pt x="4462170" y="1830997"/>
                  </a:lnTo>
                  <a:lnTo>
                    <a:pt x="4462170" y="1830565"/>
                  </a:lnTo>
                  <a:lnTo>
                    <a:pt x="4462335" y="1829904"/>
                  </a:lnTo>
                  <a:lnTo>
                    <a:pt x="4463402" y="1825358"/>
                  </a:lnTo>
                  <a:close/>
                </a:path>
                <a:path w="7623809" h="4410710">
                  <a:moveTo>
                    <a:pt x="4569041" y="1769224"/>
                  </a:moveTo>
                  <a:lnTo>
                    <a:pt x="4568774" y="1768411"/>
                  </a:lnTo>
                  <a:lnTo>
                    <a:pt x="4567682" y="1765109"/>
                  </a:lnTo>
                  <a:lnTo>
                    <a:pt x="4520717" y="1792249"/>
                  </a:lnTo>
                  <a:lnTo>
                    <a:pt x="4521847" y="1795526"/>
                  </a:lnTo>
                  <a:lnTo>
                    <a:pt x="4522127" y="1796351"/>
                  </a:lnTo>
                  <a:lnTo>
                    <a:pt x="4569041" y="1769224"/>
                  </a:lnTo>
                  <a:close/>
                </a:path>
                <a:path w="7623809" h="4410710">
                  <a:moveTo>
                    <a:pt x="4672952" y="1709166"/>
                  </a:moveTo>
                  <a:lnTo>
                    <a:pt x="4672762" y="1708340"/>
                  </a:lnTo>
                  <a:lnTo>
                    <a:pt x="4671949" y="1704886"/>
                  </a:lnTo>
                  <a:lnTo>
                    <a:pt x="4651578" y="1716659"/>
                  </a:lnTo>
                  <a:lnTo>
                    <a:pt x="4653102" y="1719707"/>
                  </a:lnTo>
                  <a:lnTo>
                    <a:pt x="4653458" y="1720430"/>
                  </a:lnTo>
                  <a:lnTo>
                    <a:pt x="4672952" y="1709166"/>
                  </a:lnTo>
                  <a:close/>
                </a:path>
                <a:path w="7623809" h="4410710">
                  <a:moveTo>
                    <a:pt x="4970462" y="1532432"/>
                  </a:moveTo>
                  <a:lnTo>
                    <a:pt x="4935055" y="1552892"/>
                  </a:lnTo>
                  <a:lnTo>
                    <a:pt x="4934343" y="1557235"/>
                  </a:lnTo>
                  <a:lnTo>
                    <a:pt x="4934178" y="1558175"/>
                  </a:lnTo>
                  <a:lnTo>
                    <a:pt x="4969573" y="1537728"/>
                  </a:lnTo>
                  <a:lnTo>
                    <a:pt x="4969738" y="1536788"/>
                  </a:lnTo>
                  <a:lnTo>
                    <a:pt x="4970462" y="1532432"/>
                  </a:lnTo>
                  <a:close/>
                </a:path>
                <a:path w="7623809" h="4410710">
                  <a:moveTo>
                    <a:pt x="5069840" y="1479778"/>
                  </a:moveTo>
                  <a:lnTo>
                    <a:pt x="5069827" y="1478965"/>
                  </a:lnTo>
                  <a:lnTo>
                    <a:pt x="5069751" y="1475079"/>
                  </a:lnTo>
                  <a:lnTo>
                    <a:pt x="5053419" y="1484515"/>
                  </a:lnTo>
                  <a:lnTo>
                    <a:pt x="5053482" y="1488401"/>
                  </a:lnTo>
                  <a:lnTo>
                    <a:pt x="5053495" y="1489214"/>
                  </a:lnTo>
                  <a:lnTo>
                    <a:pt x="5069840" y="1479778"/>
                  </a:lnTo>
                  <a:close/>
                </a:path>
                <a:path w="7623809" h="4410710">
                  <a:moveTo>
                    <a:pt x="5122977" y="1449057"/>
                  </a:moveTo>
                  <a:lnTo>
                    <a:pt x="5122608" y="1448473"/>
                  </a:lnTo>
                  <a:lnTo>
                    <a:pt x="5120818" y="1445577"/>
                  </a:lnTo>
                  <a:lnTo>
                    <a:pt x="5072596" y="1473441"/>
                  </a:lnTo>
                  <a:lnTo>
                    <a:pt x="5074551" y="1476235"/>
                  </a:lnTo>
                  <a:lnTo>
                    <a:pt x="5074958" y="1476806"/>
                  </a:lnTo>
                  <a:lnTo>
                    <a:pt x="5122977" y="1449057"/>
                  </a:lnTo>
                  <a:close/>
                </a:path>
                <a:path w="7623809" h="4410710">
                  <a:moveTo>
                    <a:pt x="5269166" y="1359877"/>
                  </a:moveTo>
                  <a:lnTo>
                    <a:pt x="5239702" y="1376895"/>
                  </a:lnTo>
                  <a:lnTo>
                    <a:pt x="5239029" y="1379524"/>
                  </a:lnTo>
                  <a:lnTo>
                    <a:pt x="5238940" y="1381264"/>
                  </a:lnTo>
                  <a:lnTo>
                    <a:pt x="5238902" y="1382052"/>
                  </a:lnTo>
                  <a:lnTo>
                    <a:pt x="5268442" y="1364983"/>
                  </a:lnTo>
                  <a:lnTo>
                    <a:pt x="5268569" y="1364157"/>
                  </a:lnTo>
                  <a:lnTo>
                    <a:pt x="5269166" y="1359877"/>
                  </a:lnTo>
                  <a:close/>
                </a:path>
                <a:path w="7623809" h="4410710">
                  <a:moveTo>
                    <a:pt x="5411355" y="1282382"/>
                  </a:moveTo>
                  <a:lnTo>
                    <a:pt x="5411152" y="1281785"/>
                  </a:lnTo>
                  <a:lnTo>
                    <a:pt x="5410035" y="1278496"/>
                  </a:lnTo>
                  <a:lnTo>
                    <a:pt x="5363095" y="1305623"/>
                  </a:lnTo>
                  <a:lnTo>
                    <a:pt x="5364188" y="1308912"/>
                  </a:lnTo>
                  <a:lnTo>
                    <a:pt x="5364391" y="1309522"/>
                  </a:lnTo>
                  <a:lnTo>
                    <a:pt x="5411355" y="1282382"/>
                  </a:lnTo>
                  <a:close/>
                </a:path>
                <a:path w="7623809" h="4410710">
                  <a:moveTo>
                    <a:pt x="5553189" y="1195806"/>
                  </a:moveTo>
                  <a:lnTo>
                    <a:pt x="5524258" y="1212519"/>
                  </a:lnTo>
                  <a:lnTo>
                    <a:pt x="5523141" y="1216456"/>
                  </a:lnTo>
                  <a:lnTo>
                    <a:pt x="5523103" y="1217117"/>
                  </a:lnTo>
                  <a:lnTo>
                    <a:pt x="5523052" y="1217815"/>
                  </a:lnTo>
                  <a:lnTo>
                    <a:pt x="5552503" y="1200797"/>
                  </a:lnTo>
                  <a:lnTo>
                    <a:pt x="5552605" y="1200073"/>
                  </a:lnTo>
                  <a:lnTo>
                    <a:pt x="5553189" y="1195806"/>
                  </a:lnTo>
                  <a:close/>
                </a:path>
                <a:path w="7623809" h="4410710">
                  <a:moveTo>
                    <a:pt x="5695035" y="1118412"/>
                  </a:moveTo>
                  <a:lnTo>
                    <a:pt x="5694858" y="1117892"/>
                  </a:lnTo>
                  <a:lnTo>
                    <a:pt x="5693740" y="1114615"/>
                  </a:lnTo>
                  <a:lnTo>
                    <a:pt x="5646369" y="1141984"/>
                  </a:lnTo>
                  <a:lnTo>
                    <a:pt x="5647461" y="1145273"/>
                  </a:lnTo>
                  <a:lnTo>
                    <a:pt x="5647639" y="1145806"/>
                  </a:lnTo>
                  <a:lnTo>
                    <a:pt x="5695035" y="1118412"/>
                  </a:lnTo>
                  <a:close/>
                </a:path>
                <a:path w="7623809" h="4410710">
                  <a:moveTo>
                    <a:pt x="5838152" y="1031189"/>
                  </a:moveTo>
                  <a:lnTo>
                    <a:pt x="5802160" y="1051979"/>
                  </a:lnTo>
                  <a:lnTo>
                    <a:pt x="5801855" y="1056081"/>
                  </a:lnTo>
                  <a:lnTo>
                    <a:pt x="5801804" y="1056703"/>
                  </a:lnTo>
                  <a:lnTo>
                    <a:pt x="5837110" y="1036294"/>
                  </a:lnTo>
                  <a:lnTo>
                    <a:pt x="5837110" y="1035710"/>
                  </a:lnTo>
                  <a:lnTo>
                    <a:pt x="5838152" y="1031189"/>
                  </a:lnTo>
                  <a:close/>
                </a:path>
                <a:path w="7623809" h="4410710">
                  <a:moveTo>
                    <a:pt x="5943828" y="974610"/>
                  </a:moveTo>
                  <a:lnTo>
                    <a:pt x="5943689" y="974153"/>
                  </a:lnTo>
                  <a:lnTo>
                    <a:pt x="5942609" y="970838"/>
                  </a:lnTo>
                  <a:lnTo>
                    <a:pt x="5896775" y="997318"/>
                  </a:lnTo>
                  <a:lnTo>
                    <a:pt x="5897867" y="1000620"/>
                  </a:lnTo>
                  <a:lnTo>
                    <a:pt x="5898019" y="1001090"/>
                  </a:lnTo>
                  <a:lnTo>
                    <a:pt x="5943828" y="974610"/>
                  </a:lnTo>
                  <a:close/>
                </a:path>
                <a:path w="7623809" h="4410710">
                  <a:moveTo>
                    <a:pt x="6048654" y="914031"/>
                  </a:moveTo>
                  <a:lnTo>
                    <a:pt x="6048540" y="913574"/>
                  </a:lnTo>
                  <a:lnTo>
                    <a:pt x="6047664" y="910158"/>
                  </a:lnTo>
                  <a:lnTo>
                    <a:pt x="6026201" y="922553"/>
                  </a:lnTo>
                  <a:lnTo>
                    <a:pt x="6027750" y="925588"/>
                  </a:lnTo>
                  <a:lnTo>
                    <a:pt x="6027953" y="925995"/>
                  </a:lnTo>
                  <a:lnTo>
                    <a:pt x="6048654" y="914031"/>
                  </a:lnTo>
                  <a:close/>
                </a:path>
                <a:path w="7623809" h="4410710">
                  <a:moveTo>
                    <a:pt x="6161544" y="844372"/>
                  </a:moveTo>
                  <a:lnTo>
                    <a:pt x="6126175" y="864806"/>
                  </a:lnTo>
                  <a:lnTo>
                    <a:pt x="6126023" y="868819"/>
                  </a:lnTo>
                  <a:lnTo>
                    <a:pt x="6126010" y="869315"/>
                  </a:lnTo>
                  <a:lnTo>
                    <a:pt x="6161036" y="849071"/>
                  </a:lnTo>
                  <a:lnTo>
                    <a:pt x="6161087" y="848563"/>
                  </a:lnTo>
                  <a:lnTo>
                    <a:pt x="6161544" y="844372"/>
                  </a:lnTo>
                  <a:close/>
                </a:path>
                <a:path w="7623809" h="4410710">
                  <a:moveTo>
                    <a:pt x="6287300" y="776097"/>
                  </a:moveTo>
                  <a:lnTo>
                    <a:pt x="6286957" y="775843"/>
                  </a:lnTo>
                  <a:lnTo>
                    <a:pt x="6283922" y="773671"/>
                  </a:lnTo>
                  <a:lnTo>
                    <a:pt x="6219482" y="810895"/>
                  </a:lnTo>
                  <a:lnTo>
                    <a:pt x="6220612" y="814184"/>
                  </a:lnTo>
                  <a:lnTo>
                    <a:pt x="6220739" y="814565"/>
                  </a:lnTo>
                  <a:lnTo>
                    <a:pt x="6287300" y="776097"/>
                  </a:lnTo>
                  <a:close/>
                </a:path>
                <a:path w="7623809" h="4410710">
                  <a:moveTo>
                    <a:pt x="6442253" y="686523"/>
                  </a:moveTo>
                  <a:lnTo>
                    <a:pt x="6442240" y="686142"/>
                  </a:lnTo>
                  <a:lnTo>
                    <a:pt x="6442075" y="682307"/>
                  </a:lnTo>
                  <a:lnTo>
                    <a:pt x="6412852" y="699198"/>
                  </a:lnTo>
                  <a:lnTo>
                    <a:pt x="6412979" y="703046"/>
                  </a:lnTo>
                  <a:lnTo>
                    <a:pt x="6412992" y="703440"/>
                  </a:lnTo>
                  <a:lnTo>
                    <a:pt x="6442253" y="686523"/>
                  </a:lnTo>
                  <a:close/>
                </a:path>
                <a:path w="7623809" h="4410710">
                  <a:moveTo>
                    <a:pt x="6538620" y="626541"/>
                  </a:moveTo>
                  <a:lnTo>
                    <a:pt x="6509283" y="643483"/>
                  </a:lnTo>
                  <a:lnTo>
                    <a:pt x="6508521" y="646480"/>
                  </a:lnTo>
                  <a:lnTo>
                    <a:pt x="6508458" y="647890"/>
                  </a:lnTo>
                  <a:lnTo>
                    <a:pt x="6508432" y="648271"/>
                  </a:lnTo>
                  <a:lnTo>
                    <a:pt x="6537973" y="631202"/>
                  </a:lnTo>
                  <a:lnTo>
                    <a:pt x="6538023" y="630809"/>
                  </a:lnTo>
                  <a:lnTo>
                    <a:pt x="6538620" y="626541"/>
                  </a:lnTo>
                  <a:close/>
                </a:path>
                <a:path w="7623809" h="4410710">
                  <a:moveTo>
                    <a:pt x="6679743" y="549262"/>
                  </a:moveTo>
                  <a:lnTo>
                    <a:pt x="6679654" y="548995"/>
                  </a:lnTo>
                  <a:lnTo>
                    <a:pt x="6678549" y="545706"/>
                  </a:lnTo>
                  <a:lnTo>
                    <a:pt x="6632499" y="572312"/>
                  </a:lnTo>
                  <a:lnTo>
                    <a:pt x="6633591" y="575602"/>
                  </a:lnTo>
                  <a:lnTo>
                    <a:pt x="6633680" y="575881"/>
                  </a:lnTo>
                  <a:lnTo>
                    <a:pt x="6679743" y="549262"/>
                  </a:lnTo>
                  <a:close/>
                </a:path>
                <a:path w="7623809" h="4410710">
                  <a:moveTo>
                    <a:pt x="6893255" y="425856"/>
                  </a:moveTo>
                  <a:lnTo>
                    <a:pt x="6893192" y="425640"/>
                  </a:lnTo>
                  <a:lnTo>
                    <a:pt x="6892061" y="422363"/>
                  </a:lnTo>
                  <a:lnTo>
                    <a:pt x="6844678" y="449745"/>
                  </a:lnTo>
                  <a:lnTo>
                    <a:pt x="6845782" y="453021"/>
                  </a:lnTo>
                  <a:lnTo>
                    <a:pt x="6845859" y="453250"/>
                  </a:lnTo>
                  <a:lnTo>
                    <a:pt x="6893255" y="425856"/>
                  </a:lnTo>
                  <a:close/>
                </a:path>
                <a:path w="7623809" h="4410710">
                  <a:moveTo>
                    <a:pt x="7042099" y="335686"/>
                  </a:moveTo>
                  <a:lnTo>
                    <a:pt x="6997573" y="361403"/>
                  </a:lnTo>
                  <a:lnTo>
                    <a:pt x="6996963" y="365696"/>
                  </a:lnTo>
                  <a:lnTo>
                    <a:pt x="6996938" y="365925"/>
                  </a:lnTo>
                  <a:lnTo>
                    <a:pt x="7041286" y="340296"/>
                  </a:lnTo>
                  <a:lnTo>
                    <a:pt x="7041324" y="340067"/>
                  </a:lnTo>
                  <a:lnTo>
                    <a:pt x="7042099" y="335686"/>
                  </a:lnTo>
                  <a:close/>
                </a:path>
                <a:path w="7623809" h="4410710">
                  <a:moveTo>
                    <a:pt x="7216495" y="239026"/>
                  </a:moveTo>
                  <a:lnTo>
                    <a:pt x="7216229" y="239026"/>
                  </a:lnTo>
                  <a:lnTo>
                    <a:pt x="7213105" y="236905"/>
                  </a:lnTo>
                  <a:lnTo>
                    <a:pt x="7164692" y="264871"/>
                  </a:lnTo>
                  <a:lnTo>
                    <a:pt x="7167588" y="267119"/>
                  </a:lnTo>
                  <a:lnTo>
                    <a:pt x="7167931" y="267093"/>
                  </a:lnTo>
                  <a:lnTo>
                    <a:pt x="7216495" y="239026"/>
                  </a:lnTo>
                  <a:close/>
                </a:path>
                <a:path w="7623809" h="4410710">
                  <a:moveTo>
                    <a:pt x="7342606" y="162090"/>
                  </a:moveTo>
                  <a:lnTo>
                    <a:pt x="7307275" y="182499"/>
                  </a:lnTo>
                  <a:lnTo>
                    <a:pt x="7307135" y="186512"/>
                  </a:lnTo>
                  <a:lnTo>
                    <a:pt x="7307123" y="186639"/>
                  </a:lnTo>
                  <a:lnTo>
                    <a:pt x="7342149" y="166408"/>
                  </a:lnTo>
                  <a:lnTo>
                    <a:pt x="7341946" y="166408"/>
                  </a:lnTo>
                  <a:lnTo>
                    <a:pt x="7342162" y="166281"/>
                  </a:lnTo>
                  <a:lnTo>
                    <a:pt x="7342606" y="162090"/>
                  </a:lnTo>
                  <a:close/>
                </a:path>
                <a:path w="7623809" h="4410710">
                  <a:moveTo>
                    <a:pt x="7468286" y="93421"/>
                  </a:moveTo>
                  <a:lnTo>
                    <a:pt x="7465225" y="91262"/>
                  </a:lnTo>
                  <a:lnTo>
                    <a:pt x="7400722" y="128524"/>
                  </a:lnTo>
                  <a:lnTo>
                    <a:pt x="7401839" y="131800"/>
                  </a:lnTo>
                  <a:lnTo>
                    <a:pt x="7468286" y="93421"/>
                  </a:lnTo>
                  <a:close/>
                </a:path>
                <a:path w="7623809" h="4410710">
                  <a:moveTo>
                    <a:pt x="7623353" y="3835"/>
                  </a:moveTo>
                  <a:lnTo>
                    <a:pt x="7623200" y="0"/>
                  </a:lnTo>
                  <a:lnTo>
                    <a:pt x="7593965" y="16878"/>
                  </a:lnTo>
                  <a:lnTo>
                    <a:pt x="7594092" y="20739"/>
                  </a:lnTo>
                  <a:lnTo>
                    <a:pt x="7623353" y="3835"/>
                  </a:lnTo>
                  <a:close/>
                </a:path>
              </a:pathLst>
            </a:custGeom>
            <a:solidFill>
              <a:srgbClr val="686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92001" y="906076"/>
              <a:ext cx="7623809" cy="4408170"/>
            </a:xfrm>
            <a:custGeom>
              <a:avLst/>
              <a:gdLst/>
              <a:ahLst/>
              <a:cxnLst/>
              <a:rect l="l" t="t" r="r" b="b"/>
              <a:pathLst>
                <a:path w="7623809" h="4408170">
                  <a:moveTo>
                    <a:pt x="5069915" y="1475911"/>
                  </a:moveTo>
                  <a:lnTo>
                    <a:pt x="5053577" y="1485355"/>
                  </a:lnTo>
                  <a:lnTo>
                    <a:pt x="5053613" y="1487438"/>
                  </a:lnTo>
                  <a:lnTo>
                    <a:pt x="5069951" y="1477996"/>
                  </a:lnTo>
                  <a:lnTo>
                    <a:pt x="5069915" y="1475911"/>
                  </a:lnTo>
                  <a:close/>
                </a:path>
                <a:path w="7623809" h="4408170">
                  <a:moveTo>
                    <a:pt x="5123054" y="1445198"/>
                  </a:moveTo>
                  <a:lnTo>
                    <a:pt x="5075040" y="1472949"/>
                  </a:lnTo>
                  <a:lnTo>
                    <a:pt x="5076092" y="1474447"/>
                  </a:lnTo>
                  <a:lnTo>
                    <a:pt x="5124016" y="1446753"/>
                  </a:lnTo>
                  <a:lnTo>
                    <a:pt x="5123054" y="1445198"/>
                  </a:lnTo>
                  <a:close/>
                </a:path>
                <a:path w="7623809" h="4408170">
                  <a:moveTo>
                    <a:pt x="4221254" y="1966430"/>
                  </a:moveTo>
                  <a:lnTo>
                    <a:pt x="4174401" y="1993510"/>
                  </a:lnTo>
                  <a:lnTo>
                    <a:pt x="4174961" y="1995191"/>
                  </a:lnTo>
                  <a:lnTo>
                    <a:pt x="4221815" y="1968115"/>
                  </a:lnTo>
                  <a:lnTo>
                    <a:pt x="4221254" y="1966430"/>
                  </a:lnTo>
                  <a:close/>
                </a:path>
                <a:path w="7623809" h="4408170">
                  <a:moveTo>
                    <a:pt x="4347052" y="1893720"/>
                  </a:moveTo>
                  <a:lnTo>
                    <a:pt x="4295604" y="1923456"/>
                  </a:lnTo>
                  <a:lnTo>
                    <a:pt x="4296810" y="1924777"/>
                  </a:lnTo>
                  <a:lnTo>
                    <a:pt x="4348108" y="1895133"/>
                  </a:lnTo>
                  <a:lnTo>
                    <a:pt x="4347052" y="1893720"/>
                  </a:lnTo>
                  <a:close/>
                </a:path>
                <a:path w="7623809" h="4408170">
                  <a:moveTo>
                    <a:pt x="2796518" y="2789913"/>
                  </a:moveTo>
                  <a:lnTo>
                    <a:pt x="2749640" y="2817008"/>
                  </a:lnTo>
                  <a:lnTo>
                    <a:pt x="2750155" y="2818554"/>
                  </a:lnTo>
                  <a:lnTo>
                    <a:pt x="2797035" y="2791464"/>
                  </a:lnTo>
                  <a:lnTo>
                    <a:pt x="2796518" y="2789913"/>
                  </a:lnTo>
                  <a:close/>
                </a:path>
                <a:path w="7623809" h="4408170">
                  <a:moveTo>
                    <a:pt x="2921649" y="2717589"/>
                  </a:moveTo>
                  <a:lnTo>
                    <a:pt x="2870409" y="2747205"/>
                  </a:lnTo>
                  <a:lnTo>
                    <a:pt x="2871481" y="2748443"/>
                  </a:lnTo>
                  <a:lnTo>
                    <a:pt x="2922622" y="2718890"/>
                  </a:lnTo>
                  <a:lnTo>
                    <a:pt x="2921649" y="2717589"/>
                  </a:lnTo>
                  <a:close/>
                </a:path>
                <a:path w="7623809" h="4408170">
                  <a:moveTo>
                    <a:pt x="865719" y="3905897"/>
                  </a:moveTo>
                  <a:lnTo>
                    <a:pt x="818866" y="3932978"/>
                  </a:lnTo>
                  <a:lnTo>
                    <a:pt x="819320" y="3934341"/>
                  </a:lnTo>
                  <a:lnTo>
                    <a:pt x="866175" y="3907265"/>
                  </a:lnTo>
                  <a:lnTo>
                    <a:pt x="865719" y="3905897"/>
                  </a:lnTo>
                  <a:close/>
                </a:path>
                <a:path w="7623809" h="4408170">
                  <a:moveTo>
                    <a:pt x="991146" y="3833402"/>
                  </a:moveTo>
                  <a:lnTo>
                    <a:pt x="939785" y="3863088"/>
                  </a:lnTo>
                  <a:lnTo>
                    <a:pt x="940731" y="3864180"/>
                  </a:lnTo>
                  <a:lnTo>
                    <a:pt x="991967" y="3834572"/>
                  </a:lnTo>
                  <a:lnTo>
                    <a:pt x="991146" y="3833402"/>
                  </a:lnTo>
                  <a:close/>
                </a:path>
                <a:path w="7623809" h="4408170">
                  <a:moveTo>
                    <a:pt x="7041362" y="336433"/>
                  </a:moveTo>
                  <a:lnTo>
                    <a:pt x="6997011" y="362068"/>
                  </a:lnTo>
                  <a:lnTo>
                    <a:pt x="6996694" y="364574"/>
                  </a:lnTo>
                  <a:lnTo>
                    <a:pt x="7040903" y="339027"/>
                  </a:lnTo>
                  <a:lnTo>
                    <a:pt x="7041362" y="336433"/>
                  </a:lnTo>
                  <a:close/>
                </a:path>
                <a:path w="7623809" h="4408170">
                  <a:moveTo>
                    <a:pt x="7216368" y="235281"/>
                  </a:moveTo>
                  <a:lnTo>
                    <a:pt x="7167795" y="263356"/>
                  </a:lnTo>
                  <a:lnTo>
                    <a:pt x="7169523" y="264701"/>
                  </a:lnTo>
                  <a:lnTo>
                    <a:pt x="7218201" y="236570"/>
                  </a:lnTo>
                  <a:lnTo>
                    <a:pt x="7216368" y="235281"/>
                  </a:lnTo>
                  <a:close/>
                </a:path>
                <a:path w="7623809" h="4408170">
                  <a:moveTo>
                    <a:pt x="3558828" y="2349305"/>
                  </a:moveTo>
                  <a:lnTo>
                    <a:pt x="3514540" y="2374904"/>
                  </a:lnTo>
                  <a:lnTo>
                    <a:pt x="3514283" y="2376982"/>
                  </a:lnTo>
                  <a:lnTo>
                    <a:pt x="3558447" y="2351461"/>
                  </a:lnTo>
                  <a:lnTo>
                    <a:pt x="3558828" y="2349305"/>
                  </a:lnTo>
                  <a:close/>
                </a:path>
                <a:path w="7623809" h="4408170">
                  <a:moveTo>
                    <a:pt x="3734871" y="2247554"/>
                  </a:moveTo>
                  <a:lnTo>
                    <a:pt x="3685551" y="2276060"/>
                  </a:lnTo>
                  <a:lnTo>
                    <a:pt x="3687000" y="2277173"/>
                  </a:lnTo>
                  <a:lnTo>
                    <a:pt x="3736397" y="2248627"/>
                  </a:lnTo>
                  <a:lnTo>
                    <a:pt x="3734871" y="2247554"/>
                  </a:lnTo>
                  <a:close/>
                </a:path>
                <a:path w="7623809" h="4408170">
                  <a:moveTo>
                    <a:pt x="2030003" y="3232952"/>
                  </a:moveTo>
                  <a:lnTo>
                    <a:pt x="1985934" y="3258423"/>
                  </a:lnTo>
                  <a:lnTo>
                    <a:pt x="1985669" y="3260334"/>
                  </a:lnTo>
                  <a:lnTo>
                    <a:pt x="2029699" y="3234890"/>
                  </a:lnTo>
                  <a:lnTo>
                    <a:pt x="2030003" y="3232952"/>
                  </a:lnTo>
                  <a:close/>
                </a:path>
                <a:path w="7623809" h="4408170">
                  <a:moveTo>
                    <a:pt x="2205543" y="3131491"/>
                  </a:moveTo>
                  <a:lnTo>
                    <a:pt x="2156799" y="3159665"/>
                  </a:lnTo>
                  <a:lnTo>
                    <a:pt x="2158113" y="3160682"/>
                  </a:lnTo>
                  <a:lnTo>
                    <a:pt x="2206938" y="3132467"/>
                  </a:lnTo>
                  <a:lnTo>
                    <a:pt x="2205543" y="3131491"/>
                  </a:lnTo>
                  <a:close/>
                </a:path>
                <a:path w="7623809" h="4408170">
                  <a:moveTo>
                    <a:pt x="6893337" y="421991"/>
                  </a:moveTo>
                  <a:lnTo>
                    <a:pt x="6845931" y="449390"/>
                  </a:lnTo>
                  <a:lnTo>
                    <a:pt x="6846581" y="451321"/>
                  </a:lnTo>
                  <a:lnTo>
                    <a:pt x="6894000" y="423919"/>
                  </a:lnTo>
                  <a:lnTo>
                    <a:pt x="6893337" y="421991"/>
                  </a:lnTo>
                  <a:close/>
                </a:path>
                <a:path w="7623809" h="4408170">
                  <a:moveTo>
                    <a:pt x="6048729" y="910166"/>
                  </a:moveTo>
                  <a:lnTo>
                    <a:pt x="6028028" y="922131"/>
                  </a:lnTo>
                  <a:lnTo>
                    <a:pt x="6028330" y="922723"/>
                  </a:lnTo>
                  <a:lnTo>
                    <a:pt x="6028794" y="923902"/>
                  </a:lnTo>
                  <a:lnTo>
                    <a:pt x="6049223" y="912097"/>
                  </a:lnTo>
                  <a:lnTo>
                    <a:pt x="6048729" y="910166"/>
                  </a:lnTo>
                  <a:close/>
                </a:path>
                <a:path w="7623809" h="4408170">
                  <a:moveTo>
                    <a:pt x="5943911" y="970750"/>
                  </a:moveTo>
                  <a:lnTo>
                    <a:pt x="5898097" y="997230"/>
                  </a:lnTo>
                  <a:lnTo>
                    <a:pt x="5898708" y="999076"/>
                  </a:lnTo>
                  <a:lnTo>
                    <a:pt x="5944514" y="972606"/>
                  </a:lnTo>
                  <a:lnTo>
                    <a:pt x="5943911" y="970750"/>
                  </a:lnTo>
                  <a:close/>
                </a:path>
                <a:path w="7623809" h="4408170">
                  <a:moveTo>
                    <a:pt x="5837144" y="1032460"/>
                  </a:moveTo>
                  <a:lnTo>
                    <a:pt x="5801885" y="1052839"/>
                  </a:lnTo>
                  <a:lnTo>
                    <a:pt x="5801715" y="1055126"/>
                  </a:lnTo>
                  <a:lnTo>
                    <a:pt x="5837161" y="1034643"/>
                  </a:lnTo>
                  <a:lnTo>
                    <a:pt x="5837144" y="1032460"/>
                  </a:lnTo>
                  <a:close/>
                </a:path>
                <a:path w="7623809" h="4408170">
                  <a:moveTo>
                    <a:pt x="4673029" y="1705308"/>
                  </a:moveTo>
                  <a:lnTo>
                    <a:pt x="4653541" y="1716572"/>
                  </a:lnTo>
                  <a:lnTo>
                    <a:pt x="4653682" y="1716854"/>
                  </a:lnTo>
                  <a:lnTo>
                    <a:pt x="4654232" y="1718231"/>
                  </a:lnTo>
                  <a:lnTo>
                    <a:pt x="4673454" y="1707123"/>
                  </a:lnTo>
                  <a:lnTo>
                    <a:pt x="4673029" y="1705308"/>
                  </a:lnTo>
                  <a:close/>
                </a:path>
                <a:path w="7623809" h="4408170">
                  <a:moveTo>
                    <a:pt x="4569117" y="1765368"/>
                  </a:moveTo>
                  <a:lnTo>
                    <a:pt x="4522201" y="1792485"/>
                  </a:lnTo>
                  <a:lnTo>
                    <a:pt x="4522783" y="1794192"/>
                  </a:lnTo>
                  <a:lnTo>
                    <a:pt x="4569683" y="1767090"/>
                  </a:lnTo>
                  <a:lnTo>
                    <a:pt x="4569117" y="1765368"/>
                  </a:lnTo>
                  <a:close/>
                </a:path>
                <a:path w="7623809" h="4408170">
                  <a:moveTo>
                    <a:pt x="4462242" y="1827140"/>
                  </a:moveTo>
                  <a:lnTo>
                    <a:pt x="4427279" y="1847349"/>
                  </a:lnTo>
                  <a:lnTo>
                    <a:pt x="4427123" y="1849472"/>
                  </a:lnTo>
                  <a:lnTo>
                    <a:pt x="4462191" y="1829207"/>
                  </a:lnTo>
                  <a:lnTo>
                    <a:pt x="4462242" y="1827140"/>
                  </a:lnTo>
                  <a:close/>
                </a:path>
                <a:path w="7623809" h="4408170">
                  <a:moveTo>
                    <a:pt x="4113501" y="2028709"/>
                  </a:moveTo>
                  <a:lnTo>
                    <a:pt x="4078165" y="2049133"/>
                  </a:lnTo>
                  <a:lnTo>
                    <a:pt x="4078011" y="2051216"/>
                  </a:lnTo>
                  <a:lnTo>
                    <a:pt x="4113516" y="2030699"/>
                  </a:lnTo>
                  <a:lnTo>
                    <a:pt x="4113501" y="2028709"/>
                  </a:lnTo>
                  <a:close/>
                </a:path>
                <a:path w="7623809" h="4408170">
                  <a:moveTo>
                    <a:pt x="2688562" y="2852311"/>
                  </a:moveTo>
                  <a:lnTo>
                    <a:pt x="2653252" y="2872720"/>
                  </a:lnTo>
                  <a:lnTo>
                    <a:pt x="2653111" y="2874634"/>
                  </a:lnTo>
                  <a:lnTo>
                    <a:pt x="2688575" y="2854140"/>
                  </a:lnTo>
                  <a:lnTo>
                    <a:pt x="2688562" y="2852311"/>
                  </a:lnTo>
                  <a:close/>
                </a:path>
                <a:path w="7623809" h="4408170">
                  <a:moveTo>
                    <a:pt x="1915444" y="3299166"/>
                  </a:moveTo>
                  <a:lnTo>
                    <a:pt x="1864289" y="3328733"/>
                  </a:lnTo>
                  <a:lnTo>
                    <a:pt x="1865303" y="3329890"/>
                  </a:lnTo>
                  <a:lnTo>
                    <a:pt x="1916345" y="3300394"/>
                  </a:lnTo>
                  <a:lnTo>
                    <a:pt x="1915444" y="3299166"/>
                  </a:lnTo>
                  <a:close/>
                </a:path>
                <a:path w="7623809" h="4408170">
                  <a:moveTo>
                    <a:pt x="1792229" y="3370383"/>
                  </a:moveTo>
                  <a:lnTo>
                    <a:pt x="1745363" y="3397471"/>
                  </a:lnTo>
                  <a:lnTo>
                    <a:pt x="1745850" y="3398920"/>
                  </a:lnTo>
                  <a:lnTo>
                    <a:pt x="1792718" y="3371836"/>
                  </a:lnTo>
                  <a:lnTo>
                    <a:pt x="1792229" y="3370383"/>
                  </a:lnTo>
                  <a:close/>
                </a:path>
                <a:path w="7623809" h="4408170">
                  <a:moveTo>
                    <a:pt x="1684243" y="3432798"/>
                  </a:moveTo>
                  <a:lnTo>
                    <a:pt x="1648839" y="3453261"/>
                  </a:lnTo>
                  <a:lnTo>
                    <a:pt x="1648708" y="3455056"/>
                  </a:lnTo>
                  <a:lnTo>
                    <a:pt x="1684255" y="3434514"/>
                  </a:lnTo>
                  <a:lnTo>
                    <a:pt x="1684243" y="3432798"/>
                  </a:lnTo>
                  <a:close/>
                </a:path>
                <a:path w="7623809" h="4408170">
                  <a:moveTo>
                    <a:pt x="1449253" y="3568620"/>
                  </a:moveTo>
                  <a:lnTo>
                    <a:pt x="1402024" y="3595918"/>
                  </a:lnTo>
                  <a:lnTo>
                    <a:pt x="1402501" y="3597334"/>
                  </a:lnTo>
                  <a:lnTo>
                    <a:pt x="1449727" y="3570043"/>
                  </a:lnTo>
                  <a:lnTo>
                    <a:pt x="1449253" y="3568620"/>
                  </a:lnTo>
                  <a:close/>
                </a:path>
                <a:path w="7623809" h="4408170">
                  <a:moveTo>
                    <a:pt x="758293" y="3967988"/>
                  </a:moveTo>
                  <a:lnTo>
                    <a:pt x="722809" y="3988498"/>
                  </a:lnTo>
                  <a:lnTo>
                    <a:pt x="722717" y="3990166"/>
                  </a:lnTo>
                  <a:lnTo>
                    <a:pt x="758298" y="3969604"/>
                  </a:lnTo>
                  <a:lnTo>
                    <a:pt x="758293" y="3967988"/>
                  </a:lnTo>
                  <a:close/>
                </a:path>
                <a:path w="7623809" h="4408170">
                  <a:moveTo>
                    <a:pt x="676771" y="4015107"/>
                  </a:moveTo>
                  <a:lnTo>
                    <a:pt x="656584" y="4026775"/>
                  </a:lnTo>
                  <a:lnTo>
                    <a:pt x="657033" y="4028123"/>
                  </a:lnTo>
                  <a:lnTo>
                    <a:pt x="677129" y="4016510"/>
                  </a:lnTo>
                  <a:lnTo>
                    <a:pt x="676771" y="4015107"/>
                  </a:lnTo>
                  <a:close/>
                </a:path>
                <a:path w="7623809" h="4408170">
                  <a:moveTo>
                    <a:pt x="572512" y="4075368"/>
                  </a:moveTo>
                  <a:lnTo>
                    <a:pt x="526167" y="4102155"/>
                  </a:lnTo>
                  <a:lnTo>
                    <a:pt x="526609" y="4103492"/>
                  </a:lnTo>
                  <a:lnTo>
                    <a:pt x="572969" y="4076702"/>
                  </a:lnTo>
                  <a:lnTo>
                    <a:pt x="572512" y="4075368"/>
                  </a:lnTo>
                  <a:close/>
                </a:path>
                <a:path w="7623809" h="4408170">
                  <a:moveTo>
                    <a:pt x="465049" y="4137481"/>
                  </a:moveTo>
                  <a:lnTo>
                    <a:pt x="429702" y="4157911"/>
                  </a:lnTo>
                  <a:lnTo>
                    <a:pt x="429581" y="4159562"/>
                  </a:lnTo>
                  <a:lnTo>
                    <a:pt x="465061" y="4139059"/>
                  </a:lnTo>
                  <a:lnTo>
                    <a:pt x="465049" y="4137481"/>
                  </a:lnTo>
                  <a:close/>
                </a:path>
                <a:path w="7623809" h="4408170">
                  <a:moveTo>
                    <a:pt x="2573918" y="2918574"/>
                  </a:moveTo>
                  <a:lnTo>
                    <a:pt x="2526685" y="2945874"/>
                  </a:lnTo>
                  <a:lnTo>
                    <a:pt x="2527200" y="2947395"/>
                  </a:lnTo>
                  <a:lnTo>
                    <a:pt x="2574392" y="2920124"/>
                  </a:lnTo>
                  <a:lnTo>
                    <a:pt x="2573918" y="2918574"/>
                  </a:lnTo>
                  <a:close/>
                </a:path>
                <a:path w="7623809" h="4408170">
                  <a:moveTo>
                    <a:pt x="2403355" y="3017158"/>
                  </a:moveTo>
                  <a:lnTo>
                    <a:pt x="2356710" y="3044118"/>
                  </a:lnTo>
                  <a:lnTo>
                    <a:pt x="2357096" y="3045695"/>
                  </a:lnTo>
                  <a:lnTo>
                    <a:pt x="2403769" y="3018723"/>
                  </a:lnTo>
                  <a:lnTo>
                    <a:pt x="2403355" y="3017158"/>
                  </a:lnTo>
                  <a:close/>
                </a:path>
                <a:path w="7623809" h="4408170">
                  <a:moveTo>
                    <a:pt x="2300110" y="3076832"/>
                  </a:moveTo>
                  <a:lnTo>
                    <a:pt x="2263495" y="3097996"/>
                  </a:lnTo>
                  <a:lnTo>
                    <a:pt x="2263619" y="3099713"/>
                  </a:lnTo>
                  <a:lnTo>
                    <a:pt x="2299794" y="3078808"/>
                  </a:lnTo>
                  <a:lnTo>
                    <a:pt x="2300110" y="3076832"/>
                  </a:lnTo>
                  <a:close/>
                </a:path>
                <a:path w="7623809" h="4408170">
                  <a:moveTo>
                    <a:pt x="350380" y="4203758"/>
                  </a:moveTo>
                  <a:lnTo>
                    <a:pt x="305624" y="4229627"/>
                  </a:lnTo>
                  <a:lnTo>
                    <a:pt x="306067" y="4230939"/>
                  </a:lnTo>
                  <a:lnTo>
                    <a:pt x="350812" y="4205081"/>
                  </a:lnTo>
                  <a:lnTo>
                    <a:pt x="350380" y="4203758"/>
                  </a:lnTo>
                  <a:close/>
                </a:path>
                <a:path w="7623809" h="4408170">
                  <a:moveTo>
                    <a:pt x="304130" y="4230490"/>
                  </a:moveTo>
                  <a:lnTo>
                    <a:pt x="284684" y="4241730"/>
                  </a:lnTo>
                  <a:lnTo>
                    <a:pt x="284657" y="4243311"/>
                  </a:lnTo>
                  <a:lnTo>
                    <a:pt x="304112" y="4232068"/>
                  </a:lnTo>
                  <a:lnTo>
                    <a:pt x="304130" y="4230490"/>
                  </a:lnTo>
                  <a:close/>
                </a:path>
                <a:path w="7623809" h="4408170">
                  <a:moveTo>
                    <a:pt x="163638" y="4311693"/>
                  </a:moveTo>
                  <a:lnTo>
                    <a:pt x="95624" y="4351005"/>
                  </a:lnTo>
                  <a:lnTo>
                    <a:pt x="96056" y="4352299"/>
                  </a:lnTo>
                  <a:lnTo>
                    <a:pt x="164652" y="4312659"/>
                  </a:lnTo>
                  <a:lnTo>
                    <a:pt x="163638" y="4311693"/>
                  </a:lnTo>
                  <a:close/>
                </a:path>
                <a:path w="7623809" h="4408170">
                  <a:moveTo>
                    <a:pt x="36011" y="4385460"/>
                  </a:moveTo>
                  <a:lnTo>
                    <a:pt x="73" y="4406232"/>
                  </a:lnTo>
                  <a:lnTo>
                    <a:pt x="0" y="4407808"/>
                  </a:lnTo>
                  <a:lnTo>
                    <a:pt x="35836" y="4387099"/>
                  </a:lnTo>
                  <a:lnTo>
                    <a:pt x="36011" y="4385460"/>
                  </a:lnTo>
                  <a:close/>
                </a:path>
                <a:path w="7623809" h="4408170">
                  <a:moveTo>
                    <a:pt x="7623437" y="0"/>
                  </a:moveTo>
                  <a:lnTo>
                    <a:pt x="7594175" y="16913"/>
                  </a:lnTo>
                  <a:lnTo>
                    <a:pt x="7594252" y="19259"/>
                  </a:lnTo>
                  <a:lnTo>
                    <a:pt x="7623536" y="2336"/>
                  </a:lnTo>
                  <a:lnTo>
                    <a:pt x="7623437" y="0"/>
                  </a:lnTo>
                  <a:close/>
                </a:path>
                <a:path w="7623809" h="4408170">
                  <a:moveTo>
                    <a:pt x="7468422" y="89597"/>
                  </a:moveTo>
                  <a:lnTo>
                    <a:pt x="7401941" y="128022"/>
                  </a:lnTo>
                  <a:lnTo>
                    <a:pt x="7402616" y="130001"/>
                  </a:lnTo>
                  <a:lnTo>
                    <a:pt x="7470328" y="90872"/>
                  </a:lnTo>
                  <a:lnTo>
                    <a:pt x="7468422" y="89597"/>
                  </a:lnTo>
                  <a:close/>
                </a:path>
                <a:path w="7623809" h="4408170">
                  <a:moveTo>
                    <a:pt x="7342221" y="162540"/>
                  </a:moveTo>
                  <a:lnTo>
                    <a:pt x="7307204" y="182779"/>
                  </a:lnTo>
                  <a:lnTo>
                    <a:pt x="7307115" y="185189"/>
                  </a:lnTo>
                  <a:lnTo>
                    <a:pt x="7341952" y="165058"/>
                  </a:lnTo>
                  <a:lnTo>
                    <a:pt x="7342221" y="162540"/>
                  </a:lnTo>
                  <a:close/>
                </a:path>
                <a:path w="7623809" h="4408170">
                  <a:moveTo>
                    <a:pt x="6442333" y="682666"/>
                  </a:moveTo>
                  <a:lnTo>
                    <a:pt x="6413072" y="699579"/>
                  </a:lnTo>
                  <a:lnTo>
                    <a:pt x="6413145" y="701794"/>
                  </a:lnTo>
                  <a:lnTo>
                    <a:pt x="6442427" y="684873"/>
                  </a:lnTo>
                  <a:lnTo>
                    <a:pt x="6442333" y="682666"/>
                  </a:lnTo>
                  <a:close/>
                </a:path>
                <a:path w="7623809" h="4408170">
                  <a:moveTo>
                    <a:pt x="6287375" y="772231"/>
                  </a:moveTo>
                  <a:lnTo>
                    <a:pt x="6220816" y="810701"/>
                  </a:lnTo>
                  <a:lnTo>
                    <a:pt x="6221453" y="812569"/>
                  </a:lnTo>
                  <a:lnTo>
                    <a:pt x="6289160" y="773442"/>
                  </a:lnTo>
                  <a:lnTo>
                    <a:pt x="6287791" y="772530"/>
                  </a:lnTo>
                  <a:lnTo>
                    <a:pt x="6287375" y="772231"/>
                  </a:lnTo>
                  <a:close/>
                </a:path>
                <a:path w="7623809" h="4408170">
                  <a:moveTo>
                    <a:pt x="6161110" y="845211"/>
                  </a:moveTo>
                  <a:lnTo>
                    <a:pt x="6126087" y="865454"/>
                  </a:lnTo>
                  <a:lnTo>
                    <a:pt x="6126004" y="867726"/>
                  </a:lnTo>
                  <a:lnTo>
                    <a:pt x="6160852" y="847589"/>
                  </a:lnTo>
                  <a:lnTo>
                    <a:pt x="6161110" y="845211"/>
                  </a:lnTo>
                  <a:close/>
                </a:path>
                <a:path w="7623809" h="4408170">
                  <a:moveTo>
                    <a:pt x="4969653" y="1533862"/>
                  </a:moveTo>
                  <a:lnTo>
                    <a:pt x="4934262" y="1554317"/>
                  </a:lnTo>
                  <a:lnTo>
                    <a:pt x="4934098" y="1555310"/>
                  </a:lnTo>
                  <a:lnTo>
                    <a:pt x="4934115" y="1556493"/>
                  </a:lnTo>
                  <a:lnTo>
                    <a:pt x="4969735" y="1535909"/>
                  </a:lnTo>
                  <a:lnTo>
                    <a:pt x="4969653" y="1533862"/>
                  </a:lnTo>
                  <a:close/>
                </a:path>
                <a:path w="7623809" h="4408170">
                  <a:moveTo>
                    <a:pt x="1304324" y="3652387"/>
                  </a:moveTo>
                  <a:lnTo>
                    <a:pt x="1284017" y="3664125"/>
                  </a:lnTo>
                  <a:lnTo>
                    <a:pt x="1284118" y="3664526"/>
                  </a:lnTo>
                  <a:lnTo>
                    <a:pt x="1284536" y="3665503"/>
                  </a:lnTo>
                  <a:lnTo>
                    <a:pt x="1304691" y="3653856"/>
                  </a:lnTo>
                  <a:lnTo>
                    <a:pt x="1304324" y="3652387"/>
                  </a:lnTo>
                  <a:close/>
                </a:path>
                <a:path w="7623809" h="4408170">
                  <a:moveTo>
                    <a:pt x="1147641" y="3742949"/>
                  </a:moveTo>
                  <a:lnTo>
                    <a:pt x="1101848" y="3769417"/>
                  </a:lnTo>
                  <a:lnTo>
                    <a:pt x="1101626" y="3771202"/>
                  </a:lnTo>
                  <a:lnTo>
                    <a:pt x="1147419" y="3744740"/>
                  </a:lnTo>
                  <a:lnTo>
                    <a:pt x="1147641" y="3742949"/>
                  </a:lnTo>
                  <a:close/>
                </a:path>
                <a:path w="7623809" h="4408170">
                  <a:moveTo>
                    <a:pt x="6679824" y="545399"/>
                  </a:moveTo>
                  <a:lnTo>
                    <a:pt x="6633763" y="572022"/>
                  </a:lnTo>
                  <a:lnTo>
                    <a:pt x="6634401" y="573935"/>
                  </a:lnTo>
                  <a:lnTo>
                    <a:pt x="6680469" y="547314"/>
                  </a:lnTo>
                  <a:lnTo>
                    <a:pt x="6679824" y="545399"/>
                  </a:lnTo>
                  <a:close/>
                </a:path>
                <a:path w="7623809" h="4408170">
                  <a:moveTo>
                    <a:pt x="6538052" y="627342"/>
                  </a:moveTo>
                  <a:lnTo>
                    <a:pt x="6508513" y="644415"/>
                  </a:lnTo>
                  <a:lnTo>
                    <a:pt x="6508393" y="646753"/>
                  </a:lnTo>
                  <a:lnTo>
                    <a:pt x="6537707" y="629812"/>
                  </a:lnTo>
                  <a:lnTo>
                    <a:pt x="6538052" y="627342"/>
                  </a:lnTo>
                  <a:close/>
                </a:path>
                <a:path w="7623809" h="4408170">
                  <a:moveTo>
                    <a:pt x="5695113" y="1114553"/>
                  </a:moveTo>
                  <a:lnTo>
                    <a:pt x="5647718" y="1141947"/>
                  </a:lnTo>
                  <a:lnTo>
                    <a:pt x="5648325" y="1143767"/>
                  </a:lnTo>
                  <a:lnTo>
                    <a:pt x="5695732" y="1116371"/>
                  </a:lnTo>
                  <a:lnTo>
                    <a:pt x="5695113" y="1114553"/>
                  </a:lnTo>
                  <a:close/>
                </a:path>
                <a:path w="7623809" h="4408170">
                  <a:moveTo>
                    <a:pt x="5552585" y="1196933"/>
                  </a:moveTo>
                  <a:lnTo>
                    <a:pt x="5523129" y="1213958"/>
                  </a:lnTo>
                  <a:lnTo>
                    <a:pt x="5522981" y="1216200"/>
                  </a:lnTo>
                  <a:lnTo>
                    <a:pt x="5552264" y="1199278"/>
                  </a:lnTo>
                  <a:lnTo>
                    <a:pt x="5552585" y="1196933"/>
                  </a:lnTo>
                  <a:close/>
                </a:path>
                <a:path w="7623809" h="4408170">
                  <a:moveTo>
                    <a:pt x="5411435" y="1278516"/>
                  </a:moveTo>
                  <a:lnTo>
                    <a:pt x="5364470" y="1305661"/>
                  </a:lnTo>
                  <a:lnTo>
                    <a:pt x="5365067" y="1307455"/>
                  </a:lnTo>
                  <a:lnTo>
                    <a:pt x="5412045" y="1280308"/>
                  </a:lnTo>
                  <a:lnTo>
                    <a:pt x="5411435" y="1278516"/>
                  </a:lnTo>
                  <a:close/>
                </a:path>
                <a:path w="7623809" h="4408170">
                  <a:moveTo>
                    <a:pt x="5268525" y="1361116"/>
                  </a:moveTo>
                  <a:lnTo>
                    <a:pt x="5238983" y="1378191"/>
                  </a:lnTo>
                  <a:lnTo>
                    <a:pt x="5238871" y="1380381"/>
                  </a:lnTo>
                  <a:lnTo>
                    <a:pt x="5268197" y="1363434"/>
                  </a:lnTo>
                  <a:lnTo>
                    <a:pt x="5268525" y="1361116"/>
                  </a:lnTo>
                  <a:close/>
                </a:path>
                <a:path w="7623809" h="4408170">
                  <a:moveTo>
                    <a:pt x="3971714" y="2110661"/>
                  </a:moveTo>
                  <a:lnTo>
                    <a:pt x="3924375" y="2138022"/>
                  </a:lnTo>
                  <a:lnTo>
                    <a:pt x="3924928" y="2139680"/>
                  </a:lnTo>
                  <a:lnTo>
                    <a:pt x="3972273" y="2112320"/>
                  </a:lnTo>
                  <a:lnTo>
                    <a:pt x="3971714" y="2110661"/>
                  </a:lnTo>
                  <a:close/>
                </a:path>
                <a:path w="7623809" h="4408170">
                  <a:moveTo>
                    <a:pt x="3828869" y="2193224"/>
                  </a:moveTo>
                  <a:lnTo>
                    <a:pt x="3799411" y="2210250"/>
                  </a:lnTo>
                  <a:lnTo>
                    <a:pt x="3799277" y="2212290"/>
                  </a:lnTo>
                  <a:lnTo>
                    <a:pt x="3828577" y="2195358"/>
                  </a:lnTo>
                  <a:lnTo>
                    <a:pt x="3828869" y="2193224"/>
                  </a:lnTo>
                  <a:close/>
                </a:path>
                <a:path w="7623809" h="4408170">
                  <a:moveTo>
                    <a:pt x="3292473" y="2503256"/>
                  </a:moveTo>
                  <a:lnTo>
                    <a:pt x="3241838" y="2532523"/>
                  </a:lnTo>
                  <a:lnTo>
                    <a:pt x="3243162" y="2533657"/>
                  </a:lnTo>
                  <a:lnTo>
                    <a:pt x="3293805" y="2504391"/>
                  </a:lnTo>
                  <a:lnTo>
                    <a:pt x="3292473" y="2503256"/>
                  </a:lnTo>
                  <a:close/>
                </a:path>
                <a:path w="7623809" h="4408170">
                  <a:moveTo>
                    <a:pt x="3435578" y="2420543"/>
                  </a:moveTo>
                  <a:lnTo>
                    <a:pt x="3407366" y="2436849"/>
                  </a:lnTo>
                  <a:lnTo>
                    <a:pt x="3407525" y="2438675"/>
                  </a:lnTo>
                  <a:lnTo>
                    <a:pt x="3435496" y="2422511"/>
                  </a:lnTo>
                  <a:lnTo>
                    <a:pt x="3435578" y="2420543"/>
                  </a:lnTo>
                  <a:close/>
                </a:path>
              </a:pathLst>
            </a:custGeom>
            <a:solidFill>
              <a:srgbClr val="6666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1769" y="908417"/>
              <a:ext cx="7625080" cy="4410710"/>
            </a:xfrm>
            <a:custGeom>
              <a:avLst/>
              <a:gdLst/>
              <a:ahLst/>
              <a:cxnLst/>
              <a:rect l="l" t="t" r="r" b="b"/>
              <a:pathLst>
                <a:path w="7625080" h="4410710">
                  <a:moveTo>
                    <a:pt x="36334" y="4389425"/>
                  </a:moveTo>
                  <a:lnTo>
                    <a:pt x="36245" y="4388586"/>
                  </a:lnTo>
                  <a:lnTo>
                    <a:pt x="35979" y="4385589"/>
                  </a:lnTo>
                  <a:lnTo>
                    <a:pt x="36068" y="4384764"/>
                  </a:lnTo>
                  <a:lnTo>
                    <a:pt x="228" y="4405477"/>
                  </a:lnTo>
                  <a:lnTo>
                    <a:pt x="38" y="4409516"/>
                  </a:lnTo>
                  <a:lnTo>
                    <a:pt x="0" y="4410418"/>
                  </a:lnTo>
                  <a:lnTo>
                    <a:pt x="36334" y="4389425"/>
                  </a:lnTo>
                  <a:close/>
                </a:path>
                <a:path w="7625080" h="4410710">
                  <a:moveTo>
                    <a:pt x="168033" y="4313326"/>
                  </a:moveTo>
                  <a:lnTo>
                    <a:pt x="167449" y="4312767"/>
                  </a:lnTo>
                  <a:lnTo>
                    <a:pt x="164884" y="4310329"/>
                  </a:lnTo>
                  <a:lnTo>
                    <a:pt x="96278" y="4349966"/>
                  </a:lnTo>
                  <a:lnTo>
                    <a:pt x="97383" y="4353255"/>
                  </a:lnTo>
                  <a:lnTo>
                    <a:pt x="97624" y="4354004"/>
                  </a:lnTo>
                  <a:lnTo>
                    <a:pt x="168033" y="4313326"/>
                  </a:lnTo>
                  <a:close/>
                </a:path>
                <a:path w="7625080" h="4410710">
                  <a:moveTo>
                    <a:pt x="304342" y="4229735"/>
                  </a:moveTo>
                  <a:lnTo>
                    <a:pt x="284886" y="4240974"/>
                  </a:lnTo>
                  <a:lnTo>
                    <a:pt x="284810" y="4244949"/>
                  </a:lnTo>
                  <a:lnTo>
                    <a:pt x="284797" y="4245864"/>
                  </a:lnTo>
                  <a:lnTo>
                    <a:pt x="304292" y="4234599"/>
                  </a:lnTo>
                  <a:lnTo>
                    <a:pt x="304292" y="4233684"/>
                  </a:lnTo>
                  <a:lnTo>
                    <a:pt x="304342" y="4229735"/>
                  </a:lnTo>
                  <a:close/>
                </a:path>
                <a:path w="7625080" h="4410710">
                  <a:moveTo>
                    <a:pt x="352374" y="4206824"/>
                  </a:moveTo>
                  <a:lnTo>
                    <a:pt x="352120" y="4206049"/>
                  </a:lnTo>
                  <a:lnTo>
                    <a:pt x="351040" y="4202747"/>
                  </a:lnTo>
                  <a:lnTo>
                    <a:pt x="306298" y="4228604"/>
                  </a:lnTo>
                  <a:lnTo>
                    <a:pt x="307403" y="4231894"/>
                  </a:lnTo>
                  <a:lnTo>
                    <a:pt x="307657" y="4232656"/>
                  </a:lnTo>
                  <a:lnTo>
                    <a:pt x="352374" y="4206824"/>
                  </a:lnTo>
                  <a:close/>
                </a:path>
                <a:path w="7625080" h="4410710">
                  <a:moveTo>
                    <a:pt x="465328" y="4141559"/>
                  </a:moveTo>
                  <a:lnTo>
                    <a:pt x="465315" y="4140631"/>
                  </a:lnTo>
                  <a:lnTo>
                    <a:pt x="465289" y="4136720"/>
                  </a:lnTo>
                  <a:lnTo>
                    <a:pt x="429806" y="4157230"/>
                  </a:lnTo>
                  <a:lnTo>
                    <a:pt x="429501" y="4161332"/>
                  </a:lnTo>
                  <a:lnTo>
                    <a:pt x="429437" y="4162298"/>
                  </a:lnTo>
                  <a:lnTo>
                    <a:pt x="465328" y="4141559"/>
                  </a:lnTo>
                  <a:close/>
                </a:path>
                <a:path w="7625080" h="4410710">
                  <a:moveTo>
                    <a:pt x="574586" y="4078427"/>
                  </a:moveTo>
                  <a:lnTo>
                    <a:pt x="574319" y="4077652"/>
                  </a:lnTo>
                  <a:lnTo>
                    <a:pt x="573201" y="4074363"/>
                  </a:lnTo>
                  <a:lnTo>
                    <a:pt x="526834" y="4101160"/>
                  </a:lnTo>
                  <a:lnTo>
                    <a:pt x="527926" y="4104449"/>
                  </a:lnTo>
                  <a:lnTo>
                    <a:pt x="528180" y="4105237"/>
                  </a:lnTo>
                  <a:lnTo>
                    <a:pt x="574586" y="4078427"/>
                  </a:lnTo>
                  <a:close/>
                </a:path>
                <a:path w="7625080" h="4410710">
                  <a:moveTo>
                    <a:pt x="678434" y="4018419"/>
                  </a:moveTo>
                  <a:lnTo>
                    <a:pt x="678230" y="4017594"/>
                  </a:lnTo>
                  <a:lnTo>
                    <a:pt x="677354" y="4014178"/>
                  </a:lnTo>
                  <a:lnTo>
                    <a:pt x="657263" y="4025785"/>
                  </a:lnTo>
                  <a:lnTo>
                    <a:pt x="658355" y="4029087"/>
                  </a:lnTo>
                  <a:lnTo>
                    <a:pt x="658622" y="4029875"/>
                  </a:lnTo>
                  <a:lnTo>
                    <a:pt x="678434" y="4018419"/>
                  </a:lnTo>
                  <a:close/>
                </a:path>
                <a:path w="7625080" h="4410710">
                  <a:moveTo>
                    <a:pt x="758532" y="3971188"/>
                  </a:moveTo>
                  <a:lnTo>
                    <a:pt x="758520" y="3967264"/>
                  </a:lnTo>
                  <a:lnTo>
                    <a:pt x="722947" y="3987825"/>
                  </a:lnTo>
                  <a:lnTo>
                    <a:pt x="722718" y="3991889"/>
                  </a:lnTo>
                  <a:lnTo>
                    <a:pt x="722668" y="3992867"/>
                  </a:lnTo>
                  <a:lnTo>
                    <a:pt x="758532" y="3972141"/>
                  </a:lnTo>
                  <a:lnTo>
                    <a:pt x="758532" y="3971188"/>
                  </a:lnTo>
                  <a:close/>
                </a:path>
                <a:path w="7625080" h="4410710">
                  <a:moveTo>
                    <a:pt x="867765" y="3909022"/>
                  </a:moveTo>
                  <a:lnTo>
                    <a:pt x="867498" y="3908221"/>
                  </a:lnTo>
                  <a:lnTo>
                    <a:pt x="866406" y="3904932"/>
                  </a:lnTo>
                  <a:lnTo>
                    <a:pt x="819543" y="3932009"/>
                  </a:lnTo>
                  <a:lnTo>
                    <a:pt x="820648" y="3935298"/>
                  </a:lnTo>
                  <a:lnTo>
                    <a:pt x="820915" y="3936098"/>
                  </a:lnTo>
                  <a:lnTo>
                    <a:pt x="867765" y="3909022"/>
                  </a:lnTo>
                  <a:close/>
                </a:path>
                <a:path w="7625080" h="4410710">
                  <a:moveTo>
                    <a:pt x="994638" y="3835717"/>
                  </a:moveTo>
                  <a:lnTo>
                    <a:pt x="994156" y="3835031"/>
                  </a:lnTo>
                  <a:lnTo>
                    <a:pt x="992200" y="3832237"/>
                  </a:lnTo>
                  <a:lnTo>
                    <a:pt x="940955" y="3861841"/>
                  </a:lnTo>
                  <a:lnTo>
                    <a:pt x="943229" y="3864470"/>
                  </a:lnTo>
                  <a:lnTo>
                    <a:pt x="943775" y="3865105"/>
                  </a:lnTo>
                  <a:lnTo>
                    <a:pt x="994638" y="3835717"/>
                  </a:lnTo>
                  <a:close/>
                </a:path>
                <a:path w="7625080" h="4410710">
                  <a:moveTo>
                    <a:pt x="1147648" y="3742410"/>
                  </a:moveTo>
                  <a:lnTo>
                    <a:pt x="1101852" y="3768864"/>
                  </a:lnTo>
                  <a:lnTo>
                    <a:pt x="1101331" y="3773093"/>
                  </a:lnTo>
                  <a:lnTo>
                    <a:pt x="1101191" y="3774148"/>
                  </a:lnTo>
                  <a:lnTo>
                    <a:pt x="1146987" y="3747693"/>
                  </a:lnTo>
                  <a:lnTo>
                    <a:pt x="1147127" y="3746639"/>
                  </a:lnTo>
                  <a:lnTo>
                    <a:pt x="1147648" y="3742410"/>
                  </a:lnTo>
                  <a:close/>
                </a:path>
                <a:path w="7625080" h="4410710">
                  <a:moveTo>
                    <a:pt x="1305991" y="3655822"/>
                  </a:moveTo>
                  <a:lnTo>
                    <a:pt x="1305775" y="3654958"/>
                  </a:lnTo>
                  <a:lnTo>
                    <a:pt x="1304912" y="3651516"/>
                  </a:lnTo>
                  <a:lnTo>
                    <a:pt x="1284757" y="3663162"/>
                  </a:lnTo>
                  <a:lnTo>
                    <a:pt x="1286116" y="3666312"/>
                  </a:lnTo>
                  <a:lnTo>
                    <a:pt x="1286459" y="3667112"/>
                  </a:lnTo>
                  <a:lnTo>
                    <a:pt x="1305991" y="3655822"/>
                  </a:lnTo>
                  <a:close/>
                </a:path>
                <a:path w="7625080" h="4410710">
                  <a:moveTo>
                    <a:pt x="1451330" y="3571849"/>
                  </a:moveTo>
                  <a:lnTo>
                    <a:pt x="1451051" y="3570998"/>
                  </a:lnTo>
                  <a:lnTo>
                    <a:pt x="1449959" y="3567709"/>
                  </a:lnTo>
                  <a:lnTo>
                    <a:pt x="1402727" y="3595001"/>
                  </a:lnTo>
                  <a:lnTo>
                    <a:pt x="1403832" y="3598291"/>
                  </a:lnTo>
                  <a:lnTo>
                    <a:pt x="1404112" y="3599129"/>
                  </a:lnTo>
                  <a:lnTo>
                    <a:pt x="1451330" y="3571849"/>
                  </a:lnTo>
                  <a:close/>
                </a:path>
                <a:path w="7625080" h="4410710">
                  <a:moveTo>
                    <a:pt x="1684515" y="3436086"/>
                  </a:moveTo>
                  <a:lnTo>
                    <a:pt x="1684477" y="3432175"/>
                  </a:lnTo>
                  <a:lnTo>
                    <a:pt x="1648929" y="3452723"/>
                  </a:lnTo>
                  <a:lnTo>
                    <a:pt x="1648637" y="3456825"/>
                  </a:lnTo>
                  <a:lnTo>
                    <a:pt x="1648561" y="3457892"/>
                  </a:lnTo>
                  <a:lnTo>
                    <a:pt x="1684515" y="3437115"/>
                  </a:lnTo>
                  <a:lnTo>
                    <a:pt x="1684515" y="3436086"/>
                  </a:lnTo>
                  <a:close/>
                </a:path>
                <a:path w="7625080" h="4410710">
                  <a:moveTo>
                    <a:pt x="1794344" y="3373653"/>
                  </a:moveTo>
                  <a:lnTo>
                    <a:pt x="1794052" y="3372789"/>
                  </a:lnTo>
                  <a:lnTo>
                    <a:pt x="1792947" y="3369500"/>
                  </a:lnTo>
                  <a:lnTo>
                    <a:pt x="1746072" y="3396589"/>
                  </a:lnTo>
                  <a:lnTo>
                    <a:pt x="1747177" y="3399879"/>
                  </a:lnTo>
                  <a:lnTo>
                    <a:pt x="1747469" y="3400742"/>
                  </a:lnTo>
                  <a:lnTo>
                    <a:pt x="1794344" y="3373653"/>
                  </a:lnTo>
                  <a:close/>
                </a:path>
                <a:path w="7625080" h="4410710">
                  <a:moveTo>
                    <a:pt x="1919135" y="3301555"/>
                  </a:moveTo>
                  <a:lnTo>
                    <a:pt x="1918601" y="3300819"/>
                  </a:lnTo>
                  <a:lnTo>
                    <a:pt x="1916569" y="3298063"/>
                  </a:lnTo>
                  <a:lnTo>
                    <a:pt x="1865528" y="3327552"/>
                  </a:lnTo>
                  <a:lnTo>
                    <a:pt x="1867814" y="3330168"/>
                  </a:lnTo>
                  <a:lnTo>
                    <a:pt x="1868424" y="3330854"/>
                  </a:lnTo>
                  <a:lnTo>
                    <a:pt x="1919135" y="3301555"/>
                  </a:lnTo>
                  <a:close/>
                </a:path>
                <a:path w="7625080" h="4410710">
                  <a:moveTo>
                    <a:pt x="2029929" y="3232556"/>
                  </a:moveTo>
                  <a:lnTo>
                    <a:pt x="1985899" y="3257994"/>
                  </a:lnTo>
                  <a:lnTo>
                    <a:pt x="1985302" y="3262274"/>
                  </a:lnTo>
                  <a:lnTo>
                    <a:pt x="1985137" y="3263417"/>
                  </a:lnTo>
                  <a:lnTo>
                    <a:pt x="2029066" y="3238030"/>
                  </a:lnTo>
                  <a:lnTo>
                    <a:pt x="2029244" y="3236874"/>
                  </a:lnTo>
                  <a:lnTo>
                    <a:pt x="2029929" y="3232556"/>
                  </a:lnTo>
                  <a:close/>
                </a:path>
                <a:path w="7625080" h="4410710">
                  <a:moveTo>
                    <a:pt x="2210765" y="3133052"/>
                  </a:moveTo>
                  <a:lnTo>
                    <a:pt x="2210104" y="3132366"/>
                  </a:lnTo>
                  <a:lnTo>
                    <a:pt x="2209609" y="3131832"/>
                  </a:lnTo>
                  <a:lnTo>
                    <a:pt x="2207158" y="3130131"/>
                  </a:lnTo>
                  <a:lnTo>
                    <a:pt x="2158339" y="3158350"/>
                  </a:lnTo>
                  <a:lnTo>
                    <a:pt x="2161248" y="3160598"/>
                  </a:lnTo>
                  <a:lnTo>
                    <a:pt x="2162035" y="3161207"/>
                  </a:lnTo>
                  <a:lnTo>
                    <a:pt x="2210765" y="3133052"/>
                  </a:lnTo>
                  <a:close/>
                </a:path>
                <a:path w="7625080" h="4410710">
                  <a:moveTo>
                    <a:pt x="2300046" y="3081464"/>
                  </a:moveTo>
                  <a:lnTo>
                    <a:pt x="2299970" y="3080435"/>
                  </a:lnTo>
                  <a:lnTo>
                    <a:pt x="2299779" y="3077972"/>
                  </a:lnTo>
                  <a:lnTo>
                    <a:pt x="2300020" y="3076473"/>
                  </a:lnTo>
                  <a:lnTo>
                    <a:pt x="2263851" y="3097377"/>
                  </a:lnTo>
                  <a:lnTo>
                    <a:pt x="2264118" y="3101149"/>
                  </a:lnTo>
                  <a:lnTo>
                    <a:pt x="2264194" y="3102178"/>
                  </a:lnTo>
                  <a:lnTo>
                    <a:pt x="2300046" y="3081464"/>
                  </a:lnTo>
                  <a:close/>
                </a:path>
                <a:path w="7625080" h="4410710">
                  <a:moveTo>
                    <a:pt x="2405151" y="3020733"/>
                  </a:moveTo>
                  <a:lnTo>
                    <a:pt x="2404897" y="3019793"/>
                  </a:lnTo>
                  <a:lnTo>
                    <a:pt x="2403995" y="3016389"/>
                  </a:lnTo>
                  <a:lnTo>
                    <a:pt x="2357323" y="3043364"/>
                  </a:lnTo>
                  <a:lnTo>
                    <a:pt x="2358161" y="3046806"/>
                  </a:lnTo>
                  <a:lnTo>
                    <a:pt x="2358390" y="3047746"/>
                  </a:lnTo>
                  <a:lnTo>
                    <a:pt x="2405151" y="3020733"/>
                  </a:lnTo>
                  <a:close/>
                </a:path>
                <a:path w="7625080" h="4410710">
                  <a:moveTo>
                    <a:pt x="2575928" y="2922066"/>
                  </a:moveTo>
                  <a:lnTo>
                    <a:pt x="2575636" y="2921127"/>
                  </a:lnTo>
                  <a:lnTo>
                    <a:pt x="2574620" y="2917787"/>
                  </a:lnTo>
                  <a:lnTo>
                    <a:pt x="2527427" y="2945066"/>
                  </a:lnTo>
                  <a:lnTo>
                    <a:pt x="2528532" y="2948343"/>
                  </a:lnTo>
                  <a:lnTo>
                    <a:pt x="2528849" y="2949257"/>
                  </a:lnTo>
                  <a:lnTo>
                    <a:pt x="2575928" y="2922066"/>
                  </a:lnTo>
                  <a:close/>
                </a:path>
                <a:path w="7625080" h="4410710">
                  <a:moveTo>
                    <a:pt x="2688844" y="2856827"/>
                  </a:moveTo>
                  <a:lnTo>
                    <a:pt x="2688831" y="2855722"/>
                  </a:lnTo>
                  <a:lnTo>
                    <a:pt x="2688806" y="2851810"/>
                  </a:lnTo>
                  <a:lnTo>
                    <a:pt x="2653334" y="2872295"/>
                  </a:lnTo>
                  <a:lnTo>
                    <a:pt x="2653042" y="2876397"/>
                  </a:lnTo>
                  <a:lnTo>
                    <a:pt x="2652953" y="2877553"/>
                  </a:lnTo>
                  <a:lnTo>
                    <a:pt x="2688844" y="2856827"/>
                  </a:lnTo>
                  <a:close/>
                </a:path>
                <a:path w="7625080" h="4410710">
                  <a:moveTo>
                    <a:pt x="2798673" y="2793365"/>
                  </a:moveTo>
                  <a:lnTo>
                    <a:pt x="2798356" y="2792425"/>
                  </a:lnTo>
                  <a:lnTo>
                    <a:pt x="2797264" y="2789123"/>
                  </a:lnTo>
                  <a:lnTo>
                    <a:pt x="2750388" y="2816225"/>
                  </a:lnTo>
                  <a:lnTo>
                    <a:pt x="2751480" y="2819514"/>
                  </a:lnTo>
                  <a:lnTo>
                    <a:pt x="2751785" y="2820441"/>
                  </a:lnTo>
                  <a:lnTo>
                    <a:pt x="2798673" y="2793365"/>
                  </a:lnTo>
                  <a:close/>
                </a:path>
                <a:path w="7625080" h="4410710">
                  <a:moveTo>
                    <a:pt x="2925483" y="2720086"/>
                  </a:moveTo>
                  <a:lnTo>
                    <a:pt x="2924899" y="2719298"/>
                  </a:lnTo>
                  <a:lnTo>
                    <a:pt x="2922854" y="2716555"/>
                  </a:lnTo>
                  <a:lnTo>
                    <a:pt x="2871711" y="2746108"/>
                  </a:lnTo>
                  <a:lnTo>
                    <a:pt x="2873972" y="2748724"/>
                  </a:lnTo>
                  <a:lnTo>
                    <a:pt x="2874619" y="2749473"/>
                  </a:lnTo>
                  <a:lnTo>
                    <a:pt x="2925483" y="2720086"/>
                  </a:lnTo>
                  <a:close/>
                </a:path>
                <a:path w="7625080" h="4410710">
                  <a:moveTo>
                    <a:pt x="3297021" y="2505418"/>
                  </a:moveTo>
                  <a:lnTo>
                    <a:pt x="3296335" y="2504656"/>
                  </a:lnTo>
                  <a:lnTo>
                    <a:pt x="3294037" y="2502052"/>
                  </a:lnTo>
                  <a:lnTo>
                    <a:pt x="3243389" y="2531326"/>
                  </a:lnTo>
                  <a:lnTo>
                    <a:pt x="3246132" y="2533662"/>
                  </a:lnTo>
                  <a:lnTo>
                    <a:pt x="3246932" y="2534361"/>
                  </a:lnTo>
                  <a:lnTo>
                    <a:pt x="3297021" y="2505418"/>
                  </a:lnTo>
                  <a:close/>
                </a:path>
                <a:path w="7625080" h="4410710">
                  <a:moveTo>
                    <a:pt x="3435718" y="2420175"/>
                  </a:moveTo>
                  <a:lnTo>
                    <a:pt x="3407753" y="2436342"/>
                  </a:lnTo>
                  <a:lnTo>
                    <a:pt x="3408070" y="2440076"/>
                  </a:lnTo>
                  <a:lnTo>
                    <a:pt x="3408172" y="2441194"/>
                  </a:lnTo>
                  <a:lnTo>
                    <a:pt x="3435502" y="2425395"/>
                  </a:lnTo>
                  <a:lnTo>
                    <a:pt x="3435553" y="2424201"/>
                  </a:lnTo>
                  <a:lnTo>
                    <a:pt x="3435718" y="2420175"/>
                  </a:lnTo>
                  <a:close/>
                </a:path>
                <a:path w="7625080" h="4410710">
                  <a:moveTo>
                    <a:pt x="3558679" y="2349131"/>
                  </a:moveTo>
                  <a:lnTo>
                    <a:pt x="3514509" y="2374646"/>
                  </a:lnTo>
                  <a:lnTo>
                    <a:pt x="3513988" y="2378875"/>
                  </a:lnTo>
                  <a:lnTo>
                    <a:pt x="3513823" y="2380145"/>
                  </a:lnTo>
                  <a:lnTo>
                    <a:pt x="3557663" y="2354821"/>
                  </a:lnTo>
                  <a:lnTo>
                    <a:pt x="3557905" y="2353500"/>
                  </a:lnTo>
                  <a:lnTo>
                    <a:pt x="3558679" y="2349131"/>
                  </a:lnTo>
                  <a:close/>
                </a:path>
                <a:path w="7625080" h="4410710">
                  <a:moveTo>
                    <a:pt x="3740264" y="2249309"/>
                  </a:moveTo>
                  <a:lnTo>
                    <a:pt x="3739527" y="2248535"/>
                  </a:lnTo>
                  <a:lnTo>
                    <a:pt x="3738943" y="2247912"/>
                  </a:lnTo>
                  <a:lnTo>
                    <a:pt x="3736619" y="2246287"/>
                  </a:lnTo>
                  <a:lnTo>
                    <a:pt x="3687229" y="2274836"/>
                  </a:lnTo>
                  <a:lnTo>
                    <a:pt x="3690150" y="2277084"/>
                  </a:lnTo>
                  <a:lnTo>
                    <a:pt x="3691026" y="2277757"/>
                  </a:lnTo>
                  <a:lnTo>
                    <a:pt x="3740264" y="2249309"/>
                  </a:lnTo>
                  <a:close/>
                </a:path>
                <a:path w="7625080" h="4410710">
                  <a:moveTo>
                    <a:pt x="3828808" y="2193023"/>
                  </a:moveTo>
                  <a:lnTo>
                    <a:pt x="3799509" y="2209952"/>
                  </a:lnTo>
                  <a:lnTo>
                    <a:pt x="3799230" y="2214041"/>
                  </a:lnTo>
                  <a:lnTo>
                    <a:pt x="3799154" y="2215286"/>
                  </a:lnTo>
                  <a:lnTo>
                    <a:pt x="3828046" y="2198598"/>
                  </a:lnTo>
                  <a:lnTo>
                    <a:pt x="3828224" y="2197290"/>
                  </a:lnTo>
                  <a:lnTo>
                    <a:pt x="3828808" y="2193023"/>
                  </a:lnTo>
                  <a:close/>
                </a:path>
                <a:path w="7625080" h="4410710">
                  <a:moveTo>
                    <a:pt x="3973944" y="2114296"/>
                  </a:moveTo>
                  <a:lnTo>
                    <a:pt x="3973601" y="2113267"/>
                  </a:lnTo>
                  <a:lnTo>
                    <a:pt x="3972496" y="2109990"/>
                  </a:lnTo>
                  <a:lnTo>
                    <a:pt x="3925151" y="2137346"/>
                  </a:lnTo>
                  <a:lnTo>
                    <a:pt x="3926255" y="2140635"/>
                  </a:lnTo>
                  <a:lnTo>
                    <a:pt x="3926586" y="2141651"/>
                  </a:lnTo>
                  <a:lnTo>
                    <a:pt x="3973944" y="2114296"/>
                  </a:lnTo>
                  <a:close/>
                </a:path>
                <a:path w="7625080" h="4410710">
                  <a:moveTo>
                    <a:pt x="4113784" y="2033498"/>
                  </a:moveTo>
                  <a:lnTo>
                    <a:pt x="4113771" y="2032279"/>
                  </a:lnTo>
                  <a:lnTo>
                    <a:pt x="4113746" y="2028367"/>
                  </a:lnTo>
                  <a:lnTo>
                    <a:pt x="4078236" y="2048878"/>
                  </a:lnTo>
                  <a:lnTo>
                    <a:pt x="4077932" y="2052980"/>
                  </a:lnTo>
                  <a:lnTo>
                    <a:pt x="4077843" y="2054263"/>
                  </a:lnTo>
                  <a:lnTo>
                    <a:pt x="4113784" y="2033498"/>
                  </a:lnTo>
                  <a:close/>
                </a:path>
                <a:path w="7625080" h="4410710">
                  <a:moveTo>
                    <a:pt x="4223486" y="1970112"/>
                  </a:moveTo>
                  <a:lnTo>
                    <a:pt x="4223143" y="1969071"/>
                  </a:lnTo>
                  <a:lnTo>
                    <a:pt x="4222039" y="1965782"/>
                  </a:lnTo>
                  <a:lnTo>
                    <a:pt x="4175188" y="1992858"/>
                  </a:lnTo>
                  <a:lnTo>
                    <a:pt x="4176280" y="1996147"/>
                  </a:lnTo>
                  <a:lnTo>
                    <a:pt x="4176623" y="1997176"/>
                  </a:lnTo>
                  <a:lnTo>
                    <a:pt x="4223486" y="1970112"/>
                  </a:lnTo>
                  <a:close/>
                </a:path>
                <a:path w="7625080" h="4410710">
                  <a:moveTo>
                    <a:pt x="4350855" y="1896516"/>
                  </a:moveTo>
                  <a:lnTo>
                    <a:pt x="4350639" y="1895868"/>
                  </a:lnTo>
                  <a:lnTo>
                    <a:pt x="4350385" y="1895538"/>
                  </a:lnTo>
                  <a:lnTo>
                    <a:pt x="4348340" y="1892795"/>
                  </a:lnTo>
                  <a:lnTo>
                    <a:pt x="4297032" y="1922437"/>
                  </a:lnTo>
                  <a:lnTo>
                    <a:pt x="4299382" y="1925015"/>
                  </a:lnTo>
                  <a:lnTo>
                    <a:pt x="4300131" y="1925828"/>
                  </a:lnTo>
                  <a:lnTo>
                    <a:pt x="4350855" y="1896516"/>
                  </a:lnTo>
                  <a:close/>
                </a:path>
                <a:path w="7625080" h="4410710">
                  <a:moveTo>
                    <a:pt x="4462424" y="1826869"/>
                  </a:moveTo>
                  <a:lnTo>
                    <a:pt x="4427347" y="1847138"/>
                  </a:lnTo>
                  <a:lnTo>
                    <a:pt x="4427055" y="1851240"/>
                  </a:lnTo>
                  <a:lnTo>
                    <a:pt x="4426953" y="1852549"/>
                  </a:lnTo>
                  <a:lnTo>
                    <a:pt x="4462284" y="1832127"/>
                  </a:lnTo>
                  <a:lnTo>
                    <a:pt x="4462323" y="1830857"/>
                  </a:lnTo>
                  <a:lnTo>
                    <a:pt x="4462424" y="1826869"/>
                  </a:lnTo>
                  <a:close/>
                </a:path>
                <a:path w="7625080" h="4410710">
                  <a:moveTo>
                    <a:pt x="4571339" y="1769122"/>
                  </a:moveTo>
                  <a:lnTo>
                    <a:pt x="4570996" y="1768055"/>
                  </a:lnTo>
                  <a:lnTo>
                    <a:pt x="4569904" y="1764753"/>
                  </a:lnTo>
                  <a:lnTo>
                    <a:pt x="4523016" y="1791855"/>
                  </a:lnTo>
                  <a:lnTo>
                    <a:pt x="4524133" y="1795132"/>
                  </a:lnTo>
                  <a:lnTo>
                    <a:pt x="4524489" y="1796186"/>
                  </a:lnTo>
                  <a:lnTo>
                    <a:pt x="4571339" y="1769122"/>
                  </a:lnTo>
                  <a:close/>
                </a:path>
                <a:path w="7625080" h="4410710">
                  <a:moveTo>
                    <a:pt x="4674755" y="1709369"/>
                  </a:moveTo>
                  <a:lnTo>
                    <a:pt x="4674489" y="1708251"/>
                  </a:lnTo>
                  <a:lnTo>
                    <a:pt x="4673676" y="1704784"/>
                  </a:lnTo>
                  <a:lnTo>
                    <a:pt x="4654461" y="1715897"/>
                  </a:lnTo>
                  <a:lnTo>
                    <a:pt x="4655731" y="1719084"/>
                  </a:lnTo>
                  <a:lnTo>
                    <a:pt x="4656150" y="1720113"/>
                  </a:lnTo>
                  <a:lnTo>
                    <a:pt x="4674755" y="1709369"/>
                  </a:lnTo>
                  <a:close/>
                </a:path>
                <a:path w="7625080" h="4410710">
                  <a:moveTo>
                    <a:pt x="4970348" y="1538579"/>
                  </a:moveTo>
                  <a:lnTo>
                    <a:pt x="4970246" y="1537335"/>
                  </a:lnTo>
                  <a:lnTo>
                    <a:pt x="4969967" y="1533575"/>
                  </a:lnTo>
                  <a:lnTo>
                    <a:pt x="4934343" y="1554162"/>
                  </a:lnTo>
                  <a:lnTo>
                    <a:pt x="4934394" y="1558048"/>
                  </a:lnTo>
                  <a:lnTo>
                    <a:pt x="4934420" y="1559331"/>
                  </a:lnTo>
                  <a:lnTo>
                    <a:pt x="4970348" y="1538579"/>
                  </a:lnTo>
                  <a:close/>
                </a:path>
                <a:path w="7625080" h="4410710">
                  <a:moveTo>
                    <a:pt x="5070272" y="1480845"/>
                  </a:moveTo>
                  <a:lnTo>
                    <a:pt x="5070246" y="1479550"/>
                  </a:lnTo>
                  <a:lnTo>
                    <a:pt x="5070183" y="1475663"/>
                  </a:lnTo>
                  <a:lnTo>
                    <a:pt x="5053838" y="1485099"/>
                  </a:lnTo>
                  <a:lnTo>
                    <a:pt x="5053901" y="1488998"/>
                  </a:lnTo>
                  <a:lnTo>
                    <a:pt x="5053927" y="1490281"/>
                  </a:lnTo>
                  <a:lnTo>
                    <a:pt x="5070272" y="1480845"/>
                  </a:lnTo>
                  <a:close/>
                </a:path>
                <a:path w="7625080" h="4410710">
                  <a:moveTo>
                    <a:pt x="5126660" y="1448257"/>
                  </a:moveTo>
                  <a:lnTo>
                    <a:pt x="5126355" y="1447812"/>
                  </a:lnTo>
                  <a:lnTo>
                    <a:pt x="5126037" y="1447317"/>
                  </a:lnTo>
                  <a:lnTo>
                    <a:pt x="5124247" y="1444421"/>
                  </a:lnTo>
                  <a:lnTo>
                    <a:pt x="5076317" y="1472107"/>
                  </a:lnTo>
                  <a:lnTo>
                    <a:pt x="5078285" y="1474901"/>
                  </a:lnTo>
                  <a:lnTo>
                    <a:pt x="5078933" y="1475841"/>
                  </a:lnTo>
                  <a:lnTo>
                    <a:pt x="5126660" y="1448257"/>
                  </a:lnTo>
                  <a:close/>
                </a:path>
                <a:path w="7625080" h="4410710">
                  <a:moveTo>
                    <a:pt x="5268430" y="1361097"/>
                  </a:moveTo>
                  <a:lnTo>
                    <a:pt x="5239093" y="1378051"/>
                  </a:lnTo>
                  <a:lnTo>
                    <a:pt x="5238889" y="1382090"/>
                  </a:lnTo>
                  <a:lnTo>
                    <a:pt x="5238826" y="1383449"/>
                  </a:lnTo>
                  <a:lnTo>
                    <a:pt x="5267617" y="1366812"/>
                  </a:lnTo>
                  <a:lnTo>
                    <a:pt x="5267820" y="1365377"/>
                  </a:lnTo>
                  <a:lnTo>
                    <a:pt x="5268430" y="1361097"/>
                  </a:lnTo>
                  <a:close/>
                </a:path>
                <a:path w="7625080" h="4410710">
                  <a:moveTo>
                    <a:pt x="5413768" y="1282369"/>
                  </a:moveTo>
                  <a:lnTo>
                    <a:pt x="5413387" y="1281252"/>
                  </a:lnTo>
                  <a:lnTo>
                    <a:pt x="5412270" y="1277975"/>
                  </a:lnTo>
                  <a:lnTo>
                    <a:pt x="5365293" y="1305115"/>
                  </a:lnTo>
                  <a:lnTo>
                    <a:pt x="5366397" y="1308417"/>
                  </a:lnTo>
                  <a:lnTo>
                    <a:pt x="5366766" y="1309535"/>
                  </a:lnTo>
                  <a:lnTo>
                    <a:pt x="5413768" y="1282369"/>
                  </a:lnTo>
                  <a:close/>
                </a:path>
                <a:path w="7625080" h="4410710">
                  <a:moveTo>
                    <a:pt x="5552491" y="1196949"/>
                  </a:moveTo>
                  <a:lnTo>
                    <a:pt x="5523204" y="1213866"/>
                  </a:lnTo>
                  <a:lnTo>
                    <a:pt x="5522938" y="1217955"/>
                  </a:lnTo>
                  <a:lnTo>
                    <a:pt x="5522849" y="1219339"/>
                  </a:lnTo>
                  <a:lnTo>
                    <a:pt x="5551703" y="1202664"/>
                  </a:lnTo>
                  <a:lnTo>
                    <a:pt x="5551906" y="1201204"/>
                  </a:lnTo>
                  <a:lnTo>
                    <a:pt x="5552491" y="1196949"/>
                  </a:lnTo>
                  <a:close/>
                </a:path>
                <a:path w="7625080" h="4410710">
                  <a:moveTo>
                    <a:pt x="5697461" y="1118450"/>
                  </a:moveTo>
                  <a:lnTo>
                    <a:pt x="5697080" y="1117320"/>
                  </a:lnTo>
                  <a:lnTo>
                    <a:pt x="5695962" y="1114031"/>
                  </a:lnTo>
                  <a:lnTo>
                    <a:pt x="5648553" y="1141437"/>
                  </a:lnTo>
                  <a:lnTo>
                    <a:pt x="5649646" y="1144727"/>
                  </a:lnTo>
                  <a:lnTo>
                    <a:pt x="5650027" y="1145857"/>
                  </a:lnTo>
                  <a:lnTo>
                    <a:pt x="5697461" y="1118450"/>
                  </a:lnTo>
                  <a:close/>
                </a:path>
                <a:path w="7625080" h="4410710">
                  <a:moveTo>
                    <a:pt x="5837428" y="1037577"/>
                  </a:moveTo>
                  <a:lnTo>
                    <a:pt x="5837415" y="1036218"/>
                  </a:lnTo>
                  <a:lnTo>
                    <a:pt x="5837390" y="1032306"/>
                  </a:lnTo>
                  <a:lnTo>
                    <a:pt x="5801944" y="1052791"/>
                  </a:lnTo>
                  <a:lnTo>
                    <a:pt x="5801639" y="1056894"/>
                  </a:lnTo>
                  <a:lnTo>
                    <a:pt x="5801525" y="1058329"/>
                  </a:lnTo>
                  <a:lnTo>
                    <a:pt x="5837428" y="1037577"/>
                  </a:lnTo>
                  <a:close/>
                </a:path>
                <a:path w="7625080" h="4410710">
                  <a:moveTo>
                    <a:pt x="5946191" y="974737"/>
                  </a:moveTo>
                  <a:lnTo>
                    <a:pt x="5945810" y="973582"/>
                  </a:lnTo>
                  <a:lnTo>
                    <a:pt x="5944743" y="970267"/>
                  </a:lnTo>
                  <a:lnTo>
                    <a:pt x="5898934" y="996746"/>
                  </a:lnTo>
                  <a:lnTo>
                    <a:pt x="5900026" y="1000036"/>
                  </a:lnTo>
                  <a:lnTo>
                    <a:pt x="5900407" y="1001191"/>
                  </a:lnTo>
                  <a:lnTo>
                    <a:pt x="5946191" y="974737"/>
                  </a:lnTo>
                  <a:close/>
                </a:path>
                <a:path w="7625080" h="4410710">
                  <a:moveTo>
                    <a:pt x="6050635" y="914387"/>
                  </a:moveTo>
                  <a:lnTo>
                    <a:pt x="6050318" y="913180"/>
                  </a:lnTo>
                  <a:lnTo>
                    <a:pt x="6049454" y="909764"/>
                  </a:lnTo>
                  <a:lnTo>
                    <a:pt x="6029020" y="921562"/>
                  </a:lnTo>
                  <a:lnTo>
                    <a:pt x="6030277" y="924763"/>
                  </a:lnTo>
                  <a:lnTo>
                    <a:pt x="6030722" y="925893"/>
                  </a:lnTo>
                  <a:lnTo>
                    <a:pt x="6050635" y="914387"/>
                  </a:lnTo>
                  <a:close/>
                </a:path>
                <a:path w="7625080" h="4410710">
                  <a:moveTo>
                    <a:pt x="6161290" y="850455"/>
                  </a:moveTo>
                  <a:lnTo>
                    <a:pt x="6161176" y="849134"/>
                  </a:lnTo>
                  <a:lnTo>
                    <a:pt x="6160935" y="846620"/>
                  </a:lnTo>
                  <a:lnTo>
                    <a:pt x="6161075" y="845248"/>
                  </a:lnTo>
                  <a:lnTo>
                    <a:pt x="6126226" y="865390"/>
                  </a:lnTo>
                  <a:lnTo>
                    <a:pt x="6126086" y="869403"/>
                  </a:lnTo>
                  <a:lnTo>
                    <a:pt x="6126035" y="870826"/>
                  </a:lnTo>
                  <a:lnTo>
                    <a:pt x="6161290" y="850455"/>
                  </a:lnTo>
                  <a:close/>
                </a:path>
                <a:path w="7625080" h="4410710">
                  <a:moveTo>
                    <a:pt x="6293675" y="773963"/>
                  </a:moveTo>
                  <a:lnTo>
                    <a:pt x="6292545" y="773214"/>
                  </a:lnTo>
                  <a:lnTo>
                    <a:pt x="6289383" y="771105"/>
                  </a:lnTo>
                  <a:lnTo>
                    <a:pt x="6221679" y="810234"/>
                  </a:lnTo>
                  <a:lnTo>
                    <a:pt x="6222797" y="813511"/>
                  </a:lnTo>
                  <a:lnTo>
                    <a:pt x="6223203" y="814679"/>
                  </a:lnTo>
                  <a:lnTo>
                    <a:pt x="6293675" y="773963"/>
                  </a:lnTo>
                  <a:close/>
                </a:path>
                <a:path w="7625080" h="4410710">
                  <a:moveTo>
                    <a:pt x="6443459" y="687412"/>
                  </a:moveTo>
                  <a:lnTo>
                    <a:pt x="6443129" y="686193"/>
                  </a:lnTo>
                  <a:lnTo>
                    <a:pt x="6442748" y="684822"/>
                  </a:lnTo>
                  <a:lnTo>
                    <a:pt x="6442659" y="682536"/>
                  </a:lnTo>
                  <a:lnTo>
                    <a:pt x="6413373" y="699465"/>
                  </a:lnTo>
                  <a:lnTo>
                    <a:pt x="6413500" y="703313"/>
                  </a:lnTo>
                  <a:lnTo>
                    <a:pt x="6413551" y="704697"/>
                  </a:lnTo>
                  <a:lnTo>
                    <a:pt x="6443459" y="687412"/>
                  </a:lnTo>
                  <a:close/>
                </a:path>
                <a:path w="7625080" h="4410710">
                  <a:moveTo>
                    <a:pt x="6537934" y="627481"/>
                  </a:moveTo>
                  <a:lnTo>
                    <a:pt x="6508623" y="644423"/>
                  </a:lnTo>
                  <a:lnTo>
                    <a:pt x="6508407" y="648462"/>
                  </a:lnTo>
                  <a:lnTo>
                    <a:pt x="6508343" y="649935"/>
                  </a:lnTo>
                  <a:lnTo>
                    <a:pt x="6537122" y="633298"/>
                  </a:lnTo>
                  <a:lnTo>
                    <a:pt x="6537338" y="631748"/>
                  </a:lnTo>
                  <a:lnTo>
                    <a:pt x="6537934" y="627481"/>
                  </a:lnTo>
                  <a:close/>
                </a:path>
                <a:path w="7625080" h="4410710">
                  <a:moveTo>
                    <a:pt x="6682206" y="549465"/>
                  </a:moveTo>
                  <a:lnTo>
                    <a:pt x="6681800" y="548271"/>
                  </a:lnTo>
                  <a:lnTo>
                    <a:pt x="6680695" y="544982"/>
                  </a:lnTo>
                  <a:lnTo>
                    <a:pt x="6634632" y="571601"/>
                  </a:lnTo>
                  <a:lnTo>
                    <a:pt x="6635724" y="574890"/>
                  </a:lnTo>
                  <a:lnTo>
                    <a:pt x="6636131" y="576097"/>
                  </a:lnTo>
                  <a:lnTo>
                    <a:pt x="6682206" y="549465"/>
                  </a:lnTo>
                  <a:close/>
                </a:path>
                <a:path w="7625080" h="4410710">
                  <a:moveTo>
                    <a:pt x="6895770" y="426072"/>
                  </a:moveTo>
                  <a:lnTo>
                    <a:pt x="6895351" y="424865"/>
                  </a:lnTo>
                  <a:lnTo>
                    <a:pt x="6894220" y="421589"/>
                  </a:lnTo>
                  <a:lnTo>
                    <a:pt x="6846811" y="448983"/>
                  </a:lnTo>
                  <a:lnTo>
                    <a:pt x="6847916" y="452272"/>
                  </a:lnTo>
                  <a:lnTo>
                    <a:pt x="6848322" y="453491"/>
                  </a:lnTo>
                  <a:lnTo>
                    <a:pt x="6895770" y="426072"/>
                  </a:lnTo>
                  <a:close/>
                </a:path>
                <a:path w="7625080" h="4410710">
                  <a:moveTo>
                    <a:pt x="7041134" y="336689"/>
                  </a:moveTo>
                  <a:lnTo>
                    <a:pt x="6996925" y="362242"/>
                  </a:lnTo>
                  <a:lnTo>
                    <a:pt x="6996392" y="366471"/>
                  </a:lnTo>
                  <a:lnTo>
                    <a:pt x="6996189" y="368058"/>
                  </a:lnTo>
                  <a:lnTo>
                    <a:pt x="7040067" y="342709"/>
                  </a:lnTo>
                  <a:lnTo>
                    <a:pt x="7040359" y="341071"/>
                  </a:lnTo>
                  <a:lnTo>
                    <a:pt x="7041134" y="336689"/>
                  </a:lnTo>
                  <a:close/>
                </a:path>
                <a:path w="7625080" h="4410710">
                  <a:moveTo>
                    <a:pt x="7222363" y="237375"/>
                  </a:moveTo>
                  <a:lnTo>
                    <a:pt x="7221448" y="236423"/>
                  </a:lnTo>
                  <a:lnTo>
                    <a:pt x="7221271" y="236232"/>
                  </a:lnTo>
                  <a:lnTo>
                    <a:pt x="7218426" y="234238"/>
                  </a:lnTo>
                  <a:lnTo>
                    <a:pt x="7169747" y="262369"/>
                  </a:lnTo>
                  <a:lnTo>
                    <a:pt x="7172642" y="264617"/>
                  </a:lnTo>
                  <a:lnTo>
                    <a:pt x="7173735" y="265468"/>
                  </a:lnTo>
                  <a:lnTo>
                    <a:pt x="7222363" y="237375"/>
                  </a:lnTo>
                  <a:close/>
                </a:path>
                <a:path w="7625080" h="4410710">
                  <a:moveTo>
                    <a:pt x="7342391" y="168021"/>
                  </a:moveTo>
                  <a:lnTo>
                    <a:pt x="7342264" y="166598"/>
                  </a:lnTo>
                  <a:lnTo>
                    <a:pt x="7342035" y="164109"/>
                  </a:lnTo>
                  <a:lnTo>
                    <a:pt x="7342175" y="162725"/>
                  </a:lnTo>
                  <a:lnTo>
                    <a:pt x="7307339" y="182854"/>
                  </a:lnTo>
                  <a:lnTo>
                    <a:pt x="7307199" y="186867"/>
                  </a:lnTo>
                  <a:lnTo>
                    <a:pt x="7307135" y="188391"/>
                  </a:lnTo>
                  <a:lnTo>
                    <a:pt x="7342391" y="168021"/>
                  </a:lnTo>
                  <a:close/>
                </a:path>
                <a:path w="7625080" h="4410710">
                  <a:moveTo>
                    <a:pt x="7474940" y="91440"/>
                  </a:moveTo>
                  <a:lnTo>
                    <a:pt x="7473721" y="90639"/>
                  </a:lnTo>
                  <a:lnTo>
                    <a:pt x="7470559" y="88531"/>
                  </a:lnTo>
                  <a:lnTo>
                    <a:pt x="7402843" y="127660"/>
                  </a:lnTo>
                  <a:lnTo>
                    <a:pt x="7403960" y="130949"/>
                  </a:lnTo>
                  <a:lnTo>
                    <a:pt x="7404392" y="132194"/>
                  </a:lnTo>
                  <a:lnTo>
                    <a:pt x="7474940" y="91440"/>
                  </a:lnTo>
                  <a:close/>
                </a:path>
                <a:path w="7625080" h="4410710">
                  <a:moveTo>
                    <a:pt x="7624635" y="4940"/>
                  </a:moveTo>
                  <a:lnTo>
                    <a:pt x="7624280" y="3632"/>
                  </a:lnTo>
                  <a:lnTo>
                    <a:pt x="7623848" y="2070"/>
                  </a:lnTo>
                  <a:lnTo>
                    <a:pt x="7623759" y="0"/>
                  </a:lnTo>
                  <a:lnTo>
                    <a:pt x="7594473" y="16929"/>
                  </a:lnTo>
                  <a:lnTo>
                    <a:pt x="7594613" y="20777"/>
                  </a:lnTo>
                  <a:lnTo>
                    <a:pt x="7594651" y="22263"/>
                  </a:lnTo>
                  <a:lnTo>
                    <a:pt x="7624635" y="4940"/>
                  </a:lnTo>
                  <a:close/>
                </a:path>
              </a:pathLst>
            </a:custGeom>
            <a:solidFill>
              <a:srgbClr val="636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1696" y="913351"/>
              <a:ext cx="7625715" cy="4407535"/>
            </a:xfrm>
            <a:custGeom>
              <a:avLst/>
              <a:gdLst/>
              <a:ahLst/>
              <a:cxnLst/>
              <a:rect l="l" t="t" r="r" b="b"/>
              <a:pathLst>
                <a:path w="7625715" h="4407535">
                  <a:moveTo>
                    <a:pt x="5070346" y="1475904"/>
                  </a:moveTo>
                  <a:lnTo>
                    <a:pt x="5054007" y="1485344"/>
                  </a:lnTo>
                  <a:lnTo>
                    <a:pt x="5054043" y="1487426"/>
                  </a:lnTo>
                  <a:lnTo>
                    <a:pt x="5070382" y="1477988"/>
                  </a:lnTo>
                  <a:lnTo>
                    <a:pt x="5070346" y="1475904"/>
                  </a:lnTo>
                  <a:close/>
                </a:path>
                <a:path w="7625715" h="4407535">
                  <a:moveTo>
                    <a:pt x="5126735" y="1443322"/>
                  </a:moveTo>
                  <a:lnTo>
                    <a:pt x="5079013" y="1470896"/>
                  </a:lnTo>
                  <a:lnTo>
                    <a:pt x="5080065" y="1472394"/>
                  </a:lnTo>
                  <a:lnTo>
                    <a:pt x="5127782" y="1444829"/>
                  </a:lnTo>
                  <a:lnTo>
                    <a:pt x="5126735" y="1443322"/>
                  </a:lnTo>
                  <a:close/>
                </a:path>
                <a:path w="7625715" h="4407535">
                  <a:moveTo>
                    <a:pt x="4223564" y="1965170"/>
                  </a:moveTo>
                  <a:lnTo>
                    <a:pt x="4176708" y="1992243"/>
                  </a:lnTo>
                  <a:lnTo>
                    <a:pt x="4177268" y="1993924"/>
                  </a:lnTo>
                  <a:lnTo>
                    <a:pt x="4224126" y="1966855"/>
                  </a:lnTo>
                  <a:lnTo>
                    <a:pt x="4223564" y="1965170"/>
                  </a:lnTo>
                  <a:close/>
                </a:path>
                <a:path w="7625715" h="4407535">
                  <a:moveTo>
                    <a:pt x="4350929" y="1891579"/>
                  </a:moveTo>
                  <a:lnTo>
                    <a:pt x="4300204" y="1920887"/>
                  </a:lnTo>
                  <a:lnTo>
                    <a:pt x="4301410" y="1922209"/>
                  </a:lnTo>
                  <a:lnTo>
                    <a:pt x="4351504" y="1893271"/>
                  </a:lnTo>
                  <a:lnTo>
                    <a:pt x="4350929" y="1891579"/>
                  </a:lnTo>
                  <a:close/>
                </a:path>
                <a:path w="7625715" h="4407535">
                  <a:moveTo>
                    <a:pt x="2798749" y="2788421"/>
                  </a:moveTo>
                  <a:lnTo>
                    <a:pt x="2751870" y="2815508"/>
                  </a:lnTo>
                  <a:lnTo>
                    <a:pt x="2752385" y="2817053"/>
                  </a:lnTo>
                  <a:lnTo>
                    <a:pt x="2799265" y="2789971"/>
                  </a:lnTo>
                  <a:lnTo>
                    <a:pt x="2798749" y="2788421"/>
                  </a:lnTo>
                  <a:close/>
                </a:path>
                <a:path w="7625715" h="4407535">
                  <a:moveTo>
                    <a:pt x="2925567" y="2715146"/>
                  </a:moveTo>
                  <a:lnTo>
                    <a:pt x="2874704" y="2744535"/>
                  </a:lnTo>
                  <a:lnTo>
                    <a:pt x="2875776" y="2745772"/>
                  </a:lnTo>
                  <a:lnTo>
                    <a:pt x="2926200" y="2716644"/>
                  </a:lnTo>
                  <a:lnTo>
                    <a:pt x="2925771" y="2715419"/>
                  </a:lnTo>
                  <a:lnTo>
                    <a:pt x="2925567" y="2715146"/>
                  </a:lnTo>
                  <a:close/>
                </a:path>
                <a:path w="7625715" h="4407535">
                  <a:moveTo>
                    <a:pt x="867846" y="3904088"/>
                  </a:moveTo>
                  <a:lnTo>
                    <a:pt x="820990" y="3931161"/>
                  </a:lnTo>
                  <a:lnTo>
                    <a:pt x="821444" y="3932523"/>
                  </a:lnTo>
                  <a:lnTo>
                    <a:pt x="868302" y="3905455"/>
                  </a:lnTo>
                  <a:lnTo>
                    <a:pt x="867846" y="3904088"/>
                  </a:lnTo>
                  <a:close/>
                </a:path>
                <a:path w="7625715" h="4407535">
                  <a:moveTo>
                    <a:pt x="994718" y="3830781"/>
                  </a:moveTo>
                  <a:lnTo>
                    <a:pt x="943858" y="3860168"/>
                  </a:lnTo>
                  <a:lnTo>
                    <a:pt x="944804" y="3861261"/>
                  </a:lnTo>
                  <a:lnTo>
                    <a:pt x="995258" y="3832115"/>
                  </a:lnTo>
                  <a:lnTo>
                    <a:pt x="994863" y="3830987"/>
                  </a:lnTo>
                  <a:lnTo>
                    <a:pt x="994718" y="3830781"/>
                  </a:lnTo>
                  <a:close/>
                </a:path>
                <a:path w="7625715" h="4407535">
                  <a:moveTo>
                    <a:pt x="7040143" y="337764"/>
                  </a:moveTo>
                  <a:lnTo>
                    <a:pt x="6996266" y="363116"/>
                  </a:lnTo>
                  <a:lnTo>
                    <a:pt x="6995949" y="365622"/>
                  </a:lnTo>
                  <a:lnTo>
                    <a:pt x="7039683" y="340357"/>
                  </a:lnTo>
                  <a:lnTo>
                    <a:pt x="7040143" y="337764"/>
                  </a:lnTo>
                  <a:close/>
                </a:path>
                <a:path w="7625715" h="4407535">
                  <a:moveTo>
                    <a:pt x="7222441" y="232433"/>
                  </a:moveTo>
                  <a:lnTo>
                    <a:pt x="7173814" y="260530"/>
                  </a:lnTo>
                  <a:lnTo>
                    <a:pt x="7175542" y="261874"/>
                  </a:lnTo>
                  <a:lnTo>
                    <a:pt x="7223888" y="233945"/>
                  </a:lnTo>
                  <a:lnTo>
                    <a:pt x="7222441" y="232433"/>
                  </a:lnTo>
                  <a:close/>
                </a:path>
                <a:path w="7625715" h="4407535">
                  <a:moveTo>
                    <a:pt x="3557746" y="2349876"/>
                  </a:moveTo>
                  <a:lnTo>
                    <a:pt x="3513908" y="2375206"/>
                  </a:lnTo>
                  <a:lnTo>
                    <a:pt x="3513651" y="2377284"/>
                  </a:lnTo>
                  <a:lnTo>
                    <a:pt x="3557365" y="2352030"/>
                  </a:lnTo>
                  <a:lnTo>
                    <a:pt x="3557746" y="2349876"/>
                  </a:lnTo>
                  <a:close/>
                </a:path>
                <a:path w="7625715" h="4407535">
                  <a:moveTo>
                    <a:pt x="3740347" y="2244370"/>
                  </a:moveTo>
                  <a:lnTo>
                    <a:pt x="3691109" y="2272820"/>
                  </a:lnTo>
                  <a:lnTo>
                    <a:pt x="3692557" y="2273932"/>
                  </a:lnTo>
                  <a:lnTo>
                    <a:pt x="3741552" y="2245629"/>
                  </a:lnTo>
                  <a:lnTo>
                    <a:pt x="3740347" y="2244370"/>
                  </a:lnTo>
                  <a:close/>
                </a:path>
                <a:path w="7625715" h="4407535">
                  <a:moveTo>
                    <a:pt x="2029146" y="3233094"/>
                  </a:moveTo>
                  <a:lnTo>
                    <a:pt x="1985221" y="3258474"/>
                  </a:lnTo>
                  <a:lnTo>
                    <a:pt x="1984955" y="3260384"/>
                  </a:lnTo>
                  <a:lnTo>
                    <a:pt x="2028843" y="3235031"/>
                  </a:lnTo>
                  <a:lnTo>
                    <a:pt x="2029146" y="3233094"/>
                  </a:lnTo>
                  <a:close/>
                </a:path>
                <a:path w="7625715" h="4407535">
                  <a:moveTo>
                    <a:pt x="2210845" y="3128109"/>
                  </a:moveTo>
                  <a:lnTo>
                    <a:pt x="2162114" y="3156266"/>
                  </a:lnTo>
                  <a:lnTo>
                    <a:pt x="2163429" y="3157283"/>
                  </a:lnTo>
                  <a:lnTo>
                    <a:pt x="2211948" y="3129254"/>
                  </a:lnTo>
                  <a:lnTo>
                    <a:pt x="2210845" y="3128109"/>
                  </a:lnTo>
                  <a:close/>
                </a:path>
                <a:path w="7625715" h="4407535">
                  <a:moveTo>
                    <a:pt x="6895849" y="421137"/>
                  </a:moveTo>
                  <a:lnTo>
                    <a:pt x="6848401" y="448551"/>
                  </a:lnTo>
                  <a:lnTo>
                    <a:pt x="6849051" y="450482"/>
                  </a:lnTo>
                  <a:lnTo>
                    <a:pt x="6896512" y="423065"/>
                  </a:lnTo>
                  <a:lnTo>
                    <a:pt x="6895849" y="421137"/>
                  </a:lnTo>
                  <a:close/>
                </a:path>
                <a:path w="7625715" h="4407535">
                  <a:moveTo>
                    <a:pt x="6050710" y="909454"/>
                  </a:moveTo>
                  <a:lnTo>
                    <a:pt x="6030802" y="920956"/>
                  </a:lnTo>
                  <a:lnTo>
                    <a:pt x="6031512" y="922760"/>
                  </a:lnTo>
                  <a:lnTo>
                    <a:pt x="6051203" y="911385"/>
                  </a:lnTo>
                  <a:lnTo>
                    <a:pt x="6050710" y="909454"/>
                  </a:lnTo>
                  <a:close/>
                </a:path>
                <a:path w="7625715" h="4407535">
                  <a:moveTo>
                    <a:pt x="5946270" y="969799"/>
                  </a:moveTo>
                  <a:lnTo>
                    <a:pt x="5900486" y="996252"/>
                  </a:lnTo>
                  <a:lnTo>
                    <a:pt x="5901097" y="998098"/>
                  </a:lnTo>
                  <a:lnTo>
                    <a:pt x="5946872" y="971655"/>
                  </a:lnTo>
                  <a:lnTo>
                    <a:pt x="5946270" y="969799"/>
                  </a:lnTo>
                  <a:close/>
                </a:path>
                <a:path w="7625715" h="4407535">
                  <a:moveTo>
                    <a:pt x="5837505" y="1032642"/>
                  </a:moveTo>
                  <a:lnTo>
                    <a:pt x="5801607" y="1053384"/>
                  </a:lnTo>
                  <a:lnTo>
                    <a:pt x="5801436" y="1055670"/>
                  </a:lnTo>
                  <a:lnTo>
                    <a:pt x="5837521" y="1034825"/>
                  </a:lnTo>
                  <a:lnTo>
                    <a:pt x="5837505" y="1032642"/>
                  </a:lnTo>
                  <a:close/>
                </a:path>
                <a:path w="7625715" h="4407535">
                  <a:moveTo>
                    <a:pt x="4674831" y="1704430"/>
                  </a:moveTo>
                  <a:lnTo>
                    <a:pt x="4656227" y="1715179"/>
                  </a:lnTo>
                  <a:lnTo>
                    <a:pt x="4656896" y="1716851"/>
                  </a:lnTo>
                  <a:lnTo>
                    <a:pt x="4675256" y="1706245"/>
                  </a:lnTo>
                  <a:lnTo>
                    <a:pt x="4674831" y="1704430"/>
                  </a:lnTo>
                  <a:close/>
                </a:path>
                <a:path w="7625715" h="4407535">
                  <a:moveTo>
                    <a:pt x="4571423" y="1764178"/>
                  </a:moveTo>
                  <a:lnTo>
                    <a:pt x="4524568" y="1791251"/>
                  </a:lnTo>
                  <a:lnTo>
                    <a:pt x="4525151" y="1792958"/>
                  </a:lnTo>
                  <a:lnTo>
                    <a:pt x="4571990" y="1765900"/>
                  </a:lnTo>
                  <a:lnTo>
                    <a:pt x="4571423" y="1764178"/>
                  </a:lnTo>
                  <a:close/>
                </a:path>
                <a:path w="7625715" h="4407535">
                  <a:moveTo>
                    <a:pt x="4462367" y="1827191"/>
                  </a:moveTo>
                  <a:lnTo>
                    <a:pt x="4427031" y="1847608"/>
                  </a:lnTo>
                  <a:lnTo>
                    <a:pt x="4426875" y="1849730"/>
                  </a:lnTo>
                  <a:lnTo>
                    <a:pt x="4462316" y="1829256"/>
                  </a:lnTo>
                  <a:lnTo>
                    <a:pt x="4462367" y="1827191"/>
                  </a:lnTo>
                  <a:close/>
                </a:path>
                <a:path w="7625715" h="4407535">
                  <a:moveTo>
                    <a:pt x="4113858" y="2028557"/>
                  </a:moveTo>
                  <a:lnTo>
                    <a:pt x="4077917" y="2049324"/>
                  </a:lnTo>
                  <a:lnTo>
                    <a:pt x="4077762" y="2051407"/>
                  </a:lnTo>
                  <a:lnTo>
                    <a:pt x="4113872" y="2030546"/>
                  </a:lnTo>
                  <a:lnTo>
                    <a:pt x="4113858" y="2028557"/>
                  </a:lnTo>
                  <a:close/>
                </a:path>
                <a:path w="7625715" h="4407535">
                  <a:moveTo>
                    <a:pt x="2688918" y="2851881"/>
                  </a:moveTo>
                  <a:lnTo>
                    <a:pt x="2653030" y="2872617"/>
                  </a:lnTo>
                  <a:lnTo>
                    <a:pt x="2652890" y="2874530"/>
                  </a:lnTo>
                  <a:lnTo>
                    <a:pt x="2688931" y="2853709"/>
                  </a:lnTo>
                  <a:lnTo>
                    <a:pt x="2688918" y="2851881"/>
                  </a:lnTo>
                  <a:close/>
                </a:path>
                <a:path w="7625715" h="4407535">
                  <a:moveTo>
                    <a:pt x="1919215" y="3296612"/>
                  </a:moveTo>
                  <a:lnTo>
                    <a:pt x="1868501" y="3325914"/>
                  </a:lnTo>
                  <a:lnTo>
                    <a:pt x="1869516" y="3327071"/>
                  </a:lnTo>
                  <a:lnTo>
                    <a:pt x="1920069" y="3297867"/>
                  </a:lnTo>
                  <a:lnTo>
                    <a:pt x="1919931" y="3297587"/>
                  </a:lnTo>
                  <a:lnTo>
                    <a:pt x="1919215" y="3296612"/>
                  </a:lnTo>
                  <a:close/>
                </a:path>
                <a:path w="7625715" h="4407535">
                  <a:moveTo>
                    <a:pt x="1794421" y="3368717"/>
                  </a:moveTo>
                  <a:lnTo>
                    <a:pt x="1747552" y="3395798"/>
                  </a:lnTo>
                  <a:lnTo>
                    <a:pt x="1748039" y="3397246"/>
                  </a:lnTo>
                  <a:lnTo>
                    <a:pt x="1794910" y="3370170"/>
                  </a:lnTo>
                  <a:lnTo>
                    <a:pt x="1794421" y="3368717"/>
                  </a:lnTo>
                  <a:close/>
                </a:path>
                <a:path w="7625715" h="4407535">
                  <a:moveTo>
                    <a:pt x="1684596" y="3432173"/>
                  </a:moveTo>
                  <a:lnTo>
                    <a:pt x="1648636" y="3452951"/>
                  </a:lnTo>
                  <a:lnTo>
                    <a:pt x="1648505" y="3454745"/>
                  </a:lnTo>
                  <a:lnTo>
                    <a:pt x="1684608" y="3433889"/>
                  </a:lnTo>
                  <a:lnTo>
                    <a:pt x="1684596" y="3432173"/>
                  </a:lnTo>
                  <a:close/>
                </a:path>
                <a:path w="7625715" h="4407535">
                  <a:moveTo>
                    <a:pt x="1451412" y="3566906"/>
                  </a:moveTo>
                  <a:lnTo>
                    <a:pt x="1404195" y="3594188"/>
                  </a:lnTo>
                  <a:lnTo>
                    <a:pt x="1404671" y="3595604"/>
                  </a:lnTo>
                  <a:lnTo>
                    <a:pt x="1451886" y="3568328"/>
                  </a:lnTo>
                  <a:lnTo>
                    <a:pt x="1451412" y="3566906"/>
                  </a:lnTo>
                  <a:close/>
                </a:path>
                <a:path w="7625715" h="4407535">
                  <a:moveTo>
                    <a:pt x="758617" y="3967199"/>
                  </a:moveTo>
                  <a:lnTo>
                    <a:pt x="722744" y="3987927"/>
                  </a:lnTo>
                  <a:lnTo>
                    <a:pt x="722652" y="3989594"/>
                  </a:lnTo>
                  <a:lnTo>
                    <a:pt x="758622" y="3968815"/>
                  </a:lnTo>
                  <a:lnTo>
                    <a:pt x="758617" y="3967199"/>
                  </a:lnTo>
                  <a:close/>
                </a:path>
                <a:path w="7625715" h="4407535">
                  <a:moveTo>
                    <a:pt x="678518" y="4013480"/>
                  </a:moveTo>
                  <a:lnTo>
                    <a:pt x="658699" y="4024931"/>
                  </a:lnTo>
                  <a:lnTo>
                    <a:pt x="659148" y="4026279"/>
                  </a:lnTo>
                  <a:lnTo>
                    <a:pt x="678876" y="4014883"/>
                  </a:lnTo>
                  <a:lnTo>
                    <a:pt x="678518" y="4013480"/>
                  </a:lnTo>
                  <a:close/>
                </a:path>
                <a:path w="7625715" h="4407535">
                  <a:moveTo>
                    <a:pt x="574663" y="4073487"/>
                  </a:moveTo>
                  <a:lnTo>
                    <a:pt x="528263" y="4100297"/>
                  </a:lnTo>
                  <a:lnTo>
                    <a:pt x="528705" y="4101634"/>
                  </a:lnTo>
                  <a:lnTo>
                    <a:pt x="575119" y="4074821"/>
                  </a:lnTo>
                  <a:lnTo>
                    <a:pt x="574663" y="4073487"/>
                  </a:lnTo>
                  <a:close/>
                </a:path>
                <a:path w="7625715" h="4407535">
                  <a:moveTo>
                    <a:pt x="465402" y="4136618"/>
                  </a:moveTo>
                  <a:lnTo>
                    <a:pt x="429514" y="4157353"/>
                  </a:lnTo>
                  <a:lnTo>
                    <a:pt x="429393" y="4159005"/>
                  </a:lnTo>
                  <a:lnTo>
                    <a:pt x="465413" y="4138196"/>
                  </a:lnTo>
                  <a:lnTo>
                    <a:pt x="465402" y="4136618"/>
                  </a:lnTo>
                  <a:close/>
                </a:path>
                <a:path w="7625715" h="4407535">
                  <a:moveTo>
                    <a:pt x="2576005" y="2917121"/>
                  </a:moveTo>
                  <a:lnTo>
                    <a:pt x="2528926" y="2944324"/>
                  </a:lnTo>
                  <a:lnTo>
                    <a:pt x="2529440" y="2945845"/>
                  </a:lnTo>
                  <a:lnTo>
                    <a:pt x="2576480" y="2918671"/>
                  </a:lnTo>
                  <a:lnTo>
                    <a:pt x="2576005" y="2917121"/>
                  </a:lnTo>
                  <a:close/>
                </a:path>
                <a:path w="7625715" h="4407535">
                  <a:moveTo>
                    <a:pt x="2405233" y="3015793"/>
                  </a:moveTo>
                  <a:lnTo>
                    <a:pt x="2358475" y="3042809"/>
                  </a:lnTo>
                  <a:lnTo>
                    <a:pt x="2358860" y="3044386"/>
                  </a:lnTo>
                  <a:lnTo>
                    <a:pt x="2405684" y="3017337"/>
                  </a:lnTo>
                  <a:lnTo>
                    <a:pt x="2405233" y="3015793"/>
                  </a:lnTo>
                  <a:close/>
                </a:path>
                <a:path w="7625715" h="4407535">
                  <a:moveTo>
                    <a:pt x="2300126" y="3076523"/>
                  </a:moveTo>
                  <a:lnTo>
                    <a:pt x="2264273" y="3097239"/>
                  </a:lnTo>
                  <a:lnTo>
                    <a:pt x="2264398" y="3098955"/>
                  </a:lnTo>
                  <a:lnTo>
                    <a:pt x="2300257" y="3078240"/>
                  </a:lnTo>
                  <a:lnTo>
                    <a:pt x="2300126" y="3076523"/>
                  </a:lnTo>
                  <a:close/>
                </a:path>
                <a:path w="7625715" h="4407535">
                  <a:moveTo>
                    <a:pt x="352448" y="4201882"/>
                  </a:moveTo>
                  <a:lnTo>
                    <a:pt x="307737" y="4227716"/>
                  </a:lnTo>
                  <a:lnTo>
                    <a:pt x="308179" y="4229027"/>
                  </a:lnTo>
                  <a:lnTo>
                    <a:pt x="352880" y="4203205"/>
                  </a:lnTo>
                  <a:lnTo>
                    <a:pt x="352448" y="4201882"/>
                  </a:lnTo>
                  <a:close/>
                </a:path>
                <a:path w="7625715" h="4407535">
                  <a:moveTo>
                    <a:pt x="304364" y="4229664"/>
                  </a:moveTo>
                  <a:lnTo>
                    <a:pt x="284878" y="4240923"/>
                  </a:lnTo>
                  <a:lnTo>
                    <a:pt x="284852" y="4242504"/>
                  </a:lnTo>
                  <a:lnTo>
                    <a:pt x="304347" y="4231241"/>
                  </a:lnTo>
                  <a:lnTo>
                    <a:pt x="304364" y="4229664"/>
                  </a:lnTo>
                  <a:close/>
                </a:path>
                <a:path w="7625715" h="4407535">
                  <a:moveTo>
                    <a:pt x="168113" y="4308390"/>
                  </a:moveTo>
                  <a:lnTo>
                    <a:pt x="97709" y="4349069"/>
                  </a:lnTo>
                  <a:lnTo>
                    <a:pt x="98140" y="4350363"/>
                  </a:lnTo>
                  <a:lnTo>
                    <a:pt x="169126" y="4309356"/>
                  </a:lnTo>
                  <a:lnTo>
                    <a:pt x="168113" y="4308390"/>
                  </a:lnTo>
                  <a:close/>
                </a:path>
                <a:path w="7625715" h="4407535">
                  <a:moveTo>
                    <a:pt x="36408" y="4384488"/>
                  </a:moveTo>
                  <a:lnTo>
                    <a:pt x="73" y="4405482"/>
                  </a:lnTo>
                  <a:lnTo>
                    <a:pt x="0" y="4407058"/>
                  </a:lnTo>
                  <a:lnTo>
                    <a:pt x="36544" y="4385947"/>
                  </a:lnTo>
                  <a:lnTo>
                    <a:pt x="36408" y="4384488"/>
                  </a:lnTo>
                  <a:close/>
                </a:path>
                <a:path w="7625715" h="4407535">
                  <a:moveTo>
                    <a:pt x="7624718" y="0"/>
                  </a:moveTo>
                  <a:lnTo>
                    <a:pt x="7594735" y="17324"/>
                  </a:lnTo>
                  <a:lnTo>
                    <a:pt x="7594813" y="19669"/>
                  </a:lnTo>
                  <a:lnTo>
                    <a:pt x="7625285" y="2066"/>
                  </a:lnTo>
                  <a:lnTo>
                    <a:pt x="7624718" y="0"/>
                  </a:lnTo>
                  <a:close/>
                </a:path>
                <a:path w="7625715" h="4407535">
                  <a:moveTo>
                    <a:pt x="7475015" y="86497"/>
                  </a:moveTo>
                  <a:lnTo>
                    <a:pt x="7404467" y="127259"/>
                  </a:lnTo>
                  <a:lnTo>
                    <a:pt x="7405142" y="129238"/>
                  </a:lnTo>
                  <a:lnTo>
                    <a:pt x="7476932" y="87767"/>
                  </a:lnTo>
                  <a:lnTo>
                    <a:pt x="7475015" y="86497"/>
                  </a:lnTo>
                  <a:close/>
                </a:path>
                <a:path w="7625715" h="4407535">
                  <a:moveTo>
                    <a:pt x="7342471" y="163080"/>
                  </a:moveTo>
                  <a:lnTo>
                    <a:pt x="7307215" y="183451"/>
                  </a:lnTo>
                  <a:lnTo>
                    <a:pt x="7307126" y="185860"/>
                  </a:lnTo>
                  <a:lnTo>
                    <a:pt x="7342679" y="165322"/>
                  </a:lnTo>
                  <a:lnTo>
                    <a:pt x="7342471" y="163080"/>
                  </a:lnTo>
                  <a:close/>
                </a:path>
                <a:path w="7625715" h="4407535">
                  <a:moveTo>
                    <a:pt x="6443543" y="682477"/>
                  </a:moveTo>
                  <a:lnTo>
                    <a:pt x="6413625" y="699763"/>
                  </a:lnTo>
                  <a:lnTo>
                    <a:pt x="6413698" y="701978"/>
                  </a:lnTo>
                  <a:lnTo>
                    <a:pt x="6444078" y="684428"/>
                  </a:lnTo>
                  <a:lnTo>
                    <a:pt x="6443543" y="682477"/>
                  </a:lnTo>
                  <a:close/>
                </a:path>
                <a:path w="7625715" h="4407535">
                  <a:moveTo>
                    <a:pt x="6293753" y="769024"/>
                  </a:moveTo>
                  <a:lnTo>
                    <a:pt x="6223276" y="809746"/>
                  </a:lnTo>
                  <a:lnTo>
                    <a:pt x="6223913" y="811613"/>
                  </a:lnTo>
                  <a:lnTo>
                    <a:pt x="6295557" y="770226"/>
                  </a:lnTo>
                  <a:lnTo>
                    <a:pt x="6293753" y="769024"/>
                  </a:lnTo>
                  <a:close/>
                </a:path>
                <a:path w="7625715" h="4407535">
                  <a:moveTo>
                    <a:pt x="6161375" y="845512"/>
                  </a:moveTo>
                  <a:lnTo>
                    <a:pt x="6126112" y="865887"/>
                  </a:lnTo>
                  <a:lnTo>
                    <a:pt x="6126029" y="868159"/>
                  </a:lnTo>
                  <a:lnTo>
                    <a:pt x="6161577" y="847624"/>
                  </a:lnTo>
                  <a:lnTo>
                    <a:pt x="6161375" y="845512"/>
                  </a:lnTo>
                  <a:close/>
                </a:path>
                <a:path w="7625715" h="4407535">
                  <a:moveTo>
                    <a:pt x="4970421" y="1533639"/>
                  </a:moveTo>
                  <a:lnTo>
                    <a:pt x="4934497" y="1554396"/>
                  </a:lnTo>
                  <a:lnTo>
                    <a:pt x="4934528" y="1556468"/>
                  </a:lnTo>
                  <a:lnTo>
                    <a:pt x="4970574" y="1535645"/>
                  </a:lnTo>
                  <a:lnTo>
                    <a:pt x="4970421" y="1533639"/>
                  </a:lnTo>
                  <a:close/>
                </a:path>
                <a:path w="7625715" h="4407535">
                  <a:moveTo>
                    <a:pt x="1306072" y="3650883"/>
                  </a:moveTo>
                  <a:lnTo>
                    <a:pt x="1286532" y="3662173"/>
                  </a:lnTo>
                  <a:lnTo>
                    <a:pt x="1287109" y="3663518"/>
                  </a:lnTo>
                  <a:lnTo>
                    <a:pt x="1306439" y="3652351"/>
                  </a:lnTo>
                  <a:lnTo>
                    <a:pt x="1306072" y="3650883"/>
                  </a:lnTo>
                  <a:close/>
                </a:path>
                <a:path w="7625715" h="4407535">
                  <a:moveTo>
                    <a:pt x="1147070" y="3742753"/>
                  </a:moveTo>
                  <a:lnTo>
                    <a:pt x="1101275" y="3769213"/>
                  </a:lnTo>
                  <a:lnTo>
                    <a:pt x="1101053" y="3770999"/>
                  </a:lnTo>
                  <a:lnTo>
                    <a:pt x="1146849" y="3744543"/>
                  </a:lnTo>
                  <a:lnTo>
                    <a:pt x="1147070" y="3742753"/>
                  </a:lnTo>
                  <a:close/>
                </a:path>
                <a:path w="7625715" h="4407535">
                  <a:moveTo>
                    <a:pt x="6682287" y="544531"/>
                  </a:moveTo>
                  <a:lnTo>
                    <a:pt x="6636205" y="571157"/>
                  </a:lnTo>
                  <a:lnTo>
                    <a:pt x="6636843" y="573071"/>
                  </a:lnTo>
                  <a:lnTo>
                    <a:pt x="6682932" y="546446"/>
                  </a:lnTo>
                  <a:lnTo>
                    <a:pt x="6682287" y="544531"/>
                  </a:lnTo>
                  <a:close/>
                </a:path>
                <a:path w="7625715" h="4407535">
                  <a:moveTo>
                    <a:pt x="6537200" y="628362"/>
                  </a:moveTo>
                  <a:lnTo>
                    <a:pt x="6508417" y="644993"/>
                  </a:lnTo>
                  <a:lnTo>
                    <a:pt x="6508297" y="647330"/>
                  </a:lnTo>
                  <a:lnTo>
                    <a:pt x="6536856" y="630832"/>
                  </a:lnTo>
                  <a:lnTo>
                    <a:pt x="6537200" y="628362"/>
                  </a:lnTo>
                  <a:close/>
                </a:path>
                <a:path w="7625715" h="4407535">
                  <a:moveTo>
                    <a:pt x="5697541" y="1113513"/>
                  </a:moveTo>
                  <a:lnTo>
                    <a:pt x="5650106" y="1140921"/>
                  </a:lnTo>
                  <a:lnTo>
                    <a:pt x="5650713" y="1142741"/>
                  </a:lnTo>
                  <a:lnTo>
                    <a:pt x="5698160" y="1115332"/>
                  </a:lnTo>
                  <a:lnTo>
                    <a:pt x="5697541" y="1113513"/>
                  </a:lnTo>
                  <a:close/>
                </a:path>
                <a:path w="7625715" h="4407535">
                  <a:moveTo>
                    <a:pt x="5551785" y="1197730"/>
                  </a:moveTo>
                  <a:lnTo>
                    <a:pt x="5522925" y="1214406"/>
                  </a:lnTo>
                  <a:lnTo>
                    <a:pt x="5522777" y="1216647"/>
                  </a:lnTo>
                  <a:lnTo>
                    <a:pt x="5551463" y="1200075"/>
                  </a:lnTo>
                  <a:lnTo>
                    <a:pt x="5551785" y="1197730"/>
                  </a:lnTo>
                  <a:close/>
                </a:path>
                <a:path w="7625715" h="4407535">
                  <a:moveTo>
                    <a:pt x="5413847" y="1277430"/>
                  </a:moveTo>
                  <a:lnTo>
                    <a:pt x="5366842" y="1304589"/>
                  </a:lnTo>
                  <a:lnTo>
                    <a:pt x="5367440" y="1306382"/>
                  </a:lnTo>
                  <a:lnTo>
                    <a:pt x="5414457" y="1279222"/>
                  </a:lnTo>
                  <a:lnTo>
                    <a:pt x="5413847" y="1277430"/>
                  </a:lnTo>
                  <a:close/>
                </a:path>
                <a:path w="7625715" h="4407535">
                  <a:moveTo>
                    <a:pt x="5267693" y="1361877"/>
                  </a:moveTo>
                  <a:lnTo>
                    <a:pt x="5238900" y="1378514"/>
                  </a:lnTo>
                  <a:lnTo>
                    <a:pt x="5238788" y="1380702"/>
                  </a:lnTo>
                  <a:lnTo>
                    <a:pt x="5267365" y="1364194"/>
                  </a:lnTo>
                  <a:lnTo>
                    <a:pt x="5267693" y="1361877"/>
                  </a:lnTo>
                  <a:close/>
                </a:path>
                <a:path w="7625715" h="4407535">
                  <a:moveTo>
                    <a:pt x="3974029" y="2109350"/>
                  </a:moveTo>
                  <a:lnTo>
                    <a:pt x="3926669" y="2136714"/>
                  </a:lnTo>
                  <a:lnTo>
                    <a:pt x="3927222" y="2138371"/>
                  </a:lnTo>
                  <a:lnTo>
                    <a:pt x="3974587" y="2111009"/>
                  </a:lnTo>
                  <a:lnTo>
                    <a:pt x="3974029" y="2109350"/>
                  </a:lnTo>
                  <a:close/>
                </a:path>
                <a:path w="7625715" h="4407535">
                  <a:moveTo>
                    <a:pt x="3828122" y="2193655"/>
                  </a:moveTo>
                  <a:lnTo>
                    <a:pt x="3799230" y="2210348"/>
                  </a:lnTo>
                  <a:lnTo>
                    <a:pt x="3799095" y="2212388"/>
                  </a:lnTo>
                  <a:lnTo>
                    <a:pt x="3827830" y="2195788"/>
                  </a:lnTo>
                  <a:lnTo>
                    <a:pt x="3828122" y="2193655"/>
                  </a:lnTo>
                  <a:close/>
                </a:path>
                <a:path w="7625715" h="4407535">
                  <a:moveTo>
                    <a:pt x="3297094" y="2500479"/>
                  </a:moveTo>
                  <a:lnTo>
                    <a:pt x="3247011" y="2529417"/>
                  </a:lnTo>
                  <a:lnTo>
                    <a:pt x="3248336" y="2530552"/>
                  </a:lnTo>
                  <a:lnTo>
                    <a:pt x="3298213" y="2501738"/>
                  </a:lnTo>
                  <a:lnTo>
                    <a:pt x="3297094" y="2500479"/>
                  </a:lnTo>
                  <a:close/>
                </a:path>
                <a:path w="7625715" h="4407535">
                  <a:moveTo>
                    <a:pt x="3435583" y="2420461"/>
                  </a:moveTo>
                  <a:lnTo>
                    <a:pt x="3408251" y="2436254"/>
                  </a:lnTo>
                  <a:lnTo>
                    <a:pt x="3408321" y="2438131"/>
                  </a:lnTo>
                  <a:lnTo>
                    <a:pt x="3435501" y="2422429"/>
                  </a:lnTo>
                  <a:lnTo>
                    <a:pt x="3435583" y="2420461"/>
                  </a:lnTo>
                  <a:close/>
                </a:path>
              </a:pathLst>
            </a:custGeom>
            <a:solidFill>
              <a:srgbClr val="636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1502" y="915428"/>
              <a:ext cx="7626350" cy="4409440"/>
            </a:xfrm>
            <a:custGeom>
              <a:avLst/>
              <a:gdLst/>
              <a:ahLst/>
              <a:cxnLst/>
              <a:rect l="l" t="t" r="r" b="b"/>
              <a:pathLst>
                <a:path w="7626350" h="4409440">
                  <a:moveTo>
                    <a:pt x="37071" y="4387583"/>
                  </a:moveTo>
                  <a:lnTo>
                    <a:pt x="36944" y="4386148"/>
                  </a:lnTo>
                  <a:lnTo>
                    <a:pt x="36728" y="4383875"/>
                  </a:lnTo>
                  <a:lnTo>
                    <a:pt x="190" y="4404982"/>
                  </a:lnTo>
                  <a:lnTo>
                    <a:pt x="76" y="4407446"/>
                  </a:lnTo>
                  <a:lnTo>
                    <a:pt x="0" y="4409008"/>
                  </a:lnTo>
                  <a:lnTo>
                    <a:pt x="37071" y="4387583"/>
                  </a:lnTo>
                  <a:close/>
                </a:path>
                <a:path w="7626350" h="4409440">
                  <a:moveTo>
                    <a:pt x="171856" y="4309707"/>
                  </a:moveTo>
                  <a:lnTo>
                    <a:pt x="170865" y="4308767"/>
                  </a:lnTo>
                  <a:lnTo>
                    <a:pt x="169316" y="4307281"/>
                  </a:lnTo>
                  <a:lnTo>
                    <a:pt x="98323" y="4348289"/>
                  </a:lnTo>
                  <a:lnTo>
                    <a:pt x="98996" y="4350296"/>
                  </a:lnTo>
                  <a:lnTo>
                    <a:pt x="99415" y="4351553"/>
                  </a:lnTo>
                  <a:lnTo>
                    <a:pt x="171856" y="4309707"/>
                  </a:lnTo>
                  <a:close/>
                </a:path>
                <a:path w="7626350" h="4409440">
                  <a:moveTo>
                    <a:pt x="304533" y="4229176"/>
                  </a:moveTo>
                  <a:lnTo>
                    <a:pt x="285038" y="4240428"/>
                  </a:lnTo>
                  <a:lnTo>
                    <a:pt x="285000" y="4242816"/>
                  </a:lnTo>
                  <a:lnTo>
                    <a:pt x="284975" y="4244327"/>
                  </a:lnTo>
                  <a:lnTo>
                    <a:pt x="304495" y="4233049"/>
                  </a:lnTo>
                  <a:lnTo>
                    <a:pt x="304507" y="4231551"/>
                  </a:lnTo>
                  <a:lnTo>
                    <a:pt x="304533" y="4229176"/>
                  </a:lnTo>
                  <a:close/>
                </a:path>
                <a:path w="7626350" h="4409440">
                  <a:moveTo>
                    <a:pt x="354139" y="4204360"/>
                  </a:moveTo>
                  <a:lnTo>
                    <a:pt x="353720" y="4203115"/>
                  </a:lnTo>
                  <a:lnTo>
                    <a:pt x="353072" y="4201134"/>
                  </a:lnTo>
                  <a:lnTo>
                    <a:pt x="308368" y="4226953"/>
                  </a:lnTo>
                  <a:lnTo>
                    <a:pt x="309029" y="4228935"/>
                  </a:lnTo>
                  <a:lnTo>
                    <a:pt x="309460" y="4230179"/>
                  </a:lnTo>
                  <a:lnTo>
                    <a:pt x="354139" y="4204360"/>
                  </a:lnTo>
                  <a:close/>
                </a:path>
                <a:path w="7626350" h="4409440">
                  <a:moveTo>
                    <a:pt x="465632" y="4139933"/>
                  </a:moveTo>
                  <a:lnTo>
                    <a:pt x="465620" y="4138460"/>
                  </a:lnTo>
                  <a:lnTo>
                    <a:pt x="465607" y="4136123"/>
                  </a:lnTo>
                  <a:lnTo>
                    <a:pt x="429577" y="4156938"/>
                  </a:lnTo>
                  <a:lnTo>
                    <a:pt x="429399" y="4159389"/>
                  </a:lnTo>
                  <a:lnTo>
                    <a:pt x="429285" y="4160939"/>
                  </a:lnTo>
                  <a:lnTo>
                    <a:pt x="465632" y="4139933"/>
                  </a:lnTo>
                  <a:close/>
                </a:path>
                <a:path w="7626350" h="4409440">
                  <a:moveTo>
                    <a:pt x="576389" y="4075925"/>
                  </a:moveTo>
                  <a:lnTo>
                    <a:pt x="575970" y="4074693"/>
                  </a:lnTo>
                  <a:lnTo>
                    <a:pt x="575310" y="4072750"/>
                  </a:lnTo>
                  <a:lnTo>
                    <a:pt x="528891" y="4099560"/>
                  </a:lnTo>
                  <a:lnTo>
                    <a:pt x="529539" y="4101528"/>
                  </a:lnTo>
                  <a:lnTo>
                    <a:pt x="529945" y="4102760"/>
                  </a:lnTo>
                  <a:lnTo>
                    <a:pt x="576389" y="4075925"/>
                  </a:lnTo>
                  <a:close/>
                </a:path>
                <a:path w="7626350" h="4409440">
                  <a:moveTo>
                    <a:pt x="679577" y="4014838"/>
                  </a:moveTo>
                  <a:lnTo>
                    <a:pt x="679069" y="4012806"/>
                  </a:lnTo>
                  <a:lnTo>
                    <a:pt x="659333" y="4024211"/>
                  </a:lnTo>
                  <a:lnTo>
                    <a:pt x="659777" y="4025506"/>
                  </a:lnTo>
                  <a:lnTo>
                    <a:pt x="679577" y="4014838"/>
                  </a:lnTo>
                  <a:close/>
                </a:path>
                <a:path w="7626350" h="4409440">
                  <a:moveTo>
                    <a:pt x="758825" y="3970502"/>
                  </a:moveTo>
                  <a:lnTo>
                    <a:pt x="758812" y="3969054"/>
                  </a:lnTo>
                  <a:lnTo>
                    <a:pt x="758812" y="3966743"/>
                  </a:lnTo>
                  <a:lnTo>
                    <a:pt x="722845" y="3987520"/>
                  </a:lnTo>
                  <a:lnTo>
                    <a:pt x="722706" y="3989908"/>
                  </a:lnTo>
                  <a:lnTo>
                    <a:pt x="722630" y="3991419"/>
                  </a:lnTo>
                  <a:lnTo>
                    <a:pt x="758825" y="3970502"/>
                  </a:lnTo>
                  <a:close/>
                </a:path>
                <a:path w="7626350" h="4409440">
                  <a:moveTo>
                    <a:pt x="869530" y="3906520"/>
                  </a:moveTo>
                  <a:lnTo>
                    <a:pt x="869137" y="3905313"/>
                  </a:lnTo>
                  <a:lnTo>
                    <a:pt x="868489" y="3903383"/>
                  </a:lnTo>
                  <a:lnTo>
                    <a:pt x="821626" y="3930446"/>
                  </a:lnTo>
                  <a:lnTo>
                    <a:pt x="822274" y="3932390"/>
                  </a:lnTo>
                  <a:lnTo>
                    <a:pt x="822680" y="3933596"/>
                  </a:lnTo>
                  <a:lnTo>
                    <a:pt x="869530" y="3906520"/>
                  </a:lnTo>
                  <a:close/>
                </a:path>
                <a:path w="7626350" h="4409440">
                  <a:moveTo>
                    <a:pt x="996530" y="3833139"/>
                  </a:moveTo>
                  <a:lnTo>
                    <a:pt x="996111" y="3831945"/>
                  </a:lnTo>
                  <a:lnTo>
                    <a:pt x="995451" y="3830040"/>
                  </a:lnTo>
                  <a:lnTo>
                    <a:pt x="944994" y="3859187"/>
                  </a:lnTo>
                  <a:lnTo>
                    <a:pt x="946315" y="3860711"/>
                  </a:lnTo>
                  <a:lnTo>
                    <a:pt x="947140" y="3861676"/>
                  </a:lnTo>
                  <a:lnTo>
                    <a:pt x="996530" y="3833139"/>
                  </a:lnTo>
                  <a:close/>
                </a:path>
                <a:path w="7626350" h="4409440">
                  <a:moveTo>
                    <a:pt x="1147038" y="3742474"/>
                  </a:moveTo>
                  <a:lnTo>
                    <a:pt x="1101242" y="3768928"/>
                  </a:lnTo>
                  <a:lnTo>
                    <a:pt x="1100937" y="3771379"/>
                  </a:lnTo>
                  <a:lnTo>
                    <a:pt x="1100747" y="3772916"/>
                  </a:lnTo>
                  <a:lnTo>
                    <a:pt x="1146632" y="3746398"/>
                  </a:lnTo>
                  <a:lnTo>
                    <a:pt x="1146733" y="3744912"/>
                  </a:lnTo>
                  <a:lnTo>
                    <a:pt x="1147038" y="3742474"/>
                  </a:lnTo>
                  <a:close/>
                </a:path>
                <a:path w="7626350" h="4409440">
                  <a:moveTo>
                    <a:pt x="1307426" y="3653472"/>
                  </a:moveTo>
                  <a:lnTo>
                    <a:pt x="1307122" y="3652240"/>
                  </a:lnTo>
                  <a:lnTo>
                    <a:pt x="1306626" y="3650284"/>
                  </a:lnTo>
                  <a:lnTo>
                    <a:pt x="1287297" y="3661448"/>
                  </a:lnTo>
                  <a:lnTo>
                    <a:pt x="1288072" y="3663251"/>
                  </a:lnTo>
                  <a:lnTo>
                    <a:pt x="1288554" y="3664381"/>
                  </a:lnTo>
                  <a:lnTo>
                    <a:pt x="1307426" y="3653472"/>
                  </a:lnTo>
                  <a:close/>
                </a:path>
                <a:path w="7626350" h="4409440">
                  <a:moveTo>
                    <a:pt x="1453083" y="3569297"/>
                  </a:moveTo>
                  <a:lnTo>
                    <a:pt x="1452702" y="3568128"/>
                  </a:lnTo>
                  <a:lnTo>
                    <a:pt x="1452079" y="3566261"/>
                  </a:lnTo>
                  <a:lnTo>
                    <a:pt x="1404861" y="3593528"/>
                  </a:lnTo>
                  <a:lnTo>
                    <a:pt x="1405483" y="3595408"/>
                  </a:lnTo>
                  <a:lnTo>
                    <a:pt x="1405890" y="3596576"/>
                  </a:lnTo>
                  <a:lnTo>
                    <a:pt x="1453083" y="3569297"/>
                  </a:lnTo>
                  <a:close/>
                </a:path>
                <a:path w="7626350" h="4409440">
                  <a:moveTo>
                    <a:pt x="1684820" y="3435388"/>
                  </a:moveTo>
                  <a:lnTo>
                    <a:pt x="1684807" y="3434016"/>
                  </a:lnTo>
                  <a:lnTo>
                    <a:pt x="1684794" y="3431819"/>
                  </a:lnTo>
                  <a:lnTo>
                    <a:pt x="1648688" y="3452672"/>
                  </a:lnTo>
                  <a:lnTo>
                    <a:pt x="1648523" y="3454984"/>
                  </a:lnTo>
                  <a:lnTo>
                    <a:pt x="1648421" y="3456419"/>
                  </a:lnTo>
                  <a:lnTo>
                    <a:pt x="1684820" y="3435388"/>
                  </a:lnTo>
                  <a:close/>
                </a:path>
                <a:path w="7626350" h="4409440">
                  <a:moveTo>
                    <a:pt x="1796097" y="3371088"/>
                  </a:moveTo>
                  <a:lnTo>
                    <a:pt x="1795716" y="3369932"/>
                  </a:lnTo>
                  <a:lnTo>
                    <a:pt x="1795094" y="3368103"/>
                  </a:lnTo>
                  <a:lnTo>
                    <a:pt x="1748231" y="3395180"/>
                  </a:lnTo>
                  <a:lnTo>
                    <a:pt x="1748840" y="3397021"/>
                  </a:lnTo>
                  <a:lnTo>
                    <a:pt x="1749234" y="3398164"/>
                  </a:lnTo>
                  <a:lnTo>
                    <a:pt x="1796097" y="3371088"/>
                  </a:lnTo>
                  <a:close/>
                </a:path>
                <a:path w="7626350" h="4409440">
                  <a:moveTo>
                    <a:pt x="1921611" y="3298545"/>
                  </a:moveTo>
                  <a:lnTo>
                    <a:pt x="1921090" y="3297491"/>
                  </a:lnTo>
                  <a:lnTo>
                    <a:pt x="1920252" y="3295802"/>
                  </a:lnTo>
                  <a:lnTo>
                    <a:pt x="1869706" y="3324999"/>
                  </a:lnTo>
                  <a:lnTo>
                    <a:pt x="1870976" y="3326447"/>
                  </a:lnTo>
                  <a:lnTo>
                    <a:pt x="1871764" y="3327362"/>
                  </a:lnTo>
                  <a:lnTo>
                    <a:pt x="1921611" y="3298545"/>
                  </a:lnTo>
                  <a:close/>
                </a:path>
                <a:path w="7626350" h="4409440">
                  <a:moveTo>
                    <a:pt x="2029028" y="3232962"/>
                  </a:moveTo>
                  <a:lnTo>
                    <a:pt x="1985149" y="3258312"/>
                  </a:lnTo>
                  <a:lnTo>
                    <a:pt x="1984819" y="3260674"/>
                  </a:lnTo>
                  <a:lnTo>
                    <a:pt x="1984616" y="3262147"/>
                  </a:lnTo>
                  <a:lnTo>
                    <a:pt x="2028431" y="3236823"/>
                  </a:lnTo>
                  <a:lnTo>
                    <a:pt x="2028659" y="3235337"/>
                  </a:lnTo>
                  <a:lnTo>
                    <a:pt x="2029028" y="3232962"/>
                  </a:lnTo>
                  <a:close/>
                </a:path>
                <a:path w="7626350" h="4409440">
                  <a:moveTo>
                    <a:pt x="2214283" y="3129419"/>
                  </a:moveTo>
                  <a:lnTo>
                    <a:pt x="2213457" y="3128568"/>
                  </a:lnTo>
                  <a:lnTo>
                    <a:pt x="2212136" y="3127184"/>
                  </a:lnTo>
                  <a:lnTo>
                    <a:pt x="2163622" y="3155213"/>
                  </a:lnTo>
                  <a:lnTo>
                    <a:pt x="2165210" y="3156445"/>
                  </a:lnTo>
                  <a:lnTo>
                    <a:pt x="2165654" y="3156788"/>
                  </a:lnTo>
                  <a:lnTo>
                    <a:pt x="2166023" y="3157309"/>
                  </a:lnTo>
                  <a:lnTo>
                    <a:pt x="2214283" y="3129419"/>
                  </a:lnTo>
                  <a:close/>
                </a:path>
                <a:path w="7626350" h="4409440">
                  <a:moveTo>
                    <a:pt x="2300694" y="3079483"/>
                  </a:moveTo>
                  <a:lnTo>
                    <a:pt x="2300605" y="3078213"/>
                  </a:lnTo>
                  <a:lnTo>
                    <a:pt x="2300440" y="3076168"/>
                  </a:lnTo>
                  <a:lnTo>
                    <a:pt x="2264587" y="3096882"/>
                  </a:lnTo>
                  <a:lnTo>
                    <a:pt x="2264740" y="3098939"/>
                  </a:lnTo>
                  <a:lnTo>
                    <a:pt x="2264829" y="3100209"/>
                  </a:lnTo>
                  <a:lnTo>
                    <a:pt x="2300694" y="3079483"/>
                  </a:lnTo>
                  <a:close/>
                </a:path>
                <a:path w="7626350" h="4409440">
                  <a:moveTo>
                    <a:pt x="2406726" y="3018218"/>
                  </a:moveTo>
                  <a:lnTo>
                    <a:pt x="2406408" y="3017088"/>
                  </a:lnTo>
                  <a:lnTo>
                    <a:pt x="2405875" y="3015272"/>
                  </a:lnTo>
                  <a:lnTo>
                    <a:pt x="2359050" y="3042310"/>
                  </a:lnTo>
                  <a:lnTo>
                    <a:pt x="2359507" y="3044177"/>
                  </a:lnTo>
                  <a:lnTo>
                    <a:pt x="2359787" y="3045345"/>
                  </a:lnTo>
                  <a:lnTo>
                    <a:pt x="2406726" y="3018218"/>
                  </a:lnTo>
                  <a:close/>
                </a:path>
                <a:path w="7626350" h="4409440">
                  <a:moveTo>
                    <a:pt x="2577617" y="2919463"/>
                  </a:moveTo>
                  <a:lnTo>
                    <a:pt x="2577236" y="2918371"/>
                  </a:lnTo>
                  <a:lnTo>
                    <a:pt x="2576969" y="2917558"/>
                  </a:lnTo>
                  <a:lnTo>
                    <a:pt x="2576665" y="2916605"/>
                  </a:lnTo>
                  <a:lnTo>
                    <a:pt x="2529624" y="2943771"/>
                  </a:lnTo>
                  <a:lnTo>
                    <a:pt x="2530221" y="2945536"/>
                  </a:lnTo>
                  <a:lnTo>
                    <a:pt x="2530589" y="2946628"/>
                  </a:lnTo>
                  <a:lnTo>
                    <a:pt x="2577617" y="2919463"/>
                  </a:lnTo>
                  <a:close/>
                </a:path>
                <a:path w="7626350" h="4409440">
                  <a:moveTo>
                    <a:pt x="2689148" y="2855010"/>
                  </a:moveTo>
                  <a:lnTo>
                    <a:pt x="2689136" y="2853728"/>
                  </a:lnTo>
                  <a:lnTo>
                    <a:pt x="2689123" y="2851645"/>
                  </a:lnTo>
                  <a:lnTo>
                    <a:pt x="2653080" y="2872460"/>
                  </a:lnTo>
                  <a:lnTo>
                    <a:pt x="2652915" y="2874645"/>
                  </a:lnTo>
                  <a:lnTo>
                    <a:pt x="2652814" y="2876004"/>
                  </a:lnTo>
                  <a:lnTo>
                    <a:pt x="2689148" y="2855010"/>
                  </a:lnTo>
                  <a:close/>
                </a:path>
                <a:path w="7626350" h="4409440">
                  <a:moveTo>
                    <a:pt x="2800388" y="2790723"/>
                  </a:moveTo>
                  <a:lnTo>
                    <a:pt x="2800032" y="2789644"/>
                  </a:lnTo>
                  <a:lnTo>
                    <a:pt x="2799448" y="2787904"/>
                  </a:lnTo>
                  <a:lnTo>
                    <a:pt x="2752572" y="2814980"/>
                  </a:lnTo>
                  <a:lnTo>
                    <a:pt x="2753156" y="2816733"/>
                  </a:lnTo>
                  <a:lnTo>
                    <a:pt x="2753512" y="2817812"/>
                  </a:lnTo>
                  <a:lnTo>
                    <a:pt x="2800388" y="2790723"/>
                  </a:lnTo>
                  <a:close/>
                </a:path>
                <a:path w="7626350" h="4409440">
                  <a:moveTo>
                    <a:pt x="2927362" y="2717355"/>
                  </a:moveTo>
                  <a:lnTo>
                    <a:pt x="2926994" y="2716288"/>
                  </a:lnTo>
                  <a:lnTo>
                    <a:pt x="2926384" y="2714574"/>
                  </a:lnTo>
                  <a:lnTo>
                    <a:pt x="2875965" y="2743708"/>
                  </a:lnTo>
                  <a:lnTo>
                    <a:pt x="2877159" y="2745079"/>
                  </a:lnTo>
                  <a:lnTo>
                    <a:pt x="2877896" y="2745930"/>
                  </a:lnTo>
                  <a:lnTo>
                    <a:pt x="2927362" y="2717355"/>
                  </a:lnTo>
                  <a:close/>
                </a:path>
                <a:path w="7626350" h="4409440">
                  <a:moveTo>
                    <a:pt x="3300323" y="2501823"/>
                  </a:moveTo>
                  <a:lnTo>
                    <a:pt x="3299587" y="2500998"/>
                  </a:lnTo>
                  <a:lnTo>
                    <a:pt x="3298406" y="2499664"/>
                  </a:lnTo>
                  <a:lnTo>
                    <a:pt x="3248520" y="2528481"/>
                  </a:lnTo>
                  <a:lnTo>
                    <a:pt x="3249942" y="2529687"/>
                  </a:lnTo>
                  <a:lnTo>
                    <a:pt x="3250806" y="2530437"/>
                  </a:lnTo>
                  <a:lnTo>
                    <a:pt x="3300323" y="2501823"/>
                  </a:lnTo>
                  <a:close/>
                </a:path>
                <a:path w="7626350" h="4409440">
                  <a:moveTo>
                    <a:pt x="3435693" y="2420353"/>
                  </a:moveTo>
                  <a:lnTo>
                    <a:pt x="3408515" y="2436063"/>
                  </a:lnTo>
                  <a:lnTo>
                    <a:pt x="3408527" y="2438057"/>
                  </a:lnTo>
                  <a:lnTo>
                    <a:pt x="3408540" y="2439289"/>
                  </a:lnTo>
                  <a:lnTo>
                    <a:pt x="3435553" y="2423680"/>
                  </a:lnTo>
                  <a:lnTo>
                    <a:pt x="3435604" y="2422410"/>
                  </a:lnTo>
                  <a:lnTo>
                    <a:pt x="3435693" y="2420353"/>
                  </a:lnTo>
                  <a:close/>
                </a:path>
                <a:path w="7626350" h="4409440">
                  <a:moveTo>
                    <a:pt x="3557549" y="2349957"/>
                  </a:moveTo>
                  <a:lnTo>
                    <a:pt x="3513836" y="2375217"/>
                  </a:lnTo>
                  <a:lnTo>
                    <a:pt x="3513569" y="2377363"/>
                  </a:lnTo>
                  <a:lnTo>
                    <a:pt x="3513404" y="2378684"/>
                  </a:lnTo>
                  <a:lnTo>
                    <a:pt x="3556838" y="2353589"/>
                  </a:lnTo>
                  <a:lnTo>
                    <a:pt x="3557155" y="2352179"/>
                  </a:lnTo>
                  <a:lnTo>
                    <a:pt x="3557549" y="2349957"/>
                  </a:lnTo>
                  <a:close/>
                </a:path>
                <a:path w="7626350" h="4409440">
                  <a:moveTo>
                    <a:pt x="3743706" y="2245614"/>
                  </a:moveTo>
                  <a:lnTo>
                    <a:pt x="3742956" y="2244826"/>
                  </a:lnTo>
                  <a:lnTo>
                    <a:pt x="3741737" y="2243556"/>
                  </a:lnTo>
                  <a:lnTo>
                    <a:pt x="3692741" y="2271865"/>
                  </a:lnTo>
                  <a:lnTo>
                    <a:pt x="3694214" y="2272995"/>
                  </a:lnTo>
                  <a:lnTo>
                    <a:pt x="3694887" y="2273503"/>
                  </a:lnTo>
                  <a:lnTo>
                    <a:pt x="3695052" y="2273719"/>
                  </a:lnTo>
                  <a:lnTo>
                    <a:pt x="3743706" y="2245614"/>
                  </a:lnTo>
                  <a:close/>
                </a:path>
                <a:path w="7626350" h="4409440">
                  <a:moveTo>
                    <a:pt x="3828021" y="2193721"/>
                  </a:moveTo>
                  <a:lnTo>
                    <a:pt x="3799281" y="2210320"/>
                  </a:lnTo>
                  <a:lnTo>
                    <a:pt x="3799154" y="2212365"/>
                  </a:lnTo>
                  <a:lnTo>
                    <a:pt x="3799065" y="2213610"/>
                  </a:lnTo>
                  <a:lnTo>
                    <a:pt x="3827551" y="2197150"/>
                  </a:lnTo>
                  <a:lnTo>
                    <a:pt x="3827729" y="2195842"/>
                  </a:lnTo>
                  <a:lnTo>
                    <a:pt x="3828021" y="2193721"/>
                  </a:lnTo>
                  <a:close/>
                </a:path>
                <a:path w="7626350" h="4409440">
                  <a:moveTo>
                    <a:pt x="3975658" y="2111565"/>
                  </a:moveTo>
                  <a:lnTo>
                    <a:pt x="3975328" y="2110562"/>
                  </a:lnTo>
                  <a:lnTo>
                    <a:pt x="3974769" y="2108936"/>
                  </a:lnTo>
                  <a:lnTo>
                    <a:pt x="3927411" y="2136305"/>
                  </a:lnTo>
                  <a:lnTo>
                    <a:pt x="3927957" y="2137943"/>
                  </a:lnTo>
                  <a:lnTo>
                    <a:pt x="3928287" y="2138934"/>
                  </a:lnTo>
                  <a:lnTo>
                    <a:pt x="3975658" y="2111565"/>
                  </a:lnTo>
                  <a:close/>
                </a:path>
                <a:path w="7626350" h="4409440">
                  <a:moveTo>
                    <a:pt x="4114088" y="2031568"/>
                  </a:moveTo>
                  <a:lnTo>
                    <a:pt x="4114076" y="2030399"/>
                  </a:lnTo>
                  <a:lnTo>
                    <a:pt x="4114063" y="2028469"/>
                  </a:lnTo>
                  <a:lnTo>
                    <a:pt x="4077944" y="2049335"/>
                  </a:lnTo>
                  <a:lnTo>
                    <a:pt x="4077805" y="2051354"/>
                  </a:lnTo>
                  <a:lnTo>
                    <a:pt x="4077703" y="2052586"/>
                  </a:lnTo>
                  <a:lnTo>
                    <a:pt x="4114088" y="2031568"/>
                  </a:lnTo>
                  <a:close/>
                </a:path>
                <a:path w="7626350" h="4409440">
                  <a:moveTo>
                    <a:pt x="4225175" y="1967369"/>
                  </a:moveTo>
                  <a:lnTo>
                    <a:pt x="4224845" y="1966391"/>
                  </a:lnTo>
                  <a:lnTo>
                    <a:pt x="4224312" y="1964778"/>
                  </a:lnTo>
                  <a:lnTo>
                    <a:pt x="4177461" y="1991855"/>
                  </a:lnTo>
                  <a:lnTo>
                    <a:pt x="4177995" y="1993468"/>
                  </a:lnTo>
                  <a:lnTo>
                    <a:pt x="4178325" y="1994446"/>
                  </a:lnTo>
                  <a:lnTo>
                    <a:pt x="4225175" y="1967369"/>
                  </a:lnTo>
                  <a:close/>
                </a:path>
                <a:path w="7626350" h="4409440">
                  <a:moveTo>
                    <a:pt x="4352556" y="1893760"/>
                  </a:moveTo>
                  <a:lnTo>
                    <a:pt x="4352226" y="1892795"/>
                  </a:lnTo>
                  <a:lnTo>
                    <a:pt x="4351693" y="1891195"/>
                  </a:lnTo>
                  <a:lnTo>
                    <a:pt x="4301604" y="1920138"/>
                  </a:lnTo>
                  <a:lnTo>
                    <a:pt x="4302734" y="1921383"/>
                  </a:lnTo>
                  <a:lnTo>
                    <a:pt x="4303433" y="1922145"/>
                  </a:lnTo>
                  <a:lnTo>
                    <a:pt x="4352556" y="1893760"/>
                  </a:lnTo>
                  <a:close/>
                </a:path>
                <a:path w="7626350" h="4409440">
                  <a:moveTo>
                    <a:pt x="4462500" y="1827187"/>
                  </a:moveTo>
                  <a:lnTo>
                    <a:pt x="4427067" y="1847659"/>
                  </a:lnTo>
                  <a:lnTo>
                    <a:pt x="4426915" y="1849640"/>
                  </a:lnTo>
                  <a:lnTo>
                    <a:pt x="4426826" y="1850847"/>
                  </a:lnTo>
                  <a:lnTo>
                    <a:pt x="4462424" y="1830273"/>
                  </a:lnTo>
                  <a:lnTo>
                    <a:pt x="4462462" y="1829104"/>
                  </a:lnTo>
                  <a:lnTo>
                    <a:pt x="4462500" y="1827187"/>
                  </a:lnTo>
                  <a:close/>
                </a:path>
                <a:path w="7626350" h="4409440">
                  <a:moveTo>
                    <a:pt x="4573016" y="1766366"/>
                  </a:moveTo>
                  <a:lnTo>
                    <a:pt x="4572698" y="1765414"/>
                  </a:lnTo>
                  <a:lnTo>
                    <a:pt x="4572178" y="1763826"/>
                  </a:lnTo>
                  <a:lnTo>
                    <a:pt x="4525340" y="1790890"/>
                  </a:lnTo>
                  <a:lnTo>
                    <a:pt x="4525873" y="1792465"/>
                  </a:lnTo>
                  <a:lnTo>
                    <a:pt x="4526204" y="1793417"/>
                  </a:lnTo>
                  <a:lnTo>
                    <a:pt x="4573016" y="1766366"/>
                  </a:lnTo>
                  <a:close/>
                </a:path>
                <a:path w="7626350" h="4409440">
                  <a:moveTo>
                    <a:pt x="4675517" y="1704454"/>
                  </a:moveTo>
                  <a:lnTo>
                    <a:pt x="4675441" y="1704174"/>
                  </a:lnTo>
                  <a:lnTo>
                    <a:pt x="4657090" y="1714779"/>
                  </a:lnTo>
                  <a:lnTo>
                    <a:pt x="4657229" y="1715122"/>
                  </a:lnTo>
                  <a:lnTo>
                    <a:pt x="4675517" y="1704454"/>
                  </a:lnTo>
                  <a:close/>
                </a:path>
                <a:path w="7626350" h="4409440">
                  <a:moveTo>
                    <a:pt x="4970983" y="1536395"/>
                  </a:moveTo>
                  <a:lnTo>
                    <a:pt x="4970894" y="1535328"/>
                  </a:lnTo>
                  <a:lnTo>
                    <a:pt x="4970767" y="1533575"/>
                  </a:lnTo>
                  <a:lnTo>
                    <a:pt x="4934712" y="1554403"/>
                  </a:lnTo>
                  <a:lnTo>
                    <a:pt x="4934737" y="1556219"/>
                  </a:lnTo>
                  <a:lnTo>
                    <a:pt x="4934763" y="1557324"/>
                  </a:lnTo>
                  <a:lnTo>
                    <a:pt x="4970983" y="1536395"/>
                  </a:lnTo>
                  <a:close/>
                </a:path>
                <a:path w="7626350" h="4409440">
                  <a:moveTo>
                    <a:pt x="5070614" y="1478813"/>
                  </a:moveTo>
                  <a:lnTo>
                    <a:pt x="5070602" y="1477721"/>
                  </a:lnTo>
                  <a:lnTo>
                    <a:pt x="5070564" y="1475917"/>
                  </a:lnTo>
                  <a:lnTo>
                    <a:pt x="5054231" y="1485353"/>
                  </a:lnTo>
                  <a:lnTo>
                    <a:pt x="5054257" y="1487157"/>
                  </a:lnTo>
                  <a:lnTo>
                    <a:pt x="5054282" y="1488249"/>
                  </a:lnTo>
                  <a:lnTo>
                    <a:pt x="5070614" y="1478813"/>
                  </a:lnTo>
                  <a:close/>
                </a:path>
                <a:path w="7626350" h="4409440">
                  <a:moveTo>
                    <a:pt x="5129415" y="1444840"/>
                  </a:moveTo>
                  <a:lnTo>
                    <a:pt x="5128869" y="1444053"/>
                  </a:lnTo>
                  <a:lnTo>
                    <a:pt x="5127968" y="1442758"/>
                  </a:lnTo>
                  <a:lnTo>
                    <a:pt x="5080254" y="1470317"/>
                  </a:lnTo>
                  <a:lnTo>
                    <a:pt x="5081168" y="1471625"/>
                  </a:lnTo>
                  <a:lnTo>
                    <a:pt x="5081714" y="1472399"/>
                  </a:lnTo>
                  <a:lnTo>
                    <a:pt x="5129415" y="1444840"/>
                  </a:lnTo>
                  <a:close/>
                </a:path>
                <a:path w="7626350" h="4409440">
                  <a:moveTo>
                    <a:pt x="5267553" y="1362125"/>
                  </a:moveTo>
                  <a:lnTo>
                    <a:pt x="5238978" y="1378635"/>
                  </a:lnTo>
                  <a:lnTo>
                    <a:pt x="5238877" y="1380490"/>
                  </a:lnTo>
                  <a:lnTo>
                    <a:pt x="5238826" y="1381607"/>
                  </a:lnTo>
                  <a:lnTo>
                    <a:pt x="5267109" y="1365262"/>
                  </a:lnTo>
                  <a:lnTo>
                    <a:pt x="5267274" y="1364081"/>
                  </a:lnTo>
                  <a:lnTo>
                    <a:pt x="5267553" y="1362125"/>
                  </a:lnTo>
                  <a:close/>
                </a:path>
                <a:path w="7626350" h="4409440">
                  <a:moveTo>
                    <a:pt x="5415458" y="1279537"/>
                  </a:moveTo>
                  <a:lnTo>
                    <a:pt x="5415153" y="1278648"/>
                  </a:lnTo>
                  <a:lnTo>
                    <a:pt x="5414645" y="1277150"/>
                  </a:lnTo>
                  <a:lnTo>
                    <a:pt x="5367629" y="1304315"/>
                  </a:lnTo>
                  <a:lnTo>
                    <a:pt x="5368125" y="1305814"/>
                  </a:lnTo>
                  <a:lnTo>
                    <a:pt x="5368429" y="1306715"/>
                  </a:lnTo>
                  <a:lnTo>
                    <a:pt x="5415458" y="1279537"/>
                  </a:lnTo>
                  <a:close/>
                </a:path>
                <a:path w="7626350" h="4409440">
                  <a:moveTo>
                    <a:pt x="5551652" y="1198003"/>
                  </a:moveTo>
                  <a:lnTo>
                    <a:pt x="5522963" y="1214577"/>
                  </a:lnTo>
                  <a:lnTo>
                    <a:pt x="5522849" y="1216418"/>
                  </a:lnTo>
                  <a:lnTo>
                    <a:pt x="5522773" y="1217523"/>
                  </a:lnTo>
                  <a:lnTo>
                    <a:pt x="5551233" y="1201077"/>
                  </a:lnTo>
                  <a:lnTo>
                    <a:pt x="5551386" y="1199921"/>
                  </a:lnTo>
                  <a:lnTo>
                    <a:pt x="5551652" y="1198003"/>
                  </a:lnTo>
                  <a:close/>
                </a:path>
                <a:path w="7626350" h="4409440">
                  <a:moveTo>
                    <a:pt x="5699150" y="1115606"/>
                  </a:moveTo>
                  <a:lnTo>
                    <a:pt x="5698845" y="1114729"/>
                  </a:lnTo>
                  <a:lnTo>
                    <a:pt x="5698350" y="1113256"/>
                  </a:lnTo>
                  <a:lnTo>
                    <a:pt x="5650903" y="1140675"/>
                  </a:lnTo>
                  <a:lnTo>
                    <a:pt x="5651398" y="1142149"/>
                  </a:lnTo>
                  <a:lnTo>
                    <a:pt x="5651690" y="1143025"/>
                  </a:lnTo>
                  <a:lnTo>
                    <a:pt x="5699150" y="1115606"/>
                  </a:lnTo>
                  <a:close/>
                </a:path>
                <a:path w="7626350" h="4409440">
                  <a:moveTo>
                    <a:pt x="5837733" y="1035519"/>
                  </a:moveTo>
                  <a:lnTo>
                    <a:pt x="5837720" y="1034478"/>
                  </a:lnTo>
                  <a:lnTo>
                    <a:pt x="5837707" y="1032751"/>
                  </a:lnTo>
                  <a:lnTo>
                    <a:pt x="5801626" y="1053604"/>
                  </a:lnTo>
                  <a:lnTo>
                    <a:pt x="5801487" y="1055420"/>
                  </a:lnTo>
                  <a:lnTo>
                    <a:pt x="5801411" y="1056500"/>
                  </a:lnTo>
                  <a:lnTo>
                    <a:pt x="5837733" y="1035519"/>
                  </a:lnTo>
                  <a:close/>
                </a:path>
                <a:path w="7626350" h="4409440">
                  <a:moveTo>
                    <a:pt x="5947816" y="971905"/>
                  </a:moveTo>
                  <a:lnTo>
                    <a:pt x="5947537" y="971042"/>
                  </a:lnTo>
                  <a:lnTo>
                    <a:pt x="5947054" y="969581"/>
                  </a:lnTo>
                  <a:lnTo>
                    <a:pt x="5901283" y="996022"/>
                  </a:lnTo>
                  <a:lnTo>
                    <a:pt x="5901766" y="997483"/>
                  </a:lnTo>
                  <a:lnTo>
                    <a:pt x="5902058" y="998347"/>
                  </a:lnTo>
                  <a:lnTo>
                    <a:pt x="5947816" y="971905"/>
                  </a:lnTo>
                  <a:close/>
                </a:path>
                <a:path w="7626350" h="4409440">
                  <a:moveTo>
                    <a:pt x="6051689" y="910450"/>
                  </a:moveTo>
                  <a:lnTo>
                    <a:pt x="6051397" y="909320"/>
                  </a:lnTo>
                  <a:lnTo>
                    <a:pt x="6031700" y="920686"/>
                  </a:lnTo>
                  <a:lnTo>
                    <a:pt x="6031877" y="921118"/>
                  </a:lnTo>
                  <a:lnTo>
                    <a:pt x="6051689" y="910450"/>
                  </a:lnTo>
                  <a:close/>
                </a:path>
                <a:path w="7626350" h="4409440">
                  <a:moveTo>
                    <a:pt x="6162014" y="848118"/>
                  </a:moveTo>
                  <a:lnTo>
                    <a:pt x="6161925" y="847166"/>
                  </a:lnTo>
                  <a:lnTo>
                    <a:pt x="6161760" y="845553"/>
                  </a:lnTo>
                  <a:lnTo>
                    <a:pt x="6126213" y="866089"/>
                  </a:lnTo>
                  <a:lnTo>
                    <a:pt x="6126150" y="867829"/>
                  </a:lnTo>
                  <a:lnTo>
                    <a:pt x="6126111" y="868857"/>
                  </a:lnTo>
                  <a:lnTo>
                    <a:pt x="6162014" y="848118"/>
                  </a:lnTo>
                  <a:close/>
                </a:path>
                <a:path w="7626350" h="4409440">
                  <a:moveTo>
                    <a:pt x="6297904" y="769594"/>
                  </a:moveTo>
                  <a:lnTo>
                    <a:pt x="6297104" y="769061"/>
                  </a:lnTo>
                  <a:lnTo>
                    <a:pt x="6295745" y="768159"/>
                  </a:lnTo>
                  <a:lnTo>
                    <a:pt x="6224105" y="809548"/>
                  </a:lnTo>
                  <a:lnTo>
                    <a:pt x="6224587" y="810958"/>
                  </a:lnTo>
                  <a:lnTo>
                    <a:pt x="6224867" y="811796"/>
                  </a:lnTo>
                  <a:lnTo>
                    <a:pt x="6297904" y="769594"/>
                  </a:lnTo>
                  <a:close/>
                </a:path>
                <a:path w="7626350" h="4409440">
                  <a:moveTo>
                    <a:pt x="6444894" y="684644"/>
                  </a:moveTo>
                  <a:lnTo>
                    <a:pt x="6444666" y="683793"/>
                  </a:lnTo>
                  <a:lnTo>
                    <a:pt x="6444272" y="682358"/>
                  </a:lnTo>
                  <a:lnTo>
                    <a:pt x="6413881" y="699909"/>
                  </a:lnTo>
                  <a:lnTo>
                    <a:pt x="6413944" y="701548"/>
                  </a:lnTo>
                  <a:lnTo>
                    <a:pt x="6413970" y="702513"/>
                  </a:lnTo>
                  <a:lnTo>
                    <a:pt x="6444894" y="684644"/>
                  </a:lnTo>
                  <a:close/>
                </a:path>
                <a:path w="7626350" h="4409440">
                  <a:moveTo>
                    <a:pt x="6537045" y="628764"/>
                  </a:moveTo>
                  <a:lnTo>
                    <a:pt x="6508483" y="645261"/>
                  </a:lnTo>
                  <a:lnTo>
                    <a:pt x="6508394" y="646976"/>
                  </a:lnTo>
                  <a:lnTo>
                    <a:pt x="6508343" y="647979"/>
                  </a:lnTo>
                  <a:lnTo>
                    <a:pt x="6536639" y="631634"/>
                  </a:lnTo>
                  <a:lnTo>
                    <a:pt x="6536791" y="630567"/>
                  </a:lnTo>
                  <a:lnTo>
                    <a:pt x="6537045" y="628764"/>
                  </a:lnTo>
                  <a:close/>
                </a:path>
                <a:path w="7626350" h="4409440">
                  <a:moveTo>
                    <a:pt x="6683857" y="546557"/>
                  </a:moveTo>
                  <a:lnTo>
                    <a:pt x="6683578" y="545744"/>
                  </a:lnTo>
                  <a:lnTo>
                    <a:pt x="6683121" y="544372"/>
                  </a:lnTo>
                  <a:lnTo>
                    <a:pt x="6637033" y="571004"/>
                  </a:lnTo>
                  <a:lnTo>
                    <a:pt x="6637490" y="572376"/>
                  </a:lnTo>
                  <a:lnTo>
                    <a:pt x="6637756" y="573189"/>
                  </a:lnTo>
                  <a:lnTo>
                    <a:pt x="6683857" y="546557"/>
                  </a:lnTo>
                  <a:close/>
                </a:path>
                <a:path w="7626350" h="4409440">
                  <a:moveTo>
                    <a:pt x="6897433" y="423138"/>
                  </a:moveTo>
                  <a:lnTo>
                    <a:pt x="6897167" y="422338"/>
                  </a:lnTo>
                  <a:lnTo>
                    <a:pt x="6896697" y="420992"/>
                  </a:lnTo>
                  <a:lnTo>
                    <a:pt x="6849237" y="448411"/>
                  </a:lnTo>
                  <a:lnTo>
                    <a:pt x="6849694" y="449770"/>
                  </a:lnTo>
                  <a:lnTo>
                    <a:pt x="6849961" y="450570"/>
                  </a:lnTo>
                  <a:lnTo>
                    <a:pt x="6897433" y="423138"/>
                  </a:lnTo>
                  <a:close/>
                </a:path>
                <a:path w="7626350" h="4409440">
                  <a:moveTo>
                    <a:pt x="7039877" y="338289"/>
                  </a:moveTo>
                  <a:lnTo>
                    <a:pt x="6996138" y="363550"/>
                  </a:lnTo>
                  <a:lnTo>
                    <a:pt x="6995922" y="365277"/>
                  </a:lnTo>
                  <a:lnTo>
                    <a:pt x="6995795" y="366293"/>
                  </a:lnTo>
                  <a:lnTo>
                    <a:pt x="7039369" y="341109"/>
                  </a:lnTo>
                  <a:lnTo>
                    <a:pt x="7039559" y="340067"/>
                  </a:lnTo>
                  <a:lnTo>
                    <a:pt x="7039877" y="338289"/>
                  </a:lnTo>
                  <a:close/>
                </a:path>
                <a:path w="7626350" h="4409440">
                  <a:moveTo>
                    <a:pt x="7225614" y="233489"/>
                  </a:moveTo>
                  <a:lnTo>
                    <a:pt x="7225055" y="232892"/>
                  </a:lnTo>
                  <a:lnTo>
                    <a:pt x="7224077" y="231876"/>
                  </a:lnTo>
                  <a:lnTo>
                    <a:pt x="7175728" y="259803"/>
                  </a:lnTo>
                  <a:lnTo>
                    <a:pt x="7176897" y="260718"/>
                  </a:lnTo>
                  <a:lnTo>
                    <a:pt x="7177227" y="260972"/>
                  </a:lnTo>
                  <a:lnTo>
                    <a:pt x="7177468" y="261302"/>
                  </a:lnTo>
                  <a:lnTo>
                    <a:pt x="7225614" y="233489"/>
                  </a:lnTo>
                  <a:close/>
                </a:path>
                <a:path w="7626350" h="4409440">
                  <a:moveTo>
                    <a:pt x="7343089" y="165608"/>
                  </a:moveTo>
                  <a:lnTo>
                    <a:pt x="7343000" y="164744"/>
                  </a:lnTo>
                  <a:lnTo>
                    <a:pt x="7342873" y="163245"/>
                  </a:lnTo>
                  <a:lnTo>
                    <a:pt x="7307313" y="183794"/>
                  </a:lnTo>
                  <a:lnTo>
                    <a:pt x="7307250" y="185394"/>
                  </a:lnTo>
                  <a:lnTo>
                    <a:pt x="7307224" y="186334"/>
                  </a:lnTo>
                  <a:lnTo>
                    <a:pt x="7343089" y="165608"/>
                  </a:lnTo>
                  <a:close/>
                </a:path>
                <a:path w="7626350" h="4409440">
                  <a:moveTo>
                    <a:pt x="7479093" y="87007"/>
                  </a:moveTo>
                  <a:lnTo>
                    <a:pt x="7478369" y="86525"/>
                  </a:lnTo>
                  <a:lnTo>
                    <a:pt x="7477125" y="85699"/>
                  </a:lnTo>
                  <a:lnTo>
                    <a:pt x="7405332" y="127165"/>
                  </a:lnTo>
                  <a:lnTo>
                    <a:pt x="7405776" y="128473"/>
                  </a:lnTo>
                  <a:lnTo>
                    <a:pt x="7406030" y="129222"/>
                  </a:lnTo>
                  <a:lnTo>
                    <a:pt x="7479093" y="87007"/>
                  </a:lnTo>
                  <a:close/>
                </a:path>
                <a:path w="7626350" h="4409440">
                  <a:moveTo>
                    <a:pt x="7626045" y="2082"/>
                  </a:moveTo>
                  <a:lnTo>
                    <a:pt x="7625842" y="1320"/>
                  </a:lnTo>
                  <a:lnTo>
                    <a:pt x="7625474" y="0"/>
                  </a:lnTo>
                  <a:lnTo>
                    <a:pt x="7595006" y="17602"/>
                  </a:lnTo>
                  <a:lnTo>
                    <a:pt x="7595057" y="19113"/>
                  </a:lnTo>
                  <a:lnTo>
                    <a:pt x="7595082" y="19977"/>
                  </a:lnTo>
                  <a:lnTo>
                    <a:pt x="7626045" y="2082"/>
                  </a:lnTo>
                  <a:close/>
                </a:path>
              </a:pathLst>
            </a:custGeom>
            <a:solidFill>
              <a:srgbClr val="606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1210" y="917511"/>
              <a:ext cx="7628255" cy="4413885"/>
            </a:xfrm>
            <a:custGeom>
              <a:avLst/>
              <a:gdLst/>
              <a:ahLst/>
              <a:cxnLst/>
              <a:rect l="l" t="t" r="r" b="b"/>
              <a:pathLst>
                <a:path w="7628255" h="4413885">
                  <a:moveTo>
                    <a:pt x="37909" y="4391380"/>
                  </a:moveTo>
                  <a:lnTo>
                    <a:pt x="37719" y="4389234"/>
                  </a:lnTo>
                  <a:lnTo>
                    <a:pt x="37579" y="4387774"/>
                  </a:lnTo>
                  <a:lnTo>
                    <a:pt x="37363" y="4385500"/>
                  </a:lnTo>
                  <a:lnTo>
                    <a:pt x="292" y="4406925"/>
                  </a:lnTo>
                  <a:lnTo>
                    <a:pt x="177" y="4409389"/>
                  </a:lnTo>
                  <a:lnTo>
                    <a:pt x="101" y="4410964"/>
                  </a:lnTo>
                  <a:lnTo>
                    <a:pt x="0" y="4413301"/>
                  </a:lnTo>
                  <a:lnTo>
                    <a:pt x="37909" y="4391380"/>
                  </a:lnTo>
                  <a:close/>
                </a:path>
                <a:path w="7628255" h="4413885">
                  <a:moveTo>
                    <a:pt x="176187" y="4311472"/>
                  </a:moveTo>
                  <a:lnTo>
                    <a:pt x="174713" y="4310062"/>
                  </a:lnTo>
                  <a:lnTo>
                    <a:pt x="173697" y="4309097"/>
                  </a:lnTo>
                  <a:lnTo>
                    <a:pt x="172148" y="4307624"/>
                  </a:lnTo>
                  <a:lnTo>
                    <a:pt x="99707" y="4349470"/>
                  </a:lnTo>
                  <a:lnTo>
                    <a:pt x="100380" y="4351477"/>
                  </a:lnTo>
                  <a:lnTo>
                    <a:pt x="100812" y="4352772"/>
                  </a:lnTo>
                  <a:lnTo>
                    <a:pt x="101434" y="4354665"/>
                  </a:lnTo>
                  <a:lnTo>
                    <a:pt x="176187" y="4311472"/>
                  </a:lnTo>
                  <a:close/>
                </a:path>
                <a:path w="7628255" h="4413885">
                  <a:moveTo>
                    <a:pt x="304787" y="4230967"/>
                  </a:moveTo>
                  <a:lnTo>
                    <a:pt x="285267" y="4242244"/>
                  </a:lnTo>
                  <a:lnTo>
                    <a:pt x="285229" y="4244632"/>
                  </a:lnTo>
                  <a:lnTo>
                    <a:pt x="285203" y="4246219"/>
                  </a:lnTo>
                  <a:lnTo>
                    <a:pt x="285153" y="4248480"/>
                  </a:lnTo>
                  <a:lnTo>
                    <a:pt x="304711" y="4237177"/>
                  </a:lnTo>
                  <a:lnTo>
                    <a:pt x="304736" y="4234916"/>
                  </a:lnTo>
                  <a:lnTo>
                    <a:pt x="304761" y="4233342"/>
                  </a:lnTo>
                  <a:lnTo>
                    <a:pt x="304787" y="4230967"/>
                  </a:lnTo>
                  <a:close/>
                </a:path>
                <a:path w="7628255" h="4413885">
                  <a:moveTo>
                    <a:pt x="356171" y="4207433"/>
                  </a:moveTo>
                  <a:lnTo>
                    <a:pt x="355536" y="4205567"/>
                  </a:lnTo>
                  <a:lnTo>
                    <a:pt x="355092" y="4204246"/>
                  </a:lnTo>
                  <a:lnTo>
                    <a:pt x="354431" y="4202277"/>
                  </a:lnTo>
                  <a:lnTo>
                    <a:pt x="309753" y="4228096"/>
                  </a:lnTo>
                  <a:lnTo>
                    <a:pt x="310413" y="4230078"/>
                  </a:lnTo>
                  <a:lnTo>
                    <a:pt x="310857" y="4231386"/>
                  </a:lnTo>
                  <a:lnTo>
                    <a:pt x="311492" y="4233265"/>
                  </a:lnTo>
                  <a:lnTo>
                    <a:pt x="356171" y="4207433"/>
                  </a:lnTo>
                  <a:close/>
                </a:path>
                <a:path w="7628255" h="4413885">
                  <a:moveTo>
                    <a:pt x="466623" y="4143603"/>
                  </a:moveTo>
                  <a:lnTo>
                    <a:pt x="466153" y="4141647"/>
                  </a:lnTo>
                  <a:lnTo>
                    <a:pt x="465950" y="4140771"/>
                  </a:lnTo>
                  <a:lnTo>
                    <a:pt x="465937" y="4140187"/>
                  </a:lnTo>
                  <a:lnTo>
                    <a:pt x="465924" y="4137850"/>
                  </a:lnTo>
                  <a:lnTo>
                    <a:pt x="429577" y="4158856"/>
                  </a:lnTo>
                  <a:lnTo>
                    <a:pt x="429399" y="4161307"/>
                  </a:lnTo>
                  <a:lnTo>
                    <a:pt x="429361" y="4161726"/>
                  </a:lnTo>
                  <a:lnTo>
                    <a:pt x="429539" y="4162806"/>
                  </a:lnTo>
                  <a:lnTo>
                    <a:pt x="429882" y="4164838"/>
                  </a:lnTo>
                  <a:lnTo>
                    <a:pt x="466623" y="4143603"/>
                  </a:lnTo>
                  <a:close/>
                </a:path>
                <a:path w="7628255" h="4413885">
                  <a:moveTo>
                    <a:pt x="578434" y="4078973"/>
                  </a:moveTo>
                  <a:lnTo>
                    <a:pt x="577811" y="4077119"/>
                  </a:lnTo>
                  <a:lnTo>
                    <a:pt x="577354" y="4075785"/>
                  </a:lnTo>
                  <a:lnTo>
                    <a:pt x="576681" y="4073842"/>
                  </a:lnTo>
                  <a:lnTo>
                    <a:pt x="530237" y="4100677"/>
                  </a:lnTo>
                  <a:lnTo>
                    <a:pt x="530898" y="4102646"/>
                  </a:lnTo>
                  <a:lnTo>
                    <a:pt x="531329" y="4103979"/>
                  </a:lnTo>
                  <a:lnTo>
                    <a:pt x="531952" y="4105846"/>
                  </a:lnTo>
                  <a:lnTo>
                    <a:pt x="578434" y="4078973"/>
                  </a:lnTo>
                  <a:close/>
                </a:path>
                <a:path w="7628255" h="4413885">
                  <a:moveTo>
                    <a:pt x="759688" y="3974211"/>
                  </a:moveTo>
                  <a:lnTo>
                    <a:pt x="759269" y="3972268"/>
                  </a:lnTo>
                  <a:lnTo>
                    <a:pt x="759129" y="3971607"/>
                  </a:lnTo>
                  <a:lnTo>
                    <a:pt x="759117" y="3970731"/>
                  </a:lnTo>
                  <a:lnTo>
                    <a:pt x="759117" y="3968419"/>
                  </a:lnTo>
                  <a:lnTo>
                    <a:pt x="722922" y="3989336"/>
                  </a:lnTo>
                  <a:lnTo>
                    <a:pt x="722782" y="3991724"/>
                  </a:lnTo>
                  <a:lnTo>
                    <a:pt x="722871" y="3993299"/>
                  </a:lnTo>
                  <a:lnTo>
                    <a:pt x="723226" y="3995280"/>
                  </a:lnTo>
                  <a:lnTo>
                    <a:pt x="759688" y="3974211"/>
                  </a:lnTo>
                  <a:close/>
                </a:path>
                <a:path w="7628255" h="4413885">
                  <a:moveTo>
                    <a:pt x="871537" y="3909568"/>
                  </a:moveTo>
                  <a:lnTo>
                    <a:pt x="870927" y="3907739"/>
                  </a:lnTo>
                  <a:lnTo>
                    <a:pt x="870470" y="3906367"/>
                  </a:lnTo>
                  <a:lnTo>
                    <a:pt x="869823" y="3904437"/>
                  </a:lnTo>
                  <a:lnTo>
                    <a:pt x="822972" y="3931513"/>
                  </a:lnTo>
                  <a:lnTo>
                    <a:pt x="823620" y="3933444"/>
                  </a:lnTo>
                  <a:lnTo>
                    <a:pt x="824077" y="3934815"/>
                  </a:lnTo>
                  <a:lnTo>
                    <a:pt x="824687" y="3936644"/>
                  </a:lnTo>
                  <a:lnTo>
                    <a:pt x="871537" y="3909568"/>
                  </a:lnTo>
                  <a:close/>
                </a:path>
                <a:path w="7628255" h="4413885">
                  <a:moveTo>
                    <a:pt x="998601" y="3836124"/>
                  </a:moveTo>
                  <a:lnTo>
                    <a:pt x="997966" y="3834320"/>
                  </a:lnTo>
                  <a:lnTo>
                    <a:pt x="997483" y="3832949"/>
                  </a:lnTo>
                  <a:lnTo>
                    <a:pt x="996823" y="3831056"/>
                  </a:lnTo>
                  <a:lnTo>
                    <a:pt x="947432" y="3859593"/>
                  </a:lnTo>
                  <a:lnTo>
                    <a:pt x="948105" y="3860355"/>
                  </a:lnTo>
                  <a:lnTo>
                    <a:pt x="948486" y="3861270"/>
                  </a:lnTo>
                  <a:lnTo>
                    <a:pt x="949058" y="3862590"/>
                  </a:lnTo>
                  <a:lnTo>
                    <a:pt x="949807" y="3864330"/>
                  </a:lnTo>
                  <a:lnTo>
                    <a:pt x="998601" y="3836124"/>
                  </a:lnTo>
                  <a:close/>
                </a:path>
                <a:path w="7628255" h="4413885">
                  <a:moveTo>
                    <a:pt x="1146924" y="3744315"/>
                  </a:moveTo>
                  <a:lnTo>
                    <a:pt x="1101039" y="3770833"/>
                  </a:lnTo>
                  <a:lnTo>
                    <a:pt x="1100734" y="3773271"/>
                  </a:lnTo>
                  <a:lnTo>
                    <a:pt x="1100518" y="3775062"/>
                  </a:lnTo>
                  <a:lnTo>
                    <a:pt x="1100226" y="3777399"/>
                  </a:lnTo>
                  <a:lnTo>
                    <a:pt x="1146822" y="3750462"/>
                  </a:lnTo>
                  <a:lnTo>
                    <a:pt x="1146860" y="3748278"/>
                  </a:lnTo>
                  <a:lnTo>
                    <a:pt x="1146886" y="3746601"/>
                  </a:lnTo>
                  <a:lnTo>
                    <a:pt x="1146924" y="3744315"/>
                  </a:lnTo>
                  <a:close/>
                </a:path>
                <a:path w="7628255" h="4413885">
                  <a:moveTo>
                    <a:pt x="1307769" y="3651567"/>
                  </a:moveTo>
                  <a:lnTo>
                    <a:pt x="1307719" y="3651389"/>
                  </a:lnTo>
                  <a:lnTo>
                    <a:pt x="1288846" y="3662299"/>
                  </a:lnTo>
                  <a:lnTo>
                    <a:pt x="1289481" y="3663759"/>
                  </a:lnTo>
                  <a:lnTo>
                    <a:pt x="1307769" y="3651567"/>
                  </a:lnTo>
                  <a:close/>
                </a:path>
                <a:path w="7628255" h="4413885">
                  <a:moveTo>
                    <a:pt x="1455077" y="3572294"/>
                  </a:moveTo>
                  <a:lnTo>
                    <a:pt x="1454480" y="3570516"/>
                  </a:lnTo>
                  <a:lnTo>
                    <a:pt x="1454010" y="3569093"/>
                  </a:lnTo>
                  <a:lnTo>
                    <a:pt x="1453375" y="3567214"/>
                  </a:lnTo>
                  <a:lnTo>
                    <a:pt x="1406182" y="3594493"/>
                  </a:lnTo>
                  <a:lnTo>
                    <a:pt x="1406804" y="3596373"/>
                  </a:lnTo>
                  <a:lnTo>
                    <a:pt x="1407287" y="3597783"/>
                  </a:lnTo>
                  <a:lnTo>
                    <a:pt x="1407883" y="3599573"/>
                  </a:lnTo>
                  <a:lnTo>
                    <a:pt x="1455077" y="3572294"/>
                  </a:lnTo>
                  <a:close/>
                </a:path>
                <a:path w="7628255" h="4413885">
                  <a:moveTo>
                    <a:pt x="1685531" y="3439096"/>
                  </a:moveTo>
                  <a:lnTo>
                    <a:pt x="1685150" y="3437407"/>
                  </a:lnTo>
                  <a:lnTo>
                    <a:pt x="1685137" y="3437217"/>
                  </a:lnTo>
                  <a:lnTo>
                    <a:pt x="1685124" y="3435502"/>
                  </a:lnTo>
                  <a:lnTo>
                    <a:pt x="1685112" y="3433305"/>
                  </a:lnTo>
                  <a:lnTo>
                    <a:pt x="1648714" y="3454336"/>
                  </a:lnTo>
                  <a:lnTo>
                    <a:pt x="1648612" y="3456609"/>
                  </a:lnTo>
                  <a:lnTo>
                    <a:pt x="1648866" y="3458184"/>
                  </a:lnTo>
                  <a:lnTo>
                    <a:pt x="1649183" y="3460115"/>
                  </a:lnTo>
                  <a:lnTo>
                    <a:pt x="1685531" y="3439096"/>
                  </a:lnTo>
                  <a:close/>
                </a:path>
                <a:path w="7628255" h="4413885">
                  <a:moveTo>
                    <a:pt x="1798091" y="3374047"/>
                  </a:moveTo>
                  <a:lnTo>
                    <a:pt x="1797494" y="3372294"/>
                  </a:lnTo>
                  <a:lnTo>
                    <a:pt x="1797011" y="3370834"/>
                  </a:lnTo>
                  <a:lnTo>
                    <a:pt x="1796389" y="3369005"/>
                  </a:lnTo>
                  <a:lnTo>
                    <a:pt x="1749526" y="3396081"/>
                  </a:lnTo>
                  <a:lnTo>
                    <a:pt x="1750148" y="3397923"/>
                  </a:lnTo>
                  <a:lnTo>
                    <a:pt x="1750631" y="3399371"/>
                  </a:lnTo>
                  <a:lnTo>
                    <a:pt x="1751228" y="3401136"/>
                  </a:lnTo>
                  <a:lnTo>
                    <a:pt x="1798091" y="3374047"/>
                  </a:lnTo>
                  <a:close/>
                </a:path>
                <a:path w="7628255" h="4413885">
                  <a:moveTo>
                    <a:pt x="1924215" y="3301149"/>
                  </a:moveTo>
                  <a:lnTo>
                    <a:pt x="1923415" y="3299523"/>
                  </a:lnTo>
                  <a:lnTo>
                    <a:pt x="1922741" y="3298164"/>
                  </a:lnTo>
                  <a:lnTo>
                    <a:pt x="1921903" y="3296462"/>
                  </a:lnTo>
                  <a:lnTo>
                    <a:pt x="1872056" y="3325279"/>
                  </a:lnTo>
                  <a:lnTo>
                    <a:pt x="1873338" y="3326727"/>
                  </a:lnTo>
                  <a:lnTo>
                    <a:pt x="1874342" y="3327882"/>
                  </a:lnTo>
                  <a:lnTo>
                    <a:pt x="1875561" y="3329267"/>
                  </a:lnTo>
                  <a:lnTo>
                    <a:pt x="1924215" y="3301149"/>
                  </a:lnTo>
                  <a:close/>
                </a:path>
                <a:path w="7628255" h="4413885">
                  <a:moveTo>
                    <a:pt x="2028723" y="3234740"/>
                  </a:moveTo>
                  <a:lnTo>
                    <a:pt x="1984908" y="3260064"/>
                  </a:lnTo>
                  <a:lnTo>
                    <a:pt x="1984578" y="3262426"/>
                  </a:lnTo>
                  <a:lnTo>
                    <a:pt x="1984311" y="3264331"/>
                  </a:lnTo>
                  <a:lnTo>
                    <a:pt x="1983994" y="3266592"/>
                  </a:lnTo>
                  <a:lnTo>
                    <a:pt x="2028571" y="3240836"/>
                  </a:lnTo>
                  <a:lnTo>
                    <a:pt x="2028583" y="3238754"/>
                  </a:lnTo>
                  <a:lnTo>
                    <a:pt x="2028596" y="3236976"/>
                  </a:lnTo>
                  <a:lnTo>
                    <a:pt x="2028723" y="3234740"/>
                  </a:lnTo>
                  <a:close/>
                </a:path>
                <a:path w="7628255" h="4413885">
                  <a:moveTo>
                    <a:pt x="2218283" y="3131185"/>
                  </a:moveTo>
                  <a:lnTo>
                    <a:pt x="2217013" y="3129864"/>
                  </a:lnTo>
                  <a:lnTo>
                    <a:pt x="2215908" y="3128721"/>
                  </a:lnTo>
                  <a:lnTo>
                    <a:pt x="2214575" y="3127337"/>
                  </a:lnTo>
                  <a:lnTo>
                    <a:pt x="2166315" y="3155226"/>
                  </a:lnTo>
                  <a:lnTo>
                    <a:pt x="2167394" y="3156762"/>
                  </a:lnTo>
                  <a:lnTo>
                    <a:pt x="2168283" y="3158020"/>
                  </a:lnTo>
                  <a:lnTo>
                    <a:pt x="2169312" y="3159493"/>
                  </a:lnTo>
                  <a:lnTo>
                    <a:pt x="2218283" y="3131185"/>
                  </a:lnTo>
                  <a:close/>
                </a:path>
                <a:path w="7628255" h="4413885">
                  <a:moveTo>
                    <a:pt x="2301430" y="3083128"/>
                  </a:moveTo>
                  <a:lnTo>
                    <a:pt x="2301278" y="3081172"/>
                  </a:lnTo>
                  <a:lnTo>
                    <a:pt x="2301151" y="3079445"/>
                  </a:lnTo>
                  <a:lnTo>
                    <a:pt x="2300986" y="3077400"/>
                  </a:lnTo>
                  <a:lnTo>
                    <a:pt x="2265121" y="3098127"/>
                  </a:lnTo>
                  <a:lnTo>
                    <a:pt x="2265273" y="3100184"/>
                  </a:lnTo>
                  <a:lnTo>
                    <a:pt x="2265388" y="3101898"/>
                  </a:lnTo>
                  <a:lnTo>
                    <a:pt x="2265540" y="3103867"/>
                  </a:lnTo>
                  <a:lnTo>
                    <a:pt x="2301430" y="3083128"/>
                  </a:lnTo>
                  <a:close/>
                </a:path>
                <a:path w="7628255" h="4413885">
                  <a:moveTo>
                    <a:pt x="2408517" y="3021228"/>
                  </a:moveTo>
                  <a:lnTo>
                    <a:pt x="2408009" y="3019488"/>
                  </a:lnTo>
                  <a:lnTo>
                    <a:pt x="2407551" y="3017951"/>
                  </a:lnTo>
                  <a:lnTo>
                    <a:pt x="2407018" y="3016135"/>
                  </a:lnTo>
                  <a:lnTo>
                    <a:pt x="2360079" y="3043263"/>
                  </a:lnTo>
                  <a:lnTo>
                    <a:pt x="2360536" y="3045129"/>
                  </a:lnTo>
                  <a:lnTo>
                    <a:pt x="2360917" y="3046704"/>
                  </a:lnTo>
                  <a:lnTo>
                    <a:pt x="2361361" y="3048495"/>
                  </a:lnTo>
                  <a:lnTo>
                    <a:pt x="2408517" y="3021228"/>
                  </a:lnTo>
                  <a:close/>
                </a:path>
                <a:path w="7628255" h="4413885">
                  <a:moveTo>
                    <a:pt x="2579611" y="2922346"/>
                  </a:moveTo>
                  <a:lnTo>
                    <a:pt x="2579027" y="2920657"/>
                  </a:lnTo>
                  <a:lnTo>
                    <a:pt x="2578506" y="2919133"/>
                  </a:lnTo>
                  <a:lnTo>
                    <a:pt x="2577909" y="2917380"/>
                  </a:lnTo>
                  <a:lnTo>
                    <a:pt x="2530881" y="2944545"/>
                  </a:lnTo>
                  <a:lnTo>
                    <a:pt x="2531478" y="2946323"/>
                  </a:lnTo>
                  <a:lnTo>
                    <a:pt x="2531999" y="2947835"/>
                  </a:lnTo>
                  <a:lnTo>
                    <a:pt x="2532570" y="2949537"/>
                  </a:lnTo>
                  <a:lnTo>
                    <a:pt x="2579611" y="2922346"/>
                  </a:lnTo>
                  <a:close/>
                </a:path>
                <a:path w="7628255" h="4413885">
                  <a:moveTo>
                    <a:pt x="2690050" y="2858516"/>
                  </a:moveTo>
                  <a:lnTo>
                    <a:pt x="2689631" y="2856750"/>
                  </a:lnTo>
                  <a:lnTo>
                    <a:pt x="2689466" y="2856039"/>
                  </a:lnTo>
                  <a:lnTo>
                    <a:pt x="2689453" y="2855010"/>
                  </a:lnTo>
                  <a:lnTo>
                    <a:pt x="2689441" y="2852928"/>
                  </a:lnTo>
                  <a:lnTo>
                    <a:pt x="2653106" y="2873921"/>
                  </a:lnTo>
                  <a:lnTo>
                    <a:pt x="2652953" y="2876118"/>
                  </a:lnTo>
                  <a:lnTo>
                    <a:pt x="2653030" y="2877896"/>
                  </a:lnTo>
                  <a:lnTo>
                    <a:pt x="2653334" y="2879737"/>
                  </a:lnTo>
                  <a:lnTo>
                    <a:pt x="2690050" y="2858516"/>
                  </a:lnTo>
                  <a:close/>
                </a:path>
                <a:path w="7628255" h="4413885">
                  <a:moveTo>
                    <a:pt x="2802344" y="2793619"/>
                  </a:moveTo>
                  <a:lnTo>
                    <a:pt x="2801785" y="2791930"/>
                  </a:lnTo>
                  <a:lnTo>
                    <a:pt x="2801264" y="2790380"/>
                  </a:lnTo>
                  <a:lnTo>
                    <a:pt x="2800680" y="2788640"/>
                  </a:lnTo>
                  <a:lnTo>
                    <a:pt x="2753804" y="2815729"/>
                  </a:lnTo>
                  <a:lnTo>
                    <a:pt x="2754388" y="2817482"/>
                  </a:lnTo>
                  <a:lnTo>
                    <a:pt x="2754909" y="2819019"/>
                  </a:lnTo>
                  <a:lnTo>
                    <a:pt x="2755468" y="2820708"/>
                  </a:lnTo>
                  <a:lnTo>
                    <a:pt x="2802344" y="2793619"/>
                  </a:lnTo>
                  <a:close/>
                </a:path>
                <a:path w="7628255" h="4413885">
                  <a:moveTo>
                    <a:pt x="2929382" y="2720187"/>
                  </a:moveTo>
                  <a:lnTo>
                    <a:pt x="2928797" y="2718536"/>
                  </a:lnTo>
                  <a:lnTo>
                    <a:pt x="2928251" y="2716987"/>
                  </a:lnTo>
                  <a:lnTo>
                    <a:pt x="2927654" y="2715272"/>
                  </a:lnTo>
                  <a:lnTo>
                    <a:pt x="2878188" y="2743847"/>
                  </a:lnTo>
                  <a:lnTo>
                    <a:pt x="2879013" y="2744787"/>
                  </a:lnTo>
                  <a:lnTo>
                    <a:pt x="2879229" y="2745321"/>
                  </a:lnTo>
                  <a:lnTo>
                    <a:pt x="2879864" y="2746819"/>
                  </a:lnTo>
                  <a:lnTo>
                    <a:pt x="2880537" y="2748419"/>
                  </a:lnTo>
                  <a:lnTo>
                    <a:pt x="2929382" y="2720187"/>
                  </a:lnTo>
                  <a:close/>
                </a:path>
                <a:path w="7628255" h="4413885">
                  <a:moveTo>
                    <a:pt x="3304070" y="2503627"/>
                  </a:moveTo>
                  <a:lnTo>
                    <a:pt x="3302914" y="2502344"/>
                  </a:lnTo>
                  <a:lnTo>
                    <a:pt x="3301796" y="2501087"/>
                  </a:lnTo>
                  <a:lnTo>
                    <a:pt x="3300615" y="2499741"/>
                  </a:lnTo>
                  <a:lnTo>
                    <a:pt x="3251098" y="2528354"/>
                  </a:lnTo>
                  <a:lnTo>
                    <a:pt x="3252114" y="2529230"/>
                  </a:lnTo>
                  <a:lnTo>
                    <a:pt x="3252457" y="2529598"/>
                  </a:lnTo>
                  <a:lnTo>
                    <a:pt x="3253600" y="2530843"/>
                  </a:lnTo>
                  <a:lnTo>
                    <a:pt x="3254768" y="2532126"/>
                  </a:lnTo>
                  <a:lnTo>
                    <a:pt x="3304070" y="2503627"/>
                  </a:lnTo>
                  <a:close/>
                </a:path>
                <a:path w="7628255" h="4413885">
                  <a:moveTo>
                    <a:pt x="3435845" y="2421598"/>
                  </a:moveTo>
                  <a:lnTo>
                    <a:pt x="3408832" y="2437206"/>
                  </a:lnTo>
                  <a:lnTo>
                    <a:pt x="3408857" y="2439200"/>
                  </a:lnTo>
                  <a:lnTo>
                    <a:pt x="3408883" y="2441105"/>
                  </a:lnTo>
                  <a:lnTo>
                    <a:pt x="3408908" y="2443035"/>
                  </a:lnTo>
                  <a:lnTo>
                    <a:pt x="3435591" y="2427605"/>
                  </a:lnTo>
                  <a:lnTo>
                    <a:pt x="3435680" y="2425623"/>
                  </a:lnTo>
                  <a:lnTo>
                    <a:pt x="3435756" y="2423655"/>
                  </a:lnTo>
                  <a:lnTo>
                    <a:pt x="3435845" y="2421598"/>
                  </a:lnTo>
                  <a:close/>
                </a:path>
                <a:path w="7628255" h="4413885">
                  <a:moveTo>
                    <a:pt x="3557270" y="2357285"/>
                  </a:moveTo>
                  <a:lnTo>
                    <a:pt x="3557244" y="2355367"/>
                  </a:lnTo>
                  <a:lnTo>
                    <a:pt x="3557219" y="2353449"/>
                  </a:lnTo>
                  <a:lnTo>
                    <a:pt x="3557130" y="2351506"/>
                  </a:lnTo>
                  <a:lnTo>
                    <a:pt x="3513696" y="2376601"/>
                  </a:lnTo>
                  <a:lnTo>
                    <a:pt x="3513429" y="2378760"/>
                  </a:lnTo>
                  <a:lnTo>
                    <a:pt x="3513175" y="2380831"/>
                  </a:lnTo>
                  <a:lnTo>
                    <a:pt x="3512921" y="2382913"/>
                  </a:lnTo>
                  <a:lnTo>
                    <a:pt x="3557270" y="2357285"/>
                  </a:lnTo>
                  <a:close/>
                </a:path>
                <a:path w="7628255" h="4413885">
                  <a:moveTo>
                    <a:pt x="3747592" y="2247277"/>
                  </a:moveTo>
                  <a:lnTo>
                    <a:pt x="3746411" y="2246058"/>
                  </a:lnTo>
                  <a:lnTo>
                    <a:pt x="3745204" y="2244801"/>
                  </a:lnTo>
                  <a:lnTo>
                    <a:pt x="3743998" y="2243531"/>
                  </a:lnTo>
                  <a:lnTo>
                    <a:pt x="3695344" y="2271636"/>
                  </a:lnTo>
                  <a:lnTo>
                    <a:pt x="3696360" y="2273033"/>
                  </a:lnTo>
                  <a:lnTo>
                    <a:pt x="3697376" y="2274392"/>
                  </a:lnTo>
                  <a:lnTo>
                    <a:pt x="3698367" y="2275738"/>
                  </a:lnTo>
                  <a:lnTo>
                    <a:pt x="3747592" y="2247277"/>
                  </a:lnTo>
                  <a:close/>
                </a:path>
                <a:path w="7628255" h="4413885">
                  <a:moveTo>
                    <a:pt x="3827843" y="2195068"/>
                  </a:moveTo>
                  <a:lnTo>
                    <a:pt x="3799357" y="2211527"/>
                  </a:lnTo>
                  <a:lnTo>
                    <a:pt x="3799217" y="2213572"/>
                  </a:lnTo>
                  <a:lnTo>
                    <a:pt x="3799090" y="2215616"/>
                  </a:lnTo>
                  <a:lnTo>
                    <a:pt x="3798963" y="2217597"/>
                  </a:lnTo>
                  <a:lnTo>
                    <a:pt x="3827767" y="2200948"/>
                  </a:lnTo>
                  <a:lnTo>
                    <a:pt x="3827208" y="2199373"/>
                  </a:lnTo>
                  <a:lnTo>
                    <a:pt x="3827551" y="2197201"/>
                  </a:lnTo>
                  <a:lnTo>
                    <a:pt x="3827843" y="2195068"/>
                  </a:lnTo>
                  <a:close/>
                </a:path>
                <a:path w="7628255" h="4413885">
                  <a:moveTo>
                    <a:pt x="3977589" y="2114346"/>
                  </a:moveTo>
                  <a:lnTo>
                    <a:pt x="3977055" y="2112772"/>
                  </a:lnTo>
                  <a:lnTo>
                    <a:pt x="3976497" y="2111108"/>
                  </a:lnTo>
                  <a:lnTo>
                    <a:pt x="3975951" y="2109482"/>
                  </a:lnTo>
                  <a:lnTo>
                    <a:pt x="3928580" y="2136851"/>
                  </a:lnTo>
                  <a:lnTo>
                    <a:pt x="3929126" y="2138489"/>
                  </a:lnTo>
                  <a:lnTo>
                    <a:pt x="3929684" y="2140153"/>
                  </a:lnTo>
                  <a:lnTo>
                    <a:pt x="3930205" y="2141740"/>
                  </a:lnTo>
                  <a:lnTo>
                    <a:pt x="3977589" y="2114346"/>
                  </a:lnTo>
                  <a:close/>
                </a:path>
                <a:path w="7628255" h="4413885">
                  <a:moveTo>
                    <a:pt x="4114901" y="2034984"/>
                  </a:moveTo>
                  <a:lnTo>
                    <a:pt x="4114508" y="2033346"/>
                  </a:lnTo>
                  <a:lnTo>
                    <a:pt x="4114393" y="2031415"/>
                  </a:lnTo>
                  <a:lnTo>
                    <a:pt x="4114381" y="2029485"/>
                  </a:lnTo>
                  <a:lnTo>
                    <a:pt x="4077995" y="2050503"/>
                  </a:lnTo>
                  <a:lnTo>
                    <a:pt x="4077855" y="2052535"/>
                  </a:lnTo>
                  <a:lnTo>
                    <a:pt x="4077830" y="2052891"/>
                  </a:lnTo>
                  <a:lnTo>
                    <a:pt x="4078071" y="2054402"/>
                  </a:lnTo>
                  <a:lnTo>
                    <a:pt x="4078351" y="2056117"/>
                  </a:lnTo>
                  <a:lnTo>
                    <a:pt x="4114901" y="2034984"/>
                  </a:lnTo>
                  <a:close/>
                </a:path>
                <a:path w="7628255" h="4413885">
                  <a:moveTo>
                    <a:pt x="4227093" y="1970151"/>
                  </a:moveTo>
                  <a:lnTo>
                    <a:pt x="4226572" y="1968588"/>
                  </a:lnTo>
                  <a:lnTo>
                    <a:pt x="4226001" y="1966899"/>
                  </a:lnTo>
                  <a:lnTo>
                    <a:pt x="4225468" y="1965286"/>
                  </a:lnTo>
                  <a:lnTo>
                    <a:pt x="4178617" y="1992363"/>
                  </a:lnTo>
                  <a:lnTo>
                    <a:pt x="4179151" y="1993976"/>
                  </a:lnTo>
                  <a:lnTo>
                    <a:pt x="4179709" y="1995665"/>
                  </a:lnTo>
                  <a:lnTo>
                    <a:pt x="4180230" y="1997227"/>
                  </a:lnTo>
                  <a:lnTo>
                    <a:pt x="4227093" y="1970151"/>
                  </a:lnTo>
                  <a:close/>
                </a:path>
                <a:path w="7628255" h="4413885">
                  <a:moveTo>
                    <a:pt x="4354487" y="1896503"/>
                  </a:moveTo>
                  <a:lnTo>
                    <a:pt x="4353966" y="1894967"/>
                  </a:lnTo>
                  <a:lnTo>
                    <a:pt x="4353395" y="1893265"/>
                  </a:lnTo>
                  <a:lnTo>
                    <a:pt x="4352849" y="1891677"/>
                  </a:lnTo>
                  <a:lnTo>
                    <a:pt x="4303725" y="1920062"/>
                  </a:lnTo>
                  <a:lnTo>
                    <a:pt x="4303954" y="1920303"/>
                  </a:lnTo>
                  <a:lnTo>
                    <a:pt x="4304474" y="1921548"/>
                  </a:lnTo>
                  <a:lnTo>
                    <a:pt x="4305160" y="1923161"/>
                  </a:lnTo>
                  <a:lnTo>
                    <a:pt x="4305795" y="1924646"/>
                  </a:lnTo>
                  <a:lnTo>
                    <a:pt x="4354487" y="1896503"/>
                  </a:lnTo>
                  <a:close/>
                </a:path>
                <a:path w="7628255" h="4413885">
                  <a:moveTo>
                    <a:pt x="4463059" y="1833765"/>
                  </a:moveTo>
                  <a:lnTo>
                    <a:pt x="4462716" y="1832114"/>
                  </a:lnTo>
                  <a:lnTo>
                    <a:pt x="4462678" y="1830108"/>
                  </a:lnTo>
                  <a:lnTo>
                    <a:pt x="4462716" y="1828190"/>
                  </a:lnTo>
                  <a:lnTo>
                    <a:pt x="4427118" y="1848764"/>
                  </a:lnTo>
                  <a:lnTo>
                    <a:pt x="4426978" y="1850745"/>
                  </a:lnTo>
                  <a:lnTo>
                    <a:pt x="4426813" y="1852866"/>
                  </a:lnTo>
                  <a:lnTo>
                    <a:pt x="4427093" y="1854542"/>
                  </a:lnTo>
                  <a:lnTo>
                    <a:pt x="4463059" y="1833765"/>
                  </a:lnTo>
                  <a:close/>
                </a:path>
                <a:path w="7628255" h="4413885">
                  <a:moveTo>
                    <a:pt x="4574895" y="1769122"/>
                  </a:moveTo>
                  <a:lnTo>
                    <a:pt x="4574387" y="1767586"/>
                  </a:lnTo>
                  <a:lnTo>
                    <a:pt x="4573829" y="1765858"/>
                  </a:lnTo>
                  <a:lnTo>
                    <a:pt x="4573308" y="1764284"/>
                  </a:lnTo>
                  <a:lnTo>
                    <a:pt x="4526496" y="1791335"/>
                  </a:lnTo>
                  <a:lnTo>
                    <a:pt x="4527029" y="1792909"/>
                  </a:lnTo>
                  <a:lnTo>
                    <a:pt x="4527613" y="1794611"/>
                  </a:lnTo>
                  <a:lnTo>
                    <a:pt x="4528134" y="1796148"/>
                  </a:lnTo>
                  <a:lnTo>
                    <a:pt x="4574895" y="1769122"/>
                  </a:lnTo>
                  <a:close/>
                </a:path>
                <a:path w="7628255" h="4413885">
                  <a:moveTo>
                    <a:pt x="4971770" y="1539735"/>
                  </a:moveTo>
                  <a:lnTo>
                    <a:pt x="4971656" y="1539303"/>
                  </a:lnTo>
                  <a:lnTo>
                    <a:pt x="4971554" y="1538071"/>
                  </a:lnTo>
                  <a:lnTo>
                    <a:pt x="4971402" y="1536065"/>
                  </a:lnTo>
                  <a:lnTo>
                    <a:pt x="4971275" y="1534312"/>
                  </a:lnTo>
                  <a:lnTo>
                    <a:pt x="4935055" y="1555242"/>
                  </a:lnTo>
                  <a:lnTo>
                    <a:pt x="4935080" y="1557058"/>
                  </a:lnTo>
                  <a:lnTo>
                    <a:pt x="4935105" y="1559140"/>
                  </a:lnTo>
                  <a:lnTo>
                    <a:pt x="4935131" y="1560918"/>
                  </a:lnTo>
                  <a:lnTo>
                    <a:pt x="4971770" y="1539735"/>
                  </a:lnTo>
                  <a:close/>
                </a:path>
                <a:path w="7628255" h="4413885">
                  <a:moveTo>
                    <a:pt x="5071008" y="1482382"/>
                  </a:moveTo>
                  <a:lnTo>
                    <a:pt x="5070983" y="1480616"/>
                  </a:lnTo>
                  <a:lnTo>
                    <a:pt x="5070945" y="1478534"/>
                  </a:lnTo>
                  <a:lnTo>
                    <a:pt x="5070907" y="1476730"/>
                  </a:lnTo>
                  <a:lnTo>
                    <a:pt x="5054574" y="1486166"/>
                  </a:lnTo>
                  <a:lnTo>
                    <a:pt x="5054600" y="1487982"/>
                  </a:lnTo>
                  <a:lnTo>
                    <a:pt x="5054638" y="1490065"/>
                  </a:lnTo>
                  <a:lnTo>
                    <a:pt x="5054676" y="1491830"/>
                  </a:lnTo>
                  <a:lnTo>
                    <a:pt x="5071008" y="1482382"/>
                  </a:lnTo>
                  <a:close/>
                </a:path>
                <a:path w="7628255" h="4413885">
                  <a:moveTo>
                    <a:pt x="5132540" y="1446822"/>
                  </a:moveTo>
                  <a:lnTo>
                    <a:pt x="5131651" y="1445552"/>
                  </a:lnTo>
                  <a:lnTo>
                    <a:pt x="5130609" y="1444053"/>
                  </a:lnTo>
                  <a:lnTo>
                    <a:pt x="5129708" y="1442758"/>
                  </a:lnTo>
                  <a:lnTo>
                    <a:pt x="5082006" y="1470317"/>
                  </a:lnTo>
                  <a:lnTo>
                    <a:pt x="5082921" y="1471612"/>
                  </a:lnTo>
                  <a:lnTo>
                    <a:pt x="5083962" y="1473111"/>
                  </a:lnTo>
                  <a:lnTo>
                    <a:pt x="5084851" y="1474381"/>
                  </a:lnTo>
                  <a:lnTo>
                    <a:pt x="5132540" y="1446822"/>
                  </a:lnTo>
                  <a:close/>
                </a:path>
                <a:path w="7628255" h="4413885">
                  <a:moveTo>
                    <a:pt x="5267401" y="1363179"/>
                  </a:moveTo>
                  <a:lnTo>
                    <a:pt x="5239118" y="1379524"/>
                  </a:lnTo>
                  <a:lnTo>
                    <a:pt x="5239016" y="1381391"/>
                  </a:lnTo>
                  <a:lnTo>
                    <a:pt x="5238915" y="1383576"/>
                  </a:lnTo>
                  <a:lnTo>
                    <a:pt x="5238813" y="1385392"/>
                  </a:lnTo>
                  <a:lnTo>
                    <a:pt x="5267299" y="1368933"/>
                  </a:lnTo>
                  <a:lnTo>
                    <a:pt x="5266741" y="1367485"/>
                  </a:lnTo>
                  <a:lnTo>
                    <a:pt x="5267122" y="1365148"/>
                  </a:lnTo>
                  <a:lnTo>
                    <a:pt x="5267401" y="1363179"/>
                  </a:lnTo>
                  <a:close/>
                </a:path>
                <a:path w="7628255" h="4413885">
                  <a:moveTo>
                    <a:pt x="5417363" y="1282192"/>
                  </a:moveTo>
                  <a:lnTo>
                    <a:pt x="5416867" y="1280731"/>
                  </a:lnTo>
                  <a:lnTo>
                    <a:pt x="5416258" y="1278940"/>
                  </a:lnTo>
                  <a:lnTo>
                    <a:pt x="5415750" y="1277454"/>
                  </a:lnTo>
                  <a:lnTo>
                    <a:pt x="5368722" y="1304632"/>
                  </a:lnTo>
                  <a:lnTo>
                    <a:pt x="5369217" y="1306131"/>
                  </a:lnTo>
                  <a:lnTo>
                    <a:pt x="5369814" y="1307922"/>
                  </a:lnTo>
                  <a:lnTo>
                    <a:pt x="5370309" y="1309395"/>
                  </a:lnTo>
                  <a:lnTo>
                    <a:pt x="5417363" y="1282192"/>
                  </a:lnTo>
                  <a:close/>
                </a:path>
                <a:path w="7628255" h="4413885">
                  <a:moveTo>
                    <a:pt x="5551525" y="1198994"/>
                  </a:moveTo>
                  <a:lnTo>
                    <a:pt x="5523065" y="1215440"/>
                  </a:lnTo>
                  <a:lnTo>
                    <a:pt x="5522938" y="1217282"/>
                  </a:lnTo>
                  <a:lnTo>
                    <a:pt x="5522798" y="1219530"/>
                  </a:lnTo>
                  <a:lnTo>
                    <a:pt x="5522671" y="1221333"/>
                  </a:lnTo>
                  <a:lnTo>
                    <a:pt x="5551284" y="1204798"/>
                  </a:lnTo>
                  <a:lnTo>
                    <a:pt x="5550890" y="1203629"/>
                  </a:lnTo>
                  <a:lnTo>
                    <a:pt x="5550941" y="1203261"/>
                  </a:lnTo>
                  <a:lnTo>
                    <a:pt x="5551259" y="1200912"/>
                  </a:lnTo>
                  <a:lnTo>
                    <a:pt x="5551525" y="1198994"/>
                  </a:lnTo>
                  <a:close/>
                </a:path>
                <a:path w="7628255" h="4413885">
                  <a:moveTo>
                    <a:pt x="5701042" y="1118235"/>
                  </a:moveTo>
                  <a:lnTo>
                    <a:pt x="5700560" y="1116799"/>
                  </a:lnTo>
                  <a:lnTo>
                    <a:pt x="5699938" y="1114983"/>
                  </a:lnTo>
                  <a:lnTo>
                    <a:pt x="5699442" y="1113523"/>
                  </a:lnTo>
                  <a:lnTo>
                    <a:pt x="5651982" y="1140942"/>
                  </a:lnTo>
                  <a:lnTo>
                    <a:pt x="5652465" y="1142415"/>
                  </a:lnTo>
                  <a:lnTo>
                    <a:pt x="5653075" y="1144231"/>
                  </a:lnTo>
                  <a:lnTo>
                    <a:pt x="5653557" y="1145679"/>
                  </a:lnTo>
                  <a:lnTo>
                    <a:pt x="5701042" y="1118235"/>
                  </a:lnTo>
                  <a:close/>
                </a:path>
                <a:path w="7628255" h="4413885">
                  <a:moveTo>
                    <a:pt x="5838609" y="1038720"/>
                  </a:moveTo>
                  <a:lnTo>
                    <a:pt x="5838253" y="1037221"/>
                  </a:lnTo>
                  <a:lnTo>
                    <a:pt x="5838037" y="1036345"/>
                  </a:lnTo>
                  <a:lnTo>
                    <a:pt x="5838037" y="1035164"/>
                  </a:lnTo>
                  <a:lnTo>
                    <a:pt x="5838025" y="1033437"/>
                  </a:lnTo>
                  <a:lnTo>
                    <a:pt x="5801703" y="1054417"/>
                  </a:lnTo>
                  <a:lnTo>
                    <a:pt x="5801563" y="1056246"/>
                  </a:lnTo>
                  <a:lnTo>
                    <a:pt x="5801614" y="1058405"/>
                  </a:lnTo>
                  <a:lnTo>
                    <a:pt x="5801868" y="1059967"/>
                  </a:lnTo>
                  <a:lnTo>
                    <a:pt x="5838609" y="1038720"/>
                  </a:lnTo>
                  <a:close/>
                </a:path>
                <a:path w="7628255" h="4413885">
                  <a:moveTo>
                    <a:pt x="5949645" y="974559"/>
                  </a:moveTo>
                  <a:lnTo>
                    <a:pt x="5949175" y="973124"/>
                  </a:lnTo>
                  <a:lnTo>
                    <a:pt x="5948578" y="971270"/>
                  </a:lnTo>
                  <a:lnTo>
                    <a:pt x="5948108" y="969822"/>
                  </a:lnTo>
                  <a:lnTo>
                    <a:pt x="5902350" y="996264"/>
                  </a:lnTo>
                  <a:lnTo>
                    <a:pt x="5902820" y="997712"/>
                  </a:lnTo>
                  <a:lnTo>
                    <a:pt x="5903430" y="999566"/>
                  </a:lnTo>
                  <a:lnTo>
                    <a:pt x="5903912" y="1000988"/>
                  </a:lnTo>
                  <a:lnTo>
                    <a:pt x="5949645" y="974559"/>
                  </a:lnTo>
                  <a:close/>
                </a:path>
                <a:path w="7628255" h="4413885">
                  <a:moveTo>
                    <a:pt x="6162814" y="851344"/>
                  </a:moveTo>
                  <a:lnTo>
                    <a:pt x="6162662" y="849757"/>
                  </a:lnTo>
                  <a:lnTo>
                    <a:pt x="6162459" y="847648"/>
                  </a:lnTo>
                  <a:lnTo>
                    <a:pt x="6162306" y="846035"/>
                  </a:lnTo>
                  <a:lnTo>
                    <a:pt x="6126404" y="866775"/>
                  </a:lnTo>
                  <a:lnTo>
                    <a:pt x="6126340" y="868527"/>
                  </a:lnTo>
                  <a:lnTo>
                    <a:pt x="6126264" y="870788"/>
                  </a:lnTo>
                  <a:lnTo>
                    <a:pt x="6126200" y="872502"/>
                  </a:lnTo>
                  <a:lnTo>
                    <a:pt x="6162814" y="851344"/>
                  </a:lnTo>
                  <a:close/>
                </a:path>
                <a:path w="7628255" h="4413885">
                  <a:moveTo>
                    <a:pt x="6302692" y="770509"/>
                  </a:moveTo>
                  <a:lnTo>
                    <a:pt x="6301346" y="769620"/>
                  </a:lnTo>
                  <a:lnTo>
                    <a:pt x="6299543" y="768413"/>
                  </a:lnTo>
                  <a:lnTo>
                    <a:pt x="6298196" y="767511"/>
                  </a:lnTo>
                  <a:lnTo>
                    <a:pt x="6225159" y="809713"/>
                  </a:lnTo>
                  <a:lnTo>
                    <a:pt x="6225641" y="811123"/>
                  </a:lnTo>
                  <a:lnTo>
                    <a:pt x="6226276" y="812990"/>
                  </a:lnTo>
                  <a:lnTo>
                    <a:pt x="6226759" y="814387"/>
                  </a:lnTo>
                  <a:lnTo>
                    <a:pt x="6302692" y="770509"/>
                  </a:lnTo>
                  <a:close/>
                </a:path>
                <a:path w="7628255" h="4413885">
                  <a:moveTo>
                    <a:pt x="6446507" y="687374"/>
                  </a:moveTo>
                  <a:lnTo>
                    <a:pt x="6446113" y="685952"/>
                  </a:lnTo>
                  <a:lnTo>
                    <a:pt x="6445580" y="684009"/>
                  </a:lnTo>
                  <a:lnTo>
                    <a:pt x="6445186" y="682561"/>
                  </a:lnTo>
                  <a:lnTo>
                    <a:pt x="6414262" y="700430"/>
                  </a:lnTo>
                  <a:lnTo>
                    <a:pt x="6414363" y="702043"/>
                  </a:lnTo>
                  <a:lnTo>
                    <a:pt x="6414706" y="704100"/>
                  </a:lnTo>
                  <a:lnTo>
                    <a:pt x="6414960" y="705612"/>
                  </a:lnTo>
                  <a:lnTo>
                    <a:pt x="6446507" y="687374"/>
                  </a:lnTo>
                  <a:close/>
                </a:path>
                <a:path w="7628255" h="4413885">
                  <a:moveTo>
                    <a:pt x="6536931" y="629551"/>
                  </a:moveTo>
                  <a:lnTo>
                    <a:pt x="6508636" y="645896"/>
                  </a:lnTo>
                  <a:lnTo>
                    <a:pt x="6508547" y="647611"/>
                  </a:lnTo>
                  <a:lnTo>
                    <a:pt x="6508432" y="649947"/>
                  </a:lnTo>
                  <a:lnTo>
                    <a:pt x="6508343" y="651637"/>
                  </a:lnTo>
                  <a:lnTo>
                    <a:pt x="6536639" y="635279"/>
                  </a:lnTo>
                  <a:lnTo>
                    <a:pt x="6536271" y="634288"/>
                  </a:lnTo>
                  <a:lnTo>
                    <a:pt x="6536334" y="633818"/>
                  </a:lnTo>
                  <a:lnTo>
                    <a:pt x="6536690" y="631355"/>
                  </a:lnTo>
                  <a:lnTo>
                    <a:pt x="6536931" y="629551"/>
                  </a:lnTo>
                  <a:close/>
                </a:path>
                <a:path w="7628255" h="4413885">
                  <a:moveTo>
                    <a:pt x="6685712" y="549122"/>
                  </a:moveTo>
                  <a:lnTo>
                    <a:pt x="6685254" y="547763"/>
                  </a:lnTo>
                  <a:lnTo>
                    <a:pt x="6684607" y="545846"/>
                  </a:lnTo>
                  <a:lnTo>
                    <a:pt x="6684150" y="544474"/>
                  </a:lnTo>
                  <a:lnTo>
                    <a:pt x="6638049" y="571106"/>
                  </a:lnTo>
                  <a:lnTo>
                    <a:pt x="6638518" y="572490"/>
                  </a:lnTo>
                  <a:lnTo>
                    <a:pt x="6639153" y="574408"/>
                  </a:lnTo>
                  <a:lnTo>
                    <a:pt x="6639611" y="575767"/>
                  </a:lnTo>
                  <a:lnTo>
                    <a:pt x="6685712" y="549122"/>
                  </a:lnTo>
                  <a:close/>
                </a:path>
                <a:path w="7628255" h="4413885">
                  <a:moveTo>
                    <a:pt x="6899313" y="425665"/>
                  </a:moveTo>
                  <a:lnTo>
                    <a:pt x="6898856" y="424332"/>
                  </a:lnTo>
                  <a:lnTo>
                    <a:pt x="6898195" y="422402"/>
                  </a:lnTo>
                  <a:lnTo>
                    <a:pt x="6897725" y="421055"/>
                  </a:lnTo>
                  <a:lnTo>
                    <a:pt x="6850253" y="448487"/>
                  </a:lnTo>
                  <a:lnTo>
                    <a:pt x="6850710" y="449846"/>
                  </a:lnTo>
                  <a:lnTo>
                    <a:pt x="6851358" y="451777"/>
                  </a:lnTo>
                  <a:lnTo>
                    <a:pt x="6851815" y="453123"/>
                  </a:lnTo>
                  <a:lnTo>
                    <a:pt x="6899313" y="425665"/>
                  </a:lnTo>
                  <a:close/>
                </a:path>
                <a:path w="7628255" h="4413885">
                  <a:moveTo>
                    <a:pt x="7039661" y="339026"/>
                  </a:moveTo>
                  <a:lnTo>
                    <a:pt x="6996087" y="364210"/>
                  </a:lnTo>
                  <a:lnTo>
                    <a:pt x="6995858" y="365950"/>
                  </a:lnTo>
                  <a:lnTo>
                    <a:pt x="6995554" y="368452"/>
                  </a:lnTo>
                  <a:lnTo>
                    <a:pt x="6995338" y="370166"/>
                  </a:lnTo>
                  <a:lnTo>
                    <a:pt x="7039572" y="344601"/>
                  </a:lnTo>
                  <a:lnTo>
                    <a:pt x="7039559" y="343014"/>
                  </a:lnTo>
                  <a:lnTo>
                    <a:pt x="7039534" y="340702"/>
                  </a:lnTo>
                  <a:lnTo>
                    <a:pt x="7039661" y="339026"/>
                  </a:lnTo>
                  <a:close/>
                </a:path>
                <a:path w="7628255" h="4413885">
                  <a:moveTo>
                    <a:pt x="7229297" y="234950"/>
                  </a:moveTo>
                  <a:lnTo>
                    <a:pt x="7228332" y="233934"/>
                  </a:lnTo>
                  <a:lnTo>
                    <a:pt x="7226884" y="232422"/>
                  </a:lnTo>
                  <a:lnTo>
                    <a:pt x="7225906" y="231406"/>
                  </a:lnTo>
                  <a:lnTo>
                    <a:pt x="7177760" y="259219"/>
                  </a:lnTo>
                  <a:lnTo>
                    <a:pt x="7178573" y="260350"/>
                  </a:lnTo>
                  <a:lnTo>
                    <a:pt x="7179767" y="262001"/>
                  </a:lnTo>
                  <a:lnTo>
                    <a:pt x="7180567" y="263105"/>
                  </a:lnTo>
                  <a:lnTo>
                    <a:pt x="7229297" y="234950"/>
                  </a:lnTo>
                  <a:close/>
                </a:path>
                <a:path w="7628255" h="4413885">
                  <a:moveTo>
                    <a:pt x="7343864" y="168732"/>
                  </a:moveTo>
                  <a:lnTo>
                    <a:pt x="7343724" y="167246"/>
                  </a:lnTo>
                  <a:lnTo>
                    <a:pt x="7343521" y="165011"/>
                  </a:lnTo>
                  <a:lnTo>
                    <a:pt x="7343381" y="163525"/>
                  </a:lnTo>
                  <a:lnTo>
                    <a:pt x="7307516" y="184251"/>
                  </a:lnTo>
                  <a:lnTo>
                    <a:pt x="7307453" y="185851"/>
                  </a:lnTo>
                  <a:lnTo>
                    <a:pt x="7307364" y="188264"/>
                  </a:lnTo>
                  <a:lnTo>
                    <a:pt x="7307300" y="189865"/>
                  </a:lnTo>
                  <a:lnTo>
                    <a:pt x="7343864" y="168732"/>
                  </a:lnTo>
                  <a:close/>
                </a:path>
                <a:path w="7628255" h="4413885">
                  <a:moveTo>
                    <a:pt x="7483805" y="87845"/>
                  </a:moveTo>
                  <a:lnTo>
                    <a:pt x="7482560" y="87020"/>
                  </a:lnTo>
                  <a:lnTo>
                    <a:pt x="7480643" y="85750"/>
                  </a:lnTo>
                  <a:lnTo>
                    <a:pt x="7479385" y="84924"/>
                  </a:lnTo>
                  <a:lnTo>
                    <a:pt x="7406322" y="127139"/>
                  </a:lnTo>
                  <a:lnTo>
                    <a:pt x="7406767" y="128447"/>
                  </a:lnTo>
                  <a:lnTo>
                    <a:pt x="7407440" y="130429"/>
                  </a:lnTo>
                  <a:lnTo>
                    <a:pt x="7407884" y="131724"/>
                  </a:lnTo>
                  <a:lnTo>
                    <a:pt x="7483805" y="87845"/>
                  </a:lnTo>
                  <a:close/>
                </a:path>
                <a:path w="7628255" h="4413885">
                  <a:moveTo>
                    <a:pt x="7627633" y="4724"/>
                  </a:moveTo>
                  <a:lnTo>
                    <a:pt x="7627264" y="3390"/>
                  </a:lnTo>
                  <a:lnTo>
                    <a:pt x="7626705" y="1333"/>
                  </a:lnTo>
                  <a:lnTo>
                    <a:pt x="7626337" y="0"/>
                  </a:lnTo>
                  <a:lnTo>
                    <a:pt x="7595375" y="17894"/>
                  </a:lnTo>
                  <a:lnTo>
                    <a:pt x="7595476" y="19380"/>
                  </a:lnTo>
                  <a:lnTo>
                    <a:pt x="7595844" y="21551"/>
                  </a:lnTo>
                  <a:lnTo>
                    <a:pt x="7596086" y="22948"/>
                  </a:lnTo>
                  <a:lnTo>
                    <a:pt x="7627633" y="4724"/>
                  </a:lnTo>
                  <a:close/>
                </a:path>
              </a:pathLst>
            </a:custGeom>
            <a:solidFill>
              <a:srgbClr val="5E5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1197" y="922235"/>
              <a:ext cx="7628890" cy="4411345"/>
            </a:xfrm>
            <a:custGeom>
              <a:avLst/>
              <a:gdLst/>
              <a:ahLst/>
              <a:cxnLst/>
              <a:rect l="l" t="t" r="r" b="b"/>
              <a:pathLst>
                <a:path w="7628890" h="4411345">
                  <a:moveTo>
                    <a:pt x="38252" y="4389018"/>
                  </a:moveTo>
                  <a:lnTo>
                    <a:pt x="38100" y="4388472"/>
                  </a:lnTo>
                  <a:lnTo>
                    <a:pt x="37934" y="4386694"/>
                  </a:lnTo>
                  <a:lnTo>
                    <a:pt x="0" y="4408602"/>
                  </a:lnTo>
                  <a:lnTo>
                    <a:pt x="0" y="4408843"/>
                  </a:lnTo>
                  <a:lnTo>
                    <a:pt x="368" y="4410913"/>
                  </a:lnTo>
                  <a:lnTo>
                    <a:pt x="38252" y="4389018"/>
                  </a:lnTo>
                  <a:close/>
                </a:path>
                <a:path w="7628890" h="4411345">
                  <a:moveTo>
                    <a:pt x="177876" y="4308348"/>
                  </a:moveTo>
                  <a:lnTo>
                    <a:pt x="176237" y="4306786"/>
                  </a:lnTo>
                  <a:lnTo>
                    <a:pt x="101473" y="4349991"/>
                  </a:lnTo>
                  <a:lnTo>
                    <a:pt x="102171" y="4352087"/>
                  </a:lnTo>
                  <a:lnTo>
                    <a:pt x="177876" y="4308348"/>
                  </a:lnTo>
                  <a:close/>
                </a:path>
                <a:path w="7628890" h="4411345">
                  <a:moveTo>
                    <a:pt x="304723" y="4232567"/>
                  </a:moveTo>
                  <a:lnTo>
                    <a:pt x="285165" y="4243870"/>
                  </a:lnTo>
                  <a:lnTo>
                    <a:pt x="285127" y="4246372"/>
                  </a:lnTo>
                  <a:lnTo>
                    <a:pt x="304698" y="4235069"/>
                  </a:lnTo>
                  <a:lnTo>
                    <a:pt x="304723" y="4232567"/>
                  </a:lnTo>
                  <a:close/>
                </a:path>
                <a:path w="7628890" h="4411345">
                  <a:moveTo>
                    <a:pt x="356920" y="4204893"/>
                  </a:moveTo>
                  <a:lnTo>
                    <a:pt x="356222" y="4202823"/>
                  </a:lnTo>
                  <a:lnTo>
                    <a:pt x="311531" y="4228643"/>
                  </a:lnTo>
                  <a:lnTo>
                    <a:pt x="312229" y="4230713"/>
                  </a:lnTo>
                  <a:lnTo>
                    <a:pt x="356920" y="4204893"/>
                  </a:lnTo>
                  <a:close/>
                </a:path>
                <a:path w="7628890" h="4411345">
                  <a:moveTo>
                    <a:pt x="467182" y="4141190"/>
                  </a:moveTo>
                  <a:lnTo>
                    <a:pt x="466661" y="4139019"/>
                  </a:lnTo>
                  <a:lnTo>
                    <a:pt x="466636" y="4138879"/>
                  </a:lnTo>
                  <a:lnTo>
                    <a:pt x="429895" y="4160113"/>
                  </a:lnTo>
                  <a:lnTo>
                    <a:pt x="429907" y="4160253"/>
                  </a:lnTo>
                  <a:lnTo>
                    <a:pt x="430288" y="4162501"/>
                  </a:lnTo>
                  <a:lnTo>
                    <a:pt x="467182" y="4141190"/>
                  </a:lnTo>
                  <a:close/>
                </a:path>
                <a:path w="7628890" h="4411345">
                  <a:moveTo>
                    <a:pt x="579208" y="4076458"/>
                  </a:moveTo>
                  <a:lnTo>
                    <a:pt x="578510" y="4074414"/>
                  </a:lnTo>
                  <a:lnTo>
                    <a:pt x="578446" y="4074249"/>
                  </a:lnTo>
                  <a:lnTo>
                    <a:pt x="531964" y="4101122"/>
                  </a:lnTo>
                  <a:lnTo>
                    <a:pt x="532015" y="4101274"/>
                  </a:lnTo>
                  <a:lnTo>
                    <a:pt x="532701" y="4103332"/>
                  </a:lnTo>
                  <a:lnTo>
                    <a:pt x="579208" y="4076458"/>
                  </a:lnTo>
                  <a:close/>
                </a:path>
                <a:path w="7628890" h="4411345">
                  <a:moveTo>
                    <a:pt x="760222" y="3971874"/>
                  </a:moveTo>
                  <a:lnTo>
                    <a:pt x="759752" y="3969715"/>
                  </a:lnTo>
                  <a:lnTo>
                    <a:pt x="759701" y="3969486"/>
                  </a:lnTo>
                  <a:lnTo>
                    <a:pt x="723239" y="3990556"/>
                  </a:lnTo>
                  <a:lnTo>
                    <a:pt x="723277" y="3990784"/>
                  </a:lnTo>
                  <a:lnTo>
                    <a:pt x="723684" y="3992981"/>
                  </a:lnTo>
                  <a:lnTo>
                    <a:pt x="760222" y="3971874"/>
                  </a:lnTo>
                  <a:close/>
                </a:path>
                <a:path w="7628890" h="4411345">
                  <a:moveTo>
                    <a:pt x="872299" y="3907104"/>
                  </a:moveTo>
                  <a:lnTo>
                    <a:pt x="871626" y="3905085"/>
                  </a:lnTo>
                  <a:lnTo>
                    <a:pt x="871550" y="3904843"/>
                  </a:lnTo>
                  <a:lnTo>
                    <a:pt x="824699" y="3931920"/>
                  </a:lnTo>
                  <a:lnTo>
                    <a:pt x="824776" y="3932161"/>
                  </a:lnTo>
                  <a:lnTo>
                    <a:pt x="825449" y="3934180"/>
                  </a:lnTo>
                  <a:lnTo>
                    <a:pt x="872299" y="3907104"/>
                  </a:lnTo>
                  <a:close/>
                </a:path>
                <a:path w="7628890" h="4411345">
                  <a:moveTo>
                    <a:pt x="999401" y="3833672"/>
                  </a:moveTo>
                  <a:lnTo>
                    <a:pt x="998702" y="3831679"/>
                  </a:lnTo>
                  <a:lnTo>
                    <a:pt x="998613" y="3831399"/>
                  </a:lnTo>
                  <a:lnTo>
                    <a:pt x="949820" y="3859606"/>
                  </a:lnTo>
                  <a:lnTo>
                    <a:pt x="949934" y="3859860"/>
                  </a:lnTo>
                  <a:lnTo>
                    <a:pt x="950760" y="3861778"/>
                  </a:lnTo>
                  <a:lnTo>
                    <a:pt x="999401" y="3833672"/>
                  </a:lnTo>
                  <a:close/>
                </a:path>
                <a:path w="7628890" h="4411345">
                  <a:moveTo>
                    <a:pt x="1146835" y="3745738"/>
                  </a:moveTo>
                  <a:lnTo>
                    <a:pt x="1100239" y="3772674"/>
                  </a:lnTo>
                  <a:lnTo>
                    <a:pt x="1100188" y="3773055"/>
                  </a:lnTo>
                  <a:lnTo>
                    <a:pt x="1099870" y="3775621"/>
                  </a:lnTo>
                  <a:lnTo>
                    <a:pt x="1146784" y="3748519"/>
                  </a:lnTo>
                  <a:lnTo>
                    <a:pt x="1146822" y="3746119"/>
                  </a:lnTo>
                  <a:lnTo>
                    <a:pt x="1146835" y="3745738"/>
                  </a:lnTo>
                  <a:close/>
                </a:path>
                <a:path w="7628890" h="4411345">
                  <a:moveTo>
                    <a:pt x="1455877" y="3569932"/>
                  </a:moveTo>
                  <a:lnTo>
                    <a:pt x="1455216" y="3567963"/>
                  </a:lnTo>
                  <a:lnTo>
                    <a:pt x="1455089" y="3567569"/>
                  </a:lnTo>
                  <a:lnTo>
                    <a:pt x="1407896" y="3594849"/>
                  </a:lnTo>
                  <a:lnTo>
                    <a:pt x="1408023" y="3595230"/>
                  </a:lnTo>
                  <a:lnTo>
                    <a:pt x="1408684" y="3597186"/>
                  </a:lnTo>
                  <a:lnTo>
                    <a:pt x="1455877" y="3569932"/>
                  </a:lnTo>
                  <a:close/>
                </a:path>
                <a:path w="7628890" h="4411345">
                  <a:moveTo>
                    <a:pt x="1686128" y="3436886"/>
                  </a:moveTo>
                  <a:lnTo>
                    <a:pt x="1685658" y="3434854"/>
                  </a:lnTo>
                  <a:lnTo>
                    <a:pt x="1685544" y="3434372"/>
                  </a:lnTo>
                  <a:lnTo>
                    <a:pt x="1649196" y="3455390"/>
                  </a:lnTo>
                  <a:lnTo>
                    <a:pt x="1649272" y="3455873"/>
                  </a:lnTo>
                  <a:lnTo>
                    <a:pt x="1649615" y="3457981"/>
                  </a:lnTo>
                  <a:lnTo>
                    <a:pt x="1686128" y="3436886"/>
                  </a:lnTo>
                  <a:close/>
                </a:path>
                <a:path w="7628890" h="4411345">
                  <a:moveTo>
                    <a:pt x="1798916" y="3371723"/>
                  </a:moveTo>
                  <a:lnTo>
                    <a:pt x="1798269" y="3369805"/>
                  </a:lnTo>
                  <a:lnTo>
                    <a:pt x="1798104" y="3369322"/>
                  </a:lnTo>
                  <a:lnTo>
                    <a:pt x="1751241" y="3396411"/>
                  </a:lnTo>
                  <a:lnTo>
                    <a:pt x="1751393" y="3396881"/>
                  </a:lnTo>
                  <a:lnTo>
                    <a:pt x="1752041" y="3398799"/>
                  </a:lnTo>
                  <a:lnTo>
                    <a:pt x="1798916" y="3371723"/>
                  </a:lnTo>
                  <a:close/>
                </a:path>
                <a:path w="7628890" h="4411345">
                  <a:moveTo>
                    <a:pt x="1925345" y="3298672"/>
                  </a:moveTo>
                  <a:lnTo>
                    <a:pt x="1924469" y="3296894"/>
                  </a:lnTo>
                  <a:lnTo>
                    <a:pt x="1924227" y="3296424"/>
                  </a:lnTo>
                  <a:lnTo>
                    <a:pt x="1875574" y="3324542"/>
                  </a:lnTo>
                  <a:lnTo>
                    <a:pt x="1875929" y="3324936"/>
                  </a:lnTo>
                  <a:lnTo>
                    <a:pt x="1876234" y="3325279"/>
                  </a:lnTo>
                  <a:lnTo>
                    <a:pt x="1876882" y="3326663"/>
                  </a:lnTo>
                  <a:lnTo>
                    <a:pt x="1925345" y="3298672"/>
                  </a:lnTo>
                  <a:close/>
                </a:path>
                <a:path w="7628890" h="4411345">
                  <a:moveTo>
                    <a:pt x="2028583" y="3236112"/>
                  </a:moveTo>
                  <a:lnTo>
                    <a:pt x="1984006" y="3261868"/>
                  </a:lnTo>
                  <a:lnTo>
                    <a:pt x="1983917" y="3262566"/>
                  </a:lnTo>
                  <a:lnTo>
                    <a:pt x="1983574" y="3265030"/>
                  </a:lnTo>
                  <a:lnTo>
                    <a:pt x="2028558" y="3239033"/>
                  </a:lnTo>
                  <a:lnTo>
                    <a:pt x="2028571" y="3236760"/>
                  </a:lnTo>
                  <a:lnTo>
                    <a:pt x="2028583" y="3236112"/>
                  </a:lnTo>
                  <a:close/>
                </a:path>
                <a:path w="7628890" h="4411345">
                  <a:moveTo>
                    <a:pt x="2220112" y="3128353"/>
                  </a:moveTo>
                  <a:lnTo>
                    <a:pt x="2218728" y="3126917"/>
                  </a:lnTo>
                  <a:lnTo>
                    <a:pt x="2218296" y="3126460"/>
                  </a:lnTo>
                  <a:lnTo>
                    <a:pt x="2169325" y="3154769"/>
                  </a:lnTo>
                  <a:lnTo>
                    <a:pt x="2169668" y="3155251"/>
                  </a:lnTo>
                  <a:lnTo>
                    <a:pt x="2170785" y="3156851"/>
                  </a:lnTo>
                  <a:lnTo>
                    <a:pt x="2220112" y="3128353"/>
                  </a:lnTo>
                  <a:close/>
                </a:path>
                <a:path w="7628890" h="4411345">
                  <a:moveTo>
                    <a:pt x="2301760" y="3081172"/>
                  </a:moveTo>
                  <a:lnTo>
                    <a:pt x="2301621" y="3080689"/>
                  </a:lnTo>
                  <a:lnTo>
                    <a:pt x="2301494" y="3079102"/>
                  </a:lnTo>
                  <a:lnTo>
                    <a:pt x="2301443" y="3078403"/>
                  </a:lnTo>
                  <a:lnTo>
                    <a:pt x="2265553" y="3099143"/>
                  </a:lnTo>
                  <a:lnTo>
                    <a:pt x="2265603" y="3099841"/>
                  </a:lnTo>
                  <a:lnTo>
                    <a:pt x="2265756" y="3101975"/>
                  </a:lnTo>
                  <a:lnTo>
                    <a:pt x="2301760" y="3081172"/>
                  </a:lnTo>
                  <a:close/>
                </a:path>
                <a:path w="7628890" h="4411345">
                  <a:moveTo>
                    <a:pt x="2409266" y="3019056"/>
                  </a:moveTo>
                  <a:lnTo>
                    <a:pt x="2408720" y="3017164"/>
                  </a:lnTo>
                  <a:lnTo>
                    <a:pt x="2408529" y="3016504"/>
                  </a:lnTo>
                  <a:lnTo>
                    <a:pt x="2361374" y="3043771"/>
                  </a:lnTo>
                  <a:lnTo>
                    <a:pt x="2361539" y="3044418"/>
                  </a:lnTo>
                  <a:lnTo>
                    <a:pt x="2362009" y="3046361"/>
                  </a:lnTo>
                  <a:lnTo>
                    <a:pt x="2409266" y="3019056"/>
                  </a:lnTo>
                  <a:close/>
                </a:path>
                <a:path w="7628890" h="4411345">
                  <a:moveTo>
                    <a:pt x="2580487" y="2920123"/>
                  </a:moveTo>
                  <a:lnTo>
                    <a:pt x="2579865" y="2918307"/>
                  </a:lnTo>
                  <a:lnTo>
                    <a:pt x="2579624" y="2917621"/>
                  </a:lnTo>
                  <a:lnTo>
                    <a:pt x="2532583" y="2944812"/>
                  </a:lnTo>
                  <a:lnTo>
                    <a:pt x="2532811" y="2945485"/>
                  </a:lnTo>
                  <a:lnTo>
                    <a:pt x="2533434" y="2947314"/>
                  </a:lnTo>
                  <a:lnTo>
                    <a:pt x="2580487" y="2920123"/>
                  </a:lnTo>
                  <a:close/>
                </a:path>
                <a:path w="7628890" h="4411345">
                  <a:moveTo>
                    <a:pt x="2690698" y="2856446"/>
                  </a:moveTo>
                  <a:lnTo>
                    <a:pt x="2690241" y="2854541"/>
                  </a:lnTo>
                  <a:lnTo>
                    <a:pt x="2690063" y="2853791"/>
                  </a:lnTo>
                  <a:lnTo>
                    <a:pt x="2653347" y="2875013"/>
                  </a:lnTo>
                  <a:lnTo>
                    <a:pt x="2653474" y="2875775"/>
                  </a:lnTo>
                  <a:lnTo>
                    <a:pt x="2653804" y="2877769"/>
                  </a:lnTo>
                  <a:lnTo>
                    <a:pt x="2690698" y="2856446"/>
                  </a:lnTo>
                  <a:close/>
                </a:path>
                <a:path w="7628890" h="4411345">
                  <a:moveTo>
                    <a:pt x="2803207" y="2791447"/>
                  </a:moveTo>
                  <a:lnTo>
                    <a:pt x="2802598" y="2789631"/>
                  </a:lnTo>
                  <a:lnTo>
                    <a:pt x="2802356" y="2788894"/>
                  </a:lnTo>
                  <a:lnTo>
                    <a:pt x="2755481" y="2815983"/>
                  </a:lnTo>
                  <a:lnTo>
                    <a:pt x="2755722" y="2816707"/>
                  </a:lnTo>
                  <a:lnTo>
                    <a:pt x="2756331" y="2818523"/>
                  </a:lnTo>
                  <a:lnTo>
                    <a:pt x="2803207" y="2791447"/>
                  </a:lnTo>
                  <a:close/>
                </a:path>
                <a:path w="7628890" h="4411345">
                  <a:moveTo>
                    <a:pt x="2930283" y="2718016"/>
                  </a:moveTo>
                  <a:lnTo>
                    <a:pt x="2929661" y="2716238"/>
                  </a:lnTo>
                  <a:lnTo>
                    <a:pt x="2929394" y="2715463"/>
                  </a:lnTo>
                  <a:lnTo>
                    <a:pt x="2880550" y="2743695"/>
                  </a:lnTo>
                  <a:lnTo>
                    <a:pt x="2880855" y="2744419"/>
                  </a:lnTo>
                  <a:lnTo>
                    <a:pt x="2881592" y="2746146"/>
                  </a:lnTo>
                  <a:lnTo>
                    <a:pt x="2930283" y="2718016"/>
                  </a:lnTo>
                  <a:close/>
                </a:path>
                <a:path w="7628890" h="4411345">
                  <a:moveTo>
                    <a:pt x="3305924" y="2500973"/>
                  </a:moveTo>
                  <a:lnTo>
                    <a:pt x="3304692" y="2499588"/>
                  </a:lnTo>
                  <a:lnTo>
                    <a:pt x="3304082" y="2498902"/>
                  </a:lnTo>
                  <a:lnTo>
                    <a:pt x="3254781" y="2527401"/>
                  </a:lnTo>
                  <a:lnTo>
                    <a:pt x="3255391" y="2528074"/>
                  </a:lnTo>
                  <a:lnTo>
                    <a:pt x="3256648" y="2529446"/>
                  </a:lnTo>
                  <a:lnTo>
                    <a:pt x="3305924" y="2500973"/>
                  </a:lnTo>
                  <a:close/>
                </a:path>
                <a:path w="7628890" h="4411345">
                  <a:moveTo>
                    <a:pt x="3435604" y="2422880"/>
                  </a:moveTo>
                  <a:lnTo>
                    <a:pt x="3408921" y="2438311"/>
                  </a:lnTo>
                  <a:lnTo>
                    <a:pt x="3408934" y="2439378"/>
                  </a:lnTo>
                  <a:lnTo>
                    <a:pt x="3408946" y="2441448"/>
                  </a:lnTo>
                  <a:lnTo>
                    <a:pt x="3435477" y="2426119"/>
                  </a:lnTo>
                  <a:lnTo>
                    <a:pt x="3435553" y="2423998"/>
                  </a:lnTo>
                  <a:lnTo>
                    <a:pt x="3435604" y="2422880"/>
                  </a:lnTo>
                  <a:close/>
                </a:path>
                <a:path w="7628890" h="4411345">
                  <a:moveTo>
                    <a:pt x="3557333" y="2355710"/>
                  </a:moveTo>
                  <a:lnTo>
                    <a:pt x="3557308" y="2353665"/>
                  </a:lnTo>
                  <a:lnTo>
                    <a:pt x="3557282" y="2352560"/>
                  </a:lnTo>
                  <a:lnTo>
                    <a:pt x="3512934" y="2378189"/>
                  </a:lnTo>
                  <a:lnTo>
                    <a:pt x="3512782" y="2379383"/>
                  </a:lnTo>
                  <a:lnTo>
                    <a:pt x="3512515" y="2381605"/>
                  </a:lnTo>
                  <a:lnTo>
                    <a:pt x="3557333" y="2355710"/>
                  </a:lnTo>
                  <a:close/>
                </a:path>
                <a:path w="7628890" h="4411345">
                  <a:moveTo>
                    <a:pt x="3749586" y="2244636"/>
                  </a:moveTo>
                  <a:lnTo>
                    <a:pt x="3748328" y="2243315"/>
                  </a:lnTo>
                  <a:lnTo>
                    <a:pt x="3747605" y="2242553"/>
                  </a:lnTo>
                  <a:lnTo>
                    <a:pt x="3698379" y="2271014"/>
                  </a:lnTo>
                  <a:lnTo>
                    <a:pt x="3698976" y="2271826"/>
                  </a:lnTo>
                  <a:lnTo>
                    <a:pt x="3700043" y="2273262"/>
                  </a:lnTo>
                  <a:lnTo>
                    <a:pt x="3749586" y="2244636"/>
                  </a:lnTo>
                  <a:close/>
                </a:path>
                <a:path w="7628890" h="4411345">
                  <a:moveTo>
                    <a:pt x="3828707" y="2198916"/>
                  </a:moveTo>
                  <a:lnTo>
                    <a:pt x="3828123" y="2197227"/>
                  </a:lnTo>
                  <a:lnTo>
                    <a:pt x="3827780" y="2196223"/>
                  </a:lnTo>
                  <a:lnTo>
                    <a:pt x="3798976" y="2212873"/>
                  </a:lnTo>
                  <a:lnTo>
                    <a:pt x="3798887" y="2214105"/>
                  </a:lnTo>
                  <a:lnTo>
                    <a:pt x="3798747" y="2216226"/>
                  </a:lnTo>
                  <a:lnTo>
                    <a:pt x="3828707" y="2198916"/>
                  </a:lnTo>
                  <a:close/>
                </a:path>
                <a:path w="7628890" h="4411345">
                  <a:moveTo>
                    <a:pt x="3978529" y="2112353"/>
                  </a:moveTo>
                  <a:lnTo>
                    <a:pt x="3977957" y="2110663"/>
                  </a:lnTo>
                  <a:lnTo>
                    <a:pt x="3977602" y="2109622"/>
                  </a:lnTo>
                  <a:lnTo>
                    <a:pt x="3930218" y="2137016"/>
                  </a:lnTo>
                  <a:lnTo>
                    <a:pt x="3930561" y="2138045"/>
                  </a:lnTo>
                  <a:lnTo>
                    <a:pt x="3931132" y="2139734"/>
                  </a:lnTo>
                  <a:lnTo>
                    <a:pt x="3978529" y="2112353"/>
                  </a:lnTo>
                  <a:close/>
                </a:path>
                <a:path w="7628890" h="4411345">
                  <a:moveTo>
                    <a:pt x="4115587" y="2033155"/>
                  </a:moveTo>
                  <a:lnTo>
                    <a:pt x="4115181" y="2031403"/>
                  </a:lnTo>
                  <a:lnTo>
                    <a:pt x="4114914" y="2030260"/>
                  </a:lnTo>
                  <a:lnTo>
                    <a:pt x="4078363" y="2051392"/>
                  </a:lnTo>
                  <a:lnTo>
                    <a:pt x="4078554" y="2052561"/>
                  </a:lnTo>
                  <a:lnTo>
                    <a:pt x="4078846" y="2054377"/>
                  </a:lnTo>
                  <a:lnTo>
                    <a:pt x="4115587" y="2033155"/>
                  </a:lnTo>
                  <a:close/>
                </a:path>
                <a:path w="7628890" h="4411345">
                  <a:moveTo>
                    <a:pt x="4228020" y="1968195"/>
                  </a:moveTo>
                  <a:lnTo>
                    <a:pt x="4227474" y="1966531"/>
                  </a:lnTo>
                  <a:lnTo>
                    <a:pt x="4227106" y="1965426"/>
                  </a:lnTo>
                  <a:lnTo>
                    <a:pt x="4180243" y="1992503"/>
                  </a:lnTo>
                  <a:lnTo>
                    <a:pt x="4180611" y="1993607"/>
                  </a:lnTo>
                  <a:lnTo>
                    <a:pt x="4181170" y="1995258"/>
                  </a:lnTo>
                  <a:lnTo>
                    <a:pt x="4228020" y="1968195"/>
                  </a:lnTo>
                  <a:close/>
                </a:path>
                <a:path w="7628890" h="4411345">
                  <a:moveTo>
                    <a:pt x="4355452" y="1894560"/>
                  </a:moveTo>
                  <a:lnTo>
                    <a:pt x="4354893" y="1892922"/>
                  </a:lnTo>
                  <a:lnTo>
                    <a:pt x="4354500" y="1891779"/>
                  </a:lnTo>
                  <a:lnTo>
                    <a:pt x="4305808" y="1919922"/>
                  </a:lnTo>
                  <a:lnTo>
                    <a:pt x="4306278" y="1921014"/>
                  </a:lnTo>
                  <a:lnTo>
                    <a:pt x="4306951" y="1922589"/>
                  </a:lnTo>
                  <a:lnTo>
                    <a:pt x="4355452" y="1894560"/>
                  </a:lnTo>
                  <a:close/>
                </a:path>
                <a:path w="7628890" h="4411345">
                  <a:moveTo>
                    <a:pt x="4463681" y="1832025"/>
                  </a:moveTo>
                  <a:lnTo>
                    <a:pt x="4463326" y="1830285"/>
                  </a:lnTo>
                  <a:lnTo>
                    <a:pt x="4463072" y="1829041"/>
                  </a:lnTo>
                  <a:lnTo>
                    <a:pt x="4427105" y="1849818"/>
                  </a:lnTo>
                  <a:lnTo>
                    <a:pt x="4427321" y="1851088"/>
                  </a:lnTo>
                  <a:lnTo>
                    <a:pt x="4427613" y="1852866"/>
                  </a:lnTo>
                  <a:lnTo>
                    <a:pt x="4463681" y="1832025"/>
                  </a:lnTo>
                  <a:close/>
                </a:path>
                <a:path w="7628890" h="4411345">
                  <a:moveTo>
                    <a:pt x="4575835" y="1767230"/>
                  </a:moveTo>
                  <a:lnTo>
                    <a:pt x="4575302" y="1765604"/>
                  </a:lnTo>
                  <a:lnTo>
                    <a:pt x="4574908" y="1764398"/>
                  </a:lnTo>
                  <a:lnTo>
                    <a:pt x="4528147" y="1791423"/>
                  </a:lnTo>
                  <a:lnTo>
                    <a:pt x="4528553" y="1792605"/>
                  </a:lnTo>
                  <a:lnTo>
                    <a:pt x="4529112" y="1794230"/>
                  </a:lnTo>
                  <a:lnTo>
                    <a:pt x="4575835" y="1767230"/>
                  </a:lnTo>
                  <a:close/>
                </a:path>
                <a:path w="7628890" h="4411345">
                  <a:moveTo>
                    <a:pt x="4972609" y="1537970"/>
                  </a:moveTo>
                  <a:lnTo>
                    <a:pt x="4972164" y="1536357"/>
                  </a:lnTo>
                  <a:lnTo>
                    <a:pt x="4971783" y="1535010"/>
                  </a:lnTo>
                  <a:lnTo>
                    <a:pt x="4935144" y="1556194"/>
                  </a:lnTo>
                  <a:lnTo>
                    <a:pt x="4935156" y="1556867"/>
                  </a:lnTo>
                  <a:lnTo>
                    <a:pt x="4935283" y="1557655"/>
                  </a:lnTo>
                  <a:lnTo>
                    <a:pt x="4935550" y="1559382"/>
                  </a:lnTo>
                  <a:lnTo>
                    <a:pt x="4972609" y="1537970"/>
                  </a:lnTo>
                  <a:close/>
                </a:path>
                <a:path w="7628890" h="4411345">
                  <a:moveTo>
                    <a:pt x="5071084" y="1481074"/>
                  </a:moveTo>
                  <a:lnTo>
                    <a:pt x="5071046" y="1479232"/>
                  </a:lnTo>
                  <a:lnTo>
                    <a:pt x="5071021" y="1477657"/>
                  </a:lnTo>
                  <a:lnTo>
                    <a:pt x="5054689" y="1487106"/>
                  </a:lnTo>
                  <a:lnTo>
                    <a:pt x="5054714" y="1488668"/>
                  </a:lnTo>
                  <a:lnTo>
                    <a:pt x="5054739" y="1490510"/>
                  </a:lnTo>
                  <a:lnTo>
                    <a:pt x="5071084" y="1481074"/>
                  </a:lnTo>
                  <a:close/>
                </a:path>
                <a:path w="7628890" h="4411345">
                  <a:moveTo>
                    <a:pt x="5134267" y="1444574"/>
                  </a:moveTo>
                  <a:lnTo>
                    <a:pt x="5133340" y="1443240"/>
                  </a:lnTo>
                  <a:lnTo>
                    <a:pt x="5132552" y="1442097"/>
                  </a:lnTo>
                  <a:lnTo>
                    <a:pt x="5084864" y="1469656"/>
                  </a:lnTo>
                  <a:lnTo>
                    <a:pt x="5085664" y="1470787"/>
                  </a:lnTo>
                  <a:lnTo>
                    <a:pt x="5086591" y="1472107"/>
                  </a:lnTo>
                  <a:lnTo>
                    <a:pt x="5134267" y="1444574"/>
                  </a:lnTo>
                  <a:close/>
                </a:path>
                <a:path w="7628890" h="4411345">
                  <a:moveTo>
                    <a:pt x="5268379" y="1367078"/>
                  </a:moveTo>
                  <a:lnTo>
                    <a:pt x="5267807" y="1365567"/>
                  </a:lnTo>
                  <a:lnTo>
                    <a:pt x="5267312" y="1364208"/>
                  </a:lnTo>
                  <a:lnTo>
                    <a:pt x="5238826" y="1380667"/>
                  </a:lnTo>
                  <a:lnTo>
                    <a:pt x="5238737" y="1382356"/>
                  </a:lnTo>
                  <a:lnTo>
                    <a:pt x="5238648" y="1384261"/>
                  </a:lnTo>
                  <a:lnTo>
                    <a:pt x="5268379" y="1367078"/>
                  </a:lnTo>
                  <a:close/>
                </a:path>
                <a:path w="7628890" h="4411345">
                  <a:moveTo>
                    <a:pt x="5418379" y="1280414"/>
                  </a:moveTo>
                  <a:lnTo>
                    <a:pt x="5417858" y="1278890"/>
                  </a:lnTo>
                  <a:lnTo>
                    <a:pt x="5417375" y="1277467"/>
                  </a:lnTo>
                  <a:lnTo>
                    <a:pt x="5370322" y="1304671"/>
                  </a:lnTo>
                  <a:lnTo>
                    <a:pt x="5370792" y="1306080"/>
                  </a:lnTo>
                  <a:lnTo>
                    <a:pt x="5371300" y="1307604"/>
                  </a:lnTo>
                  <a:lnTo>
                    <a:pt x="5418379" y="1280414"/>
                  </a:lnTo>
                  <a:close/>
                </a:path>
                <a:path w="7628890" h="4411345">
                  <a:moveTo>
                    <a:pt x="5552287" y="1203032"/>
                  </a:moveTo>
                  <a:lnTo>
                    <a:pt x="5551779" y="1201521"/>
                  </a:lnTo>
                  <a:lnTo>
                    <a:pt x="5551297" y="1200073"/>
                  </a:lnTo>
                  <a:lnTo>
                    <a:pt x="5522684" y="1216609"/>
                  </a:lnTo>
                  <a:lnTo>
                    <a:pt x="5522569" y="1218399"/>
                  </a:lnTo>
                  <a:lnTo>
                    <a:pt x="5522442" y="1220279"/>
                  </a:lnTo>
                  <a:lnTo>
                    <a:pt x="5552287" y="1203032"/>
                  </a:lnTo>
                  <a:close/>
                </a:path>
                <a:path w="7628890" h="4411345">
                  <a:moveTo>
                    <a:pt x="5702071" y="1116495"/>
                  </a:moveTo>
                  <a:lnTo>
                    <a:pt x="5701563" y="1114996"/>
                  </a:lnTo>
                  <a:lnTo>
                    <a:pt x="5701055" y="1113510"/>
                  </a:lnTo>
                  <a:lnTo>
                    <a:pt x="5653570" y="1140955"/>
                  </a:lnTo>
                  <a:lnTo>
                    <a:pt x="5654065" y="1142441"/>
                  </a:lnTo>
                  <a:lnTo>
                    <a:pt x="5654560" y="1143939"/>
                  </a:lnTo>
                  <a:lnTo>
                    <a:pt x="5702071" y="1116495"/>
                  </a:lnTo>
                  <a:close/>
                </a:path>
                <a:path w="7628890" h="4411345">
                  <a:moveTo>
                    <a:pt x="5839384" y="1037158"/>
                  </a:moveTo>
                  <a:lnTo>
                    <a:pt x="5839015" y="1035608"/>
                  </a:lnTo>
                  <a:lnTo>
                    <a:pt x="5838622" y="1033995"/>
                  </a:lnTo>
                  <a:lnTo>
                    <a:pt x="5801880" y="1055243"/>
                  </a:lnTo>
                  <a:lnTo>
                    <a:pt x="5802160" y="1056894"/>
                  </a:lnTo>
                  <a:lnTo>
                    <a:pt x="5802427" y="1058506"/>
                  </a:lnTo>
                  <a:lnTo>
                    <a:pt x="5839384" y="1037158"/>
                  </a:lnTo>
                  <a:close/>
                </a:path>
                <a:path w="7628890" h="4411345">
                  <a:moveTo>
                    <a:pt x="5950648" y="972870"/>
                  </a:moveTo>
                  <a:lnTo>
                    <a:pt x="5950166" y="971397"/>
                  </a:lnTo>
                  <a:lnTo>
                    <a:pt x="5949658" y="969835"/>
                  </a:lnTo>
                  <a:lnTo>
                    <a:pt x="5903925" y="996264"/>
                  </a:lnTo>
                  <a:lnTo>
                    <a:pt x="5904433" y="997813"/>
                  </a:lnTo>
                  <a:lnTo>
                    <a:pt x="5904916" y="999286"/>
                  </a:lnTo>
                  <a:lnTo>
                    <a:pt x="5950648" y="972870"/>
                  </a:lnTo>
                  <a:close/>
                </a:path>
                <a:path w="7628890" h="4411345">
                  <a:moveTo>
                    <a:pt x="6163335" y="849972"/>
                  </a:moveTo>
                  <a:lnTo>
                    <a:pt x="6163056" y="848982"/>
                  </a:lnTo>
                  <a:lnTo>
                    <a:pt x="6162992" y="848448"/>
                  </a:lnTo>
                  <a:lnTo>
                    <a:pt x="6162827" y="846620"/>
                  </a:lnTo>
                  <a:lnTo>
                    <a:pt x="6126213" y="867778"/>
                  </a:lnTo>
                  <a:lnTo>
                    <a:pt x="6126137" y="869734"/>
                  </a:lnTo>
                  <a:lnTo>
                    <a:pt x="6126162" y="871461"/>
                  </a:lnTo>
                  <a:lnTo>
                    <a:pt x="6163335" y="849972"/>
                  </a:lnTo>
                  <a:close/>
                </a:path>
                <a:path w="7628890" h="4411345">
                  <a:moveTo>
                    <a:pt x="6305651" y="767753"/>
                  </a:moveTo>
                  <a:lnTo>
                    <a:pt x="6304280" y="766826"/>
                  </a:lnTo>
                  <a:lnTo>
                    <a:pt x="6302705" y="765784"/>
                  </a:lnTo>
                  <a:lnTo>
                    <a:pt x="6226772" y="809663"/>
                  </a:lnTo>
                  <a:lnTo>
                    <a:pt x="6227318" y="811288"/>
                  </a:lnTo>
                  <a:lnTo>
                    <a:pt x="6227813" y="812723"/>
                  </a:lnTo>
                  <a:lnTo>
                    <a:pt x="6305651" y="767753"/>
                  </a:lnTo>
                  <a:close/>
                </a:path>
                <a:path w="7628890" h="4411345">
                  <a:moveTo>
                    <a:pt x="6447396" y="685850"/>
                  </a:moveTo>
                  <a:lnTo>
                    <a:pt x="6447002" y="684390"/>
                  </a:lnTo>
                  <a:lnTo>
                    <a:pt x="6446520" y="682650"/>
                  </a:lnTo>
                  <a:lnTo>
                    <a:pt x="6414973" y="700887"/>
                  </a:lnTo>
                  <a:lnTo>
                    <a:pt x="6415278" y="702703"/>
                  </a:lnTo>
                  <a:lnTo>
                    <a:pt x="6415545" y="704253"/>
                  </a:lnTo>
                  <a:lnTo>
                    <a:pt x="6447396" y="685850"/>
                  </a:lnTo>
                  <a:close/>
                </a:path>
                <a:path w="7628890" h="4411345">
                  <a:moveTo>
                    <a:pt x="6537782" y="633628"/>
                  </a:moveTo>
                  <a:lnTo>
                    <a:pt x="6537274" y="632244"/>
                  </a:lnTo>
                  <a:lnTo>
                    <a:pt x="6536652" y="630555"/>
                  </a:lnTo>
                  <a:lnTo>
                    <a:pt x="6508356" y="646912"/>
                  </a:lnTo>
                  <a:lnTo>
                    <a:pt x="6508255" y="649008"/>
                  </a:lnTo>
                  <a:lnTo>
                    <a:pt x="6508166" y="650735"/>
                  </a:lnTo>
                  <a:lnTo>
                    <a:pt x="6537782" y="633628"/>
                  </a:lnTo>
                  <a:close/>
                </a:path>
                <a:path w="7628890" h="4411345">
                  <a:moveTo>
                    <a:pt x="6686778" y="547535"/>
                  </a:moveTo>
                  <a:lnTo>
                    <a:pt x="6686309" y="546138"/>
                  </a:lnTo>
                  <a:lnTo>
                    <a:pt x="6685724" y="544398"/>
                  </a:lnTo>
                  <a:lnTo>
                    <a:pt x="6639623" y="571042"/>
                  </a:lnTo>
                  <a:lnTo>
                    <a:pt x="6640195" y="572782"/>
                  </a:lnTo>
                  <a:lnTo>
                    <a:pt x="6640665" y="574179"/>
                  </a:lnTo>
                  <a:lnTo>
                    <a:pt x="6686778" y="547535"/>
                  </a:lnTo>
                  <a:close/>
                </a:path>
                <a:path w="7628890" h="4411345">
                  <a:moveTo>
                    <a:pt x="6900418" y="424103"/>
                  </a:moveTo>
                  <a:lnTo>
                    <a:pt x="6899948" y="422732"/>
                  </a:lnTo>
                  <a:lnTo>
                    <a:pt x="6899326" y="420941"/>
                  </a:lnTo>
                  <a:lnTo>
                    <a:pt x="6851828" y="448398"/>
                  </a:lnTo>
                  <a:lnTo>
                    <a:pt x="6852425" y="450189"/>
                  </a:lnTo>
                  <a:lnTo>
                    <a:pt x="6852894" y="451561"/>
                  </a:lnTo>
                  <a:lnTo>
                    <a:pt x="6900418" y="424103"/>
                  </a:lnTo>
                  <a:close/>
                </a:path>
                <a:path w="7628890" h="4411345">
                  <a:moveTo>
                    <a:pt x="7039623" y="343662"/>
                  </a:moveTo>
                  <a:lnTo>
                    <a:pt x="7039610" y="342061"/>
                  </a:lnTo>
                  <a:lnTo>
                    <a:pt x="7039584" y="339877"/>
                  </a:lnTo>
                  <a:lnTo>
                    <a:pt x="6995350" y="365442"/>
                  </a:lnTo>
                  <a:lnTo>
                    <a:pt x="6995046" y="367804"/>
                  </a:lnTo>
                  <a:lnTo>
                    <a:pt x="6994830" y="369544"/>
                  </a:lnTo>
                  <a:lnTo>
                    <a:pt x="7039623" y="343662"/>
                  </a:lnTo>
                  <a:close/>
                </a:path>
                <a:path w="7628890" h="4411345">
                  <a:moveTo>
                    <a:pt x="7231685" y="232689"/>
                  </a:moveTo>
                  <a:lnTo>
                    <a:pt x="7230694" y="231673"/>
                  </a:lnTo>
                  <a:lnTo>
                    <a:pt x="7229310" y="230225"/>
                  </a:lnTo>
                  <a:lnTo>
                    <a:pt x="7180580" y="258381"/>
                  </a:lnTo>
                  <a:lnTo>
                    <a:pt x="7181723" y="259969"/>
                  </a:lnTo>
                  <a:lnTo>
                    <a:pt x="7182536" y="261086"/>
                  </a:lnTo>
                  <a:lnTo>
                    <a:pt x="7231685" y="232689"/>
                  </a:lnTo>
                  <a:close/>
                </a:path>
                <a:path w="7628890" h="4411345">
                  <a:moveTo>
                    <a:pt x="7344321" y="167614"/>
                  </a:moveTo>
                  <a:lnTo>
                    <a:pt x="7344156" y="166979"/>
                  </a:lnTo>
                  <a:lnTo>
                    <a:pt x="7344080" y="166179"/>
                  </a:lnTo>
                  <a:lnTo>
                    <a:pt x="7343876" y="164007"/>
                  </a:lnTo>
                  <a:lnTo>
                    <a:pt x="7307313" y="185140"/>
                  </a:lnTo>
                  <a:lnTo>
                    <a:pt x="7307237" y="187464"/>
                  </a:lnTo>
                  <a:lnTo>
                    <a:pt x="7307275" y="189014"/>
                  </a:lnTo>
                  <a:lnTo>
                    <a:pt x="7344321" y="167614"/>
                  </a:lnTo>
                  <a:close/>
                </a:path>
                <a:path w="7628890" h="4411345">
                  <a:moveTo>
                    <a:pt x="7486955" y="85191"/>
                  </a:moveTo>
                  <a:lnTo>
                    <a:pt x="7485697" y="84366"/>
                  </a:lnTo>
                  <a:lnTo>
                    <a:pt x="7483818" y="83121"/>
                  </a:lnTo>
                  <a:lnTo>
                    <a:pt x="7407897" y="127000"/>
                  </a:lnTo>
                  <a:lnTo>
                    <a:pt x="7408558" y="128930"/>
                  </a:lnTo>
                  <a:lnTo>
                    <a:pt x="7409002" y="130238"/>
                  </a:lnTo>
                  <a:lnTo>
                    <a:pt x="7486955" y="85191"/>
                  </a:lnTo>
                  <a:close/>
                </a:path>
                <a:path w="7628890" h="4411345">
                  <a:moveTo>
                    <a:pt x="7628572" y="3365"/>
                  </a:moveTo>
                  <a:lnTo>
                    <a:pt x="7628204" y="2044"/>
                  </a:lnTo>
                  <a:lnTo>
                    <a:pt x="7627645" y="0"/>
                  </a:lnTo>
                  <a:lnTo>
                    <a:pt x="7596098" y="18224"/>
                  </a:lnTo>
                  <a:lnTo>
                    <a:pt x="7596454" y="20383"/>
                  </a:lnTo>
                  <a:lnTo>
                    <a:pt x="7596695" y="21793"/>
                  </a:lnTo>
                  <a:lnTo>
                    <a:pt x="7628572" y="3365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1569" y="925599"/>
              <a:ext cx="7628890" cy="4409440"/>
            </a:xfrm>
            <a:custGeom>
              <a:avLst/>
              <a:gdLst/>
              <a:ahLst/>
              <a:cxnLst/>
              <a:rect l="l" t="t" r="r" b="b"/>
              <a:pathLst>
                <a:path w="7628890" h="4409440">
                  <a:moveTo>
                    <a:pt x="5070715" y="1477706"/>
                  </a:moveTo>
                  <a:lnTo>
                    <a:pt x="5054376" y="1487146"/>
                  </a:lnTo>
                  <a:lnTo>
                    <a:pt x="5054412" y="1489228"/>
                  </a:lnTo>
                  <a:lnTo>
                    <a:pt x="5070751" y="1479790"/>
                  </a:lnTo>
                  <a:lnTo>
                    <a:pt x="5070715" y="1477706"/>
                  </a:lnTo>
                  <a:close/>
                </a:path>
                <a:path w="7628890" h="4409440">
                  <a:moveTo>
                    <a:pt x="5133899" y="1441198"/>
                  </a:moveTo>
                  <a:lnTo>
                    <a:pt x="5086229" y="1468742"/>
                  </a:lnTo>
                  <a:lnTo>
                    <a:pt x="5087282" y="1470240"/>
                  </a:lnTo>
                  <a:lnTo>
                    <a:pt x="5134946" y="1442705"/>
                  </a:lnTo>
                  <a:lnTo>
                    <a:pt x="5133899" y="1441198"/>
                  </a:lnTo>
                  <a:close/>
                </a:path>
                <a:path w="7628890" h="4409440">
                  <a:moveTo>
                    <a:pt x="4227657" y="1964821"/>
                  </a:moveTo>
                  <a:lnTo>
                    <a:pt x="4180801" y="1991894"/>
                  </a:lnTo>
                  <a:lnTo>
                    <a:pt x="4181361" y="1993574"/>
                  </a:lnTo>
                  <a:lnTo>
                    <a:pt x="4228219" y="1966506"/>
                  </a:lnTo>
                  <a:lnTo>
                    <a:pt x="4227657" y="1964821"/>
                  </a:lnTo>
                  <a:close/>
                </a:path>
                <a:path w="7628890" h="4409440">
                  <a:moveTo>
                    <a:pt x="4355083" y="1891194"/>
                  </a:moveTo>
                  <a:lnTo>
                    <a:pt x="4306580" y="1919219"/>
                  </a:lnTo>
                  <a:lnTo>
                    <a:pt x="4307271" y="1920838"/>
                  </a:lnTo>
                  <a:lnTo>
                    <a:pt x="4355657" y="1892886"/>
                  </a:lnTo>
                  <a:lnTo>
                    <a:pt x="4355083" y="1891194"/>
                  </a:lnTo>
                  <a:close/>
                </a:path>
                <a:path w="7628890" h="4409440">
                  <a:moveTo>
                    <a:pt x="2802839" y="2788074"/>
                  </a:moveTo>
                  <a:lnTo>
                    <a:pt x="2755963" y="2815158"/>
                  </a:lnTo>
                  <a:lnTo>
                    <a:pt x="2756478" y="2816704"/>
                  </a:lnTo>
                  <a:lnTo>
                    <a:pt x="2803355" y="2789624"/>
                  </a:lnTo>
                  <a:lnTo>
                    <a:pt x="2802839" y="2788074"/>
                  </a:lnTo>
                  <a:close/>
                </a:path>
                <a:path w="7628890" h="4409440">
                  <a:moveTo>
                    <a:pt x="2929917" y="2714648"/>
                  </a:moveTo>
                  <a:lnTo>
                    <a:pt x="2881226" y="2742782"/>
                  </a:lnTo>
                  <a:lnTo>
                    <a:pt x="2881857" y="2744275"/>
                  </a:lnTo>
                  <a:lnTo>
                    <a:pt x="2930460" y="2716198"/>
                  </a:lnTo>
                  <a:lnTo>
                    <a:pt x="2929917" y="2714648"/>
                  </a:lnTo>
                  <a:close/>
                </a:path>
                <a:path w="7628890" h="4409440">
                  <a:moveTo>
                    <a:pt x="871939" y="3903738"/>
                  </a:moveTo>
                  <a:lnTo>
                    <a:pt x="825083" y="3930811"/>
                  </a:lnTo>
                  <a:lnTo>
                    <a:pt x="825537" y="3932174"/>
                  </a:lnTo>
                  <a:lnTo>
                    <a:pt x="872395" y="3905105"/>
                  </a:lnTo>
                  <a:lnTo>
                    <a:pt x="871939" y="3903738"/>
                  </a:lnTo>
                  <a:close/>
                </a:path>
                <a:path w="7628890" h="4409440">
                  <a:moveTo>
                    <a:pt x="999039" y="3830301"/>
                  </a:moveTo>
                  <a:lnTo>
                    <a:pt x="950390" y="3858410"/>
                  </a:lnTo>
                  <a:lnTo>
                    <a:pt x="950955" y="3859722"/>
                  </a:lnTo>
                  <a:lnTo>
                    <a:pt x="999518" y="3831669"/>
                  </a:lnTo>
                  <a:lnTo>
                    <a:pt x="999039" y="3830301"/>
                  </a:lnTo>
                  <a:close/>
                </a:path>
                <a:path w="7628890" h="4409440">
                  <a:moveTo>
                    <a:pt x="7039257" y="340292"/>
                  </a:moveTo>
                  <a:lnTo>
                    <a:pt x="6994461" y="366175"/>
                  </a:lnTo>
                  <a:lnTo>
                    <a:pt x="6994145" y="368679"/>
                  </a:lnTo>
                  <a:lnTo>
                    <a:pt x="7039279" y="342606"/>
                  </a:lnTo>
                  <a:lnTo>
                    <a:pt x="7039257" y="340292"/>
                  </a:lnTo>
                  <a:close/>
                </a:path>
                <a:path w="7628890" h="4409440">
                  <a:moveTo>
                    <a:pt x="7231313" y="229323"/>
                  </a:moveTo>
                  <a:lnTo>
                    <a:pt x="7182168" y="257719"/>
                  </a:lnTo>
                  <a:lnTo>
                    <a:pt x="7183361" y="259372"/>
                  </a:lnTo>
                  <a:lnTo>
                    <a:pt x="7232760" y="230835"/>
                  </a:lnTo>
                  <a:lnTo>
                    <a:pt x="7231313" y="229323"/>
                  </a:lnTo>
                  <a:close/>
                </a:path>
                <a:path w="7628890" h="4409440">
                  <a:moveTo>
                    <a:pt x="3556971" y="2352340"/>
                  </a:moveTo>
                  <a:lnTo>
                    <a:pt x="3512145" y="2378240"/>
                  </a:lnTo>
                  <a:lnTo>
                    <a:pt x="3511888" y="2380317"/>
                  </a:lnTo>
                  <a:lnTo>
                    <a:pt x="3557001" y="2354256"/>
                  </a:lnTo>
                  <a:lnTo>
                    <a:pt x="3556971" y="2352340"/>
                  </a:lnTo>
                  <a:close/>
                </a:path>
                <a:path w="7628890" h="4409440">
                  <a:moveTo>
                    <a:pt x="3749219" y="2241260"/>
                  </a:moveTo>
                  <a:lnTo>
                    <a:pt x="3699674" y="2269887"/>
                  </a:lnTo>
                  <a:lnTo>
                    <a:pt x="3700684" y="2271253"/>
                  </a:lnTo>
                  <a:lnTo>
                    <a:pt x="3750424" y="2242519"/>
                  </a:lnTo>
                  <a:lnTo>
                    <a:pt x="3749219" y="2241260"/>
                  </a:lnTo>
                  <a:close/>
                </a:path>
                <a:path w="7628890" h="4409440">
                  <a:moveTo>
                    <a:pt x="2028187" y="3235664"/>
                  </a:moveTo>
                  <a:lnTo>
                    <a:pt x="1983203" y="3261655"/>
                  </a:lnTo>
                  <a:lnTo>
                    <a:pt x="1982937" y="3263565"/>
                  </a:lnTo>
                  <a:lnTo>
                    <a:pt x="2028171" y="3237434"/>
                  </a:lnTo>
                  <a:lnTo>
                    <a:pt x="2028187" y="3235664"/>
                  </a:lnTo>
                  <a:close/>
                </a:path>
                <a:path w="7628890" h="4409440">
                  <a:moveTo>
                    <a:pt x="2219748" y="3124981"/>
                  </a:moveTo>
                  <a:lnTo>
                    <a:pt x="2170420" y="3153482"/>
                  </a:lnTo>
                  <a:lnTo>
                    <a:pt x="2171309" y="3154746"/>
                  </a:lnTo>
                  <a:lnTo>
                    <a:pt x="2220850" y="3126127"/>
                  </a:lnTo>
                  <a:lnTo>
                    <a:pt x="2219748" y="3124981"/>
                  </a:lnTo>
                  <a:close/>
                </a:path>
                <a:path w="7628890" h="4409440">
                  <a:moveTo>
                    <a:pt x="6900045" y="420728"/>
                  </a:moveTo>
                  <a:lnTo>
                    <a:pt x="6852525" y="448185"/>
                  </a:lnTo>
                  <a:lnTo>
                    <a:pt x="6853174" y="450115"/>
                  </a:lnTo>
                  <a:lnTo>
                    <a:pt x="6900708" y="422656"/>
                  </a:lnTo>
                  <a:lnTo>
                    <a:pt x="6900045" y="420728"/>
                  </a:lnTo>
                  <a:close/>
                </a:path>
                <a:path w="7628890" h="4409440">
                  <a:moveTo>
                    <a:pt x="5950276" y="969500"/>
                  </a:moveTo>
                  <a:lnTo>
                    <a:pt x="5904555" y="995917"/>
                  </a:lnTo>
                  <a:lnTo>
                    <a:pt x="5905165" y="997763"/>
                  </a:lnTo>
                  <a:lnTo>
                    <a:pt x="5950878" y="971356"/>
                  </a:lnTo>
                  <a:lnTo>
                    <a:pt x="5950276" y="969500"/>
                  </a:lnTo>
                  <a:close/>
                </a:path>
                <a:path w="7628890" h="4409440">
                  <a:moveTo>
                    <a:pt x="5839015" y="1033786"/>
                  </a:moveTo>
                  <a:lnTo>
                    <a:pt x="5802056" y="1055140"/>
                  </a:lnTo>
                  <a:lnTo>
                    <a:pt x="5802386" y="1057137"/>
                  </a:lnTo>
                  <a:lnTo>
                    <a:pt x="5839475" y="1035711"/>
                  </a:lnTo>
                  <a:lnTo>
                    <a:pt x="5839015" y="1033786"/>
                  </a:lnTo>
                  <a:close/>
                </a:path>
                <a:path w="7628890" h="4409440">
                  <a:moveTo>
                    <a:pt x="4575473" y="1763854"/>
                  </a:moveTo>
                  <a:lnTo>
                    <a:pt x="4528742" y="1790855"/>
                  </a:lnTo>
                  <a:lnTo>
                    <a:pt x="4529325" y="1792562"/>
                  </a:lnTo>
                  <a:lnTo>
                    <a:pt x="4576039" y="1765576"/>
                  </a:lnTo>
                  <a:lnTo>
                    <a:pt x="4575473" y="1763854"/>
                  </a:lnTo>
                  <a:close/>
                </a:path>
                <a:path w="7628890" h="4409440">
                  <a:moveTo>
                    <a:pt x="4463315" y="1828659"/>
                  </a:moveTo>
                  <a:lnTo>
                    <a:pt x="4427242" y="1849501"/>
                  </a:lnTo>
                  <a:lnTo>
                    <a:pt x="4427547" y="1851357"/>
                  </a:lnTo>
                  <a:lnTo>
                    <a:pt x="4463688" y="1830479"/>
                  </a:lnTo>
                  <a:lnTo>
                    <a:pt x="4463315" y="1828659"/>
                  </a:lnTo>
                  <a:close/>
                </a:path>
                <a:path w="7628890" h="4409440">
                  <a:moveTo>
                    <a:pt x="4115227" y="2029782"/>
                  </a:moveTo>
                  <a:lnTo>
                    <a:pt x="4078481" y="2051014"/>
                  </a:lnTo>
                  <a:lnTo>
                    <a:pt x="4078778" y="2052835"/>
                  </a:lnTo>
                  <a:lnTo>
                    <a:pt x="4115644" y="2031538"/>
                  </a:lnTo>
                  <a:lnTo>
                    <a:pt x="4115227" y="2029782"/>
                  </a:lnTo>
                  <a:close/>
                </a:path>
                <a:path w="7628890" h="4409440">
                  <a:moveTo>
                    <a:pt x="2690335" y="2853078"/>
                  </a:moveTo>
                  <a:lnTo>
                    <a:pt x="2653433" y="2874400"/>
                  </a:lnTo>
                  <a:lnTo>
                    <a:pt x="2653708" y="2876072"/>
                  </a:lnTo>
                  <a:lnTo>
                    <a:pt x="2690721" y="2854691"/>
                  </a:lnTo>
                  <a:lnTo>
                    <a:pt x="2690335" y="2853078"/>
                  </a:lnTo>
                  <a:close/>
                </a:path>
                <a:path w="7628890" h="4409440">
                  <a:moveTo>
                    <a:pt x="1924976" y="3295299"/>
                  </a:moveTo>
                  <a:lnTo>
                    <a:pt x="1876521" y="3323296"/>
                  </a:lnTo>
                  <a:lnTo>
                    <a:pt x="1877173" y="3324663"/>
                  </a:lnTo>
                  <a:lnTo>
                    <a:pt x="1925648" y="3296660"/>
                  </a:lnTo>
                  <a:lnTo>
                    <a:pt x="1924976" y="3295299"/>
                  </a:lnTo>
                  <a:close/>
                </a:path>
                <a:path w="7628890" h="4409440">
                  <a:moveTo>
                    <a:pt x="1798544" y="3368350"/>
                  </a:moveTo>
                  <a:lnTo>
                    <a:pt x="1751673" y="3395432"/>
                  </a:lnTo>
                  <a:lnTo>
                    <a:pt x="1752160" y="3396880"/>
                  </a:lnTo>
                  <a:lnTo>
                    <a:pt x="1799033" y="3369803"/>
                  </a:lnTo>
                  <a:lnTo>
                    <a:pt x="1798544" y="3368350"/>
                  </a:lnTo>
                  <a:close/>
                </a:path>
                <a:path w="7628890" h="4409440">
                  <a:moveTo>
                    <a:pt x="1685764" y="3433514"/>
                  </a:moveTo>
                  <a:lnTo>
                    <a:pt x="1649250" y="3454612"/>
                  </a:lnTo>
                  <a:lnTo>
                    <a:pt x="1649504" y="3456183"/>
                  </a:lnTo>
                  <a:lnTo>
                    <a:pt x="1686116" y="3435033"/>
                  </a:lnTo>
                  <a:lnTo>
                    <a:pt x="1685764" y="3433514"/>
                  </a:lnTo>
                  <a:close/>
                </a:path>
                <a:path w="7628890" h="4409440">
                  <a:moveTo>
                    <a:pt x="1455505" y="3566557"/>
                  </a:moveTo>
                  <a:lnTo>
                    <a:pt x="1408318" y="3593821"/>
                  </a:lnTo>
                  <a:lnTo>
                    <a:pt x="1408794" y="3595237"/>
                  </a:lnTo>
                  <a:lnTo>
                    <a:pt x="1455979" y="3567979"/>
                  </a:lnTo>
                  <a:lnTo>
                    <a:pt x="1455505" y="3566557"/>
                  </a:lnTo>
                  <a:close/>
                </a:path>
                <a:path w="7628890" h="4409440">
                  <a:moveTo>
                    <a:pt x="759852" y="3968501"/>
                  </a:moveTo>
                  <a:lnTo>
                    <a:pt x="723317" y="3989612"/>
                  </a:lnTo>
                  <a:lnTo>
                    <a:pt x="723582" y="3991072"/>
                  </a:lnTo>
                  <a:lnTo>
                    <a:pt x="760165" y="3969939"/>
                  </a:lnTo>
                  <a:lnTo>
                    <a:pt x="759852" y="3968501"/>
                  </a:lnTo>
                  <a:close/>
                </a:path>
                <a:path w="7628890" h="4409440">
                  <a:moveTo>
                    <a:pt x="578843" y="4073088"/>
                  </a:moveTo>
                  <a:lnTo>
                    <a:pt x="532330" y="4099963"/>
                  </a:lnTo>
                  <a:lnTo>
                    <a:pt x="532772" y="4101300"/>
                  </a:lnTo>
                  <a:lnTo>
                    <a:pt x="579299" y="4074421"/>
                  </a:lnTo>
                  <a:lnTo>
                    <a:pt x="578843" y="4073088"/>
                  </a:lnTo>
                  <a:close/>
                </a:path>
                <a:path w="7628890" h="4409440">
                  <a:moveTo>
                    <a:pt x="466820" y="4137814"/>
                  </a:moveTo>
                  <a:lnTo>
                    <a:pt x="429918" y="4159136"/>
                  </a:lnTo>
                  <a:lnTo>
                    <a:pt x="430155" y="4160579"/>
                  </a:lnTo>
                  <a:lnTo>
                    <a:pt x="467153" y="4139206"/>
                  </a:lnTo>
                  <a:lnTo>
                    <a:pt x="466820" y="4137814"/>
                  </a:lnTo>
                  <a:close/>
                </a:path>
                <a:path w="7628890" h="4409440">
                  <a:moveTo>
                    <a:pt x="2580120" y="2916759"/>
                  </a:moveTo>
                  <a:lnTo>
                    <a:pt x="2533065" y="2943947"/>
                  </a:lnTo>
                  <a:lnTo>
                    <a:pt x="2533579" y="2945468"/>
                  </a:lnTo>
                  <a:lnTo>
                    <a:pt x="2580643" y="2918281"/>
                  </a:lnTo>
                  <a:lnTo>
                    <a:pt x="2580120" y="2916759"/>
                  </a:lnTo>
                  <a:close/>
                </a:path>
                <a:path w="7628890" h="4409440">
                  <a:moveTo>
                    <a:pt x="2408905" y="3015686"/>
                  </a:moveTo>
                  <a:lnTo>
                    <a:pt x="2361642" y="3042995"/>
                  </a:lnTo>
                  <a:lnTo>
                    <a:pt x="2362028" y="3044571"/>
                  </a:lnTo>
                  <a:lnTo>
                    <a:pt x="2409356" y="3017230"/>
                  </a:lnTo>
                  <a:lnTo>
                    <a:pt x="2408905" y="3015686"/>
                  </a:lnTo>
                  <a:close/>
                </a:path>
                <a:path w="7628890" h="4409440">
                  <a:moveTo>
                    <a:pt x="2301396" y="3077805"/>
                  </a:moveTo>
                  <a:lnTo>
                    <a:pt x="2265388" y="3098610"/>
                  </a:lnTo>
                  <a:lnTo>
                    <a:pt x="2265513" y="3100326"/>
                  </a:lnTo>
                  <a:lnTo>
                    <a:pt x="2301856" y="3079331"/>
                  </a:lnTo>
                  <a:lnTo>
                    <a:pt x="2301396" y="3077805"/>
                  </a:lnTo>
                  <a:close/>
                </a:path>
                <a:path w="7628890" h="4409440">
                  <a:moveTo>
                    <a:pt x="356550" y="4201528"/>
                  </a:moveTo>
                  <a:lnTo>
                    <a:pt x="311867" y="4227345"/>
                  </a:lnTo>
                  <a:lnTo>
                    <a:pt x="312309" y="4228657"/>
                  </a:lnTo>
                  <a:lnTo>
                    <a:pt x="356992" y="4202844"/>
                  </a:lnTo>
                  <a:lnTo>
                    <a:pt x="356550" y="4201528"/>
                  </a:lnTo>
                  <a:close/>
                </a:path>
                <a:path w="7628890" h="4409440">
                  <a:moveTo>
                    <a:pt x="304335" y="4231697"/>
                  </a:moveTo>
                  <a:lnTo>
                    <a:pt x="284761" y="4243007"/>
                  </a:lnTo>
                  <a:lnTo>
                    <a:pt x="284734" y="4244586"/>
                  </a:lnTo>
                  <a:lnTo>
                    <a:pt x="304318" y="4233273"/>
                  </a:lnTo>
                  <a:lnTo>
                    <a:pt x="304335" y="4231697"/>
                  </a:lnTo>
                  <a:close/>
                </a:path>
                <a:path w="7628890" h="4409440">
                  <a:moveTo>
                    <a:pt x="177511" y="4304975"/>
                  </a:moveTo>
                  <a:lnTo>
                    <a:pt x="101802" y="4348720"/>
                  </a:lnTo>
                  <a:lnTo>
                    <a:pt x="102233" y="4350014"/>
                  </a:lnTo>
                  <a:lnTo>
                    <a:pt x="178525" y="4305942"/>
                  </a:lnTo>
                  <a:lnTo>
                    <a:pt x="177511" y="4304975"/>
                  </a:lnTo>
                  <a:close/>
                </a:path>
                <a:path w="7628890" h="4409440">
                  <a:moveTo>
                    <a:pt x="37881" y="4385653"/>
                  </a:moveTo>
                  <a:lnTo>
                    <a:pt x="0" y="4407541"/>
                  </a:lnTo>
                  <a:lnTo>
                    <a:pt x="250" y="4408928"/>
                  </a:lnTo>
                  <a:lnTo>
                    <a:pt x="38247" y="4386978"/>
                  </a:lnTo>
                  <a:lnTo>
                    <a:pt x="37881" y="4385653"/>
                  </a:lnTo>
                  <a:close/>
                </a:path>
                <a:path w="7628890" h="4409440">
                  <a:moveTo>
                    <a:pt x="7628207" y="0"/>
                  </a:moveTo>
                  <a:lnTo>
                    <a:pt x="7596324" y="18421"/>
                  </a:lnTo>
                  <a:lnTo>
                    <a:pt x="7596690" y="20600"/>
                  </a:lnTo>
                  <a:lnTo>
                    <a:pt x="7628774" y="2065"/>
                  </a:lnTo>
                  <a:lnTo>
                    <a:pt x="7628207" y="0"/>
                  </a:lnTo>
                  <a:close/>
                </a:path>
                <a:path w="7628890" h="4409440">
                  <a:moveTo>
                    <a:pt x="7486586" y="81827"/>
                  </a:moveTo>
                  <a:lnTo>
                    <a:pt x="7408637" y="126866"/>
                  </a:lnTo>
                  <a:lnTo>
                    <a:pt x="7409312" y="128844"/>
                  </a:lnTo>
                  <a:lnTo>
                    <a:pt x="7488504" y="83097"/>
                  </a:lnTo>
                  <a:lnTo>
                    <a:pt x="7486586" y="81827"/>
                  </a:lnTo>
                  <a:close/>
                </a:path>
                <a:path w="7628890" h="4409440">
                  <a:moveTo>
                    <a:pt x="7343955" y="164239"/>
                  </a:moveTo>
                  <a:lnTo>
                    <a:pt x="7306914" y="185641"/>
                  </a:lnTo>
                  <a:lnTo>
                    <a:pt x="7307291" y="187780"/>
                  </a:lnTo>
                  <a:lnTo>
                    <a:pt x="7344518" y="166275"/>
                  </a:lnTo>
                  <a:lnTo>
                    <a:pt x="7343955" y="164239"/>
                  </a:lnTo>
                  <a:close/>
                </a:path>
                <a:path w="7628890" h="4409440">
                  <a:moveTo>
                    <a:pt x="6447031" y="682477"/>
                  </a:moveTo>
                  <a:lnTo>
                    <a:pt x="6415176" y="700883"/>
                  </a:lnTo>
                  <a:lnTo>
                    <a:pt x="6415521" y="702940"/>
                  </a:lnTo>
                  <a:lnTo>
                    <a:pt x="6447567" y="684428"/>
                  </a:lnTo>
                  <a:lnTo>
                    <a:pt x="6447031" y="682477"/>
                  </a:lnTo>
                  <a:close/>
                </a:path>
                <a:path w="7628890" h="4409440">
                  <a:moveTo>
                    <a:pt x="6305286" y="764377"/>
                  </a:moveTo>
                  <a:lnTo>
                    <a:pt x="6227447" y="809352"/>
                  </a:lnTo>
                  <a:lnTo>
                    <a:pt x="6228083" y="811219"/>
                  </a:lnTo>
                  <a:lnTo>
                    <a:pt x="6307090" y="765579"/>
                  </a:lnTo>
                  <a:lnTo>
                    <a:pt x="6305286" y="764377"/>
                  </a:lnTo>
                  <a:close/>
                </a:path>
                <a:path w="7628890" h="4409440">
                  <a:moveTo>
                    <a:pt x="6162969" y="846607"/>
                  </a:moveTo>
                  <a:lnTo>
                    <a:pt x="6125793" y="868087"/>
                  </a:lnTo>
                  <a:lnTo>
                    <a:pt x="6126147" y="870106"/>
                  </a:lnTo>
                  <a:lnTo>
                    <a:pt x="6163514" y="848520"/>
                  </a:lnTo>
                  <a:lnTo>
                    <a:pt x="6162969" y="846607"/>
                  </a:lnTo>
                  <a:close/>
                </a:path>
                <a:path w="7628890" h="4409440">
                  <a:moveTo>
                    <a:pt x="4972247" y="1534600"/>
                  </a:moveTo>
                  <a:lnTo>
                    <a:pt x="4935188" y="1556013"/>
                  </a:lnTo>
                  <a:lnTo>
                    <a:pt x="4935490" y="1557927"/>
                  </a:lnTo>
                  <a:lnTo>
                    <a:pt x="4972753" y="1536401"/>
                  </a:lnTo>
                  <a:lnTo>
                    <a:pt x="4972247" y="1534600"/>
                  </a:lnTo>
                  <a:close/>
                </a:path>
                <a:path w="7628890" h="4409440">
                  <a:moveTo>
                    <a:pt x="1146419" y="3745145"/>
                  </a:moveTo>
                  <a:lnTo>
                    <a:pt x="1099502" y="3772253"/>
                  </a:lnTo>
                  <a:lnTo>
                    <a:pt x="1099280" y="3774037"/>
                  </a:lnTo>
                  <a:lnTo>
                    <a:pt x="1146391" y="3746822"/>
                  </a:lnTo>
                  <a:lnTo>
                    <a:pt x="1146419" y="3745145"/>
                  </a:lnTo>
                  <a:close/>
                </a:path>
                <a:path w="7628890" h="4409440">
                  <a:moveTo>
                    <a:pt x="6686415" y="544162"/>
                  </a:moveTo>
                  <a:lnTo>
                    <a:pt x="6640298" y="570808"/>
                  </a:lnTo>
                  <a:lnTo>
                    <a:pt x="6640936" y="572722"/>
                  </a:lnTo>
                  <a:lnTo>
                    <a:pt x="6687060" y="546076"/>
                  </a:lnTo>
                  <a:lnTo>
                    <a:pt x="6686415" y="544162"/>
                  </a:lnTo>
                  <a:close/>
                </a:path>
                <a:path w="7628890" h="4409440">
                  <a:moveTo>
                    <a:pt x="6537417" y="630252"/>
                  </a:moveTo>
                  <a:lnTo>
                    <a:pt x="6507796" y="647367"/>
                  </a:lnTo>
                  <a:lnTo>
                    <a:pt x="6507677" y="649703"/>
                  </a:lnTo>
                  <a:lnTo>
                    <a:pt x="6538108" y="632123"/>
                  </a:lnTo>
                  <a:lnTo>
                    <a:pt x="6537417" y="630252"/>
                  </a:lnTo>
                  <a:close/>
                </a:path>
                <a:path w="7628890" h="4409440">
                  <a:moveTo>
                    <a:pt x="5701704" y="1113123"/>
                  </a:moveTo>
                  <a:lnTo>
                    <a:pt x="5654199" y="1140571"/>
                  </a:lnTo>
                  <a:lnTo>
                    <a:pt x="5654806" y="1142391"/>
                  </a:lnTo>
                  <a:lnTo>
                    <a:pt x="5702323" y="1114941"/>
                  </a:lnTo>
                  <a:lnTo>
                    <a:pt x="5701704" y="1113123"/>
                  </a:lnTo>
                  <a:close/>
                </a:path>
                <a:path w="7628890" h="4409440">
                  <a:moveTo>
                    <a:pt x="5551924" y="1199666"/>
                  </a:moveTo>
                  <a:lnTo>
                    <a:pt x="5522077" y="1216911"/>
                  </a:lnTo>
                  <a:lnTo>
                    <a:pt x="5521929" y="1219152"/>
                  </a:lnTo>
                  <a:lnTo>
                    <a:pt x="5552531" y="1201474"/>
                  </a:lnTo>
                  <a:lnTo>
                    <a:pt x="5551924" y="1199666"/>
                  </a:lnTo>
                  <a:close/>
                </a:path>
                <a:path w="7628890" h="4409440">
                  <a:moveTo>
                    <a:pt x="5418011" y="1277040"/>
                  </a:moveTo>
                  <a:lnTo>
                    <a:pt x="5370935" y="1304240"/>
                  </a:lnTo>
                  <a:lnTo>
                    <a:pt x="5371533" y="1306033"/>
                  </a:lnTo>
                  <a:lnTo>
                    <a:pt x="5418620" y="1278832"/>
                  </a:lnTo>
                  <a:lnTo>
                    <a:pt x="5418011" y="1277040"/>
                  </a:lnTo>
                  <a:close/>
                </a:path>
                <a:path w="7628890" h="4409440">
                  <a:moveTo>
                    <a:pt x="5268012" y="1363709"/>
                  </a:moveTo>
                  <a:lnTo>
                    <a:pt x="5238280" y="1380888"/>
                  </a:lnTo>
                  <a:lnTo>
                    <a:pt x="5238168" y="1383076"/>
                  </a:lnTo>
                  <a:lnTo>
                    <a:pt x="5268663" y="1365459"/>
                  </a:lnTo>
                  <a:lnTo>
                    <a:pt x="5268012" y="1363709"/>
                  </a:lnTo>
                  <a:close/>
                </a:path>
                <a:path w="7628890" h="4409440">
                  <a:moveTo>
                    <a:pt x="3978157" y="2108981"/>
                  </a:moveTo>
                  <a:lnTo>
                    <a:pt x="3930762" y="2136365"/>
                  </a:lnTo>
                  <a:lnTo>
                    <a:pt x="3931315" y="2138022"/>
                  </a:lnTo>
                  <a:lnTo>
                    <a:pt x="3978715" y="2110639"/>
                  </a:lnTo>
                  <a:lnTo>
                    <a:pt x="3978157" y="2108981"/>
                  </a:lnTo>
                  <a:close/>
                </a:path>
                <a:path w="7628890" h="4409440">
                  <a:moveTo>
                    <a:pt x="3828337" y="2195546"/>
                  </a:moveTo>
                  <a:lnTo>
                    <a:pt x="3798382" y="2212853"/>
                  </a:lnTo>
                  <a:lnTo>
                    <a:pt x="3798248" y="2214892"/>
                  </a:lnTo>
                  <a:lnTo>
                    <a:pt x="3828901" y="2197184"/>
                  </a:lnTo>
                  <a:lnTo>
                    <a:pt x="3828337" y="2195546"/>
                  </a:lnTo>
                  <a:close/>
                </a:path>
                <a:path w="7628890" h="4409440">
                  <a:moveTo>
                    <a:pt x="3305554" y="2497607"/>
                  </a:moveTo>
                  <a:lnTo>
                    <a:pt x="3256287" y="2526074"/>
                  </a:lnTo>
                  <a:lnTo>
                    <a:pt x="3257424" y="2527316"/>
                  </a:lnTo>
                  <a:lnTo>
                    <a:pt x="3306672" y="2498866"/>
                  </a:lnTo>
                  <a:lnTo>
                    <a:pt x="3305554" y="2497607"/>
                  </a:lnTo>
                  <a:close/>
                </a:path>
                <a:path w="7628890" h="4409440">
                  <a:moveTo>
                    <a:pt x="3435104" y="2422754"/>
                  </a:moveTo>
                  <a:lnTo>
                    <a:pt x="3408585" y="2438076"/>
                  </a:lnTo>
                  <a:lnTo>
                    <a:pt x="3408606" y="2439981"/>
                  </a:lnTo>
                  <a:lnTo>
                    <a:pt x="3435022" y="2424721"/>
                  </a:lnTo>
                  <a:lnTo>
                    <a:pt x="3435104" y="2422754"/>
                  </a:lnTo>
                  <a:close/>
                </a:path>
              </a:pathLst>
            </a:custGeom>
            <a:solidFill>
              <a:srgbClr val="5959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1819" y="927671"/>
              <a:ext cx="7629525" cy="4410710"/>
            </a:xfrm>
            <a:custGeom>
              <a:avLst/>
              <a:gdLst/>
              <a:ahLst/>
              <a:cxnLst/>
              <a:rect l="l" t="t" r="r" b="b"/>
              <a:pathLst>
                <a:path w="7629525" h="4410710">
                  <a:moveTo>
                    <a:pt x="38925" y="4388282"/>
                  </a:moveTo>
                  <a:lnTo>
                    <a:pt x="38557" y="4386973"/>
                  </a:lnTo>
                  <a:lnTo>
                    <a:pt x="37985" y="4384916"/>
                  </a:lnTo>
                  <a:lnTo>
                    <a:pt x="0" y="4406862"/>
                  </a:lnTo>
                  <a:lnTo>
                    <a:pt x="381" y="4409033"/>
                  </a:lnTo>
                  <a:lnTo>
                    <a:pt x="635" y="4410405"/>
                  </a:lnTo>
                  <a:lnTo>
                    <a:pt x="38925" y="4388282"/>
                  </a:lnTo>
                  <a:close/>
                </a:path>
                <a:path w="7629525" h="4410710">
                  <a:moveTo>
                    <a:pt x="136385" y="4331957"/>
                  </a:moveTo>
                  <a:lnTo>
                    <a:pt x="135928" y="4330712"/>
                  </a:lnTo>
                  <a:lnTo>
                    <a:pt x="135204" y="4328757"/>
                  </a:lnTo>
                  <a:lnTo>
                    <a:pt x="101981" y="4347946"/>
                  </a:lnTo>
                  <a:lnTo>
                    <a:pt x="102641" y="4349953"/>
                  </a:lnTo>
                  <a:lnTo>
                    <a:pt x="103060" y="4351210"/>
                  </a:lnTo>
                  <a:lnTo>
                    <a:pt x="136385" y="4331957"/>
                  </a:lnTo>
                  <a:close/>
                </a:path>
                <a:path w="7629525" h="4410710">
                  <a:moveTo>
                    <a:pt x="180809" y="4306290"/>
                  </a:moveTo>
                  <a:lnTo>
                    <a:pt x="179819" y="4305351"/>
                  </a:lnTo>
                  <a:lnTo>
                    <a:pt x="178269" y="4303877"/>
                  </a:lnTo>
                  <a:lnTo>
                    <a:pt x="135204" y="4328757"/>
                  </a:lnTo>
                  <a:lnTo>
                    <a:pt x="136715" y="4330255"/>
                  </a:lnTo>
                  <a:lnTo>
                    <a:pt x="137680" y="4331220"/>
                  </a:lnTo>
                  <a:lnTo>
                    <a:pt x="180809" y="4306290"/>
                  </a:lnTo>
                  <a:close/>
                </a:path>
                <a:path w="7629525" h="4410710">
                  <a:moveTo>
                    <a:pt x="304063" y="4231208"/>
                  </a:moveTo>
                  <a:lnTo>
                    <a:pt x="284480" y="4242524"/>
                  </a:lnTo>
                  <a:lnTo>
                    <a:pt x="284441" y="4244911"/>
                  </a:lnTo>
                  <a:lnTo>
                    <a:pt x="284416" y="4246423"/>
                  </a:lnTo>
                  <a:lnTo>
                    <a:pt x="304025" y="4235081"/>
                  </a:lnTo>
                  <a:lnTo>
                    <a:pt x="304038" y="4233583"/>
                  </a:lnTo>
                  <a:lnTo>
                    <a:pt x="304063" y="4231208"/>
                  </a:lnTo>
                  <a:close/>
                </a:path>
                <a:path w="7629525" h="4410710">
                  <a:moveTo>
                    <a:pt x="357822" y="4203992"/>
                  </a:moveTo>
                  <a:lnTo>
                    <a:pt x="357403" y="4202747"/>
                  </a:lnTo>
                  <a:lnTo>
                    <a:pt x="356730" y="4200779"/>
                  </a:lnTo>
                  <a:lnTo>
                    <a:pt x="312051" y="4226585"/>
                  </a:lnTo>
                  <a:lnTo>
                    <a:pt x="312724" y="4228566"/>
                  </a:lnTo>
                  <a:lnTo>
                    <a:pt x="313143" y="4229811"/>
                  </a:lnTo>
                  <a:lnTo>
                    <a:pt x="357822" y="4203992"/>
                  </a:lnTo>
                  <a:close/>
                </a:path>
                <a:path w="7629525" h="4410710">
                  <a:moveTo>
                    <a:pt x="467702" y="4140504"/>
                  </a:moveTo>
                  <a:lnTo>
                    <a:pt x="467385" y="4139196"/>
                  </a:lnTo>
                  <a:lnTo>
                    <a:pt x="466902" y="4137139"/>
                  </a:lnTo>
                  <a:lnTo>
                    <a:pt x="429895" y="4158513"/>
                  </a:lnTo>
                  <a:lnTo>
                    <a:pt x="430250" y="4160659"/>
                  </a:lnTo>
                  <a:lnTo>
                    <a:pt x="430479" y="4162018"/>
                  </a:lnTo>
                  <a:lnTo>
                    <a:pt x="467702" y="4140504"/>
                  </a:lnTo>
                  <a:close/>
                </a:path>
                <a:path w="7629525" h="4410710">
                  <a:moveTo>
                    <a:pt x="580123" y="4075531"/>
                  </a:moveTo>
                  <a:lnTo>
                    <a:pt x="579704" y="4074299"/>
                  </a:lnTo>
                  <a:lnTo>
                    <a:pt x="579043" y="4072356"/>
                  </a:lnTo>
                  <a:lnTo>
                    <a:pt x="532511" y="4099229"/>
                  </a:lnTo>
                  <a:lnTo>
                    <a:pt x="533158" y="4101198"/>
                  </a:lnTo>
                  <a:lnTo>
                    <a:pt x="533577" y="4102430"/>
                  </a:lnTo>
                  <a:lnTo>
                    <a:pt x="580123" y="4075531"/>
                  </a:lnTo>
                  <a:close/>
                </a:path>
                <a:path w="7629525" h="4410710">
                  <a:moveTo>
                    <a:pt x="760641" y="3971213"/>
                  </a:moveTo>
                  <a:lnTo>
                    <a:pt x="760349" y="3969931"/>
                  </a:lnTo>
                  <a:lnTo>
                    <a:pt x="759904" y="3967873"/>
                  </a:lnTo>
                  <a:lnTo>
                    <a:pt x="723328" y="3989006"/>
                  </a:lnTo>
                  <a:lnTo>
                    <a:pt x="723709" y="3991102"/>
                  </a:lnTo>
                  <a:lnTo>
                    <a:pt x="723950" y="3992422"/>
                  </a:lnTo>
                  <a:lnTo>
                    <a:pt x="760641" y="3971213"/>
                  </a:lnTo>
                  <a:close/>
                </a:path>
                <a:path w="7629525" h="4410710">
                  <a:moveTo>
                    <a:pt x="873188" y="3906177"/>
                  </a:moveTo>
                  <a:lnTo>
                    <a:pt x="872782" y="3904970"/>
                  </a:lnTo>
                  <a:lnTo>
                    <a:pt x="872134" y="3903040"/>
                  </a:lnTo>
                  <a:lnTo>
                    <a:pt x="825284" y="3930104"/>
                  </a:lnTo>
                  <a:lnTo>
                    <a:pt x="825919" y="3932034"/>
                  </a:lnTo>
                  <a:lnTo>
                    <a:pt x="826325" y="3933253"/>
                  </a:lnTo>
                  <a:lnTo>
                    <a:pt x="873188" y="3906177"/>
                  </a:lnTo>
                  <a:close/>
                </a:path>
                <a:path w="7629525" h="4410710">
                  <a:moveTo>
                    <a:pt x="1000340" y="3832695"/>
                  </a:moveTo>
                  <a:lnTo>
                    <a:pt x="999921" y="3831501"/>
                  </a:lnTo>
                  <a:lnTo>
                    <a:pt x="999261" y="3829608"/>
                  </a:lnTo>
                  <a:lnTo>
                    <a:pt x="950696" y="3857663"/>
                  </a:lnTo>
                  <a:lnTo>
                    <a:pt x="951484" y="3859492"/>
                  </a:lnTo>
                  <a:lnTo>
                    <a:pt x="951979" y="3860647"/>
                  </a:lnTo>
                  <a:lnTo>
                    <a:pt x="1000340" y="3832695"/>
                  </a:lnTo>
                  <a:close/>
                </a:path>
                <a:path w="7629525" h="4410710">
                  <a:moveTo>
                    <a:pt x="1146136" y="3744760"/>
                  </a:moveTo>
                  <a:lnTo>
                    <a:pt x="1099019" y="3771976"/>
                  </a:lnTo>
                  <a:lnTo>
                    <a:pt x="1098715" y="3774414"/>
                  </a:lnTo>
                  <a:lnTo>
                    <a:pt x="1098524" y="3775964"/>
                  </a:lnTo>
                  <a:lnTo>
                    <a:pt x="1146073" y="3748481"/>
                  </a:lnTo>
                  <a:lnTo>
                    <a:pt x="1146098" y="3747046"/>
                  </a:lnTo>
                  <a:lnTo>
                    <a:pt x="1146136" y="3744760"/>
                  </a:lnTo>
                  <a:close/>
                </a:path>
                <a:path w="7629525" h="4410710">
                  <a:moveTo>
                    <a:pt x="1456740" y="3568954"/>
                  </a:moveTo>
                  <a:lnTo>
                    <a:pt x="1456347" y="3567785"/>
                  </a:lnTo>
                  <a:lnTo>
                    <a:pt x="1455724" y="3565918"/>
                  </a:lnTo>
                  <a:lnTo>
                    <a:pt x="1408544" y="3593173"/>
                  </a:lnTo>
                  <a:lnTo>
                    <a:pt x="1409166" y="3595039"/>
                  </a:lnTo>
                  <a:lnTo>
                    <a:pt x="1409560" y="3596221"/>
                  </a:lnTo>
                  <a:lnTo>
                    <a:pt x="1456740" y="3568954"/>
                  </a:lnTo>
                  <a:close/>
                </a:path>
                <a:path w="7629525" h="4410710">
                  <a:moveTo>
                    <a:pt x="1686598" y="3436124"/>
                  </a:moveTo>
                  <a:lnTo>
                    <a:pt x="1686306" y="3434918"/>
                  </a:lnTo>
                  <a:lnTo>
                    <a:pt x="1685861" y="3432962"/>
                  </a:lnTo>
                  <a:lnTo>
                    <a:pt x="1649247" y="3454120"/>
                  </a:lnTo>
                  <a:lnTo>
                    <a:pt x="1649577" y="3456140"/>
                  </a:lnTo>
                  <a:lnTo>
                    <a:pt x="1649780" y="3457397"/>
                  </a:lnTo>
                  <a:lnTo>
                    <a:pt x="1686598" y="3436124"/>
                  </a:lnTo>
                  <a:close/>
                </a:path>
                <a:path w="7629525" h="4410710">
                  <a:moveTo>
                    <a:pt x="1799780" y="3370719"/>
                  </a:moveTo>
                  <a:lnTo>
                    <a:pt x="1799399" y="3369576"/>
                  </a:lnTo>
                  <a:lnTo>
                    <a:pt x="1798777" y="3367735"/>
                  </a:lnTo>
                  <a:lnTo>
                    <a:pt x="1751901" y="3394811"/>
                  </a:lnTo>
                  <a:lnTo>
                    <a:pt x="1752523" y="3396653"/>
                  </a:lnTo>
                  <a:lnTo>
                    <a:pt x="1752904" y="3397808"/>
                  </a:lnTo>
                  <a:lnTo>
                    <a:pt x="1799780" y="3370719"/>
                  </a:lnTo>
                  <a:close/>
                </a:path>
                <a:path w="7629525" h="4410710">
                  <a:moveTo>
                    <a:pt x="1926628" y="3297428"/>
                  </a:moveTo>
                  <a:lnTo>
                    <a:pt x="1926424" y="3296678"/>
                  </a:lnTo>
                  <a:lnTo>
                    <a:pt x="1926234" y="3296285"/>
                  </a:lnTo>
                  <a:lnTo>
                    <a:pt x="1925396" y="3294596"/>
                  </a:lnTo>
                  <a:lnTo>
                    <a:pt x="1876920" y="3322599"/>
                  </a:lnTo>
                  <a:lnTo>
                    <a:pt x="1877733" y="3324314"/>
                  </a:lnTo>
                  <a:lnTo>
                    <a:pt x="1878241" y="3325380"/>
                  </a:lnTo>
                  <a:lnTo>
                    <a:pt x="1926628" y="3297428"/>
                  </a:lnTo>
                  <a:close/>
                </a:path>
                <a:path w="7629525" h="4410710">
                  <a:moveTo>
                    <a:pt x="2027910" y="3235363"/>
                  </a:moveTo>
                  <a:lnTo>
                    <a:pt x="1982685" y="3261499"/>
                  </a:lnTo>
                  <a:lnTo>
                    <a:pt x="1982355" y="3263862"/>
                  </a:lnTo>
                  <a:lnTo>
                    <a:pt x="1982152" y="3265335"/>
                  </a:lnTo>
                  <a:lnTo>
                    <a:pt x="2027885" y="3238906"/>
                  </a:lnTo>
                  <a:lnTo>
                    <a:pt x="2027897" y="3237547"/>
                  </a:lnTo>
                  <a:lnTo>
                    <a:pt x="2027910" y="3235363"/>
                  </a:lnTo>
                  <a:close/>
                </a:path>
                <a:path w="7629525" h="4410710">
                  <a:moveTo>
                    <a:pt x="2222741" y="3126295"/>
                  </a:moveTo>
                  <a:lnTo>
                    <a:pt x="2221915" y="3125444"/>
                  </a:lnTo>
                  <a:lnTo>
                    <a:pt x="2220595" y="3124060"/>
                  </a:lnTo>
                  <a:lnTo>
                    <a:pt x="2171052" y="3152686"/>
                  </a:lnTo>
                  <a:lnTo>
                    <a:pt x="2172131" y="3154210"/>
                  </a:lnTo>
                  <a:lnTo>
                    <a:pt x="2172792" y="3155162"/>
                  </a:lnTo>
                  <a:lnTo>
                    <a:pt x="2222741" y="3126295"/>
                  </a:lnTo>
                  <a:close/>
                </a:path>
                <a:path w="7629525" h="4410710">
                  <a:moveTo>
                    <a:pt x="2302484" y="3080220"/>
                  </a:moveTo>
                  <a:lnTo>
                    <a:pt x="2302154" y="3079089"/>
                  </a:lnTo>
                  <a:lnTo>
                    <a:pt x="2301595" y="3077260"/>
                  </a:lnTo>
                  <a:lnTo>
                    <a:pt x="2265261" y="3098254"/>
                  </a:lnTo>
                  <a:lnTo>
                    <a:pt x="2265400" y="3100311"/>
                  </a:lnTo>
                  <a:lnTo>
                    <a:pt x="2265502" y="3101594"/>
                  </a:lnTo>
                  <a:lnTo>
                    <a:pt x="2302484" y="3080220"/>
                  </a:lnTo>
                  <a:close/>
                </a:path>
                <a:path w="7629525" h="4410710">
                  <a:moveTo>
                    <a:pt x="2409964" y="3018117"/>
                  </a:moveTo>
                  <a:lnTo>
                    <a:pt x="2409634" y="3016986"/>
                  </a:lnTo>
                  <a:lnTo>
                    <a:pt x="2409101" y="3015170"/>
                  </a:lnTo>
                  <a:lnTo>
                    <a:pt x="2361768" y="3042501"/>
                  </a:lnTo>
                  <a:lnTo>
                    <a:pt x="2361958" y="3043250"/>
                  </a:lnTo>
                  <a:lnTo>
                    <a:pt x="2362263" y="3044355"/>
                  </a:lnTo>
                  <a:lnTo>
                    <a:pt x="2362593" y="3045485"/>
                  </a:lnTo>
                  <a:lnTo>
                    <a:pt x="2409964" y="3018117"/>
                  </a:lnTo>
                  <a:close/>
                </a:path>
                <a:path w="7629525" h="4410710">
                  <a:moveTo>
                    <a:pt x="2581364" y="2919057"/>
                  </a:moveTo>
                  <a:lnTo>
                    <a:pt x="2580995" y="2917977"/>
                  </a:lnTo>
                  <a:lnTo>
                    <a:pt x="2580386" y="2916212"/>
                  </a:lnTo>
                  <a:lnTo>
                    <a:pt x="2533319" y="2943402"/>
                  </a:lnTo>
                  <a:lnTo>
                    <a:pt x="2533916" y="2945168"/>
                  </a:lnTo>
                  <a:lnTo>
                    <a:pt x="2534285" y="2946260"/>
                  </a:lnTo>
                  <a:lnTo>
                    <a:pt x="2581364" y="2919057"/>
                  </a:lnTo>
                  <a:close/>
                </a:path>
                <a:path w="7629525" h="4410710">
                  <a:moveTo>
                    <a:pt x="2691180" y="2855607"/>
                  </a:moveTo>
                  <a:lnTo>
                    <a:pt x="2690901" y="2854464"/>
                  </a:lnTo>
                  <a:lnTo>
                    <a:pt x="2690469" y="2852623"/>
                  </a:lnTo>
                  <a:lnTo>
                    <a:pt x="2653449" y="2874010"/>
                  </a:lnTo>
                  <a:lnTo>
                    <a:pt x="2653766" y="2875927"/>
                  </a:lnTo>
                  <a:lnTo>
                    <a:pt x="2653957" y="2877108"/>
                  </a:lnTo>
                  <a:lnTo>
                    <a:pt x="2691180" y="2855607"/>
                  </a:lnTo>
                  <a:close/>
                </a:path>
                <a:path w="7629525" h="4410710">
                  <a:moveTo>
                    <a:pt x="2804045" y="2790380"/>
                  </a:moveTo>
                  <a:lnTo>
                    <a:pt x="2803677" y="2789301"/>
                  </a:lnTo>
                  <a:lnTo>
                    <a:pt x="2803093" y="2787561"/>
                  </a:lnTo>
                  <a:lnTo>
                    <a:pt x="2756217" y="2814637"/>
                  </a:lnTo>
                  <a:lnTo>
                    <a:pt x="2756801" y="2816390"/>
                  </a:lnTo>
                  <a:lnTo>
                    <a:pt x="2757170" y="2817469"/>
                  </a:lnTo>
                  <a:lnTo>
                    <a:pt x="2804045" y="2790380"/>
                  </a:lnTo>
                  <a:close/>
                </a:path>
                <a:path w="7629525" h="4410710">
                  <a:moveTo>
                    <a:pt x="2931172" y="2716911"/>
                  </a:moveTo>
                  <a:lnTo>
                    <a:pt x="2930804" y="2715844"/>
                  </a:lnTo>
                  <a:lnTo>
                    <a:pt x="2930207" y="2714129"/>
                  </a:lnTo>
                  <a:lnTo>
                    <a:pt x="2881604" y="2742209"/>
                  </a:lnTo>
                  <a:lnTo>
                    <a:pt x="2882303" y="2743873"/>
                  </a:lnTo>
                  <a:lnTo>
                    <a:pt x="2882735" y="2744901"/>
                  </a:lnTo>
                  <a:lnTo>
                    <a:pt x="2931172" y="2716911"/>
                  </a:lnTo>
                  <a:close/>
                </a:path>
                <a:path w="7629525" h="4410710">
                  <a:moveTo>
                    <a:pt x="3308337" y="2498966"/>
                  </a:moveTo>
                  <a:lnTo>
                    <a:pt x="3307600" y="2498140"/>
                  </a:lnTo>
                  <a:lnTo>
                    <a:pt x="3306419" y="2496794"/>
                  </a:lnTo>
                  <a:lnTo>
                    <a:pt x="3257169" y="2525255"/>
                  </a:lnTo>
                  <a:lnTo>
                    <a:pt x="3258388" y="2526576"/>
                  </a:lnTo>
                  <a:lnTo>
                    <a:pt x="3259124" y="2527389"/>
                  </a:lnTo>
                  <a:lnTo>
                    <a:pt x="3308337" y="2498966"/>
                  </a:lnTo>
                  <a:close/>
                </a:path>
                <a:path w="7629525" h="4410710">
                  <a:moveTo>
                    <a:pt x="3434765" y="2422652"/>
                  </a:moveTo>
                  <a:lnTo>
                    <a:pt x="3408349" y="2437917"/>
                  </a:lnTo>
                  <a:lnTo>
                    <a:pt x="3408375" y="2439911"/>
                  </a:lnTo>
                  <a:lnTo>
                    <a:pt x="3408388" y="2441143"/>
                  </a:lnTo>
                  <a:lnTo>
                    <a:pt x="3434626" y="2425979"/>
                  </a:lnTo>
                  <a:lnTo>
                    <a:pt x="3434677" y="2424709"/>
                  </a:lnTo>
                  <a:lnTo>
                    <a:pt x="3434765" y="2422652"/>
                  </a:lnTo>
                  <a:close/>
                </a:path>
                <a:path w="7629525" h="4410710">
                  <a:moveTo>
                    <a:pt x="3556800" y="2355380"/>
                  </a:moveTo>
                  <a:lnTo>
                    <a:pt x="3556774" y="2354173"/>
                  </a:lnTo>
                  <a:lnTo>
                    <a:pt x="3556749" y="2352192"/>
                  </a:lnTo>
                  <a:lnTo>
                    <a:pt x="3511626" y="2378252"/>
                  </a:lnTo>
                  <a:lnTo>
                    <a:pt x="3511372" y="2380399"/>
                  </a:lnTo>
                  <a:lnTo>
                    <a:pt x="3511207" y="2381732"/>
                  </a:lnTo>
                  <a:lnTo>
                    <a:pt x="3556800" y="2355380"/>
                  </a:lnTo>
                  <a:close/>
                </a:path>
                <a:path w="7629525" h="4410710">
                  <a:moveTo>
                    <a:pt x="3752126" y="2242502"/>
                  </a:moveTo>
                  <a:lnTo>
                    <a:pt x="3751389" y="2241727"/>
                  </a:lnTo>
                  <a:lnTo>
                    <a:pt x="3750170" y="2240457"/>
                  </a:lnTo>
                  <a:lnTo>
                    <a:pt x="3700424" y="2269185"/>
                  </a:lnTo>
                  <a:lnTo>
                    <a:pt x="3701453" y="2270569"/>
                  </a:lnTo>
                  <a:lnTo>
                    <a:pt x="3702075" y="2271420"/>
                  </a:lnTo>
                  <a:lnTo>
                    <a:pt x="3752126" y="2242502"/>
                  </a:lnTo>
                  <a:close/>
                </a:path>
                <a:path w="7629525" h="4410710">
                  <a:moveTo>
                    <a:pt x="3829558" y="2197760"/>
                  </a:moveTo>
                  <a:lnTo>
                    <a:pt x="3829215" y="2196757"/>
                  </a:lnTo>
                  <a:lnTo>
                    <a:pt x="3828643" y="2195118"/>
                  </a:lnTo>
                  <a:lnTo>
                    <a:pt x="3797985" y="2212822"/>
                  </a:lnTo>
                  <a:lnTo>
                    <a:pt x="3797858" y="2214867"/>
                  </a:lnTo>
                  <a:lnTo>
                    <a:pt x="3797770" y="2216124"/>
                  </a:lnTo>
                  <a:lnTo>
                    <a:pt x="3829558" y="2197760"/>
                  </a:lnTo>
                  <a:close/>
                </a:path>
                <a:path w="7629525" h="4410710">
                  <a:moveTo>
                    <a:pt x="3979341" y="2111197"/>
                  </a:moveTo>
                  <a:lnTo>
                    <a:pt x="3979011" y="2110206"/>
                  </a:lnTo>
                  <a:lnTo>
                    <a:pt x="3978465" y="2108568"/>
                  </a:lnTo>
                  <a:lnTo>
                    <a:pt x="3931056" y="2135962"/>
                  </a:lnTo>
                  <a:lnTo>
                    <a:pt x="3931602" y="2137587"/>
                  </a:lnTo>
                  <a:lnTo>
                    <a:pt x="3931932" y="2138591"/>
                  </a:lnTo>
                  <a:lnTo>
                    <a:pt x="3979341" y="2111197"/>
                  </a:lnTo>
                  <a:close/>
                </a:path>
                <a:path w="7629525" h="4410710">
                  <a:moveTo>
                    <a:pt x="4116032" y="2032203"/>
                  </a:moveTo>
                  <a:lnTo>
                    <a:pt x="4115790" y="2031174"/>
                  </a:lnTo>
                  <a:lnTo>
                    <a:pt x="4115384" y="2029472"/>
                  </a:lnTo>
                  <a:lnTo>
                    <a:pt x="4078516" y="2050770"/>
                  </a:lnTo>
                  <a:lnTo>
                    <a:pt x="4078808" y="2052535"/>
                  </a:lnTo>
                  <a:lnTo>
                    <a:pt x="4078986" y="2053615"/>
                  </a:lnTo>
                  <a:lnTo>
                    <a:pt x="4116032" y="2032203"/>
                  </a:lnTo>
                  <a:close/>
                </a:path>
                <a:path w="7629525" h="4410710">
                  <a:moveTo>
                    <a:pt x="4228820" y="1967026"/>
                  </a:moveTo>
                  <a:lnTo>
                    <a:pt x="4228503" y="1966048"/>
                  </a:lnTo>
                  <a:lnTo>
                    <a:pt x="4227957" y="1964436"/>
                  </a:lnTo>
                  <a:lnTo>
                    <a:pt x="4181106" y="1991512"/>
                  </a:lnTo>
                  <a:lnTo>
                    <a:pt x="4181640" y="1993125"/>
                  </a:lnTo>
                  <a:lnTo>
                    <a:pt x="4181970" y="1994103"/>
                  </a:lnTo>
                  <a:lnTo>
                    <a:pt x="4228820" y="1967026"/>
                  </a:lnTo>
                  <a:close/>
                </a:path>
                <a:path w="7629525" h="4410710">
                  <a:moveTo>
                    <a:pt x="4356265" y="1893379"/>
                  </a:moveTo>
                  <a:lnTo>
                    <a:pt x="4355947" y="1892414"/>
                  </a:lnTo>
                  <a:lnTo>
                    <a:pt x="4355401" y="1890826"/>
                  </a:lnTo>
                  <a:lnTo>
                    <a:pt x="4307014" y="1918766"/>
                  </a:lnTo>
                  <a:lnTo>
                    <a:pt x="4307662" y="1920303"/>
                  </a:lnTo>
                  <a:lnTo>
                    <a:pt x="4308068" y="1921243"/>
                  </a:lnTo>
                  <a:lnTo>
                    <a:pt x="4356265" y="1893379"/>
                  </a:lnTo>
                  <a:close/>
                </a:path>
                <a:path w="7629525" h="4410710">
                  <a:moveTo>
                    <a:pt x="4463986" y="1831136"/>
                  </a:moveTo>
                  <a:lnTo>
                    <a:pt x="4463783" y="1830108"/>
                  </a:lnTo>
                  <a:lnTo>
                    <a:pt x="4463427" y="1828419"/>
                  </a:lnTo>
                  <a:lnTo>
                    <a:pt x="4427296" y="1849285"/>
                  </a:lnTo>
                  <a:lnTo>
                    <a:pt x="4427575" y="1851025"/>
                  </a:lnTo>
                  <a:lnTo>
                    <a:pt x="4427753" y="1852079"/>
                  </a:lnTo>
                  <a:lnTo>
                    <a:pt x="4463986" y="1831136"/>
                  </a:lnTo>
                  <a:close/>
                </a:path>
                <a:path w="7629525" h="4410710">
                  <a:moveTo>
                    <a:pt x="4576623" y="1766049"/>
                  </a:moveTo>
                  <a:lnTo>
                    <a:pt x="4576305" y="1765084"/>
                  </a:lnTo>
                  <a:lnTo>
                    <a:pt x="4575784" y="1763509"/>
                  </a:lnTo>
                  <a:lnTo>
                    <a:pt x="4529074" y="1790496"/>
                  </a:lnTo>
                  <a:lnTo>
                    <a:pt x="4529607" y="1792071"/>
                  </a:lnTo>
                  <a:lnTo>
                    <a:pt x="4529937" y="1793024"/>
                  </a:lnTo>
                  <a:lnTo>
                    <a:pt x="4576623" y="1766049"/>
                  </a:lnTo>
                  <a:close/>
                </a:path>
                <a:path w="7629525" h="4410710">
                  <a:moveTo>
                    <a:pt x="4973205" y="1536865"/>
                  </a:moveTo>
                  <a:lnTo>
                    <a:pt x="4972939" y="1535912"/>
                  </a:lnTo>
                  <a:lnTo>
                    <a:pt x="4972494" y="1534337"/>
                  </a:lnTo>
                  <a:lnTo>
                    <a:pt x="4935232" y="1555864"/>
                  </a:lnTo>
                  <a:lnTo>
                    <a:pt x="4935499" y="1557553"/>
                  </a:lnTo>
                  <a:lnTo>
                    <a:pt x="4935664" y="1558569"/>
                  </a:lnTo>
                  <a:lnTo>
                    <a:pt x="4973205" y="1536865"/>
                  </a:lnTo>
                  <a:close/>
                </a:path>
                <a:path w="7629525" h="4410710">
                  <a:moveTo>
                    <a:pt x="5070538" y="1480616"/>
                  </a:moveTo>
                  <a:lnTo>
                    <a:pt x="5070526" y="1479524"/>
                  </a:lnTo>
                  <a:lnTo>
                    <a:pt x="5070500" y="1477721"/>
                  </a:lnTo>
                  <a:lnTo>
                    <a:pt x="5054155" y="1487157"/>
                  </a:lnTo>
                  <a:lnTo>
                    <a:pt x="5054193" y="1488973"/>
                  </a:lnTo>
                  <a:lnTo>
                    <a:pt x="5054206" y="1490065"/>
                  </a:lnTo>
                  <a:lnTo>
                    <a:pt x="5070538" y="1480616"/>
                  </a:lnTo>
                  <a:close/>
                </a:path>
                <a:path w="7629525" h="4410710">
                  <a:moveTo>
                    <a:pt x="5136134" y="1442720"/>
                  </a:moveTo>
                  <a:lnTo>
                    <a:pt x="5135588" y="1441932"/>
                  </a:lnTo>
                  <a:lnTo>
                    <a:pt x="5134686" y="1440637"/>
                  </a:lnTo>
                  <a:lnTo>
                    <a:pt x="5087023" y="1468170"/>
                  </a:lnTo>
                  <a:lnTo>
                    <a:pt x="5087937" y="1469466"/>
                  </a:lnTo>
                  <a:lnTo>
                    <a:pt x="5088483" y="1470253"/>
                  </a:lnTo>
                  <a:lnTo>
                    <a:pt x="5136134" y="1442720"/>
                  </a:lnTo>
                  <a:close/>
                </a:path>
                <a:path w="7629525" h="4410710">
                  <a:moveTo>
                    <a:pt x="5269293" y="1365770"/>
                  </a:moveTo>
                  <a:lnTo>
                    <a:pt x="5268963" y="1364881"/>
                  </a:lnTo>
                  <a:lnTo>
                    <a:pt x="5268404" y="1363395"/>
                  </a:lnTo>
                  <a:lnTo>
                    <a:pt x="5237912" y="1381010"/>
                  </a:lnTo>
                  <a:lnTo>
                    <a:pt x="5237823" y="1382864"/>
                  </a:lnTo>
                  <a:lnTo>
                    <a:pt x="5237759" y="1383995"/>
                  </a:lnTo>
                  <a:lnTo>
                    <a:pt x="5269293" y="1365770"/>
                  </a:lnTo>
                  <a:close/>
                </a:path>
                <a:path w="7629525" h="4410710">
                  <a:moveTo>
                    <a:pt x="5419179" y="1279156"/>
                  </a:moveTo>
                  <a:lnTo>
                    <a:pt x="5418874" y="1278255"/>
                  </a:lnTo>
                  <a:lnTo>
                    <a:pt x="5418366" y="1276769"/>
                  </a:lnTo>
                  <a:lnTo>
                    <a:pt x="5371274" y="1303972"/>
                  </a:lnTo>
                  <a:lnTo>
                    <a:pt x="5371782" y="1305471"/>
                  </a:lnTo>
                  <a:lnTo>
                    <a:pt x="5372074" y="1306372"/>
                  </a:lnTo>
                  <a:lnTo>
                    <a:pt x="5419179" y="1279156"/>
                  </a:lnTo>
                  <a:close/>
                </a:path>
                <a:path w="7629525" h="4410710">
                  <a:moveTo>
                    <a:pt x="5553075" y="1201775"/>
                  </a:moveTo>
                  <a:lnTo>
                    <a:pt x="5552770" y="1200886"/>
                  </a:lnTo>
                  <a:lnTo>
                    <a:pt x="5552275" y="1199413"/>
                  </a:lnTo>
                  <a:lnTo>
                    <a:pt x="5521668" y="1217091"/>
                  </a:lnTo>
                  <a:lnTo>
                    <a:pt x="5521553" y="1218933"/>
                  </a:lnTo>
                  <a:lnTo>
                    <a:pt x="5521477" y="1220038"/>
                  </a:lnTo>
                  <a:lnTo>
                    <a:pt x="5553075" y="1201775"/>
                  </a:lnTo>
                  <a:close/>
                </a:path>
                <a:path w="7629525" h="4410710">
                  <a:moveTo>
                    <a:pt x="5702859" y="1115212"/>
                  </a:moveTo>
                  <a:lnTo>
                    <a:pt x="5702566" y="1114336"/>
                  </a:lnTo>
                  <a:lnTo>
                    <a:pt x="5702071" y="1112875"/>
                  </a:lnTo>
                  <a:lnTo>
                    <a:pt x="5654548" y="1140320"/>
                  </a:lnTo>
                  <a:lnTo>
                    <a:pt x="5655043" y="1141806"/>
                  </a:lnTo>
                  <a:lnTo>
                    <a:pt x="5655335" y="1142682"/>
                  </a:lnTo>
                  <a:lnTo>
                    <a:pt x="5702859" y="1115212"/>
                  </a:lnTo>
                  <a:close/>
                </a:path>
                <a:path w="7629525" h="4410710">
                  <a:moveTo>
                    <a:pt x="5839803" y="1036078"/>
                  </a:moveTo>
                  <a:lnTo>
                    <a:pt x="5839587" y="1035177"/>
                  </a:lnTo>
                  <a:lnTo>
                    <a:pt x="5839218" y="1033640"/>
                  </a:lnTo>
                  <a:lnTo>
                    <a:pt x="5802134" y="1055065"/>
                  </a:lnTo>
                  <a:lnTo>
                    <a:pt x="5802388" y="1056665"/>
                  </a:lnTo>
                  <a:lnTo>
                    <a:pt x="5802554" y="1057605"/>
                  </a:lnTo>
                  <a:lnTo>
                    <a:pt x="5839803" y="1036078"/>
                  </a:lnTo>
                  <a:close/>
                </a:path>
                <a:path w="7629525" h="4410710">
                  <a:moveTo>
                    <a:pt x="5951372" y="971613"/>
                  </a:moveTo>
                  <a:lnTo>
                    <a:pt x="5951093" y="970737"/>
                  </a:lnTo>
                  <a:lnTo>
                    <a:pt x="5950623" y="969289"/>
                  </a:lnTo>
                  <a:lnTo>
                    <a:pt x="5904903" y="995692"/>
                  </a:lnTo>
                  <a:lnTo>
                    <a:pt x="5905385" y="997153"/>
                  </a:lnTo>
                  <a:lnTo>
                    <a:pt x="5905678" y="998016"/>
                  </a:lnTo>
                  <a:lnTo>
                    <a:pt x="5951372" y="971613"/>
                  </a:lnTo>
                  <a:close/>
                </a:path>
                <a:path w="7629525" h="4410710">
                  <a:moveTo>
                    <a:pt x="6163919" y="848779"/>
                  </a:moveTo>
                  <a:lnTo>
                    <a:pt x="6163678" y="847915"/>
                  </a:lnTo>
                  <a:lnTo>
                    <a:pt x="6163259" y="846455"/>
                  </a:lnTo>
                  <a:lnTo>
                    <a:pt x="6125896" y="868045"/>
                  </a:lnTo>
                  <a:lnTo>
                    <a:pt x="6126162" y="869594"/>
                  </a:lnTo>
                  <a:lnTo>
                    <a:pt x="6126327" y="870508"/>
                  </a:lnTo>
                  <a:lnTo>
                    <a:pt x="6163919" y="848779"/>
                  </a:lnTo>
                  <a:close/>
                </a:path>
                <a:path w="7629525" h="4410710">
                  <a:moveTo>
                    <a:pt x="6308991" y="764946"/>
                  </a:moveTo>
                  <a:lnTo>
                    <a:pt x="6308191" y="764413"/>
                  </a:lnTo>
                  <a:lnTo>
                    <a:pt x="6306832" y="763511"/>
                  </a:lnTo>
                  <a:lnTo>
                    <a:pt x="6227826" y="809155"/>
                  </a:lnTo>
                  <a:lnTo>
                    <a:pt x="6228308" y="810564"/>
                  </a:lnTo>
                  <a:lnTo>
                    <a:pt x="6228600" y="811403"/>
                  </a:lnTo>
                  <a:lnTo>
                    <a:pt x="6308991" y="764946"/>
                  </a:lnTo>
                  <a:close/>
                </a:path>
                <a:path w="7629525" h="4410710">
                  <a:moveTo>
                    <a:pt x="6447942" y="684657"/>
                  </a:moveTo>
                  <a:lnTo>
                    <a:pt x="6447701" y="683806"/>
                  </a:lnTo>
                  <a:lnTo>
                    <a:pt x="6447307" y="682358"/>
                  </a:lnTo>
                  <a:lnTo>
                    <a:pt x="6415265" y="700874"/>
                  </a:lnTo>
                  <a:lnTo>
                    <a:pt x="6415519" y="702398"/>
                  </a:lnTo>
                  <a:lnTo>
                    <a:pt x="6415672" y="703300"/>
                  </a:lnTo>
                  <a:lnTo>
                    <a:pt x="6447942" y="684657"/>
                  </a:lnTo>
                  <a:close/>
                </a:path>
                <a:path w="7629525" h="4410710">
                  <a:moveTo>
                    <a:pt x="6538658" y="632231"/>
                  </a:moveTo>
                  <a:lnTo>
                    <a:pt x="6538354" y="631418"/>
                  </a:lnTo>
                  <a:lnTo>
                    <a:pt x="6537858" y="630059"/>
                  </a:lnTo>
                  <a:lnTo>
                    <a:pt x="6507416" y="647636"/>
                  </a:lnTo>
                  <a:lnTo>
                    <a:pt x="6507327" y="649351"/>
                  </a:lnTo>
                  <a:lnTo>
                    <a:pt x="6507277" y="650367"/>
                  </a:lnTo>
                  <a:lnTo>
                    <a:pt x="6538658" y="632231"/>
                  </a:lnTo>
                  <a:close/>
                </a:path>
                <a:path w="7629525" h="4410710">
                  <a:moveTo>
                    <a:pt x="6687540" y="546188"/>
                  </a:moveTo>
                  <a:lnTo>
                    <a:pt x="6687261" y="545388"/>
                  </a:lnTo>
                  <a:lnTo>
                    <a:pt x="6686804" y="544004"/>
                  </a:lnTo>
                  <a:lnTo>
                    <a:pt x="6640677" y="570661"/>
                  </a:lnTo>
                  <a:lnTo>
                    <a:pt x="6641135" y="572033"/>
                  </a:lnTo>
                  <a:lnTo>
                    <a:pt x="6641414" y="572846"/>
                  </a:lnTo>
                  <a:lnTo>
                    <a:pt x="6687540" y="546188"/>
                  </a:lnTo>
                  <a:close/>
                </a:path>
                <a:path w="7629525" h="4410710">
                  <a:moveTo>
                    <a:pt x="6901193" y="422732"/>
                  </a:moveTo>
                  <a:lnTo>
                    <a:pt x="6900913" y="421944"/>
                  </a:lnTo>
                  <a:lnTo>
                    <a:pt x="6900456" y="420585"/>
                  </a:lnTo>
                  <a:lnTo>
                    <a:pt x="6852920" y="448056"/>
                  </a:lnTo>
                  <a:lnTo>
                    <a:pt x="6853377" y="449414"/>
                  </a:lnTo>
                  <a:lnTo>
                    <a:pt x="6853644" y="450202"/>
                  </a:lnTo>
                  <a:lnTo>
                    <a:pt x="6901193" y="422732"/>
                  </a:lnTo>
                  <a:close/>
                </a:path>
                <a:path w="7629525" h="4410710">
                  <a:moveTo>
                    <a:pt x="7039051" y="343065"/>
                  </a:moveTo>
                  <a:lnTo>
                    <a:pt x="7039038" y="342138"/>
                  </a:lnTo>
                  <a:lnTo>
                    <a:pt x="7039026" y="340537"/>
                  </a:lnTo>
                  <a:lnTo>
                    <a:pt x="6993890" y="366610"/>
                  </a:lnTo>
                  <a:lnTo>
                    <a:pt x="6993674" y="368350"/>
                  </a:lnTo>
                  <a:lnTo>
                    <a:pt x="6993547" y="369366"/>
                  </a:lnTo>
                  <a:lnTo>
                    <a:pt x="7039051" y="343065"/>
                  </a:lnTo>
                  <a:close/>
                </a:path>
                <a:path w="7629525" h="4410710">
                  <a:moveTo>
                    <a:pt x="7234047" y="230378"/>
                  </a:moveTo>
                  <a:lnTo>
                    <a:pt x="7233475" y="229781"/>
                  </a:lnTo>
                  <a:lnTo>
                    <a:pt x="7232510" y="228765"/>
                  </a:lnTo>
                  <a:lnTo>
                    <a:pt x="7183107" y="257302"/>
                  </a:lnTo>
                  <a:lnTo>
                    <a:pt x="7183907" y="258419"/>
                  </a:lnTo>
                  <a:lnTo>
                    <a:pt x="7184390" y="259080"/>
                  </a:lnTo>
                  <a:lnTo>
                    <a:pt x="7234047" y="230378"/>
                  </a:lnTo>
                  <a:close/>
                </a:path>
                <a:path w="7629525" h="4410710">
                  <a:moveTo>
                    <a:pt x="7344854" y="166344"/>
                  </a:moveTo>
                  <a:lnTo>
                    <a:pt x="7344638" y="165557"/>
                  </a:lnTo>
                  <a:lnTo>
                    <a:pt x="7344257" y="164211"/>
                  </a:lnTo>
                  <a:lnTo>
                    <a:pt x="7307034" y="185712"/>
                  </a:lnTo>
                  <a:lnTo>
                    <a:pt x="7307288" y="187134"/>
                  </a:lnTo>
                  <a:lnTo>
                    <a:pt x="7307427" y="187972"/>
                  </a:lnTo>
                  <a:lnTo>
                    <a:pt x="7344854" y="166344"/>
                  </a:lnTo>
                  <a:close/>
                </a:path>
                <a:path w="7629525" h="4410710">
                  <a:moveTo>
                    <a:pt x="7490219" y="82334"/>
                  </a:moveTo>
                  <a:lnTo>
                    <a:pt x="7489495" y="81864"/>
                  </a:lnTo>
                  <a:lnTo>
                    <a:pt x="7488250" y="81026"/>
                  </a:lnTo>
                  <a:lnTo>
                    <a:pt x="7409053" y="126784"/>
                  </a:lnTo>
                  <a:lnTo>
                    <a:pt x="7409497" y="128079"/>
                  </a:lnTo>
                  <a:lnTo>
                    <a:pt x="7409764" y="128841"/>
                  </a:lnTo>
                  <a:lnTo>
                    <a:pt x="7490219" y="82334"/>
                  </a:lnTo>
                  <a:close/>
                </a:path>
                <a:path w="7629525" h="4410710">
                  <a:moveTo>
                    <a:pt x="7629093" y="2095"/>
                  </a:moveTo>
                  <a:lnTo>
                    <a:pt x="7628877" y="1320"/>
                  </a:lnTo>
                  <a:lnTo>
                    <a:pt x="7628522" y="0"/>
                  </a:lnTo>
                  <a:lnTo>
                    <a:pt x="7596429" y="18529"/>
                  </a:lnTo>
                  <a:lnTo>
                    <a:pt x="7596670" y="19939"/>
                  </a:lnTo>
                  <a:lnTo>
                    <a:pt x="7596810" y="20751"/>
                  </a:lnTo>
                  <a:lnTo>
                    <a:pt x="7629093" y="2095"/>
                  </a:lnTo>
                  <a:close/>
                </a:path>
              </a:pathLst>
            </a:custGeom>
            <a:solidFill>
              <a:srgbClr val="595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2454" y="929766"/>
              <a:ext cx="7629525" cy="4411980"/>
            </a:xfrm>
            <a:custGeom>
              <a:avLst/>
              <a:gdLst/>
              <a:ahLst/>
              <a:cxnLst/>
              <a:rect l="l" t="t" r="r" b="b"/>
              <a:pathLst>
                <a:path w="7629525" h="4411980">
                  <a:moveTo>
                    <a:pt x="39217" y="4389577"/>
                  </a:moveTo>
                  <a:lnTo>
                    <a:pt x="38862" y="4388243"/>
                  </a:lnTo>
                  <a:lnTo>
                    <a:pt x="38290" y="4386186"/>
                  </a:lnTo>
                  <a:lnTo>
                    <a:pt x="0" y="4408309"/>
                  </a:lnTo>
                  <a:lnTo>
                    <a:pt x="393" y="4410481"/>
                  </a:lnTo>
                  <a:lnTo>
                    <a:pt x="647" y="4411865"/>
                  </a:lnTo>
                  <a:lnTo>
                    <a:pt x="39217" y="4389577"/>
                  </a:lnTo>
                  <a:close/>
                </a:path>
                <a:path w="7629525" h="4411980">
                  <a:moveTo>
                    <a:pt x="136956" y="4333100"/>
                  </a:moveTo>
                  <a:lnTo>
                    <a:pt x="136486" y="4331817"/>
                  </a:lnTo>
                  <a:lnTo>
                    <a:pt x="135750" y="4329862"/>
                  </a:lnTo>
                  <a:lnTo>
                    <a:pt x="102425" y="4349115"/>
                  </a:lnTo>
                  <a:lnTo>
                    <a:pt x="103098" y="4351121"/>
                  </a:lnTo>
                  <a:lnTo>
                    <a:pt x="103530" y="4352417"/>
                  </a:lnTo>
                  <a:lnTo>
                    <a:pt x="136956" y="4333100"/>
                  </a:lnTo>
                  <a:close/>
                </a:path>
                <a:path w="7629525" h="4411980">
                  <a:moveTo>
                    <a:pt x="182740" y="4306646"/>
                  </a:moveTo>
                  <a:lnTo>
                    <a:pt x="181724" y="4305681"/>
                  </a:lnTo>
                  <a:lnTo>
                    <a:pt x="180174" y="4304195"/>
                  </a:lnTo>
                  <a:lnTo>
                    <a:pt x="137045" y="4329125"/>
                  </a:lnTo>
                  <a:lnTo>
                    <a:pt x="138544" y="4330624"/>
                  </a:lnTo>
                  <a:lnTo>
                    <a:pt x="139534" y="4331614"/>
                  </a:lnTo>
                  <a:lnTo>
                    <a:pt x="182740" y="4306646"/>
                  </a:lnTo>
                  <a:close/>
                </a:path>
                <a:path w="7629525" h="4411980">
                  <a:moveTo>
                    <a:pt x="303390" y="4232986"/>
                  </a:moveTo>
                  <a:lnTo>
                    <a:pt x="283781" y="4244327"/>
                  </a:lnTo>
                  <a:lnTo>
                    <a:pt x="283730" y="4246715"/>
                  </a:lnTo>
                  <a:lnTo>
                    <a:pt x="283705" y="4248289"/>
                  </a:lnTo>
                  <a:lnTo>
                    <a:pt x="303339" y="4236948"/>
                  </a:lnTo>
                  <a:lnTo>
                    <a:pt x="303352" y="4235374"/>
                  </a:lnTo>
                  <a:lnTo>
                    <a:pt x="303390" y="4232986"/>
                  </a:lnTo>
                  <a:close/>
                </a:path>
                <a:path w="7629525" h="4411980">
                  <a:moveTo>
                    <a:pt x="358292" y="4205186"/>
                  </a:moveTo>
                  <a:lnTo>
                    <a:pt x="357847" y="4203877"/>
                  </a:lnTo>
                  <a:lnTo>
                    <a:pt x="357187" y="4201896"/>
                  </a:lnTo>
                  <a:lnTo>
                    <a:pt x="312508" y="4227715"/>
                  </a:lnTo>
                  <a:lnTo>
                    <a:pt x="313169" y="4229697"/>
                  </a:lnTo>
                  <a:lnTo>
                    <a:pt x="313613" y="4231005"/>
                  </a:lnTo>
                  <a:lnTo>
                    <a:pt x="358292" y="4205186"/>
                  </a:lnTo>
                  <a:close/>
                </a:path>
                <a:path w="7629525" h="4411980">
                  <a:moveTo>
                    <a:pt x="467893" y="4141851"/>
                  </a:moveTo>
                  <a:lnTo>
                    <a:pt x="467563" y="4140466"/>
                  </a:lnTo>
                  <a:lnTo>
                    <a:pt x="467067" y="4138409"/>
                  </a:lnTo>
                  <a:lnTo>
                    <a:pt x="429844" y="4159923"/>
                  </a:lnTo>
                  <a:lnTo>
                    <a:pt x="430187" y="4162056"/>
                  </a:lnTo>
                  <a:lnTo>
                    <a:pt x="430428" y="4163504"/>
                  </a:lnTo>
                  <a:lnTo>
                    <a:pt x="467893" y="4141851"/>
                  </a:lnTo>
                  <a:close/>
                </a:path>
                <a:path w="7629525" h="4411980">
                  <a:moveTo>
                    <a:pt x="580618" y="4076712"/>
                  </a:moveTo>
                  <a:lnTo>
                    <a:pt x="580161" y="4075379"/>
                  </a:lnTo>
                  <a:lnTo>
                    <a:pt x="579488" y="4073436"/>
                  </a:lnTo>
                  <a:lnTo>
                    <a:pt x="532942" y="4100334"/>
                  </a:lnTo>
                  <a:lnTo>
                    <a:pt x="533590" y="4102303"/>
                  </a:lnTo>
                  <a:lnTo>
                    <a:pt x="534035" y="4103636"/>
                  </a:lnTo>
                  <a:lnTo>
                    <a:pt x="580618" y="4076712"/>
                  </a:lnTo>
                  <a:close/>
                </a:path>
                <a:path w="7629525" h="4411980">
                  <a:moveTo>
                    <a:pt x="760755" y="3972610"/>
                  </a:moveTo>
                  <a:lnTo>
                    <a:pt x="760450" y="3971175"/>
                  </a:lnTo>
                  <a:lnTo>
                    <a:pt x="760006" y="3969118"/>
                  </a:lnTo>
                  <a:lnTo>
                    <a:pt x="723315" y="3990327"/>
                  </a:lnTo>
                  <a:lnTo>
                    <a:pt x="723696" y="3992422"/>
                  </a:lnTo>
                  <a:lnTo>
                    <a:pt x="723950" y="3993883"/>
                  </a:lnTo>
                  <a:lnTo>
                    <a:pt x="760755" y="3972610"/>
                  </a:lnTo>
                  <a:close/>
                </a:path>
                <a:path w="7629525" h="4411980">
                  <a:moveTo>
                    <a:pt x="873645" y="3907383"/>
                  </a:moveTo>
                  <a:lnTo>
                    <a:pt x="873188" y="3906012"/>
                  </a:lnTo>
                  <a:lnTo>
                    <a:pt x="872553" y="3904081"/>
                  </a:lnTo>
                  <a:lnTo>
                    <a:pt x="825690" y="3931158"/>
                  </a:lnTo>
                  <a:lnTo>
                    <a:pt x="826338" y="3933088"/>
                  </a:lnTo>
                  <a:lnTo>
                    <a:pt x="826795" y="3934460"/>
                  </a:lnTo>
                  <a:lnTo>
                    <a:pt x="873645" y="3907383"/>
                  </a:lnTo>
                  <a:close/>
                </a:path>
                <a:path w="7629525" h="4411980">
                  <a:moveTo>
                    <a:pt x="1000848" y="3833863"/>
                  </a:moveTo>
                  <a:lnTo>
                    <a:pt x="1000379" y="3832504"/>
                  </a:lnTo>
                  <a:lnTo>
                    <a:pt x="999705" y="3830599"/>
                  </a:lnTo>
                  <a:lnTo>
                    <a:pt x="951344" y="3858552"/>
                  </a:lnTo>
                  <a:lnTo>
                    <a:pt x="952144" y="3860381"/>
                  </a:lnTo>
                  <a:lnTo>
                    <a:pt x="952703" y="3861689"/>
                  </a:lnTo>
                  <a:lnTo>
                    <a:pt x="1000848" y="3833863"/>
                  </a:lnTo>
                  <a:close/>
                </a:path>
                <a:path w="7629525" h="4411980">
                  <a:moveTo>
                    <a:pt x="1145438" y="3746385"/>
                  </a:moveTo>
                  <a:lnTo>
                    <a:pt x="1097889" y="3773868"/>
                  </a:lnTo>
                  <a:lnTo>
                    <a:pt x="1097584" y="3776307"/>
                  </a:lnTo>
                  <a:lnTo>
                    <a:pt x="1097368" y="3778097"/>
                  </a:lnTo>
                  <a:lnTo>
                    <a:pt x="1145374" y="3750360"/>
                  </a:lnTo>
                  <a:lnTo>
                    <a:pt x="1145400" y="3748671"/>
                  </a:lnTo>
                  <a:lnTo>
                    <a:pt x="1145438" y="3746385"/>
                  </a:lnTo>
                  <a:close/>
                </a:path>
                <a:path w="7629525" h="4411980">
                  <a:moveTo>
                    <a:pt x="1457198" y="3570160"/>
                  </a:moveTo>
                  <a:lnTo>
                    <a:pt x="1456728" y="3568738"/>
                  </a:lnTo>
                  <a:lnTo>
                    <a:pt x="1456105" y="3566858"/>
                  </a:lnTo>
                  <a:lnTo>
                    <a:pt x="1408925" y="3594125"/>
                  </a:lnTo>
                  <a:lnTo>
                    <a:pt x="1409560" y="3595992"/>
                  </a:lnTo>
                  <a:lnTo>
                    <a:pt x="1410030" y="3597414"/>
                  </a:lnTo>
                  <a:lnTo>
                    <a:pt x="1457198" y="3570160"/>
                  </a:lnTo>
                  <a:close/>
                </a:path>
                <a:path w="7629525" h="4411980">
                  <a:moveTo>
                    <a:pt x="1686763" y="3437496"/>
                  </a:moveTo>
                  <a:lnTo>
                    <a:pt x="1686407" y="3435985"/>
                  </a:lnTo>
                  <a:lnTo>
                    <a:pt x="1685963" y="3434029"/>
                  </a:lnTo>
                  <a:lnTo>
                    <a:pt x="1649145" y="3455301"/>
                  </a:lnTo>
                  <a:lnTo>
                    <a:pt x="1649476" y="3457333"/>
                  </a:lnTo>
                  <a:lnTo>
                    <a:pt x="1649730" y="3458895"/>
                  </a:lnTo>
                  <a:lnTo>
                    <a:pt x="1686763" y="3437496"/>
                  </a:lnTo>
                  <a:close/>
                </a:path>
                <a:path w="7629525" h="4411980">
                  <a:moveTo>
                    <a:pt x="1800250" y="3371913"/>
                  </a:moveTo>
                  <a:lnTo>
                    <a:pt x="1799767" y="3370465"/>
                  </a:lnTo>
                  <a:lnTo>
                    <a:pt x="1799145" y="3368624"/>
                  </a:lnTo>
                  <a:lnTo>
                    <a:pt x="1752269" y="3395713"/>
                  </a:lnTo>
                  <a:lnTo>
                    <a:pt x="1752892" y="3397554"/>
                  </a:lnTo>
                  <a:lnTo>
                    <a:pt x="1753374" y="3399002"/>
                  </a:lnTo>
                  <a:lnTo>
                    <a:pt x="1800250" y="3371913"/>
                  </a:lnTo>
                  <a:close/>
                </a:path>
                <a:path w="7629525" h="4411980">
                  <a:moveTo>
                    <a:pt x="1926907" y="3298723"/>
                  </a:moveTo>
                  <a:lnTo>
                    <a:pt x="1926501" y="3297212"/>
                  </a:lnTo>
                  <a:lnTo>
                    <a:pt x="1925993" y="3295332"/>
                  </a:lnTo>
                  <a:lnTo>
                    <a:pt x="1877606" y="3323285"/>
                  </a:lnTo>
                  <a:lnTo>
                    <a:pt x="1878431" y="3324999"/>
                  </a:lnTo>
                  <a:lnTo>
                    <a:pt x="1879079" y="3326358"/>
                  </a:lnTo>
                  <a:lnTo>
                    <a:pt x="1926907" y="3298723"/>
                  </a:lnTo>
                  <a:close/>
                </a:path>
                <a:path w="7629525" h="4411980">
                  <a:moveTo>
                    <a:pt x="2027250" y="3236811"/>
                  </a:moveTo>
                  <a:lnTo>
                    <a:pt x="1981517" y="3263239"/>
                  </a:lnTo>
                  <a:lnTo>
                    <a:pt x="1981187" y="3265601"/>
                  </a:lnTo>
                  <a:lnTo>
                    <a:pt x="1980920" y="3267506"/>
                  </a:lnTo>
                  <a:lnTo>
                    <a:pt x="2027212" y="3240760"/>
                  </a:lnTo>
                  <a:lnTo>
                    <a:pt x="2027224" y="3238982"/>
                  </a:lnTo>
                  <a:lnTo>
                    <a:pt x="2027250" y="3236811"/>
                  </a:lnTo>
                  <a:close/>
                </a:path>
                <a:path w="7629525" h="4411980">
                  <a:moveTo>
                    <a:pt x="2224544" y="3126727"/>
                  </a:moveTo>
                  <a:lnTo>
                    <a:pt x="2223439" y="3125584"/>
                  </a:lnTo>
                  <a:lnTo>
                    <a:pt x="2222106" y="3124200"/>
                  </a:lnTo>
                  <a:lnTo>
                    <a:pt x="2172157" y="3153067"/>
                  </a:lnTo>
                  <a:lnTo>
                    <a:pt x="2173236" y="3154591"/>
                  </a:lnTo>
                  <a:lnTo>
                    <a:pt x="2174125" y="3155861"/>
                  </a:lnTo>
                  <a:lnTo>
                    <a:pt x="2224544" y="3126727"/>
                  </a:lnTo>
                  <a:close/>
                </a:path>
                <a:path w="7629525" h="4411980">
                  <a:moveTo>
                    <a:pt x="2302865" y="3081464"/>
                  </a:moveTo>
                  <a:lnTo>
                    <a:pt x="2302395" y="3079940"/>
                  </a:lnTo>
                  <a:lnTo>
                    <a:pt x="2301849" y="3078124"/>
                  </a:lnTo>
                  <a:lnTo>
                    <a:pt x="2264867" y="3099498"/>
                  </a:lnTo>
                  <a:lnTo>
                    <a:pt x="2265007" y="3101556"/>
                  </a:lnTo>
                  <a:lnTo>
                    <a:pt x="2265134" y="3103270"/>
                  </a:lnTo>
                  <a:lnTo>
                    <a:pt x="2302865" y="3081464"/>
                  </a:lnTo>
                  <a:close/>
                </a:path>
                <a:path w="7629525" h="4411980">
                  <a:moveTo>
                    <a:pt x="2410307" y="3019374"/>
                  </a:moveTo>
                  <a:lnTo>
                    <a:pt x="2409850" y="3017837"/>
                  </a:lnTo>
                  <a:lnTo>
                    <a:pt x="2409329" y="3016021"/>
                  </a:lnTo>
                  <a:lnTo>
                    <a:pt x="2361958" y="3043390"/>
                  </a:lnTo>
                  <a:lnTo>
                    <a:pt x="2362466" y="3045218"/>
                  </a:lnTo>
                  <a:lnTo>
                    <a:pt x="2362911" y="3046768"/>
                  </a:lnTo>
                  <a:lnTo>
                    <a:pt x="2410307" y="3019374"/>
                  </a:lnTo>
                  <a:close/>
                </a:path>
                <a:path w="7629525" h="4411980">
                  <a:moveTo>
                    <a:pt x="2581859" y="2920238"/>
                  </a:moveTo>
                  <a:lnTo>
                    <a:pt x="2581338" y="2918726"/>
                  </a:lnTo>
                  <a:lnTo>
                    <a:pt x="2580729" y="2916961"/>
                  </a:lnTo>
                  <a:lnTo>
                    <a:pt x="2533650" y="2944164"/>
                  </a:lnTo>
                  <a:lnTo>
                    <a:pt x="2534247" y="2945930"/>
                  </a:lnTo>
                  <a:lnTo>
                    <a:pt x="2534767" y="2947454"/>
                  </a:lnTo>
                  <a:lnTo>
                    <a:pt x="2581859" y="2920238"/>
                  </a:lnTo>
                  <a:close/>
                </a:path>
                <a:path w="7629525" h="4411980">
                  <a:moveTo>
                    <a:pt x="2691371" y="2856954"/>
                  </a:moveTo>
                  <a:lnTo>
                    <a:pt x="2690977" y="2855341"/>
                  </a:lnTo>
                  <a:lnTo>
                    <a:pt x="2690545" y="2853512"/>
                  </a:lnTo>
                  <a:lnTo>
                    <a:pt x="2653322" y="2875013"/>
                  </a:lnTo>
                  <a:lnTo>
                    <a:pt x="2653639" y="2876931"/>
                  </a:lnTo>
                  <a:lnTo>
                    <a:pt x="2653919" y="2878607"/>
                  </a:lnTo>
                  <a:lnTo>
                    <a:pt x="2691371" y="2856954"/>
                  </a:lnTo>
                  <a:close/>
                </a:path>
                <a:path w="7629525" h="4411980">
                  <a:moveTo>
                    <a:pt x="2804503" y="2791587"/>
                  </a:moveTo>
                  <a:lnTo>
                    <a:pt x="2803982" y="2790025"/>
                  </a:lnTo>
                  <a:lnTo>
                    <a:pt x="2803410" y="2788285"/>
                  </a:lnTo>
                  <a:lnTo>
                    <a:pt x="2756535" y="2815374"/>
                  </a:lnTo>
                  <a:lnTo>
                    <a:pt x="2757119" y="2817126"/>
                  </a:lnTo>
                  <a:lnTo>
                    <a:pt x="2757627" y="2818663"/>
                  </a:lnTo>
                  <a:lnTo>
                    <a:pt x="2804503" y="2791587"/>
                  </a:lnTo>
                  <a:close/>
                </a:path>
                <a:path w="7629525" h="4411980">
                  <a:moveTo>
                    <a:pt x="2931680" y="2718079"/>
                  </a:moveTo>
                  <a:lnTo>
                    <a:pt x="2931147" y="2716530"/>
                  </a:lnTo>
                  <a:lnTo>
                    <a:pt x="2930537" y="2714815"/>
                  </a:lnTo>
                  <a:lnTo>
                    <a:pt x="2882100" y="2742806"/>
                  </a:lnTo>
                  <a:lnTo>
                    <a:pt x="2882811" y="2744470"/>
                  </a:lnTo>
                  <a:lnTo>
                    <a:pt x="2883446" y="2745968"/>
                  </a:lnTo>
                  <a:lnTo>
                    <a:pt x="2931680" y="2718079"/>
                  </a:lnTo>
                  <a:close/>
                </a:path>
                <a:path w="7629525" h="4411980">
                  <a:moveTo>
                    <a:pt x="3310013" y="2499461"/>
                  </a:moveTo>
                  <a:lnTo>
                    <a:pt x="3308883" y="2498204"/>
                  </a:lnTo>
                  <a:lnTo>
                    <a:pt x="3307702" y="2496870"/>
                  </a:lnTo>
                  <a:lnTo>
                    <a:pt x="3258489" y="2525293"/>
                  </a:lnTo>
                  <a:lnTo>
                    <a:pt x="3259709" y="2526627"/>
                  </a:lnTo>
                  <a:lnTo>
                    <a:pt x="3260852" y="2527871"/>
                  </a:lnTo>
                  <a:lnTo>
                    <a:pt x="3310013" y="2499461"/>
                  </a:lnTo>
                  <a:close/>
                </a:path>
                <a:path w="7629525" h="4411980">
                  <a:moveTo>
                    <a:pt x="3433991" y="2423884"/>
                  </a:moveTo>
                  <a:lnTo>
                    <a:pt x="3407753" y="2439047"/>
                  </a:lnTo>
                  <a:lnTo>
                    <a:pt x="3407778" y="2441041"/>
                  </a:lnTo>
                  <a:lnTo>
                    <a:pt x="3407791" y="2442946"/>
                  </a:lnTo>
                  <a:lnTo>
                    <a:pt x="3433826" y="2427909"/>
                  </a:lnTo>
                  <a:lnTo>
                    <a:pt x="3433902" y="2425941"/>
                  </a:lnTo>
                  <a:lnTo>
                    <a:pt x="3433991" y="2423884"/>
                  </a:lnTo>
                  <a:close/>
                </a:path>
                <a:path w="7629525" h="4411980">
                  <a:moveTo>
                    <a:pt x="3556216" y="2357183"/>
                  </a:moveTo>
                  <a:lnTo>
                    <a:pt x="3556190" y="2355265"/>
                  </a:lnTo>
                  <a:lnTo>
                    <a:pt x="3556165" y="2353284"/>
                  </a:lnTo>
                  <a:lnTo>
                    <a:pt x="3510572" y="2379637"/>
                  </a:lnTo>
                  <a:lnTo>
                    <a:pt x="3510305" y="2381783"/>
                  </a:lnTo>
                  <a:lnTo>
                    <a:pt x="3510038" y="2383866"/>
                  </a:lnTo>
                  <a:lnTo>
                    <a:pt x="3556216" y="2357183"/>
                  </a:lnTo>
                  <a:close/>
                </a:path>
                <a:path w="7629525" h="4411980">
                  <a:moveTo>
                    <a:pt x="3753916" y="2242934"/>
                  </a:moveTo>
                  <a:lnTo>
                    <a:pt x="3752710" y="2241677"/>
                  </a:lnTo>
                  <a:lnTo>
                    <a:pt x="3751491" y="2240407"/>
                  </a:lnTo>
                  <a:lnTo>
                    <a:pt x="3701440" y="2269325"/>
                  </a:lnTo>
                  <a:lnTo>
                    <a:pt x="3702469" y="2270709"/>
                  </a:lnTo>
                  <a:lnTo>
                    <a:pt x="3703485" y="2272080"/>
                  </a:lnTo>
                  <a:lnTo>
                    <a:pt x="3753916" y="2242934"/>
                  </a:lnTo>
                  <a:close/>
                </a:path>
                <a:path w="7629525" h="4411980">
                  <a:moveTo>
                    <a:pt x="3830040" y="2198941"/>
                  </a:moveTo>
                  <a:lnTo>
                    <a:pt x="3829481" y="2197303"/>
                  </a:lnTo>
                  <a:lnTo>
                    <a:pt x="3828923" y="2195665"/>
                  </a:lnTo>
                  <a:lnTo>
                    <a:pt x="3797135" y="2214029"/>
                  </a:lnTo>
                  <a:lnTo>
                    <a:pt x="3797122" y="2214372"/>
                  </a:lnTo>
                  <a:lnTo>
                    <a:pt x="3797325" y="2215896"/>
                  </a:lnTo>
                  <a:lnTo>
                    <a:pt x="3797566" y="2217712"/>
                  </a:lnTo>
                  <a:lnTo>
                    <a:pt x="3830040" y="2198941"/>
                  </a:lnTo>
                  <a:close/>
                </a:path>
                <a:path w="7629525" h="4411980">
                  <a:moveTo>
                    <a:pt x="3979811" y="2112391"/>
                  </a:moveTo>
                  <a:lnTo>
                    <a:pt x="3979253" y="2110740"/>
                  </a:lnTo>
                  <a:lnTo>
                    <a:pt x="3978706" y="2109101"/>
                  </a:lnTo>
                  <a:lnTo>
                    <a:pt x="3931297" y="2136495"/>
                  </a:lnTo>
                  <a:lnTo>
                    <a:pt x="3931843" y="2138134"/>
                  </a:lnTo>
                  <a:lnTo>
                    <a:pt x="3932402" y="2139797"/>
                  </a:lnTo>
                  <a:lnTo>
                    <a:pt x="3979811" y="2112391"/>
                  </a:lnTo>
                  <a:close/>
                </a:path>
                <a:path w="7629525" h="4411980">
                  <a:moveTo>
                    <a:pt x="4116222" y="2033562"/>
                  </a:moveTo>
                  <a:lnTo>
                    <a:pt x="4115803" y="2031809"/>
                  </a:lnTo>
                  <a:lnTo>
                    <a:pt x="4115397" y="2030107"/>
                  </a:lnTo>
                  <a:lnTo>
                    <a:pt x="4078351" y="2051519"/>
                  </a:lnTo>
                  <a:lnTo>
                    <a:pt x="4078643" y="2053297"/>
                  </a:lnTo>
                  <a:lnTo>
                    <a:pt x="4078935" y="2055114"/>
                  </a:lnTo>
                  <a:lnTo>
                    <a:pt x="4116222" y="2033562"/>
                  </a:lnTo>
                  <a:close/>
                </a:path>
                <a:path w="7629525" h="4411980">
                  <a:moveTo>
                    <a:pt x="4229290" y="1968233"/>
                  </a:moveTo>
                  <a:lnTo>
                    <a:pt x="4228731" y="1966544"/>
                  </a:lnTo>
                  <a:lnTo>
                    <a:pt x="4228185" y="1964931"/>
                  </a:lnTo>
                  <a:lnTo>
                    <a:pt x="4181335" y="1992007"/>
                  </a:lnTo>
                  <a:lnTo>
                    <a:pt x="4181868" y="1993620"/>
                  </a:lnTo>
                  <a:lnTo>
                    <a:pt x="4182440" y="1995309"/>
                  </a:lnTo>
                  <a:lnTo>
                    <a:pt x="4229290" y="1968233"/>
                  </a:lnTo>
                  <a:close/>
                </a:path>
                <a:path w="7629525" h="4411980">
                  <a:moveTo>
                    <a:pt x="4356747" y="1894573"/>
                  </a:moveTo>
                  <a:lnTo>
                    <a:pt x="4356176" y="1892884"/>
                  </a:lnTo>
                  <a:lnTo>
                    <a:pt x="4355630" y="1891284"/>
                  </a:lnTo>
                  <a:lnTo>
                    <a:pt x="4307433" y="1919147"/>
                  </a:lnTo>
                  <a:lnTo>
                    <a:pt x="4308081" y="1920671"/>
                  </a:lnTo>
                  <a:lnTo>
                    <a:pt x="4308780" y="1922297"/>
                  </a:lnTo>
                  <a:lnTo>
                    <a:pt x="4356747" y="1894573"/>
                  </a:lnTo>
                  <a:close/>
                </a:path>
                <a:path w="7629525" h="4411980">
                  <a:moveTo>
                    <a:pt x="4464075" y="1832546"/>
                  </a:moveTo>
                  <a:lnTo>
                    <a:pt x="4463707" y="1830730"/>
                  </a:lnTo>
                  <a:lnTo>
                    <a:pt x="4463351" y="1829041"/>
                  </a:lnTo>
                  <a:lnTo>
                    <a:pt x="4427118" y="1849983"/>
                  </a:lnTo>
                  <a:lnTo>
                    <a:pt x="4427398" y="1851710"/>
                  </a:lnTo>
                  <a:lnTo>
                    <a:pt x="4427702" y="1853565"/>
                  </a:lnTo>
                  <a:lnTo>
                    <a:pt x="4464075" y="1832546"/>
                  </a:lnTo>
                  <a:close/>
                </a:path>
                <a:path w="7629525" h="4411980">
                  <a:moveTo>
                    <a:pt x="4577067" y="1767255"/>
                  </a:moveTo>
                  <a:lnTo>
                    <a:pt x="4576508" y="1765528"/>
                  </a:lnTo>
                  <a:lnTo>
                    <a:pt x="4575988" y="1763953"/>
                  </a:lnTo>
                  <a:lnTo>
                    <a:pt x="4529302" y="1790928"/>
                  </a:lnTo>
                  <a:lnTo>
                    <a:pt x="4529836" y="1792503"/>
                  </a:lnTo>
                  <a:lnTo>
                    <a:pt x="4530420" y="1794217"/>
                  </a:lnTo>
                  <a:lnTo>
                    <a:pt x="4577067" y="1767255"/>
                  </a:lnTo>
                  <a:close/>
                </a:path>
                <a:path w="7629525" h="4411980">
                  <a:moveTo>
                    <a:pt x="4973523" y="1538147"/>
                  </a:moveTo>
                  <a:lnTo>
                    <a:pt x="4973015" y="1536357"/>
                  </a:lnTo>
                  <a:lnTo>
                    <a:pt x="4972570" y="1534769"/>
                  </a:lnTo>
                  <a:lnTo>
                    <a:pt x="4935029" y="1556473"/>
                  </a:lnTo>
                  <a:lnTo>
                    <a:pt x="4935296" y="1558150"/>
                  </a:lnTo>
                  <a:lnTo>
                    <a:pt x="4935588" y="1560068"/>
                  </a:lnTo>
                  <a:lnTo>
                    <a:pt x="4973523" y="1538147"/>
                  </a:lnTo>
                  <a:close/>
                </a:path>
                <a:path w="7629525" h="4411980">
                  <a:moveTo>
                    <a:pt x="5069979" y="1482407"/>
                  </a:moveTo>
                  <a:lnTo>
                    <a:pt x="5069941" y="1480324"/>
                  </a:lnTo>
                  <a:lnTo>
                    <a:pt x="5069903" y="1478521"/>
                  </a:lnTo>
                  <a:lnTo>
                    <a:pt x="5053571" y="1487970"/>
                  </a:lnTo>
                  <a:lnTo>
                    <a:pt x="5053596" y="1489773"/>
                  </a:lnTo>
                  <a:lnTo>
                    <a:pt x="5053635" y="1491856"/>
                  </a:lnTo>
                  <a:lnTo>
                    <a:pt x="5069979" y="1482407"/>
                  </a:lnTo>
                  <a:close/>
                </a:path>
                <a:path w="7629525" h="4411980">
                  <a:moveTo>
                    <a:pt x="5137442" y="1443418"/>
                  </a:moveTo>
                  <a:lnTo>
                    <a:pt x="5136400" y="1441919"/>
                  </a:lnTo>
                  <a:lnTo>
                    <a:pt x="5135499" y="1440624"/>
                  </a:lnTo>
                  <a:lnTo>
                    <a:pt x="5087848" y="1468158"/>
                  </a:lnTo>
                  <a:lnTo>
                    <a:pt x="5088763" y="1469453"/>
                  </a:lnTo>
                  <a:lnTo>
                    <a:pt x="5089817" y="1470952"/>
                  </a:lnTo>
                  <a:lnTo>
                    <a:pt x="5137442" y="1443418"/>
                  </a:lnTo>
                  <a:close/>
                </a:path>
                <a:path w="7629525" h="4411980">
                  <a:moveTo>
                    <a:pt x="5269865" y="1366901"/>
                  </a:moveTo>
                  <a:lnTo>
                    <a:pt x="5269204" y="1365161"/>
                  </a:lnTo>
                  <a:lnTo>
                    <a:pt x="5268658" y="1363675"/>
                  </a:lnTo>
                  <a:lnTo>
                    <a:pt x="5237124" y="1381899"/>
                  </a:lnTo>
                  <a:lnTo>
                    <a:pt x="5237111" y="1382268"/>
                  </a:lnTo>
                  <a:lnTo>
                    <a:pt x="5237289" y="1383601"/>
                  </a:lnTo>
                  <a:lnTo>
                    <a:pt x="5237569" y="1385570"/>
                  </a:lnTo>
                  <a:lnTo>
                    <a:pt x="5269865" y="1366901"/>
                  </a:lnTo>
                  <a:close/>
                </a:path>
                <a:path w="7629525" h="4411980">
                  <a:moveTo>
                    <a:pt x="5419661" y="1280337"/>
                  </a:moveTo>
                  <a:lnTo>
                    <a:pt x="5419052" y="1278547"/>
                  </a:lnTo>
                  <a:lnTo>
                    <a:pt x="5418544" y="1277061"/>
                  </a:lnTo>
                  <a:lnTo>
                    <a:pt x="5371439" y="1304277"/>
                  </a:lnTo>
                  <a:lnTo>
                    <a:pt x="5371947" y="1305775"/>
                  </a:lnTo>
                  <a:lnTo>
                    <a:pt x="5372544" y="1307566"/>
                  </a:lnTo>
                  <a:lnTo>
                    <a:pt x="5419661" y="1280337"/>
                  </a:lnTo>
                  <a:close/>
                </a:path>
                <a:path w="7629525" h="4411980">
                  <a:moveTo>
                    <a:pt x="5553545" y="1202969"/>
                  </a:moveTo>
                  <a:lnTo>
                    <a:pt x="5552935" y="1201166"/>
                  </a:lnTo>
                  <a:lnTo>
                    <a:pt x="5552440" y="1199680"/>
                  </a:lnTo>
                  <a:lnTo>
                    <a:pt x="5520842" y="1217942"/>
                  </a:lnTo>
                  <a:lnTo>
                    <a:pt x="5520829" y="1219720"/>
                  </a:lnTo>
                  <a:lnTo>
                    <a:pt x="5521096" y="1221714"/>
                  </a:lnTo>
                  <a:lnTo>
                    <a:pt x="5553545" y="1202969"/>
                  </a:lnTo>
                  <a:close/>
                </a:path>
                <a:path w="7629525" h="4411980">
                  <a:moveTo>
                    <a:pt x="5703341" y="1116406"/>
                  </a:moveTo>
                  <a:lnTo>
                    <a:pt x="5702732" y="1114590"/>
                  </a:lnTo>
                  <a:lnTo>
                    <a:pt x="5702224" y="1113116"/>
                  </a:lnTo>
                  <a:lnTo>
                    <a:pt x="5654700" y="1140587"/>
                  </a:lnTo>
                  <a:lnTo>
                    <a:pt x="5655195" y="1142060"/>
                  </a:lnTo>
                  <a:lnTo>
                    <a:pt x="5655792" y="1143876"/>
                  </a:lnTo>
                  <a:lnTo>
                    <a:pt x="5703341" y="1116406"/>
                  </a:lnTo>
                  <a:close/>
                </a:path>
                <a:path w="7629525" h="4411980">
                  <a:moveTo>
                    <a:pt x="5839993" y="1037437"/>
                  </a:moveTo>
                  <a:lnTo>
                    <a:pt x="5839536" y="1035519"/>
                  </a:lnTo>
                  <a:lnTo>
                    <a:pt x="5839168" y="1033983"/>
                  </a:lnTo>
                  <a:lnTo>
                    <a:pt x="5801919" y="1055509"/>
                  </a:lnTo>
                  <a:lnTo>
                    <a:pt x="5802173" y="1057109"/>
                  </a:lnTo>
                  <a:lnTo>
                    <a:pt x="5802503" y="1059103"/>
                  </a:lnTo>
                  <a:lnTo>
                    <a:pt x="5839993" y="1037437"/>
                  </a:lnTo>
                  <a:close/>
                </a:path>
                <a:path w="7629525" h="4411980">
                  <a:moveTo>
                    <a:pt x="5951817" y="972820"/>
                  </a:moveTo>
                  <a:lnTo>
                    <a:pt x="5951207" y="970965"/>
                  </a:lnTo>
                  <a:lnTo>
                    <a:pt x="5950737" y="969518"/>
                  </a:lnTo>
                  <a:lnTo>
                    <a:pt x="5905043" y="995921"/>
                  </a:lnTo>
                  <a:lnTo>
                    <a:pt x="5905525" y="997369"/>
                  </a:lnTo>
                  <a:lnTo>
                    <a:pt x="5906135" y="999223"/>
                  </a:lnTo>
                  <a:lnTo>
                    <a:pt x="5951817" y="972820"/>
                  </a:lnTo>
                  <a:close/>
                </a:path>
                <a:path w="7629525" h="4411980">
                  <a:moveTo>
                    <a:pt x="6164250" y="850061"/>
                  </a:moveTo>
                  <a:lnTo>
                    <a:pt x="6163703" y="848144"/>
                  </a:lnTo>
                  <a:lnTo>
                    <a:pt x="6163284" y="846683"/>
                  </a:lnTo>
                  <a:lnTo>
                    <a:pt x="6125692" y="868413"/>
                  </a:lnTo>
                  <a:lnTo>
                    <a:pt x="6125959" y="869962"/>
                  </a:lnTo>
                  <a:lnTo>
                    <a:pt x="6126315" y="871982"/>
                  </a:lnTo>
                  <a:lnTo>
                    <a:pt x="6164250" y="850061"/>
                  </a:lnTo>
                  <a:close/>
                </a:path>
                <a:path w="7629525" h="4411980">
                  <a:moveTo>
                    <a:pt x="6311506" y="764959"/>
                  </a:moveTo>
                  <a:lnTo>
                    <a:pt x="6309703" y="763752"/>
                  </a:lnTo>
                  <a:lnTo>
                    <a:pt x="6308356" y="762850"/>
                  </a:lnTo>
                  <a:lnTo>
                    <a:pt x="6227965" y="809307"/>
                  </a:lnTo>
                  <a:lnTo>
                    <a:pt x="6228448" y="810729"/>
                  </a:lnTo>
                  <a:lnTo>
                    <a:pt x="6229083" y="812596"/>
                  </a:lnTo>
                  <a:lnTo>
                    <a:pt x="6264503" y="792124"/>
                  </a:lnTo>
                  <a:lnTo>
                    <a:pt x="6264097" y="790956"/>
                  </a:lnTo>
                  <a:lnTo>
                    <a:pt x="6265037" y="791819"/>
                  </a:lnTo>
                  <a:lnTo>
                    <a:pt x="6266510" y="790956"/>
                  </a:lnTo>
                  <a:lnTo>
                    <a:pt x="6311506" y="764959"/>
                  </a:lnTo>
                  <a:close/>
                </a:path>
                <a:path w="7629525" h="4411980">
                  <a:moveTo>
                    <a:pt x="6448234" y="685952"/>
                  </a:moveTo>
                  <a:lnTo>
                    <a:pt x="6447701" y="683996"/>
                  </a:lnTo>
                  <a:lnTo>
                    <a:pt x="6447307" y="682561"/>
                  </a:lnTo>
                  <a:lnTo>
                    <a:pt x="6415037" y="701205"/>
                  </a:lnTo>
                  <a:lnTo>
                    <a:pt x="6415291" y="702729"/>
                  </a:lnTo>
                  <a:lnTo>
                    <a:pt x="6415633" y="704786"/>
                  </a:lnTo>
                  <a:lnTo>
                    <a:pt x="6448234" y="685952"/>
                  </a:lnTo>
                  <a:close/>
                </a:path>
                <a:path w="7629525" h="4411980">
                  <a:moveTo>
                    <a:pt x="6539217" y="633374"/>
                  </a:moveTo>
                  <a:lnTo>
                    <a:pt x="6538519" y="631507"/>
                  </a:lnTo>
                  <a:lnTo>
                    <a:pt x="6538023" y="630135"/>
                  </a:lnTo>
                  <a:lnTo>
                    <a:pt x="6506642" y="648271"/>
                  </a:lnTo>
                  <a:lnTo>
                    <a:pt x="6506692" y="649897"/>
                  </a:lnTo>
                  <a:lnTo>
                    <a:pt x="6506985" y="651992"/>
                  </a:lnTo>
                  <a:lnTo>
                    <a:pt x="6539217" y="633374"/>
                  </a:lnTo>
                  <a:close/>
                </a:path>
                <a:path w="7629525" h="4411980">
                  <a:moveTo>
                    <a:pt x="6688010" y="547382"/>
                  </a:moveTo>
                  <a:lnTo>
                    <a:pt x="6687363" y="545477"/>
                  </a:lnTo>
                  <a:lnTo>
                    <a:pt x="6686905" y="544093"/>
                  </a:lnTo>
                  <a:lnTo>
                    <a:pt x="6640779" y="570750"/>
                  </a:lnTo>
                  <a:lnTo>
                    <a:pt x="6641236" y="572135"/>
                  </a:lnTo>
                  <a:lnTo>
                    <a:pt x="6641871" y="574052"/>
                  </a:lnTo>
                  <a:lnTo>
                    <a:pt x="6688010" y="547382"/>
                  </a:lnTo>
                  <a:close/>
                </a:path>
                <a:path w="7629525" h="4411980">
                  <a:moveTo>
                    <a:pt x="6901675" y="423913"/>
                  </a:moveTo>
                  <a:lnTo>
                    <a:pt x="6901015" y="421982"/>
                  </a:lnTo>
                  <a:lnTo>
                    <a:pt x="6900558" y="420636"/>
                  </a:lnTo>
                  <a:lnTo>
                    <a:pt x="6853009" y="448106"/>
                  </a:lnTo>
                  <a:lnTo>
                    <a:pt x="6853466" y="449465"/>
                  </a:lnTo>
                  <a:lnTo>
                    <a:pt x="6854114" y="451396"/>
                  </a:lnTo>
                  <a:lnTo>
                    <a:pt x="6901675" y="423913"/>
                  </a:lnTo>
                  <a:close/>
                </a:path>
                <a:path w="7629525" h="4411980">
                  <a:moveTo>
                    <a:pt x="7038454" y="344881"/>
                  </a:moveTo>
                  <a:lnTo>
                    <a:pt x="7038429" y="342557"/>
                  </a:lnTo>
                  <a:lnTo>
                    <a:pt x="7038416" y="340969"/>
                  </a:lnTo>
                  <a:lnTo>
                    <a:pt x="6992912" y="367271"/>
                  </a:lnTo>
                  <a:lnTo>
                    <a:pt x="6992683" y="368998"/>
                  </a:lnTo>
                  <a:lnTo>
                    <a:pt x="6992379" y="371500"/>
                  </a:lnTo>
                  <a:lnTo>
                    <a:pt x="7038454" y="344881"/>
                  </a:lnTo>
                  <a:close/>
                </a:path>
                <a:path w="7629525" h="4411980">
                  <a:moveTo>
                    <a:pt x="7235838" y="230809"/>
                  </a:moveTo>
                  <a:lnTo>
                    <a:pt x="7234390" y="229298"/>
                  </a:lnTo>
                  <a:lnTo>
                    <a:pt x="7233412" y="228282"/>
                  </a:lnTo>
                  <a:lnTo>
                    <a:pt x="7183755" y="256984"/>
                  </a:lnTo>
                  <a:lnTo>
                    <a:pt x="7184555" y="258102"/>
                  </a:lnTo>
                  <a:lnTo>
                    <a:pt x="7185749" y="259753"/>
                  </a:lnTo>
                  <a:lnTo>
                    <a:pt x="7235838" y="230809"/>
                  </a:lnTo>
                  <a:close/>
                </a:path>
                <a:path w="7629525" h="4411980">
                  <a:moveTo>
                    <a:pt x="7345159" y="167640"/>
                  </a:moveTo>
                  <a:lnTo>
                    <a:pt x="7344588" y="165608"/>
                  </a:lnTo>
                  <a:lnTo>
                    <a:pt x="7344219" y="164249"/>
                  </a:lnTo>
                  <a:lnTo>
                    <a:pt x="7306792" y="185877"/>
                  </a:lnTo>
                  <a:lnTo>
                    <a:pt x="7307046" y="187299"/>
                  </a:lnTo>
                  <a:lnTo>
                    <a:pt x="7307427" y="189445"/>
                  </a:lnTo>
                  <a:lnTo>
                    <a:pt x="7345159" y="167640"/>
                  </a:lnTo>
                  <a:close/>
                </a:path>
                <a:path w="7629525" h="4411980">
                  <a:moveTo>
                    <a:pt x="7492759" y="82346"/>
                  </a:moveTo>
                  <a:lnTo>
                    <a:pt x="7490841" y="81076"/>
                  </a:lnTo>
                  <a:lnTo>
                    <a:pt x="7489584" y="80238"/>
                  </a:lnTo>
                  <a:lnTo>
                    <a:pt x="7409129" y="126746"/>
                  </a:lnTo>
                  <a:lnTo>
                    <a:pt x="7409574" y="128041"/>
                  </a:lnTo>
                  <a:lnTo>
                    <a:pt x="7410247" y="130022"/>
                  </a:lnTo>
                  <a:lnTo>
                    <a:pt x="7445667" y="109550"/>
                  </a:lnTo>
                  <a:lnTo>
                    <a:pt x="7445197" y="108204"/>
                  </a:lnTo>
                  <a:lnTo>
                    <a:pt x="7446289" y="109194"/>
                  </a:lnTo>
                  <a:lnTo>
                    <a:pt x="7447991" y="108204"/>
                  </a:lnTo>
                  <a:lnTo>
                    <a:pt x="7492759" y="82346"/>
                  </a:lnTo>
                  <a:close/>
                </a:path>
                <a:path w="7629525" h="4411980">
                  <a:moveTo>
                    <a:pt x="7629385" y="3390"/>
                  </a:moveTo>
                  <a:lnTo>
                    <a:pt x="7628826" y="1320"/>
                  </a:lnTo>
                  <a:lnTo>
                    <a:pt x="7628458" y="0"/>
                  </a:lnTo>
                  <a:lnTo>
                    <a:pt x="7596175" y="18656"/>
                  </a:lnTo>
                  <a:lnTo>
                    <a:pt x="7596403" y="20053"/>
                  </a:lnTo>
                  <a:lnTo>
                    <a:pt x="7596772" y="22237"/>
                  </a:lnTo>
                  <a:lnTo>
                    <a:pt x="7629385" y="3390"/>
                  </a:lnTo>
                  <a:close/>
                </a:path>
              </a:pathLst>
            </a:custGeom>
            <a:solidFill>
              <a:srgbClr val="5656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93102" y="933147"/>
              <a:ext cx="7629525" cy="4410710"/>
            </a:xfrm>
            <a:custGeom>
              <a:avLst/>
              <a:gdLst/>
              <a:ahLst/>
              <a:cxnLst/>
              <a:rect l="l" t="t" r="r" b="b"/>
              <a:pathLst>
                <a:path w="7629525" h="4410710">
                  <a:moveTo>
                    <a:pt x="5069335" y="1479026"/>
                  </a:moveTo>
                  <a:lnTo>
                    <a:pt x="5052996" y="1488468"/>
                  </a:lnTo>
                  <a:lnTo>
                    <a:pt x="5053026" y="1490193"/>
                  </a:lnTo>
                  <a:lnTo>
                    <a:pt x="5069364" y="1480750"/>
                  </a:lnTo>
                  <a:lnTo>
                    <a:pt x="5069335" y="1479026"/>
                  </a:lnTo>
                  <a:close/>
                </a:path>
                <a:path w="7629525" h="4410710">
                  <a:moveTo>
                    <a:pt x="5136806" y="1440036"/>
                  </a:moveTo>
                  <a:lnTo>
                    <a:pt x="5089171" y="1467563"/>
                  </a:lnTo>
                  <a:lnTo>
                    <a:pt x="5090039" y="1468799"/>
                  </a:lnTo>
                  <a:lnTo>
                    <a:pt x="5137665" y="1441272"/>
                  </a:lnTo>
                  <a:lnTo>
                    <a:pt x="5136806" y="1440036"/>
                  </a:lnTo>
                  <a:close/>
                </a:path>
                <a:path w="7629525" h="4410710">
                  <a:moveTo>
                    <a:pt x="4228647" y="1964841"/>
                  </a:moveTo>
                  <a:lnTo>
                    <a:pt x="4181792" y="1991917"/>
                  </a:lnTo>
                  <a:lnTo>
                    <a:pt x="4182311" y="1993473"/>
                  </a:lnTo>
                  <a:lnTo>
                    <a:pt x="4229164" y="1966391"/>
                  </a:lnTo>
                  <a:lnTo>
                    <a:pt x="4228647" y="1964841"/>
                  </a:lnTo>
                  <a:close/>
                </a:path>
                <a:path w="7629525" h="4410710">
                  <a:moveTo>
                    <a:pt x="4356109" y="1891183"/>
                  </a:moveTo>
                  <a:lnTo>
                    <a:pt x="4308134" y="1918907"/>
                  </a:lnTo>
                  <a:lnTo>
                    <a:pt x="4308763" y="1920383"/>
                  </a:lnTo>
                  <a:lnTo>
                    <a:pt x="4356629" y="1892716"/>
                  </a:lnTo>
                  <a:lnTo>
                    <a:pt x="4356109" y="1891183"/>
                  </a:lnTo>
                  <a:close/>
                </a:path>
                <a:path w="7629525" h="4410710">
                  <a:moveTo>
                    <a:pt x="2803860" y="2788193"/>
                  </a:moveTo>
                  <a:lnTo>
                    <a:pt x="2756987" y="2815280"/>
                  </a:lnTo>
                  <a:lnTo>
                    <a:pt x="2757557" y="2816990"/>
                  </a:lnTo>
                  <a:lnTo>
                    <a:pt x="2804428" y="2789899"/>
                  </a:lnTo>
                  <a:lnTo>
                    <a:pt x="2803860" y="2788193"/>
                  </a:lnTo>
                  <a:close/>
                </a:path>
                <a:path w="7629525" h="4410710">
                  <a:moveTo>
                    <a:pt x="2931045" y="2714696"/>
                  </a:moveTo>
                  <a:lnTo>
                    <a:pt x="2882798" y="2742577"/>
                  </a:lnTo>
                  <a:lnTo>
                    <a:pt x="2883486" y="2744203"/>
                  </a:lnTo>
                  <a:lnTo>
                    <a:pt x="2931632" y="2716374"/>
                  </a:lnTo>
                  <a:lnTo>
                    <a:pt x="2931045" y="2714696"/>
                  </a:lnTo>
                  <a:close/>
                </a:path>
                <a:path w="7629525" h="4410710">
                  <a:moveTo>
                    <a:pt x="873006" y="3903990"/>
                  </a:moveTo>
                  <a:lnTo>
                    <a:pt x="826152" y="3931067"/>
                  </a:lnTo>
                  <a:lnTo>
                    <a:pt x="826791" y="3932986"/>
                  </a:lnTo>
                  <a:lnTo>
                    <a:pt x="873644" y="3905905"/>
                  </a:lnTo>
                  <a:lnTo>
                    <a:pt x="873006" y="3903990"/>
                  </a:lnTo>
                  <a:close/>
                </a:path>
                <a:path w="7629525" h="4410710">
                  <a:moveTo>
                    <a:pt x="1000213" y="3830481"/>
                  </a:moveTo>
                  <a:lnTo>
                    <a:pt x="952062" y="3858306"/>
                  </a:lnTo>
                  <a:lnTo>
                    <a:pt x="952845" y="3860126"/>
                  </a:lnTo>
                  <a:lnTo>
                    <a:pt x="1000873" y="3832366"/>
                  </a:lnTo>
                  <a:lnTo>
                    <a:pt x="1000213" y="3830481"/>
                  </a:lnTo>
                  <a:close/>
                </a:path>
                <a:path w="7629525" h="4410710">
                  <a:moveTo>
                    <a:pt x="7037808" y="341489"/>
                  </a:moveTo>
                  <a:lnTo>
                    <a:pt x="6991731" y="368116"/>
                  </a:lnTo>
                  <a:lnTo>
                    <a:pt x="6991528" y="369726"/>
                  </a:lnTo>
                  <a:lnTo>
                    <a:pt x="7037822" y="342968"/>
                  </a:lnTo>
                  <a:lnTo>
                    <a:pt x="7037808" y="341489"/>
                  </a:lnTo>
                  <a:close/>
                </a:path>
                <a:path w="7629525" h="4410710">
                  <a:moveTo>
                    <a:pt x="7235190" y="227427"/>
                  </a:moveTo>
                  <a:lnTo>
                    <a:pt x="7185109" y="256367"/>
                  </a:lnTo>
                  <a:lnTo>
                    <a:pt x="7185857" y="257402"/>
                  </a:lnTo>
                  <a:lnTo>
                    <a:pt x="7236090" y="228367"/>
                  </a:lnTo>
                  <a:lnTo>
                    <a:pt x="7235190" y="227427"/>
                  </a:lnTo>
                  <a:close/>
                </a:path>
                <a:path w="7629525" h="4410710">
                  <a:moveTo>
                    <a:pt x="3555578" y="2353792"/>
                  </a:moveTo>
                  <a:lnTo>
                    <a:pt x="3509403" y="2380476"/>
                  </a:lnTo>
                  <a:lnTo>
                    <a:pt x="3509144" y="2382568"/>
                  </a:lnTo>
                  <a:lnTo>
                    <a:pt x="3555608" y="2355711"/>
                  </a:lnTo>
                  <a:lnTo>
                    <a:pt x="3555578" y="2353792"/>
                  </a:lnTo>
                  <a:close/>
                </a:path>
                <a:path w="7629525" h="4410710">
                  <a:moveTo>
                    <a:pt x="3753273" y="2239549"/>
                  </a:moveTo>
                  <a:lnTo>
                    <a:pt x="3702839" y="2268693"/>
                  </a:lnTo>
                  <a:lnTo>
                    <a:pt x="3703832" y="2270037"/>
                  </a:lnTo>
                  <a:lnTo>
                    <a:pt x="3754450" y="2240779"/>
                  </a:lnTo>
                  <a:lnTo>
                    <a:pt x="3753273" y="2239549"/>
                  </a:lnTo>
                  <a:close/>
                </a:path>
                <a:path w="7629525" h="4410710">
                  <a:moveTo>
                    <a:pt x="2026571" y="3237371"/>
                  </a:moveTo>
                  <a:lnTo>
                    <a:pt x="1980277" y="3264123"/>
                  </a:lnTo>
                  <a:lnTo>
                    <a:pt x="1979954" y="3266450"/>
                  </a:lnTo>
                  <a:lnTo>
                    <a:pt x="2026552" y="3239516"/>
                  </a:lnTo>
                  <a:lnTo>
                    <a:pt x="2026571" y="3237371"/>
                  </a:lnTo>
                  <a:close/>
                </a:path>
                <a:path w="7629525" h="4410710">
                  <a:moveTo>
                    <a:pt x="2223899" y="3123340"/>
                  </a:moveTo>
                  <a:lnTo>
                    <a:pt x="2173484" y="3152473"/>
                  </a:lnTo>
                  <a:lnTo>
                    <a:pt x="2174541" y="3153977"/>
                  </a:lnTo>
                  <a:lnTo>
                    <a:pt x="2225203" y="3124695"/>
                  </a:lnTo>
                  <a:lnTo>
                    <a:pt x="2223899" y="3123340"/>
                  </a:lnTo>
                  <a:close/>
                </a:path>
                <a:path w="7629525" h="4410710">
                  <a:moveTo>
                    <a:pt x="6901038" y="420526"/>
                  </a:moveTo>
                  <a:lnTo>
                    <a:pt x="6853473" y="448012"/>
                  </a:lnTo>
                  <a:lnTo>
                    <a:pt x="6853898" y="449277"/>
                  </a:lnTo>
                  <a:lnTo>
                    <a:pt x="6901469" y="421780"/>
                  </a:lnTo>
                  <a:lnTo>
                    <a:pt x="6901038" y="420526"/>
                  </a:lnTo>
                  <a:close/>
                </a:path>
                <a:path w="7629525" h="4410710">
                  <a:moveTo>
                    <a:pt x="5951172" y="969432"/>
                  </a:moveTo>
                  <a:lnTo>
                    <a:pt x="5905491" y="995830"/>
                  </a:lnTo>
                  <a:lnTo>
                    <a:pt x="5905944" y="997201"/>
                  </a:lnTo>
                  <a:lnTo>
                    <a:pt x="5951617" y="970802"/>
                  </a:lnTo>
                  <a:lnTo>
                    <a:pt x="5951172" y="969432"/>
                  </a:lnTo>
                  <a:close/>
                </a:path>
                <a:path w="7629525" h="4410710">
                  <a:moveTo>
                    <a:pt x="5839350" y="1034051"/>
                  </a:moveTo>
                  <a:lnTo>
                    <a:pt x="5801865" y="1055713"/>
                  </a:lnTo>
                  <a:lnTo>
                    <a:pt x="5802113" y="1057216"/>
                  </a:lnTo>
                  <a:lnTo>
                    <a:pt x="5839695" y="1035493"/>
                  </a:lnTo>
                  <a:lnTo>
                    <a:pt x="5839350" y="1034051"/>
                  </a:lnTo>
                  <a:close/>
                </a:path>
                <a:path w="7629525" h="4410710">
                  <a:moveTo>
                    <a:pt x="4576427" y="1763866"/>
                  </a:moveTo>
                  <a:lnTo>
                    <a:pt x="4529777" y="1790825"/>
                  </a:lnTo>
                  <a:lnTo>
                    <a:pt x="4530293" y="1792337"/>
                  </a:lnTo>
                  <a:lnTo>
                    <a:pt x="4576926" y="1765383"/>
                  </a:lnTo>
                  <a:lnTo>
                    <a:pt x="4576427" y="1763866"/>
                  </a:lnTo>
                  <a:close/>
                </a:path>
                <a:path w="7629525" h="4410710">
                  <a:moveTo>
                    <a:pt x="4463434" y="1829162"/>
                  </a:moveTo>
                  <a:lnTo>
                    <a:pt x="4427062" y="1850181"/>
                  </a:lnTo>
                  <a:lnTo>
                    <a:pt x="4427336" y="1851847"/>
                  </a:lnTo>
                  <a:lnTo>
                    <a:pt x="4463768" y="1830789"/>
                  </a:lnTo>
                  <a:lnTo>
                    <a:pt x="4463434" y="1829162"/>
                  </a:lnTo>
                  <a:close/>
                </a:path>
                <a:path w="7629525" h="4410710">
                  <a:moveTo>
                    <a:pt x="4115579" y="2030180"/>
                  </a:moveTo>
                  <a:lnTo>
                    <a:pt x="4078294" y="2051727"/>
                  </a:lnTo>
                  <a:lnTo>
                    <a:pt x="4078572" y="2053435"/>
                  </a:lnTo>
                  <a:lnTo>
                    <a:pt x="4115968" y="2031820"/>
                  </a:lnTo>
                  <a:lnTo>
                    <a:pt x="4115579" y="2030180"/>
                  </a:lnTo>
                  <a:close/>
                </a:path>
                <a:path w="7629525" h="4410710">
                  <a:moveTo>
                    <a:pt x="2690728" y="2853570"/>
                  </a:moveTo>
                  <a:lnTo>
                    <a:pt x="2653274" y="2875213"/>
                  </a:lnTo>
                  <a:lnTo>
                    <a:pt x="2653582" y="2877088"/>
                  </a:lnTo>
                  <a:lnTo>
                    <a:pt x="2691159" y="2855369"/>
                  </a:lnTo>
                  <a:lnTo>
                    <a:pt x="2690728" y="2853570"/>
                  </a:lnTo>
                  <a:close/>
                </a:path>
                <a:path w="7629525" h="4410710">
                  <a:moveTo>
                    <a:pt x="1926264" y="3295337"/>
                  </a:moveTo>
                  <a:lnTo>
                    <a:pt x="1878438" y="3322974"/>
                  </a:lnTo>
                  <a:lnTo>
                    <a:pt x="1879244" y="3324661"/>
                  </a:lnTo>
                  <a:lnTo>
                    <a:pt x="1926766" y="3297194"/>
                  </a:lnTo>
                  <a:lnTo>
                    <a:pt x="1926264" y="3295337"/>
                  </a:lnTo>
                  <a:close/>
                </a:path>
                <a:path w="7629525" h="4410710">
                  <a:moveTo>
                    <a:pt x="1799610" y="3368527"/>
                  </a:moveTo>
                  <a:lnTo>
                    <a:pt x="1752739" y="3395613"/>
                  </a:lnTo>
                  <a:lnTo>
                    <a:pt x="1753350" y="3397429"/>
                  </a:lnTo>
                  <a:lnTo>
                    <a:pt x="1800219" y="3370338"/>
                  </a:lnTo>
                  <a:lnTo>
                    <a:pt x="1799610" y="3368527"/>
                  </a:lnTo>
                  <a:close/>
                </a:path>
                <a:path w="7629525" h="4410710">
                  <a:moveTo>
                    <a:pt x="1686118" y="3434112"/>
                  </a:moveTo>
                  <a:lnTo>
                    <a:pt x="1649085" y="3455512"/>
                  </a:lnTo>
                  <a:lnTo>
                    <a:pt x="1649408" y="3457508"/>
                  </a:lnTo>
                  <a:lnTo>
                    <a:pt x="1686562" y="3436033"/>
                  </a:lnTo>
                  <a:lnTo>
                    <a:pt x="1686118" y="3434112"/>
                  </a:lnTo>
                  <a:close/>
                </a:path>
                <a:path w="7629525" h="4410710">
                  <a:moveTo>
                    <a:pt x="1456559" y="3566768"/>
                  </a:moveTo>
                  <a:lnTo>
                    <a:pt x="1409393" y="3594025"/>
                  </a:lnTo>
                  <a:lnTo>
                    <a:pt x="1410016" y="3595878"/>
                  </a:lnTo>
                  <a:lnTo>
                    <a:pt x="1457176" y="3568620"/>
                  </a:lnTo>
                  <a:lnTo>
                    <a:pt x="1456559" y="3566768"/>
                  </a:lnTo>
                  <a:close/>
                </a:path>
                <a:path w="7629525" h="4410710">
                  <a:moveTo>
                    <a:pt x="760117" y="3969227"/>
                  </a:moveTo>
                  <a:lnTo>
                    <a:pt x="723314" y="3990494"/>
                  </a:lnTo>
                  <a:lnTo>
                    <a:pt x="723692" y="3992578"/>
                  </a:lnTo>
                  <a:lnTo>
                    <a:pt x="760561" y="3971268"/>
                  </a:lnTo>
                  <a:lnTo>
                    <a:pt x="760117" y="3969227"/>
                  </a:lnTo>
                  <a:close/>
                </a:path>
                <a:path w="7629525" h="4410710">
                  <a:moveTo>
                    <a:pt x="579975" y="4073327"/>
                  </a:moveTo>
                  <a:lnTo>
                    <a:pt x="533387" y="4100249"/>
                  </a:lnTo>
                  <a:lnTo>
                    <a:pt x="534033" y="4102202"/>
                  </a:lnTo>
                  <a:lnTo>
                    <a:pt x="580638" y="4075265"/>
                  </a:lnTo>
                  <a:lnTo>
                    <a:pt x="579975" y="4073327"/>
                  </a:lnTo>
                  <a:close/>
                </a:path>
                <a:path w="7629525" h="4410710">
                  <a:moveTo>
                    <a:pt x="467252" y="4138467"/>
                  </a:moveTo>
                  <a:lnTo>
                    <a:pt x="429787" y="4160117"/>
                  </a:lnTo>
                  <a:lnTo>
                    <a:pt x="430138" y="4162255"/>
                  </a:lnTo>
                  <a:lnTo>
                    <a:pt x="467743" y="4140519"/>
                  </a:lnTo>
                  <a:lnTo>
                    <a:pt x="467252" y="4138467"/>
                  </a:lnTo>
                  <a:close/>
                </a:path>
                <a:path w="7629525" h="4410710">
                  <a:moveTo>
                    <a:pt x="2581213" y="2916856"/>
                  </a:moveTo>
                  <a:lnTo>
                    <a:pt x="2534125" y="2944067"/>
                  </a:lnTo>
                  <a:lnTo>
                    <a:pt x="2534710" y="2945798"/>
                  </a:lnTo>
                  <a:lnTo>
                    <a:pt x="2581804" y="2918577"/>
                  </a:lnTo>
                  <a:lnTo>
                    <a:pt x="2581213" y="2916856"/>
                  </a:lnTo>
                  <a:close/>
                </a:path>
                <a:path w="7629525" h="4410710">
                  <a:moveTo>
                    <a:pt x="2409666" y="3015989"/>
                  </a:moveTo>
                  <a:lnTo>
                    <a:pt x="2362267" y="3043380"/>
                  </a:lnTo>
                  <a:lnTo>
                    <a:pt x="2362776" y="3045176"/>
                  </a:lnTo>
                  <a:lnTo>
                    <a:pt x="2410186" y="3017773"/>
                  </a:lnTo>
                  <a:lnTo>
                    <a:pt x="2409666" y="3015989"/>
                  </a:lnTo>
                  <a:close/>
                </a:path>
                <a:path w="7629525" h="4410710">
                  <a:moveTo>
                    <a:pt x="2302220" y="3078080"/>
                  </a:moveTo>
                  <a:lnTo>
                    <a:pt x="2264496" y="3099880"/>
                  </a:lnTo>
                  <a:lnTo>
                    <a:pt x="2264642" y="3101898"/>
                  </a:lnTo>
                  <a:lnTo>
                    <a:pt x="2302758" y="3079867"/>
                  </a:lnTo>
                  <a:lnTo>
                    <a:pt x="2302220" y="3078080"/>
                  </a:lnTo>
                  <a:close/>
                </a:path>
                <a:path w="7629525" h="4410710">
                  <a:moveTo>
                    <a:pt x="357648" y="4201804"/>
                  </a:moveTo>
                  <a:lnTo>
                    <a:pt x="312972" y="4227622"/>
                  </a:lnTo>
                  <a:lnTo>
                    <a:pt x="313636" y="4229594"/>
                  </a:lnTo>
                  <a:lnTo>
                    <a:pt x="358310" y="4203772"/>
                  </a:lnTo>
                  <a:lnTo>
                    <a:pt x="357648" y="4201804"/>
                  </a:lnTo>
                  <a:close/>
                </a:path>
                <a:path w="7629525" h="4410710">
                  <a:moveTo>
                    <a:pt x="302699" y="4233558"/>
                  </a:moveTo>
                  <a:lnTo>
                    <a:pt x="283067" y="4244903"/>
                  </a:lnTo>
                  <a:lnTo>
                    <a:pt x="283027" y="4247286"/>
                  </a:lnTo>
                  <a:lnTo>
                    <a:pt x="302673" y="4235930"/>
                  </a:lnTo>
                  <a:lnTo>
                    <a:pt x="302699" y="4233558"/>
                  </a:lnTo>
                  <a:close/>
                </a:path>
                <a:path w="7629525" h="4410710">
                  <a:moveTo>
                    <a:pt x="182094" y="4303253"/>
                  </a:moveTo>
                  <a:lnTo>
                    <a:pt x="138888" y="4328221"/>
                  </a:lnTo>
                  <a:lnTo>
                    <a:pt x="140395" y="4329728"/>
                  </a:lnTo>
                  <a:lnTo>
                    <a:pt x="183644" y="4304730"/>
                  </a:lnTo>
                  <a:lnTo>
                    <a:pt x="182094" y="4303253"/>
                  </a:lnTo>
                  <a:close/>
                </a:path>
                <a:path w="7629525" h="4410710">
                  <a:moveTo>
                    <a:pt x="136312" y="4329710"/>
                  </a:moveTo>
                  <a:lnTo>
                    <a:pt x="102887" y="4349025"/>
                  </a:lnTo>
                  <a:lnTo>
                    <a:pt x="103553" y="4351023"/>
                  </a:lnTo>
                  <a:lnTo>
                    <a:pt x="137037" y="4331669"/>
                  </a:lnTo>
                  <a:lnTo>
                    <a:pt x="136312" y="4329710"/>
                  </a:lnTo>
                  <a:close/>
                </a:path>
                <a:path w="7629525" h="4410710">
                  <a:moveTo>
                    <a:pt x="38581" y="4386186"/>
                  </a:moveTo>
                  <a:lnTo>
                    <a:pt x="0" y="4408482"/>
                  </a:lnTo>
                  <a:lnTo>
                    <a:pt x="391" y="4410651"/>
                  </a:lnTo>
                  <a:lnTo>
                    <a:pt x="39151" y="4388248"/>
                  </a:lnTo>
                  <a:lnTo>
                    <a:pt x="38581" y="4386186"/>
                  </a:lnTo>
                  <a:close/>
                </a:path>
                <a:path w="7629525" h="4410710">
                  <a:moveTo>
                    <a:pt x="7628746" y="0"/>
                  </a:moveTo>
                  <a:lnTo>
                    <a:pt x="7596128" y="18848"/>
                  </a:lnTo>
                  <a:lnTo>
                    <a:pt x="7596345" y="20138"/>
                  </a:lnTo>
                  <a:lnTo>
                    <a:pt x="7629080" y="1216"/>
                  </a:lnTo>
                  <a:lnTo>
                    <a:pt x="7628746" y="0"/>
                  </a:lnTo>
                  <a:close/>
                </a:path>
                <a:path w="7629525" h="4410710">
                  <a:moveTo>
                    <a:pt x="7492116" y="78955"/>
                  </a:moveTo>
                  <a:lnTo>
                    <a:pt x="7445642" y="105811"/>
                  </a:lnTo>
                  <a:lnTo>
                    <a:pt x="7446610" y="106685"/>
                  </a:lnTo>
                  <a:lnTo>
                    <a:pt x="7493267" y="79717"/>
                  </a:lnTo>
                  <a:lnTo>
                    <a:pt x="7492116" y="78955"/>
                  </a:lnTo>
                  <a:close/>
                </a:path>
                <a:path w="7629525" h="4410710">
                  <a:moveTo>
                    <a:pt x="7445024" y="106168"/>
                  </a:moveTo>
                  <a:lnTo>
                    <a:pt x="7409601" y="126638"/>
                  </a:lnTo>
                  <a:lnTo>
                    <a:pt x="7410011" y="127840"/>
                  </a:lnTo>
                  <a:lnTo>
                    <a:pt x="7445444" y="107359"/>
                  </a:lnTo>
                  <a:lnTo>
                    <a:pt x="7445024" y="106168"/>
                  </a:lnTo>
                  <a:close/>
                </a:path>
                <a:path w="7629525" h="4410710">
                  <a:moveTo>
                    <a:pt x="7344512" y="164252"/>
                  </a:moveTo>
                  <a:lnTo>
                    <a:pt x="7306784" y="186054"/>
                  </a:lnTo>
                  <a:lnTo>
                    <a:pt x="7307017" y="187371"/>
                  </a:lnTo>
                  <a:lnTo>
                    <a:pt x="7344857" y="165499"/>
                  </a:lnTo>
                  <a:lnTo>
                    <a:pt x="7344512" y="164252"/>
                  </a:lnTo>
                  <a:close/>
                </a:path>
                <a:path w="7629525" h="4410710">
                  <a:moveTo>
                    <a:pt x="6447594" y="682561"/>
                  </a:moveTo>
                  <a:lnTo>
                    <a:pt x="6414995" y="701399"/>
                  </a:lnTo>
                  <a:lnTo>
                    <a:pt x="6415234" y="702828"/>
                  </a:lnTo>
                  <a:lnTo>
                    <a:pt x="6447964" y="683910"/>
                  </a:lnTo>
                  <a:lnTo>
                    <a:pt x="6447594" y="682561"/>
                  </a:lnTo>
                  <a:close/>
                </a:path>
                <a:path w="7629525" h="4410710">
                  <a:moveTo>
                    <a:pt x="6310870" y="761570"/>
                  </a:moveTo>
                  <a:lnTo>
                    <a:pt x="6264393" y="788428"/>
                  </a:lnTo>
                  <a:lnTo>
                    <a:pt x="6265464" y="789396"/>
                  </a:lnTo>
                  <a:lnTo>
                    <a:pt x="6312140" y="762417"/>
                  </a:lnTo>
                  <a:lnTo>
                    <a:pt x="6310870" y="761570"/>
                  </a:lnTo>
                  <a:close/>
                </a:path>
                <a:path w="7629525" h="4410710">
                  <a:moveTo>
                    <a:pt x="6263859" y="788737"/>
                  </a:moveTo>
                  <a:lnTo>
                    <a:pt x="6228439" y="809206"/>
                  </a:lnTo>
                  <a:lnTo>
                    <a:pt x="6228892" y="810535"/>
                  </a:lnTo>
                  <a:lnTo>
                    <a:pt x="6264324" y="790055"/>
                  </a:lnTo>
                  <a:lnTo>
                    <a:pt x="6263859" y="788737"/>
                  </a:lnTo>
                  <a:close/>
                </a:path>
                <a:path w="7629525" h="4410710">
                  <a:moveTo>
                    <a:pt x="6163606" y="846671"/>
                  </a:moveTo>
                  <a:lnTo>
                    <a:pt x="6125672" y="868593"/>
                  </a:lnTo>
                  <a:lnTo>
                    <a:pt x="6125927" y="870049"/>
                  </a:lnTo>
                  <a:lnTo>
                    <a:pt x="6163998" y="848044"/>
                  </a:lnTo>
                  <a:lnTo>
                    <a:pt x="6163606" y="846671"/>
                  </a:lnTo>
                  <a:close/>
                </a:path>
                <a:path w="7629525" h="4410710">
                  <a:moveTo>
                    <a:pt x="4972881" y="1534764"/>
                  </a:moveTo>
                  <a:lnTo>
                    <a:pt x="4934952" y="1556683"/>
                  </a:lnTo>
                  <a:lnTo>
                    <a:pt x="4935206" y="1558294"/>
                  </a:lnTo>
                  <a:lnTo>
                    <a:pt x="4973305" y="1536273"/>
                  </a:lnTo>
                  <a:lnTo>
                    <a:pt x="4972881" y="1534764"/>
                  </a:lnTo>
                  <a:close/>
                </a:path>
                <a:path w="7629525" h="4410710">
                  <a:moveTo>
                    <a:pt x="1144730" y="3746967"/>
                  </a:moveTo>
                  <a:lnTo>
                    <a:pt x="1096726" y="3774708"/>
                  </a:lnTo>
                  <a:lnTo>
                    <a:pt x="1096425" y="3777136"/>
                  </a:lnTo>
                  <a:lnTo>
                    <a:pt x="1144796" y="3749178"/>
                  </a:lnTo>
                  <a:lnTo>
                    <a:pt x="1144730" y="3746967"/>
                  </a:lnTo>
                  <a:close/>
                </a:path>
                <a:path w="7629525" h="4410710">
                  <a:moveTo>
                    <a:pt x="6687371" y="543999"/>
                  </a:moveTo>
                  <a:lnTo>
                    <a:pt x="6641233" y="570661"/>
                  </a:lnTo>
                  <a:lnTo>
                    <a:pt x="6641662" y="571951"/>
                  </a:lnTo>
                  <a:lnTo>
                    <a:pt x="6687802" y="545281"/>
                  </a:lnTo>
                  <a:lnTo>
                    <a:pt x="6687371" y="543999"/>
                  </a:lnTo>
                  <a:close/>
                </a:path>
                <a:path w="7629525" h="4410710">
                  <a:moveTo>
                    <a:pt x="6538573" y="629986"/>
                  </a:moveTo>
                  <a:lnTo>
                    <a:pt x="6506347" y="648609"/>
                  </a:lnTo>
                  <a:lnTo>
                    <a:pt x="6506551" y="650046"/>
                  </a:lnTo>
                  <a:lnTo>
                    <a:pt x="6539045" y="631264"/>
                  </a:lnTo>
                  <a:lnTo>
                    <a:pt x="6538573" y="629986"/>
                  </a:lnTo>
                  <a:close/>
                </a:path>
                <a:path w="7629525" h="4410710">
                  <a:moveTo>
                    <a:pt x="5702705" y="1113016"/>
                  </a:moveTo>
                  <a:lnTo>
                    <a:pt x="5655156" y="1140493"/>
                  </a:lnTo>
                  <a:lnTo>
                    <a:pt x="5655622" y="1141889"/>
                  </a:lnTo>
                  <a:lnTo>
                    <a:pt x="5703177" y="1114402"/>
                  </a:lnTo>
                  <a:lnTo>
                    <a:pt x="5702705" y="1113016"/>
                  </a:lnTo>
                  <a:close/>
                </a:path>
                <a:path w="7629525" h="4410710">
                  <a:moveTo>
                    <a:pt x="5552898" y="1199585"/>
                  </a:moveTo>
                  <a:lnTo>
                    <a:pt x="5520460" y="1218331"/>
                  </a:lnTo>
                  <a:lnTo>
                    <a:pt x="5520673" y="1219890"/>
                  </a:lnTo>
                  <a:lnTo>
                    <a:pt x="5553370" y="1200991"/>
                  </a:lnTo>
                  <a:lnTo>
                    <a:pt x="5552898" y="1199585"/>
                  </a:lnTo>
                  <a:close/>
                </a:path>
                <a:path w="7629525" h="4410710">
                  <a:moveTo>
                    <a:pt x="5419017" y="1276952"/>
                  </a:moveTo>
                  <a:lnTo>
                    <a:pt x="5371899" y="1304181"/>
                  </a:lnTo>
                  <a:lnTo>
                    <a:pt x="5372375" y="1305608"/>
                  </a:lnTo>
                  <a:lnTo>
                    <a:pt x="5419500" y="1278369"/>
                  </a:lnTo>
                  <a:lnTo>
                    <a:pt x="5419017" y="1276952"/>
                  </a:lnTo>
                  <a:close/>
                </a:path>
                <a:path w="7629525" h="4410710">
                  <a:moveTo>
                    <a:pt x="5269218" y="1363518"/>
                  </a:moveTo>
                  <a:lnTo>
                    <a:pt x="5236930" y="1382177"/>
                  </a:lnTo>
                  <a:lnTo>
                    <a:pt x="5237155" y="1383766"/>
                  </a:lnTo>
                  <a:lnTo>
                    <a:pt x="5269744" y="1364929"/>
                  </a:lnTo>
                  <a:lnTo>
                    <a:pt x="5269218" y="1363518"/>
                  </a:lnTo>
                  <a:close/>
                </a:path>
                <a:path w="7629525" h="4410710">
                  <a:moveTo>
                    <a:pt x="3979175" y="2109005"/>
                  </a:moveTo>
                  <a:lnTo>
                    <a:pt x="3931759" y="2136405"/>
                  </a:lnTo>
                  <a:lnTo>
                    <a:pt x="3932287" y="2137988"/>
                  </a:lnTo>
                  <a:lnTo>
                    <a:pt x="3979705" y="2110580"/>
                  </a:lnTo>
                  <a:lnTo>
                    <a:pt x="3979175" y="2109005"/>
                  </a:lnTo>
                  <a:close/>
                </a:path>
                <a:path w="7629525" h="4410710">
                  <a:moveTo>
                    <a:pt x="3829405" y="2195554"/>
                  </a:moveTo>
                  <a:lnTo>
                    <a:pt x="3796928" y="2214321"/>
                  </a:lnTo>
                  <a:lnTo>
                    <a:pt x="3797169" y="2216087"/>
                  </a:lnTo>
                  <a:lnTo>
                    <a:pt x="3829951" y="2197139"/>
                  </a:lnTo>
                  <a:lnTo>
                    <a:pt x="3829405" y="2195554"/>
                  </a:lnTo>
                  <a:close/>
                </a:path>
                <a:path w="7629525" h="4410710">
                  <a:moveTo>
                    <a:pt x="3309366" y="2496073"/>
                  </a:moveTo>
                  <a:lnTo>
                    <a:pt x="3260205" y="2524482"/>
                  </a:lnTo>
                  <a:lnTo>
                    <a:pt x="3261387" y="2525773"/>
                  </a:lnTo>
                  <a:lnTo>
                    <a:pt x="3310521" y="2497373"/>
                  </a:lnTo>
                  <a:lnTo>
                    <a:pt x="3309366" y="2496073"/>
                  </a:lnTo>
                  <a:close/>
                </a:path>
                <a:path w="7629525" h="4410710">
                  <a:moveTo>
                    <a:pt x="3433183" y="2424521"/>
                  </a:moveTo>
                  <a:lnTo>
                    <a:pt x="3407154" y="2439563"/>
                  </a:lnTo>
                  <a:lnTo>
                    <a:pt x="3407175" y="2441506"/>
                  </a:lnTo>
                  <a:lnTo>
                    <a:pt x="3433100" y="2426522"/>
                  </a:lnTo>
                  <a:lnTo>
                    <a:pt x="3433183" y="2424521"/>
                  </a:lnTo>
                  <a:close/>
                </a:path>
              </a:pathLst>
            </a:custGeom>
            <a:solidFill>
              <a:srgbClr val="545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3496" y="934376"/>
              <a:ext cx="7630159" cy="4411980"/>
            </a:xfrm>
            <a:custGeom>
              <a:avLst/>
              <a:gdLst/>
              <a:ahLst/>
              <a:cxnLst/>
              <a:rect l="l" t="t" r="r" b="b"/>
              <a:pathLst>
                <a:path w="7630159" h="4411980">
                  <a:moveTo>
                    <a:pt x="39331" y="4389120"/>
                  </a:moveTo>
                  <a:lnTo>
                    <a:pt x="38760" y="4387050"/>
                  </a:lnTo>
                  <a:lnTo>
                    <a:pt x="0" y="4409452"/>
                  </a:lnTo>
                  <a:lnTo>
                    <a:pt x="381" y="4411624"/>
                  </a:lnTo>
                  <a:lnTo>
                    <a:pt x="39331" y="4389120"/>
                  </a:lnTo>
                  <a:close/>
                </a:path>
                <a:path w="7630159" h="4411980">
                  <a:moveTo>
                    <a:pt x="137388" y="4332465"/>
                  </a:moveTo>
                  <a:lnTo>
                    <a:pt x="136652" y="4330497"/>
                  </a:lnTo>
                  <a:lnTo>
                    <a:pt x="103174" y="4349851"/>
                  </a:lnTo>
                  <a:lnTo>
                    <a:pt x="103835" y="4351845"/>
                  </a:lnTo>
                  <a:lnTo>
                    <a:pt x="137388" y="4332465"/>
                  </a:lnTo>
                  <a:close/>
                </a:path>
                <a:path w="7630159" h="4411980">
                  <a:moveTo>
                    <a:pt x="184848" y="4305033"/>
                  </a:moveTo>
                  <a:lnTo>
                    <a:pt x="183299" y="4303560"/>
                  </a:lnTo>
                  <a:lnTo>
                    <a:pt x="140042" y="4328553"/>
                  </a:lnTo>
                  <a:lnTo>
                    <a:pt x="141541" y="4330052"/>
                  </a:lnTo>
                  <a:lnTo>
                    <a:pt x="184848" y="4305033"/>
                  </a:lnTo>
                  <a:close/>
                </a:path>
                <a:path w="7630159" h="4411980">
                  <a:moveTo>
                    <a:pt x="302272" y="4234827"/>
                  </a:moveTo>
                  <a:lnTo>
                    <a:pt x="282625" y="4246181"/>
                  </a:lnTo>
                  <a:lnTo>
                    <a:pt x="282587" y="4248569"/>
                  </a:lnTo>
                  <a:lnTo>
                    <a:pt x="302247" y="4237202"/>
                  </a:lnTo>
                  <a:lnTo>
                    <a:pt x="302272" y="4234827"/>
                  </a:lnTo>
                  <a:close/>
                </a:path>
                <a:path w="7630159" h="4411980">
                  <a:moveTo>
                    <a:pt x="358609" y="4204639"/>
                  </a:moveTo>
                  <a:lnTo>
                    <a:pt x="357949" y="4202671"/>
                  </a:lnTo>
                  <a:lnTo>
                    <a:pt x="313270" y="4228477"/>
                  </a:lnTo>
                  <a:lnTo>
                    <a:pt x="313931" y="4230446"/>
                  </a:lnTo>
                  <a:lnTo>
                    <a:pt x="358609" y="4204639"/>
                  </a:lnTo>
                  <a:close/>
                </a:path>
                <a:path w="7630159" h="4411980">
                  <a:moveTo>
                    <a:pt x="468160" y="4141343"/>
                  </a:moveTo>
                  <a:lnTo>
                    <a:pt x="467487" y="4139908"/>
                  </a:lnTo>
                  <a:lnTo>
                    <a:pt x="467385" y="4139450"/>
                  </a:lnTo>
                  <a:lnTo>
                    <a:pt x="467347" y="4139298"/>
                  </a:lnTo>
                  <a:lnTo>
                    <a:pt x="429742" y="4161028"/>
                  </a:lnTo>
                  <a:lnTo>
                    <a:pt x="429768" y="4161180"/>
                  </a:lnTo>
                  <a:lnTo>
                    <a:pt x="430110" y="4163326"/>
                  </a:lnTo>
                  <a:lnTo>
                    <a:pt x="468160" y="4141343"/>
                  </a:lnTo>
                  <a:close/>
                </a:path>
                <a:path w="7630159" h="4411980">
                  <a:moveTo>
                    <a:pt x="580961" y="4076166"/>
                  </a:moveTo>
                  <a:lnTo>
                    <a:pt x="580301" y="4074223"/>
                  </a:lnTo>
                  <a:lnTo>
                    <a:pt x="580237" y="4074045"/>
                  </a:lnTo>
                  <a:lnTo>
                    <a:pt x="533628" y="4100982"/>
                  </a:lnTo>
                  <a:lnTo>
                    <a:pt x="533692" y="4101147"/>
                  </a:lnTo>
                  <a:lnTo>
                    <a:pt x="534339" y="4103103"/>
                  </a:lnTo>
                  <a:lnTo>
                    <a:pt x="580961" y="4076166"/>
                  </a:lnTo>
                  <a:close/>
                </a:path>
                <a:path w="7630159" h="4411980">
                  <a:moveTo>
                    <a:pt x="760945" y="3972166"/>
                  </a:moveTo>
                  <a:lnTo>
                    <a:pt x="760310" y="3970744"/>
                  </a:lnTo>
                  <a:lnTo>
                    <a:pt x="760209" y="3970286"/>
                  </a:lnTo>
                  <a:lnTo>
                    <a:pt x="760158" y="3970045"/>
                  </a:lnTo>
                  <a:lnTo>
                    <a:pt x="723290" y="3991356"/>
                  </a:lnTo>
                  <a:lnTo>
                    <a:pt x="723328" y="3991584"/>
                  </a:lnTo>
                  <a:lnTo>
                    <a:pt x="723709" y="3993680"/>
                  </a:lnTo>
                  <a:lnTo>
                    <a:pt x="760945" y="3972166"/>
                  </a:lnTo>
                  <a:close/>
                </a:path>
                <a:path w="7630159" h="4411980">
                  <a:moveTo>
                    <a:pt x="873975" y="3906863"/>
                  </a:moveTo>
                  <a:lnTo>
                    <a:pt x="873328" y="3904932"/>
                  </a:lnTo>
                  <a:lnTo>
                    <a:pt x="873239" y="3904678"/>
                  </a:lnTo>
                  <a:lnTo>
                    <a:pt x="826389" y="3931767"/>
                  </a:lnTo>
                  <a:lnTo>
                    <a:pt x="826477" y="3932009"/>
                  </a:lnTo>
                  <a:lnTo>
                    <a:pt x="827112" y="3933939"/>
                  </a:lnTo>
                  <a:lnTo>
                    <a:pt x="873975" y="3906863"/>
                  </a:lnTo>
                  <a:close/>
                </a:path>
                <a:path w="7630159" h="4411980">
                  <a:moveTo>
                    <a:pt x="1001242" y="3833330"/>
                  </a:moveTo>
                  <a:lnTo>
                    <a:pt x="1000569" y="3831437"/>
                  </a:lnTo>
                  <a:lnTo>
                    <a:pt x="1000467" y="3831145"/>
                  </a:lnTo>
                  <a:lnTo>
                    <a:pt x="952449" y="3858907"/>
                  </a:lnTo>
                  <a:lnTo>
                    <a:pt x="952563" y="3859174"/>
                  </a:lnTo>
                  <a:lnTo>
                    <a:pt x="953350" y="3861003"/>
                  </a:lnTo>
                  <a:lnTo>
                    <a:pt x="1001242" y="3833330"/>
                  </a:lnTo>
                  <a:close/>
                </a:path>
                <a:path w="7630159" h="4411980">
                  <a:moveTo>
                    <a:pt x="1144562" y="3750513"/>
                  </a:moveTo>
                  <a:lnTo>
                    <a:pt x="1144422" y="3748328"/>
                  </a:lnTo>
                  <a:lnTo>
                    <a:pt x="1144397" y="3747960"/>
                  </a:lnTo>
                  <a:lnTo>
                    <a:pt x="1096022" y="3775913"/>
                  </a:lnTo>
                  <a:lnTo>
                    <a:pt x="1095971" y="3776319"/>
                  </a:lnTo>
                  <a:lnTo>
                    <a:pt x="1095997" y="3778580"/>
                  </a:lnTo>
                  <a:lnTo>
                    <a:pt x="1144562" y="3750513"/>
                  </a:lnTo>
                  <a:close/>
                </a:path>
                <a:path w="7630159" h="4411980">
                  <a:moveTo>
                    <a:pt x="1457540" y="3569678"/>
                  </a:moveTo>
                  <a:lnTo>
                    <a:pt x="1456918" y="3567811"/>
                  </a:lnTo>
                  <a:lnTo>
                    <a:pt x="1456778" y="3567392"/>
                  </a:lnTo>
                  <a:lnTo>
                    <a:pt x="1409611" y="3594658"/>
                  </a:lnTo>
                  <a:lnTo>
                    <a:pt x="1409750" y="3595052"/>
                  </a:lnTo>
                  <a:lnTo>
                    <a:pt x="1410385" y="3596932"/>
                  </a:lnTo>
                  <a:lnTo>
                    <a:pt x="1457540" y="3569678"/>
                  </a:lnTo>
                  <a:close/>
                </a:path>
                <a:path w="7630159" h="4411980">
                  <a:moveTo>
                    <a:pt x="1686763" y="3437242"/>
                  </a:moveTo>
                  <a:lnTo>
                    <a:pt x="1686687" y="3437090"/>
                  </a:lnTo>
                  <a:lnTo>
                    <a:pt x="1686280" y="3435312"/>
                  </a:lnTo>
                  <a:lnTo>
                    <a:pt x="1686166" y="3434816"/>
                  </a:lnTo>
                  <a:lnTo>
                    <a:pt x="1649006" y="3456279"/>
                  </a:lnTo>
                  <a:lnTo>
                    <a:pt x="1649095" y="3456800"/>
                  </a:lnTo>
                  <a:lnTo>
                    <a:pt x="1649412" y="3458819"/>
                  </a:lnTo>
                  <a:lnTo>
                    <a:pt x="1686763" y="3437242"/>
                  </a:lnTo>
                  <a:close/>
                </a:path>
                <a:path w="7630159" h="4411980">
                  <a:moveTo>
                    <a:pt x="1800606" y="3371456"/>
                  </a:moveTo>
                  <a:lnTo>
                    <a:pt x="1799996" y="3369627"/>
                  </a:lnTo>
                  <a:lnTo>
                    <a:pt x="1799818" y="3369119"/>
                  </a:lnTo>
                  <a:lnTo>
                    <a:pt x="1752955" y="3396208"/>
                  </a:lnTo>
                  <a:lnTo>
                    <a:pt x="1753120" y="3396704"/>
                  </a:lnTo>
                  <a:lnTo>
                    <a:pt x="1753730" y="3398545"/>
                  </a:lnTo>
                  <a:lnTo>
                    <a:pt x="1800606" y="3371456"/>
                  </a:lnTo>
                  <a:close/>
                </a:path>
                <a:path w="7630159" h="4411980">
                  <a:moveTo>
                    <a:pt x="1927021" y="3298418"/>
                  </a:moveTo>
                  <a:lnTo>
                    <a:pt x="1926513" y="3296526"/>
                  </a:lnTo>
                  <a:lnTo>
                    <a:pt x="1926361" y="3295967"/>
                  </a:lnTo>
                  <a:lnTo>
                    <a:pt x="1878850" y="3323437"/>
                  </a:lnTo>
                  <a:lnTo>
                    <a:pt x="1879079" y="3323933"/>
                  </a:lnTo>
                  <a:lnTo>
                    <a:pt x="1879904" y="3325647"/>
                  </a:lnTo>
                  <a:lnTo>
                    <a:pt x="1927021" y="3298418"/>
                  </a:lnTo>
                  <a:close/>
                </a:path>
                <a:path w="7630159" h="4411980">
                  <a:moveTo>
                    <a:pt x="2026158" y="3238296"/>
                  </a:moveTo>
                  <a:lnTo>
                    <a:pt x="1979549" y="3265233"/>
                  </a:lnTo>
                  <a:lnTo>
                    <a:pt x="1979460" y="3265944"/>
                  </a:lnTo>
                  <a:lnTo>
                    <a:pt x="1979155" y="3268294"/>
                  </a:lnTo>
                  <a:lnTo>
                    <a:pt x="2026132" y="3241154"/>
                  </a:lnTo>
                  <a:lnTo>
                    <a:pt x="2026145" y="3238982"/>
                  </a:lnTo>
                  <a:lnTo>
                    <a:pt x="2026158" y="3238296"/>
                  </a:lnTo>
                  <a:close/>
                </a:path>
                <a:path w="7630159" h="4411980">
                  <a:moveTo>
                    <a:pt x="2226360" y="3125457"/>
                  </a:moveTo>
                  <a:lnTo>
                    <a:pt x="2225471" y="3124162"/>
                  </a:lnTo>
                  <a:lnTo>
                    <a:pt x="2225268" y="3123946"/>
                  </a:lnTo>
                  <a:lnTo>
                    <a:pt x="2224798" y="3123476"/>
                  </a:lnTo>
                  <a:lnTo>
                    <a:pt x="2174138" y="3152749"/>
                  </a:lnTo>
                  <a:lnTo>
                    <a:pt x="2174506" y="3153270"/>
                  </a:lnTo>
                  <a:lnTo>
                    <a:pt x="2175586" y="3154807"/>
                  </a:lnTo>
                  <a:lnTo>
                    <a:pt x="2226360" y="3125457"/>
                  </a:lnTo>
                  <a:close/>
                </a:path>
                <a:path w="7630159" h="4411980">
                  <a:moveTo>
                    <a:pt x="2303107" y="3081121"/>
                  </a:moveTo>
                  <a:lnTo>
                    <a:pt x="2302560" y="3079305"/>
                  </a:lnTo>
                  <a:lnTo>
                    <a:pt x="2302357" y="3078645"/>
                  </a:lnTo>
                  <a:lnTo>
                    <a:pt x="2264245" y="3100679"/>
                  </a:lnTo>
                  <a:lnTo>
                    <a:pt x="2264295" y="3101403"/>
                  </a:lnTo>
                  <a:lnTo>
                    <a:pt x="2264448" y="3103461"/>
                  </a:lnTo>
                  <a:lnTo>
                    <a:pt x="2303107" y="3081121"/>
                  </a:lnTo>
                  <a:close/>
                </a:path>
                <a:path w="7630159" h="4411980">
                  <a:moveTo>
                    <a:pt x="2410523" y="3019056"/>
                  </a:moveTo>
                  <a:lnTo>
                    <a:pt x="2409990" y="3017240"/>
                  </a:lnTo>
                  <a:lnTo>
                    <a:pt x="2409787" y="3016554"/>
                  </a:lnTo>
                  <a:lnTo>
                    <a:pt x="2362377" y="3043948"/>
                  </a:lnTo>
                  <a:lnTo>
                    <a:pt x="2362568" y="3044634"/>
                  </a:lnTo>
                  <a:lnTo>
                    <a:pt x="2363089" y="3046463"/>
                  </a:lnTo>
                  <a:lnTo>
                    <a:pt x="2410523" y="3019056"/>
                  </a:lnTo>
                  <a:close/>
                </a:path>
                <a:path w="7630159" h="4411980">
                  <a:moveTo>
                    <a:pt x="2582253" y="2919831"/>
                  </a:moveTo>
                  <a:lnTo>
                    <a:pt x="2581656" y="2918066"/>
                  </a:lnTo>
                  <a:lnTo>
                    <a:pt x="2581402" y="2917355"/>
                  </a:lnTo>
                  <a:lnTo>
                    <a:pt x="2534310" y="2944571"/>
                  </a:lnTo>
                  <a:lnTo>
                    <a:pt x="2534551" y="2945282"/>
                  </a:lnTo>
                  <a:lnTo>
                    <a:pt x="2535148" y="2947047"/>
                  </a:lnTo>
                  <a:lnTo>
                    <a:pt x="2582253" y="2919831"/>
                  </a:lnTo>
                  <a:close/>
                </a:path>
                <a:path w="7630159" h="4411980">
                  <a:moveTo>
                    <a:pt x="2691663" y="2856611"/>
                  </a:moveTo>
                  <a:lnTo>
                    <a:pt x="2691003" y="2855176"/>
                  </a:lnTo>
                  <a:lnTo>
                    <a:pt x="2690952" y="2854934"/>
                  </a:lnTo>
                  <a:lnTo>
                    <a:pt x="2690761" y="2854147"/>
                  </a:lnTo>
                  <a:lnTo>
                    <a:pt x="2653182" y="2875864"/>
                  </a:lnTo>
                  <a:lnTo>
                    <a:pt x="2653309" y="2876677"/>
                  </a:lnTo>
                  <a:lnTo>
                    <a:pt x="2653627" y="2878582"/>
                  </a:lnTo>
                  <a:lnTo>
                    <a:pt x="2691663" y="2856611"/>
                  </a:lnTo>
                  <a:close/>
                </a:path>
                <a:path w="7630159" h="4411980">
                  <a:moveTo>
                    <a:pt x="2804871" y="2791206"/>
                  </a:moveTo>
                  <a:lnTo>
                    <a:pt x="2804287" y="2789453"/>
                  </a:lnTo>
                  <a:lnTo>
                    <a:pt x="2804033" y="2788678"/>
                  </a:lnTo>
                  <a:lnTo>
                    <a:pt x="2757157" y="2815767"/>
                  </a:lnTo>
                  <a:lnTo>
                    <a:pt x="2757411" y="2816542"/>
                  </a:lnTo>
                  <a:lnTo>
                    <a:pt x="2757995" y="2818282"/>
                  </a:lnTo>
                  <a:lnTo>
                    <a:pt x="2804871" y="2791206"/>
                  </a:lnTo>
                  <a:close/>
                </a:path>
                <a:path w="7630159" h="4411980">
                  <a:moveTo>
                    <a:pt x="2932112" y="2717673"/>
                  </a:moveTo>
                  <a:lnTo>
                    <a:pt x="2931515" y="2715958"/>
                  </a:lnTo>
                  <a:lnTo>
                    <a:pt x="2931236" y="2715145"/>
                  </a:lnTo>
                  <a:lnTo>
                    <a:pt x="2883090" y="2742984"/>
                  </a:lnTo>
                  <a:lnTo>
                    <a:pt x="2883408" y="2743746"/>
                  </a:lnTo>
                  <a:lnTo>
                    <a:pt x="2884119" y="2745409"/>
                  </a:lnTo>
                  <a:lnTo>
                    <a:pt x="2932112" y="2717673"/>
                  </a:lnTo>
                  <a:close/>
                </a:path>
                <a:path w="7630159" h="4411980">
                  <a:moveTo>
                    <a:pt x="3311956" y="2498217"/>
                  </a:moveTo>
                  <a:lnTo>
                    <a:pt x="3310763" y="2496870"/>
                  </a:lnTo>
                  <a:lnTo>
                    <a:pt x="3310128" y="2496147"/>
                  </a:lnTo>
                  <a:lnTo>
                    <a:pt x="3260991" y="2524556"/>
                  </a:lnTo>
                  <a:lnTo>
                    <a:pt x="3261639" y="2525255"/>
                  </a:lnTo>
                  <a:lnTo>
                    <a:pt x="3262846" y="2526588"/>
                  </a:lnTo>
                  <a:lnTo>
                    <a:pt x="3311956" y="2498217"/>
                  </a:lnTo>
                  <a:close/>
                </a:path>
                <a:path w="7630159" h="4411980">
                  <a:moveTo>
                    <a:pt x="3432695" y="2425293"/>
                  </a:moveTo>
                  <a:lnTo>
                    <a:pt x="3406775" y="2440279"/>
                  </a:lnTo>
                  <a:lnTo>
                    <a:pt x="3406787" y="2441410"/>
                  </a:lnTo>
                  <a:lnTo>
                    <a:pt x="3406813" y="2443403"/>
                  </a:lnTo>
                  <a:lnTo>
                    <a:pt x="3432568" y="2428519"/>
                  </a:lnTo>
                  <a:lnTo>
                    <a:pt x="3432657" y="2426462"/>
                  </a:lnTo>
                  <a:lnTo>
                    <a:pt x="3432695" y="2425293"/>
                  </a:lnTo>
                  <a:close/>
                </a:path>
                <a:path w="7630159" h="4411980">
                  <a:moveTo>
                    <a:pt x="3555263" y="2357628"/>
                  </a:moveTo>
                  <a:lnTo>
                    <a:pt x="3555225" y="2355659"/>
                  </a:lnTo>
                  <a:lnTo>
                    <a:pt x="3555212" y="2354491"/>
                  </a:lnTo>
                  <a:lnTo>
                    <a:pt x="3508743" y="2381351"/>
                  </a:lnTo>
                  <a:lnTo>
                    <a:pt x="3508591" y="2382596"/>
                  </a:lnTo>
                  <a:lnTo>
                    <a:pt x="3508349" y="2384552"/>
                  </a:lnTo>
                  <a:lnTo>
                    <a:pt x="3508362" y="2384729"/>
                  </a:lnTo>
                  <a:lnTo>
                    <a:pt x="3555263" y="2357628"/>
                  </a:lnTo>
                  <a:close/>
                </a:path>
                <a:path w="7630159" h="4411980">
                  <a:moveTo>
                    <a:pt x="3755733" y="2241804"/>
                  </a:moveTo>
                  <a:lnTo>
                    <a:pt x="3754780" y="2240369"/>
                  </a:lnTo>
                  <a:lnTo>
                    <a:pt x="3754018" y="2239568"/>
                  </a:lnTo>
                  <a:lnTo>
                    <a:pt x="3703434" y="2268817"/>
                  </a:lnTo>
                  <a:lnTo>
                    <a:pt x="3704069" y="2269667"/>
                  </a:lnTo>
                  <a:lnTo>
                    <a:pt x="3705098" y="2271064"/>
                  </a:lnTo>
                  <a:lnTo>
                    <a:pt x="3755733" y="2241804"/>
                  </a:lnTo>
                  <a:close/>
                </a:path>
                <a:path w="7630159" h="4411980">
                  <a:moveTo>
                    <a:pt x="3830472" y="2198611"/>
                  </a:moveTo>
                  <a:lnTo>
                    <a:pt x="3829913" y="2196973"/>
                  </a:lnTo>
                  <a:lnTo>
                    <a:pt x="3829545" y="2195919"/>
                  </a:lnTo>
                  <a:lnTo>
                    <a:pt x="3796766" y="2214867"/>
                  </a:lnTo>
                  <a:lnTo>
                    <a:pt x="3796931" y="2216023"/>
                  </a:lnTo>
                  <a:lnTo>
                    <a:pt x="3797173" y="2217851"/>
                  </a:lnTo>
                  <a:lnTo>
                    <a:pt x="3830472" y="2198611"/>
                  </a:lnTo>
                  <a:close/>
                </a:path>
                <a:path w="7630159" h="4411980">
                  <a:moveTo>
                    <a:pt x="3980230" y="2112086"/>
                  </a:moveTo>
                  <a:lnTo>
                    <a:pt x="3979672" y="2110460"/>
                  </a:lnTo>
                  <a:lnTo>
                    <a:pt x="3979303" y="2109355"/>
                  </a:lnTo>
                  <a:lnTo>
                    <a:pt x="3931882" y="2136762"/>
                  </a:lnTo>
                  <a:lnTo>
                    <a:pt x="3932250" y="2137854"/>
                  </a:lnTo>
                  <a:lnTo>
                    <a:pt x="3932796" y="2139492"/>
                  </a:lnTo>
                  <a:lnTo>
                    <a:pt x="3980230" y="2112086"/>
                  </a:lnTo>
                  <a:close/>
                </a:path>
                <a:path w="7630159" h="4411980">
                  <a:moveTo>
                    <a:pt x="4116489" y="2033358"/>
                  </a:moveTo>
                  <a:lnTo>
                    <a:pt x="4115943" y="2032203"/>
                  </a:lnTo>
                  <a:lnTo>
                    <a:pt x="4115854" y="2031796"/>
                  </a:lnTo>
                  <a:lnTo>
                    <a:pt x="4115562" y="2030603"/>
                  </a:lnTo>
                  <a:lnTo>
                    <a:pt x="4078173" y="2052218"/>
                  </a:lnTo>
                  <a:lnTo>
                    <a:pt x="4078376" y="2053437"/>
                  </a:lnTo>
                  <a:lnTo>
                    <a:pt x="4078655" y="2055215"/>
                  </a:lnTo>
                  <a:lnTo>
                    <a:pt x="4116489" y="2033358"/>
                  </a:lnTo>
                  <a:close/>
                </a:path>
                <a:path w="7630159" h="4411980">
                  <a:moveTo>
                    <a:pt x="4229697" y="1967953"/>
                  </a:moveTo>
                  <a:lnTo>
                    <a:pt x="4229151" y="1966341"/>
                  </a:lnTo>
                  <a:lnTo>
                    <a:pt x="4228770" y="1965172"/>
                  </a:lnTo>
                  <a:lnTo>
                    <a:pt x="4181906" y="1992249"/>
                  </a:lnTo>
                  <a:lnTo>
                    <a:pt x="4182300" y="1993404"/>
                  </a:lnTo>
                  <a:lnTo>
                    <a:pt x="4182834" y="1995017"/>
                  </a:lnTo>
                  <a:lnTo>
                    <a:pt x="4229697" y="1967953"/>
                  </a:lnTo>
                  <a:close/>
                </a:path>
                <a:path w="7630159" h="4411980">
                  <a:moveTo>
                    <a:pt x="4357179" y="1894281"/>
                  </a:moveTo>
                  <a:lnTo>
                    <a:pt x="4356633" y="1892693"/>
                  </a:lnTo>
                  <a:lnTo>
                    <a:pt x="4356227" y="1891487"/>
                  </a:lnTo>
                  <a:lnTo>
                    <a:pt x="4308360" y="1919160"/>
                  </a:lnTo>
                  <a:lnTo>
                    <a:pt x="4308843" y="1920303"/>
                  </a:lnTo>
                  <a:lnTo>
                    <a:pt x="4309503" y="1921827"/>
                  </a:lnTo>
                  <a:lnTo>
                    <a:pt x="4357179" y="1894281"/>
                  </a:lnTo>
                  <a:close/>
                </a:path>
                <a:path w="7630159" h="4411980">
                  <a:moveTo>
                    <a:pt x="4464291" y="1832394"/>
                  </a:moveTo>
                  <a:lnTo>
                    <a:pt x="4463605" y="1830895"/>
                  </a:lnTo>
                  <a:lnTo>
                    <a:pt x="4463364" y="1829562"/>
                  </a:lnTo>
                  <a:lnTo>
                    <a:pt x="4426940" y="1850618"/>
                  </a:lnTo>
                  <a:lnTo>
                    <a:pt x="4427156" y="1851952"/>
                  </a:lnTo>
                  <a:lnTo>
                    <a:pt x="4427436" y="1853692"/>
                  </a:lnTo>
                  <a:lnTo>
                    <a:pt x="4464291" y="1832394"/>
                  </a:lnTo>
                  <a:close/>
                </a:path>
                <a:path w="7630159" h="4411980">
                  <a:moveTo>
                    <a:pt x="4577461" y="1767001"/>
                  </a:moveTo>
                  <a:lnTo>
                    <a:pt x="4576940" y="1765427"/>
                  </a:lnTo>
                  <a:lnTo>
                    <a:pt x="4576521" y="1764157"/>
                  </a:lnTo>
                  <a:lnTo>
                    <a:pt x="4529899" y="1791119"/>
                  </a:lnTo>
                  <a:lnTo>
                    <a:pt x="4530318" y="1792363"/>
                  </a:lnTo>
                  <a:lnTo>
                    <a:pt x="4530852" y="1793938"/>
                  </a:lnTo>
                  <a:lnTo>
                    <a:pt x="4577461" y="1767001"/>
                  </a:lnTo>
                  <a:close/>
                </a:path>
                <a:path w="7630159" h="4411980">
                  <a:moveTo>
                    <a:pt x="4973739" y="1538033"/>
                  </a:moveTo>
                  <a:lnTo>
                    <a:pt x="4973294" y="1536458"/>
                  </a:lnTo>
                  <a:lnTo>
                    <a:pt x="4972901" y="1535049"/>
                  </a:lnTo>
                  <a:lnTo>
                    <a:pt x="4934801" y="1557070"/>
                  </a:lnTo>
                  <a:lnTo>
                    <a:pt x="4935042" y="1558556"/>
                  </a:lnTo>
                  <a:lnTo>
                    <a:pt x="4935309" y="1560245"/>
                  </a:lnTo>
                  <a:lnTo>
                    <a:pt x="4973739" y="1538033"/>
                  </a:lnTo>
                  <a:close/>
                </a:path>
                <a:path w="7630159" h="4411980">
                  <a:moveTo>
                    <a:pt x="5069027" y="1482979"/>
                  </a:moveTo>
                  <a:lnTo>
                    <a:pt x="5068989" y="1481175"/>
                  </a:lnTo>
                  <a:lnTo>
                    <a:pt x="5068963" y="1479524"/>
                  </a:lnTo>
                  <a:lnTo>
                    <a:pt x="5052631" y="1488973"/>
                  </a:lnTo>
                  <a:lnTo>
                    <a:pt x="5052657" y="1490611"/>
                  </a:lnTo>
                  <a:lnTo>
                    <a:pt x="5052682" y="1492427"/>
                  </a:lnTo>
                  <a:lnTo>
                    <a:pt x="5069027" y="1482979"/>
                  </a:lnTo>
                  <a:close/>
                </a:path>
                <a:path w="7630159" h="4411980">
                  <a:moveTo>
                    <a:pt x="5139004" y="1442554"/>
                  </a:moveTo>
                  <a:lnTo>
                    <a:pt x="5138102" y="1441259"/>
                  </a:lnTo>
                  <a:lnTo>
                    <a:pt x="5137264" y="1440053"/>
                  </a:lnTo>
                  <a:lnTo>
                    <a:pt x="5089639" y="1467573"/>
                  </a:lnTo>
                  <a:lnTo>
                    <a:pt x="5090477" y="1468767"/>
                  </a:lnTo>
                  <a:lnTo>
                    <a:pt x="5091392" y="1470063"/>
                  </a:lnTo>
                  <a:lnTo>
                    <a:pt x="5139004" y="1442554"/>
                  </a:lnTo>
                  <a:close/>
                </a:path>
                <a:path w="7630159" h="4411980">
                  <a:moveTo>
                    <a:pt x="5270424" y="1366621"/>
                  </a:moveTo>
                  <a:lnTo>
                    <a:pt x="5269877" y="1365135"/>
                  </a:lnTo>
                  <a:lnTo>
                    <a:pt x="5269344" y="1363700"/>
                  </a:lnTo>
                  <a:lnTo>
                    <a:pt x="5236756" y="1382547"/>
                  </a:lnTo>
                  <a:lnTo>
                    <a:pt x="5236984" y="1384134"/>
                  </a:lnTo>
                  <a:lnTo>
                    <a:pt x="5237213" y="1385798"/>
                  </a:lnTo>
                  <a:lnTo>
                    <a:pt x="5270424" y="1366621"/>
                  </a:lnTo>
                  <a:close/>
                </a:path>
                <a:path w="7630159" h="4411980">
                  <a:moveTo>
                    <a:pt x="5420118" y="1280121"/>
                  </a:moveTo>
                  <a:lnTo>
                    <a:pt x="5419610" y="1278636"/>
                  </a:lnTo>
                  <a:lnTo>
                    <a:pt x="5419102" y="1277150"/>
                  </a:lnTo>
                  <a:lnTo>
                    <a:pt x="5371973" y="1304391"/>
                  </a:lnTo>
                  <a:lnTo>
                    <a:pt x="5372468" y="1305864"/>
                  </a:lnTo>
                  <a:lnTo>
                    <a:pt x="5372963" y="1307363"/>
                  </a:lnTo>
                  <a:lnTo>
                    <a:pt x="5420118" y="1280121"/>
                  </a:lnTo>
                  <a:close/>
                </a:path>
                <a:path w="7630159" h="4411980">
                  <a:moveTo>
                    <a:pt x="5553976" y="1202778"/>
                  </a:moveTo>
                  <a:lnTo>
                    <a:pt x="5553481" y="1201293"/>
                  </a:lnTo>
                  <a:lnTo>
                    <a:pt x="5552973" y="1199769"/>
                  </a:lnTo>
                  <a:lnTo>
                    <a:pt x="5520271" y="1218666"/>
                  </a:lnTo>
                  <a:lnTo>
                    <a:pt x="5520499" y="1220355"/>
                  </a:lnTo>
                  <a:lnTo>
                    <a:pt x="5520728" y="1221994"/>
                  </a:lnTo>
                  <a:lnTo>
                    <a:pt x="5553976" y="1202778"/>
                  </a:lnTo>
                  <a:close/>
                </a:path>
                <a:path w="7630159" h="4411980">
                  <a:moveTo>
                    <a:pt x="5703811" y="1116215"/>
                  </a:moveTo>
                  <a:lnTo>
                    <a:pt x="5703316" y="1114742"/>
                  </a:lnTo>
                  <a:lnTo>
                    <a:pt x="5702782" y="1113180"/>
                  </a:lnTo>
                  <a:lnTo>
                    <a:pt x="5655221" y="1140663"/>
                  </a:lnTo>
                  <a:lnTo>
                    <a:pt x="5655742" y="1142225"/>
                  </a:lnTo>
                  <a:lnTo>
                    <a:pt x="5656237" y="1143698"/>
                  </a:lnTo>
                  <a:lnTo>
                    <a:pt x="5703811" y="1116215"/>
                  </a:lnTo>
                  <a:close/>
                </a:path>
                <a:path w="7630159" h="4411980">
                  <a:moveTo>
                    <a:pt x="5840412" y="1037285"/>
                  </a:moveTo>
                  <a:lnTo>
                    <a:pt x="5839777" y="1035913"/>
                  </a:lnTo>
                  <a:lnTo>
                    <a:pt x="5839587" y="1035507"/>
                  </a:lnTo>
                  <a:lnTo>
                    <a:pt x="5839295" y="1034275"/>
                  </a:lnTo>
                  <a:lnTo>
                    <a:pt x="5801715" y="1055992"/>
                  </a:lnTo>
                  <a:lnTo>
                    <a:pt x="5801995" y="1057732"/>
                  </a:lnTo>
                  <a:lnTo>
                    <a:pt x="5802261" y="1059319"/>
                  </a:lnTo>
                  <a:lnTo>
                    <a:pt x="5840412" y="1037285"/>
                  </a:lnTo>
                  <a:close/>
                </a:path>
                <a:path w="7630159" h="4411980">
                  <a:moveTo>
                    <a:pt x="5952223" y="972680"/>
                  </a:moveTo>
                  <a:lnTo>
                    <a:pt x="5951753" y="971219"/>
                  </a:lnTo>
                  <a:lnTo>
                    <a:pt x="5951220" y="969581"/>
                  </a:lnTo>
                  <a:lnTo>
                    <a:pt x="5905551" y="995984"/>
                  </a:lnTo>
                  <a:lnTo>
                    <a:pt x="5906084" y="997610"/>
                  </a:lnTo>
                  <a:lnTo>
                    <a:pt x="5906567" y="999058"/>
                  </a:lnTo>
                  <a:lnTo>
                    <a:pt x="5952223" y="972680"/>
                  </a:lnTo>
                  <a:close/>
                </a:path>
                <a:path w="7630159" h="4411980">
                  <a:moveTo>
                    <a:pt x="6164504" y="850023"/>
                  </a:moveTo>
                  <a:lnTo>
                    <a:pt x="6164097" y="848563"/>
                  </a:lnTo>
                  <a:lnTo>
                    <a:pt x="6163602" y="846823"/>
                  </a:lnTo>
                  <a:lnTo>
                    <a:pt x="6125527" y="868832"/>
                  </a:lnTo>
                  <a:lnTo>
                    <a:pt x="6125845" y="870648"/>
                  </a:lnTo>
                  <a:lnTo>
                    <a:pt x="6126124" y="872197"/>
                  </a:lnTo>
                  <a:lnTo>
                    <a:pt x="6164504" y="850023"/>
                  </a:lnTo>
                  <a:close/>
                </a:path>
                <a:path w="7630159" h="4411980">
                  <a:moveTo>
                    <a:pt x="6265024" y="791946"/>
                  </a:moveTo>
                  <a:lnTo>
                    <a:pt x="6264529" y="790536"/>
                  </a:lnTo>
                  <a:lnTo>
                    <a:pt x="6263919" y="788835"/>
                  </a:lnTo>
                  <a:lnTo>
                    <a:pt x="6228486" y="809307"/>
                  </a:lnTo>
                  <a:lnTo>
                    <a:pt x="6229070" y="811022"/>
                  </a:lnTo>
                  <a:lnTo>
                    <a:pt x="6229553" y="812431"/>
                  </a:lnTo>
                  <a:lnTo>
                    <a:pt x="6265024" y="791946"/>
                  </a:lnTo>
                  <a:close/>
                </a:path>
                <a:path w="7630159" h="4411980">
                  <a:moveTo>
                    <a:pt x="6314757" y="763206"/>
                  </a:moveTo>
                  <a:lnTo>
                    <a:pt x="6313411" y="762304"/>
                  </a:lnTo>
                  <a:lnTo>
                    <a:pt x="6311735" y="761199"/>
                  </a:lnTo>
                  <a:lnTo>
                    <a:pt x="6265062" y="788174"/>
                  </a:lnTo>
                  <a:lnTo>
                    <a:pt x="6266446" y="789432"/>
                  </a:lnTo>
                  <a:lnTo>
                    <a:pt x="6267589" y="790460"/>
                  </a:lnTo>
                  <a:lnTo>
                    <a:pt x="6314757" y="763206"/>
                  </a:lnTo>
                  <a:close/>
                </a:path>
                <a:path w="7630159" h="4411980">
                  <a:moveTo>
                    <a:pt x="6448463" y="685952"/>
                  </a:moveTo>
                  <a:lnTo>
                    <a:pt x="6448069" y="684517"/>
                  </a:lnTo>
                  <a:lnTo>
                    <a:pt x="6447561" y="682688"/>
                  </a:lnTo>
                  <a:lnTo>
                    <a:pt x="6414833" y="701611"/>
                  </a:lnTo>
                  <a:lnTo>
                    <a:pt x="6415151" y="703529"/>
                  </a:lnTo>
                  <a:lnTo>
                    <a:pt x="6415418" y="705053"/>
                  </a:lnTo>
                  <a:lnTo>
                    <a:pt x="6448463" y="685952"/>
                  </a:lnTo>
                  <a:close/>
                </a:path>
                <a:path w="7630159" h="4411980">
                  <a:moveTo>
                    <a:pt x="6539801" y="633171"/>
                  </a:moveTo>
                  <a:lnTo>
                    <a:pt x="6539293" y="631812"/>
                  </a:lnTo>
                  <a:lnTo>
                    <a:pt x="6538646" y="630047"/>
                  </a:lnTo>
                  <a:lnTo>
                    <a:pt x="6506146" y="648817"/>
                  </a:lnTo>
                  <a:lnTo>
                    <a:pt x="6506426" y="650798"/>
                  </a:lnTo>
                  <a:lnTo>
                    <a:pt x="6506654" y="652335"/>
                  </a:lnTo>
                  <a:lnTo>
                    <a:pt x="6539801" y="633171"/>
                  </a:lnTo>
                  <a:close/>
                </a:path>
                <a:path w="7630159" h="4411980">
                  <a:moveTo>
                    <a:pt x="6688480" y="547268"/>
                  </a:moveTo>
                  <a:lnTo>
                    <a:pt x="6688023" y="545896"/>
                  </a:lnTo>
                  <a:lnTo>
                    <a:pt x="6687401" y="544055"/>
                  </a:lnTo>
                  <a:lnTo>
                    <a:pt x="6641262" y="570725"/>
                  </a:lnTo>
                  <a:lnTo>
                    <a:pt x="6641871" y="572554"/>
                  </a:lnTo>
                  <a:lnTo>
                    <a:pt x="6642328" y="573938"/>
                  </a:lnTo>
                  <a:lnTo>
                    <a:pt x="6688480" y="547268"/>
                  </a:lnTo>
                  <a:close/>
                </a:path>
                <a:path w="7630159" h="4411980">
                  <a:moveTo>
                    <a:pt x="6902183" y="423799"/>
                  </a:moveTo>
                  <a:lnTo>
                    <a:pt x="6901713" y="422440"/>
                  </a:lnTo>
                  <a:lnTo>
                    <a:pt x="6901066" y="420560"/>
                  </a:lnTo>
                  <a:lnTo>
                    <a:pt x="6853504" y="448056"/>
                  </a:lnTo>
                  <a:lnTo>
                    <a:pt x="6854126" y="449935"/>
                  </a:lnTo>
                  <a:lnTo>
                    <a:pt x="6854584" y="451294"/>
                  </a:lnTo>
                  <a:lnTo>
                    <a:pt x="6902183" y="423799"/>
                  </a:lnTo>
                  <a:close/>
                </a:path>
                <a:path w="7630159" h="4411980">
                  <a:moveTo>
                    <a:pt x="7037464" y="345630"/>
                  </a:moveTo>
                  <a:lnTo>
                    <a:pt x="7037451" y="344043"/>
                  </a:lnTo>
                  <a:lnTo>
                    <a:pt x="7037425" y="341744"/>
                  </a:lnTo>
                  <a:lnTo>
                    <a:pt x="6991134" y="368503"/>
                  </a:lnTo>
                  <a:lnTo>
                    <a:pt x="6990816" y="370979"/>
                  </a:lnTo>
                  <a:lnTo>
                    <a:pt x="6990728" y="372643"/>
                  </a:lnTo>
                  <a:lnTo>
                    <a:pt x="7037464" y="345630"/>
                  </a:lnTo>
                  <a:close/>
                </a:path>
                <a:path w="7630159" h="4411980">
                  <a:moveTo>
                    <a:pt x="7237882" y="229831"/>
                  </a:moveTo>
                  <a:lnTo>
                    <a:pt x="7237120" y="228688"/>
                  </a:lnTo>
                  <a:lnTo>
                    <a:pt x="7235660" y="227164"/>
                  </a:lnTo>
                  <a:lnTo>
                    <a:pt x="7185457" y="256184"/>
                  </a:lnTo>
                  <a:lnTo>
                    <a:pt x="7186663" y="257848"/>
                  </a:lnTo>
                  <a:lnTo>
                    <a:pt x="7187463" y="258965"/>
                  </a:lnTo>
                  <a:lnTo>
                    <a:pt x="7237882" y="229831"/>
                  </a:lnTo>
                  <a:close/>
                </a:path>
                <a:path w="7630159" h="4411980">
                  <a:moveTo>
                    <a:pt x="7345400" y="167703"/>
                  </a:moveTo>
                  <a:lnTo>
                    <a:pt x="7345032" y="166357"/>
                  </a:lnTo>
                  <a:lnTo>
                    <a:pt x="7344461" y="164274"/>
                  </a:lnTo>
                  <a:lnTo>
                    <a:pt x="7306615" y="186143"/>
                  </a:lnTo>
                  <a:lnTo>
                    <a:pt x="7306996" y="188328"/>
                  </a:lnTo>
                  <a:lnTo>
                    <a:pt x="7307250" y="189750"/>
                  </a:lnTo>
                  <a:lnTo>
                    <a:pt x="7345400" y="167703"/>
                  </a:lnTo>
                  <a:close/>
                </a:path>
                <a:path w="7630159" h="4411980">
                  <a:moveTo>
                    <a:pt x="7446213" y="109461"/>
                  </a:moveTo>
                  <a:lnTo>
                    <a:pt x="7445756" y="108165"/>
                  </a:lnTo>
                  <a:lnTo>
                    <a:pt x="7445045" y="106133"/>
                  </a:lnTo>
                  <a:lnTo>
                    <a:pt x="7409612" y="126619"/>
                  </a:lnTo>
                  <a:lnTo>
                    <a:pt x="7410297" y="128651"/>
                  </a:lnTo>
                  <a:lnTo>
                    <a:pt x="7410742" y="129946"/>
                  </a:lnTo>
                  <a:lnTo>
                    <a:pt x="7446213" y="109461"/>
                  </a:lnTo>
                  <a:close/>
                </a:path>
                <a:path w="7630159" h="4411980">
                  <a:moveTo>
                    <a:pt x="7496099" y="80632"/>
                  </a:moveTo>
                  <a:lnTo>
                    <a:pt x="7494841" y="79806"/>
                  </a:lnTo>
                  <a:lnTo>
                    <a:pt x="7492873" y="78498"/>
                  </a:lnTo>
                  <a:lnTo>
                    <a:pt x="7446213" y="105460"/>
                  </a:lnTo>
                  <a:lnTo>
                    <a:pt x="7447851" y="106946"/>
                  </a:lnTo>
                  <a:lnTo>
                    <a:pt x="7448905" y="107899"/>
                  </a:lnTo>
                  <a:lnTo>
                    <a:pt x="7496099" y="80632"/>
                  </a:lnTo>
                  <a:close/>
                </a:path>
                <a:path w="7630159" h="4411980">
                  <a:moveTo>
                    <a:pt x="7629639" y="3479"/>
                  </a:moveTo>
                  <a:lnTo>
                    <a:pt x="7629271" y="2146"/>
                  </a:lnTo>
                  <a:lnTo>
                    <a:pt x="7628674" y="0"/>
                  </a:lnTo>
                  <a:lnTo>
                    <a:pt x="7595946" y="18910"/>
                  </a:lnTo>
                  <a:lnTo>
                    <a:pt x="7596327" y="21183"/>
                  </a:lnTo>
                  <a:lnTo>
                    <a:pt x="7596556" y="22593"/>
                  </a:lnTo>
                  <a:lnTo>
                    <a:pt x="7629639" y="3479"/>
                  </a:lnTo>
                  <a:close/>
                </a:path>
              </a:pathLst>
            </a:custGeom>
            <a:solidFill>
              <a:srgbClr val="545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93877" y="937856"/>
              <a:ext cx="7630795" cy="4413250"/>
            </a:xfrm>
            <a:custGeom>
              <a:avLst/>
              <a:gdLst/>
              <a:ahLst/>
              <a:cxnLst/>
              <a:rect l="l" t="t" r="r" b="b"/>
              <a:pathLst>
                <a:path w="7630795" h="4413250">
                  <a:moveTo>
                    <a:pt x="40309" y="4390288"/>
                  </a:moveTo>
                  <a:lnTo>
                    <a:pt x="40106" y="4389818"/>
                  </a:lnTo>
                  <a:lnTo>
                    <a:pt x="39878" y="4389005"/>
                  </a:lnTo>
                  <a:lnTo>
                    <a:pt x="39319" y="4386961"/>
                  </a:lnTo>
                  <a:lnTo>
                    <a:pt x="38950" y="4385640"/>
                  </a:lnTo>
                  <a:lnTo>
                    <a:pt x="0" y="4408144"/>
                  </a:lnTo>
                  <a:lnTo>
                    <a:pt x="254" y="4409529"/>
                  </a:lnTo>
                  <a:lnTo>
                    <a:pt x="647" y="4411688"/>
                  </a:lnTo>
                  <a:lnTo>
                    <a:pt x="901" y="4413072"/>
                  </a:lnTo>
                  <a:lnTo>
                    <a:pt x="40309" y="4390288"/>
                  </a:lnTo>
                  <a:close/>
                </a:path>
                <a:path w="7630795" h="4413250">
                  <a:moveTo>
                    <a:pt x="138658" y="4333456"/>
                  </a:moveTo>
                  <a:lnTo>
                    <a:pt x="138188" y="4332186"/>
                  </a:lnTo>
                  <a:lnTo>
                    <a:pt x="137477" y="4330255"/>
                  </a:lnTo>
                  <a:lnTo>
                    <a:pt x="137007" y="4328985"/>
                  </a:lnTo>
                  <a:lnTo>
                    <a:pt x="103454" y="4348365"/>
                  </a:lnTo>
                  <a:lnTo>
                    <a:pt x="103886" y="4349661"/>
                  </a:lnTo>
                  <a:lnTo>
                    <a:pt x="104546" y="4351629"/>
                  </a:lnTo>
                  <a:lnTo>
                    <a:pt x="104978" y="4352925"/>
                  </a:lnTo>
                  <a:lnTo>
                    <a:pt x="138658" y="4333456"/>
                  </a:lnTo>
                  <a:close/>
                </a:path>
                <a:path w="7630795" h="4413250">
                  <a:moveTo>
                    <a:pt x="187871" y="4305033"/>
                  </a:moveTo>
                  <a:lnTo>
                    <a:pt x="186893" y="4304030"/>
                  </a:lnTo>
                  <a:lnTo>
                    <a:pt x="185445" y="4302544"/>
                  </a:lnTo>
                  <a:lnTo>
                    <a:pt x="184467" y="4301553"/>
                  </a:lnTo>
                  <a:lnTo>
                    <a:pt x="141160" y="4326572"/>
                  </a:lnTo>
                  <a:lnTo>
                    <a:pt x="142151" y="4327563"/>
                  </a:lnTo>
                  <a:lnTo>
                    <a:pt x="143624" y="4329036"/>
                  </a:lnTo>
                  <a:lnTo>
                    <a:pt x="144614" y="4330027"/>
                  </a:lnTo>
                  <a:lnTo>
                    <a:pt x="187871" y="4305033"/>
                  </a:lnTo>
                  <a:close/>
                </a:path>
                <a:path w="7630795" h="4413250">
                  <a:moveTo>
                    <a:pt x="301866" y="4233723"/>
                  </a:moveTo>
                  <a:lnTo>
                    <a:pt x="282206" y="4245089"/>
                  </a:lnTo>
                  <a:lnTo>
                    <a:pt x="282181" y="4246664"/>
                  </a:lnTo>
                  <a:lnTo>
                    <a:pt x="282143" y="4248988"/>
                  </a:lnTo>
                  <a:lnTo>
                    <a:pt x="282105" y="4250563"/>
                  </a:lnTo>
                  <a:lnTo>
                    <a:pt x="301802" y="4239184"/>
                  </a:lnTo>
                  <a:lnTo>
                    <a:pt x="301828" y="4237609"/>
                  </a:lnTo>
                  <a:lnTo>
                    <a:pt x="301853" y="4235297"/>
                  </a:lnTo>
                  <a:lnTo>
                    <a:pt x="301866" y="4233723"/>
                  </a:lnTo>
                  <a:close/>
                </a:path>
                <a:path w="7630795" h="4413250">
                  <a:moveTo>
                    <a:pt x="359752" y="4205694"/>
                  </a:moveTo>
                  <a:lnTo>
                    <a:pt x="359308" y="4204373"/>
                  </a:lnTo>
                  <a:lnTo>
                    <a:pt x="358673" y="4202480"/>
                  </a:lnTo>
                  <a:lnTo>
                    <a:pt x="358228" y="4201160"/>
                  </a:lnTo>
                  <a:lnTo>
                    <a:pt x="313550" y="4226966"/>
                  </a:lnTo>
                  <a:lnTo>
                    <a:pt x="313994" y="4228287"/>
                  </a:lnTo>
                  <a:lnTo>
                    <a:pt x="314642" y="4230192"/>
                  </a:lnTo>
                  <a:lnTo>
                    <a:pt x="315087" y="4231513"/>
                  </a:lnTo>
                  <a:lnTo>
                    <a:pt x="359752" y="4205694"/>
                  </a:lnTo>
                  <a:close/>
                </a:path>
                <a:path w="7630795" h="4413250">
                  <a:moveTo>
                    <a:pt x="469747" y="4142130"/>
                  </a:moveTo>
                  <a:lnTo>
                    <a:pt x="469163" y="4140885"/>
                  </a:lnTo>
                  <a:lnTo>
                    <a:pt x="468350" y="4139120"/>
                  </a:lnTo>
                  <a:lnTo>
                    <a:pt x="467779" y="4137863"/>
                  </a:lnTo>
                  <a:lnTo>
                    <a:pt x="429729" y="4159847"/>
                  </a:lnTo>
                  <a:lnTo>
                    <a:pt x="429971" y="4161282"/>
                  </a:lnTo>
                  <a:lnTo>
                    <a:pt x="430314" y="4163339"/>
                  </a:lnTo>
                  <a:lnTo>
                    <a:pt x="430542" y="4164787"/>
                  </a:lnTo>
                  <a:lnTo>
                    <a:pt x="469747" y="4142130"/>
                  </a:lnTo>
                  <a:close/>
                </a:path>
                <a:path w="7630795" h="4413250">
                  <a:moveTo>
                    <a:pt x="582129" y="4077195"/>
                  </a:moveTo>
                  <a:lnTo>
                    <a:pt x="581672" y="4075861"/>
                  </a:lnTo>
                  <a:lnTo>
                    <a:pt x="581037" y="4074020"/>
                  </a:lnTo>
                  <a:lnTo>
                    <a:pt x="580580" y="4072686"/>
                  </a:lnTo>
                  <a:lnTo>
                    <a:pt x="533958" y="4099623"/>
                  </a:lnTo>
                  <a:lnTo>
                    <a:pt x="534403" y="4100957"/>
                  </a:lnTo>
                  <a:lnTo>
                    <a:pt x="535012" y="4102824"/>
                  </a:lnTo>
                  <a:lnTo>
                    <a:pt x="535457" y="4104157"/>
                  </a:lnTo>
                  <a:lnTo>
                    <a:pt x="582129" y="4077195"/>
                  </a:lnTo>
                  <a:close/>
                </a:path>
                <a:path w="7630795" h="4413250">
                  <a:moveTo>
                    <a:pt x="762495" y="3972966"/>
                  </a:moveTo>
                  <a:lnTo>
                    <a:pt x="761911" y="3971683"/>
                  </a:lnTo>
                  <a:lnTo>
                    <a:pt x="761149" y="3969969"/>
                  </a:lnTo>
                  <a:lnTo>
                    <a:pt x="760564" y="3968686"/>
                  </a:lnTo>
                  <a:lnTo>
                    <a:pt x="723328" y="3990200"/>
                  </a:lnTo>
                  <a:lnTo>
                    <a:pt x="723595" y="3991660"/>
                  </a:lnTo>
                  <a:lnTo>
                    <a:pt x="723950" y="3993616"/>
                  </a:lnTo>
                  <a:lnTo>
                    <a:pt x="724217" y="3995077"/>
                  </a:lnTo>
                  <a:lnTo>
                    <a:pt x="762495" y="3972966"/>
                  </a:lnTo>
                  <a:close/>
                </a:path>
                <a:path w="7630795" h="4413250">
                  <a:moveTo>
                    <a:pt x="875093" y="3907891"/>
                  </a:moveTo>
                  <a:lnTo>
                    <a:pt x="874636" y="3906520"/>
                  </a:lnTo>
                  <a:lnTo>
                    <a:pt x="874052" y="3904754"/>
                  </a:lnTo>
                  <a:lnTo>
                    <a:pt x="873594" y="3903383"/>
                  </a:lnTo>
                  <a:lnTo>
                    <a:pt x="826731" y="3930459"/>
                  </a:lnTo>
                  <a:lnTo>
                    <a:pt x="827189" y="3931818"/>
                  </a:lnTo>
                  <a:lnTo>
                    <a:pt x="827786" y="3933609"/>
                  </a:lnTo>
                  <a:lnTo>
                    <a:pt x="828243" y="3934968"/>
                  </a:lnTo>
                  <a:lnTo>
                    <a:pt x="875093" y="3907891"/>
                  </a:lnTo>
                  <a:close/>
                </a:path>
                <a:path w="7630795" h="4413250">
                  <a:moveTo>
                    <a:pt x="1002436" y="3834307"/>
                  </a:moveTo>
                  <a:lnTo>
                    <a:pt x="1001953" y="3832936"/>
                  </a:lnTo>
                  <a:lnTo>
                    <a:pt x="1001331" y="3831221"/>
                  </a:lnTo>
                  <a:lnTo>
                    <a:pt x="1000861" y="3829850"/>
                  </a:lnTo>
                  <a:lnTo>
                    <a:pt x="952969" y="3857523"/>
                  </a:lnTo>
                  <a:lnTo>
                    <a:pt x="953528" y="3858831"/>
                  </a:lnTo>
                  <a:lnTo>
                    <a:pt x="954252" y="3860508"/>
                  </a:lnTo>
                  <a:lnTo>
                    <a:pt x="954824" y="3861816"/>
                  </a:lnTo>
                  <a:lnTo>
                    <a:pt x="1002436" y="3834307"/>
                  </a:lnTo>
                  <a:close/>
                </a:path>
                <a:path w="7630795" h="4413250">
                  <a:moveTo>
                    <a:pt x="1144524" y="3752202"/>
                  </a:moveTo>
                  <a:lnTo>
                    <a:pt x="1144409" y="3750602"/>
                  </a:lnTo>
                  <a:lnTo>
                    <a:pt x="1144282" y="3748633"/>
                  </a:lnTo>
                  <a:lnTo>
                    <a:pt x="1144181" y="3747033"/>
                  </a:lnTo>
                  <a:lnTo>
                    <a:pt x="1095616" y="3775100"/>
                  </a:lnTo>
                  <a:lnTo>
                    <a:pt x="1095717" y="3776700"/>
                  </a:lnTo>
                  <a:lnTo>
                    <a:pt x="1095832" y="3778681"/>
                  </a:lnTo>
                  <a:lnTo>
                    <a:pt x="1095921" y="3780282"/>
                  </a:lnTo>
                  <a:lnTo>
                    <a:pt x="1144524" y="3752202"/>
                  </a:lnTo>
                  <a:close/>
                </a:path>
                <a:path w="7630795" h="4413250">
                  <a:moveTo>
                    <a:pt x="1458645" y="3570668"/>
                  </a:moveTo>
                  <a:lnTo>
                    <a:pt x="1458175" y="3569246"/>
                  </a:lnTo>
                  <a:lnTo>
                    <a:pt x="1457629" y="3567620"/>
                  </a:lnTo>
                  <a:lnTo>
                    <a:pt x="1457159" y="3566198"/>
                  </a:lnTo>
                  <a:lnTo>
                    <a:pt x="1410004" y="3593452"/>
                  </a:lnTo>
                  <a:lnTo>
                    <a:pt x="1410474" y="3594862"/>
                  </a:lnTo>
                  <a:lnTo>
                    <a:pt x="1411020" y="3596500"/>
                  </a:lnTo>
                  <a:lnTo>
                    <a:pt x="1411503" y="3597910"/>
                  </a:lnTo>
                  <a:lnTo>
                    <a:pt x="1458645" y="3570668"/>
                  </a:lnTo>
                  <a:close/>
                </a:path>
                <a:path w="7630795" h="4413250">
                  <a:moveTo>
                    <a:pt x="1688287" y="3437966"/>
                  </a:moveTo>
                  <a:lnTo>
                    <a:pt x="1687664" y="3436594"/>
                  </a:lnTo>
                  <a:lnTo>
                    <a:pt x="1687004" y="3435121"/>
                  </a:lnTo>
                  <a:lnTo>
                    <a:pt x="1686382" y="3433762"/>
                  </a:lnTo>
                  <a:lnTo>
                    <a:pt x="1649031" y="3455339"/>
                  </a:lnTo>
                  <a:lnTo>
                    <a:pt x="1649298" y="3456902"/>
                  </a:lnTo>
                  <a:lnTo>
                    <a:pt x="1649564" y="3458629"/>
                  </a:lnTo>
                  <a:lnTo>
                    <a:pt x="1649818" y="3460191"/>
                  </a:lnTo>
                  <a:lnTo>
                    <a:pt x="1688287" y="3437966"/>
                  </a:lnTo>
                  <a:close/>
                </a:path>
                <a:path w="7630795" h="4413250">
                  <a:moveTo>
                    <a:pt x="1801723" y="3372421"/>
                  </a:moveTo>
                  <a:lnTo>
                    <a:pt x="1801228" y="3370961"/>
                  </a:lnTo>
                  <a:lnTo>
                    <a:pt x="1800720" y="3369437"/>
                  </a:lnTo>
                  <a:lnTo>
                    <a:pt x="1800225" y="3367976"/>
                  </a:lnTo>
                  <a:lnTo>
                    <a:pt x="1753349" y="3395065"/>
                  </a:lnTo>
                  <a:lnTo>
                    <a:pt x="1753844" y="3396513"/>
                  </a:lnTo>
                  <a:lnTo>
                    <a:pt x="1754365" y="3398050"/>
                  </a:lnTo>
                  <a:lnTo>
                    <a:pt x="1754847" y="3399498"/>
                  </a:lnTo>
                  <a:lnTo>
                    <a:pt x="1801723" y="3372421"/>
                  </a:lnTo>
                  <a:close/>
                </a:path>
                <a:path w="7630795" h="4413250">
                  <a:moveTo>
                    <a:pt x="1927885" y="3299510"/>
                  </a:moveTo>
                  <a:lnTo>
                    <a:pt x="1927479" y="3297999"/>
                  </a:lnTo>
                  <a:lnTo>
                    <a:pt x="1927059" y="3296450"/>
                  </a:lnTo>
                  <a:lnTo>
                    <a:pt x="1926640" y="3294938"/>
                  </a:lnTo>
                  <a:lnTo>
                    <a:pt x="1879523" y="3322167"/>
                  </a:lnTo>
                  <a:lnTo>
                    <a:pt x="1880171" y="3323539"/>
                  </a:lnTo>
                  <a:lnTo>
                    <a:pt x="1880844" y="3324949"/>
                  </a:lnTo>
                  <a:lnTo>
                    <a:pt x="1881492" y="3326320"/>
                  </a:lnTo>
                  <a:lnTo>
                    <a:pt x="1927885" y="3299510"/>
                  </a:lnTo>
                  <a:close/>
                </a:path>
                <a:path w="7630795" h="4413250">
                  <a:moveTo>
                    <a:pt x="2025751" y="3237674"/>
                  </a:moveTo>
                  <a:lnTo>
                    <a:pt x="1978774" y="3264814"/>
                  </a:lnTo>
                  <a:lnTo>
                    <a:pt x="1978850" y="3266529"/>
                  </a:lnTo>
                  <a:lnTo>
                    <a:pt x="1978939" y="3268256"/>
                  </a:lnTo>
                  <a:lnTo>
                    <a:pt x="1979028" y="3269958"/>
                  </a:lnTo>
                  <a:lnTo>
                    <a:pt x="2025700" y="3242983"/>
                  </a:lnTo>
                  <a:lnTo>
                    <a:pt x="2025713" y="3241217"/>
                  </a:lnTo>
                  <a:lnTo>
                    <a:pt x="2025726" y="3239439"/>
                  </a:lnTo>
                  <a:lnTo>
                    <a:pt x="2025751" y="3237674"/>
                  </a:lnTo>
                  <a:close/>
                </a:path>
                <a:path w="7630795" h="4413250">
                  <a:moveTo>
                    <a:pt x="2228570" y="3125749"/>
                  </a:moveTo>
                  <a:lnTo>
                    <a:pt x="2227694" y="3124466"/>
                  </a:lnTo>
                  <a:lnTo>
                    <a:pt x="2226856" y="3123260"/>
                  </a:lnTo>
                  <a:lnTo>
                    <a:pt x="2225979" y="3121977"/>
                  </a:lnTo>
                  <a:lnTo>
                    <a:pt x="2175205" y="3151327"/>
                  </a:lnTo>
                  <a:lnTo>
                    <a:pt x="2176094" y="3152584"/>
                  </a:lnTo>
                  <a:lnTo>
                    <a:pt x="2176945" y="3153803"/>
                  </a:lnTo>
                  <a:lnTo>
                    <a:pt x="2177834" y="3155073"/>
                  </a:lnTo>
                  <a:lnTo>
                    <a:pt x="2228570" y="3125749"/>
                  </a:lnTo>
                  <a:close/>
                </a:path>
                <a:path w="7630795" h="4413250">
                  <a:moveTo>
                    <a:pt x="2304161" y="3082061"/>
                  </a:moveTo>
                  <a:lnTo>
                    <a:pt x="2303907" y="3081591"/>
                  </a:lnTo>
                  <a:lnTo>
                    <a:pt x="2303615" y="3080588"/>
                  </a:lnTo>
                  <a:lnTo>
                    <a:pt x="2303183" y="3079165"/>
                  </a:lnTo>
                  <a:lnTo>
                    <a:pt x="2302726" y="3077641"/>
                  </a:lnTo>
                  <a:lnTo>
                    <a:pt x="2264067" y="3099981"/>
                  </a:lnTo>
                  <a:lnTo>
                    <a:pt x="2264194" y="3101695"/>
                  </a:lnTo>
                  <a:lnTo>
                    <a:pt x="2264270" y="3103334"/>
                  </a:lnTo>
                  <a:lnTo>
                    <a:pt x="2264816" y="3104807"/>
                  </a:lnTo>
                  <a:lnTo>
                    <a:pt x="2304161" y="3082061"/>
                  </a:lnTo>
                  <a:close/>
                </a:path>
                <a:path w="7630795" h="4413250">
                  <a:moveTo>
                    <a:pt x="2411450" y="3020072"/>
                  </a:moveTo>
                  <a:lnTo>
                    <a:pt x="2410993" y="3018523"/>
                  </a:lnTo>
                  <a:lnTo>
                    <a:pt x="2410587" y="3017126"/>
                  </a:lnTo>
                  <a:lnTo>
                    <a:pt x="2410142" y="3015577"/>
                  </a:lnTo>
                  <a:lnTo>
                    <a:pt x="2362708" y="3042983"/>
                  </a:lnTo>
                  <a:lnTo>
                    <a:pt x="2363139" y="3044533"/>
                  </a:lnTo>
                  <a:lnTo>
                    <a:pt x="2363546" y="3045955"/>
                  </a:lnTo>
                  <a:lnTo>
                    <a:pt x="2363990" y="3047492"/>
                  </a:lnTo>
                  <a:lnTo>
                    <a:pt x="2411450" y="3020072"/>
                  </a:lnTo>
                  <a:close/>
                </a:path>
                <a:path w="7630795" h="4413250">
                  <a:moveTo>
                    <a:pt x="2583370" y="2920720"/>
                  </a:moveTo>
                  <a:lnTo>
                    <a:pt x="2582849" y="2919196"/>
                  </a:lnTo>
                  <a:lnTo>
                    <a:pt x="2582392" y="2917875"/>
                  </a:lnTo>
                  <a:lnTo>
                    <a:pt x="2581872" y="2916351"/>
                  </a:lnTo>
                  <a:lnTo>
                    <a:pt x="2534767" y="2943568"/>
                  </a:lnTo>
                  <a:lnTo>
                    <a:pt x="2535275" y="2945092"/>
                  </a:lnTo>
                  <a:lnTo>
                    <a:pt x="2535732" y="2946425"/>
                  </a:lnTo>
                  <a:lnTo>
                    <a:pt x="2536240" y="2947949"/>
                  </a:lnTo>
                  <a:lnTo>
                    <a:pt x="2583370" y="2920720"/>
                  </a:lnTo>
                  <a:close/>
                </a:path>
                <a:path w="7630795" h="4413250">
                  <a:moveTo>
                    <a:pt x="2693200" y="2857258"/>
                  </a:moveTo>
                  <a:lnTo>
                    <a:pt x="2692527" y="2855811"/>
                  </a:lnTo>
                  <a:lnTo>
                    <a:pt x="2691955" y="2854579"/>
                  </a:lnTo>
                  <a:lnTo>
                    <a:pt x="2691282" y="2853131"/>
                  </a:lnTo>
                  <a:lnTo>
                    <a:pt x="2653246" y="2875102"/>
                  </a:lnTo>
                  <a:lnTo>
                    <a:pt x="2653525" y="2876778"/>
                  </a:lnTo>
                  <a:lnTo>
                    <a:pt x="2653754" y="2878213"/>
                  </a:lnTo>
                  <a:lnTo>
                    <a:pt x="2654033" y="2879877"/>
                  </a:lnTo>
                  <a:lnTo>
                    <a:pt x="2693200" y="2857258"/>
                  </a:lnTo>
                  <a:close/>
                </a:path>
                <a:path w="7630795" h="4413250">
                  <a:moveTo>
                    <a:pt x="2805950" y="2792095"/>
                  </a:moveTo>
                  <a:lnTo>
                    <a:pt x="2805430" y="2790545"/>
                  </a:lnTo>
                  <a:lnTo>
                    <a:pt x="2805011" y="2789275"/>
                  </a:lnTo>
                  <a:lnTo>
                    <a:pt x="2804490" y="2787726"/>
                  </a:lnTo>
                  <a:lnTo>
                    <a:pt x="2757614" y="2814802"/>
                  </a:lnTo>
                  <a:lnTo>
                    <a:pt x="2758135" y="2816352"/>
                  </a:lnTo>
                  <a:lnTo>
                    <a:pt x="2758554" y="2817634"/>
                  </a:lnTo>
                  <a:lnTo>
                    <a:pt x="2759075" y="2819184"/>
                  </a:lnTo>
                  <a:lnTo>
                    <a:pt x="2805950" y="2792095"/>
                  </a:lnTo>
                  <a:close/>
                </a:path>
                <a:path w="7630795" h="4413250">
                  <a:moveTo>
                    <a:pt x="2933230" y="2718536"/>
                  </a:moveTo>
                  <a:lnTo>
                    <a:pt x="2932709" y="2716974"/>
                  </a:lnTo>
                  <a:lnTo>
                    <a:pt x="2932277" y="2715742"/>
                  </a:lnTo>
                  <a:lnTo>
                    <a:pt x="2931731" y="2714193"/>
                  </a:lnTo>
                  <a:lnTo>
                    <a:pt x="2883738" y="2741930"/>
                  </a:lnTo>
                  <a:lnTo>
                    <a:pt x="2884360" y="2743428"/>
                  </a:lnTo>
                  <a:lnTo>
                    <a:pt x="2884868" y="2744635"/>
                  </a:lnTo>
                  <a:lnTo>
                    <a:pt x="2885503" y="2746121"/>
                  </a:lnTo>
                  <a:lnTo>
                    <a:pt x="2933230" y="2718536"/>
                  </a:lnTo>
                  <a:close/>
                </a:path>
                <a:path w="7630795" h="4413250">
                  <a:moveTo>
                    <a:pt x="3314611" y="2498153"/>
                  </a:moveTo>
                  <a:lnTo>
                    <a:pt x="3313493" y="2496896"/>
                  </a:lnTo>
                  <a:lnTo>
                    <a:pt x="3312693" y="2495994"/>
                  </a:lnTo>
                  <a:lnTo>
                    <a:pt x="3311575" y="2494737"/>
                  </a:lnTo>
                  <a:lnTo>
                    <a:pt x="3262465" y="2523109"/>
                  </a:lnTo>
                  <a:lnTo>
                    <a:pt x="3263608" y="2524353"/>
                  </a:lnTo>
                  <a:lnTo>
                    <a:pt x="3264433" y="2525255"/>
                  </a:lnTo>
                  <a:lnTo>
                    <a:pt x="3265563" y="2526487"/>
                  </a:lnTo>
                  <a:lnTo>
                    <a:pt x="3314611" y="2498153"/>
                  </a:lnTo>
                  <a:close/>
                </a:path>
                <a:path w="7630795" h="4413250">
                  <a:moveTo>
                    <a:pt x="3432187" y="2425039"/>
                  </a:moveTo>
                  <a:lnTo>
                    <a:pt x="3406432" y="2439924"/>
                  </a:lnTo>
                  <a:lnTo>
                    <a:pt x="3406457" y="2441829"/>
                  </a:lnTo>
                  <a:lnTo>
                    <a:pt x="3406470" y="2443149"/>
                  </a:lnTo>
                  <a:lnTo>
                    <a:pt x="3406483" y="2445054"/>
                  </a:lnTo>
                  <a:lnTo>
                    <a:pt x="3431959" y="2430335"/>
                  </a:lnTo>
                  <a:lnTo>
                    <a:pt x="3432048" y="2428367"/>
                  </a:lnTo>
                  <a:lnTo>
                    <a:pt x="3432098" y="2427008"/>
                  </a:lnTo>
                  <a:lnTo>
                    <a:pt x="3432187" y="2425039"/>
                  </a:lnTo>
                  <a:close/>
                </a:path>
                <a:path w="7630795" h="4413250">
                  <a:moveTo>
                    <a:pt x="3554958" y="2359266"/>
                  </a:moveTo>
                  <a:lnTo>
                    <a:pt x="3554920" y="2357348"/>
                  </a:lnTo>
                  <a:lnTo>
                    <a:pt x="3554907" y="2356066"/>
                  </a:lnTo>
                  <a:lnTo>
                    <a:pt x="3554882" y="2354148"/>
                  </a:lnTo>
                  <a:lnTo>
                    <a:pt x="3507981" y="2381250"/>
                  </a:lnTo>
                  <a:lnTo>
                    <a:pt x="3508070" y="2383117"/>
                  </a:lnTo>
                  <a:lnTo>
                    <a:pt x="3508133" y="2384387"/>
                  </a:lnTo>
                  <a:lnTo>
                    <a:pt x="3508235" y="2386253"/>
                  </a:lnTo>
                  <a:lnTo>
                    <a:pt x="3554958" y="2359266"/>
                  </a:lnTo>
                  <a:close/>
                </a:path>
                <a:path w="7630795" h="4413250">
                  <a:moveTo>
                    <a:pt x="3757803" y="2242032"/>
                  </a:moveTo>
                  <a:lnTo>
                    <a:pt x="3756876" y="2240623"/>
                  </a:lnTo>
                  <a:lnTo>
                    <a:pt x="3756291" y="2239734"/>
                  </a:lnTo>
                  <a:lnTo>
                    <a:pt x="3755352" y="2238324"/>
                  </a:lnTo>
                  <a:lnTo>
                    <a:pt x="3704717" y="2267585"/>
                  </a:lnTo>
                  <a:lnTo>
                    <a:pt x="3705720" y="2268944"/>
                  </a:lnTo>
                  <a:lnTo>
                    <a:pt x="3706368" y="2269820"/>
                  </a:lnTo>
                  <a:lnTo>
                    <a:pt x="3707371" y="2271179"/>
                  </a:lnTo>
                  <a:lnTo>
                    <a:pt x="3757803" y="2242032"/>
                  </a:lnTo>
                  <a:close/>
                </a:path>
                <a:path w="7630795" h="4413250">
                  <a:moveTo>
                    <a:pt x="3831564" y="2199411"/>
                  </a:moveTo>
                  <a:lnTo>
                    <a:pt x="3831005" y="2197773"/>
                  </a:lnTo>
                  <a:lnTo>
                    <a:pt x="3830663" y="2196769"/>
                  </a:lnTo>
                  <a:lnTo>
                    <a:pt x="3830091" y="2195131"/>
                  </a:lnTo>
                  <a:lnTo>
                    <a:pt x="3796792" y="2214372"/>
                  </a:lnTo>
                  <a:lnTo>
                    <a:pt x="3797046" y="2216188"/>
                  </a:lnTo>
                  <a:lnTo>
                    <a:pt x="3797198" y="2217318"/>
                  </a:lnTo>
                  <a:lnTo>
                    <a:pt x="3797439" y="2219134"/>
                  </a:lnTo>
                  <a:lnTo>
                    <a:pt x="3831564" y="2199411"/>
                  </a:lnTo>
                  <a:close/>
                </a:path>
                <a:path w="7630795" h="4413250">
                  <a:moveTo>
                    <a:pt x="3981285" y="2112899"/>
                  </a:moveTo>
                  <a:lnTo>
                    <a:pt x="3980726" y="2111235"/>
                  </a:lnTo>
                  <a:lnTo>
                    <a:pt x="3980408" y="2110270"/>
                  </a:lnTo>
                  <a:lnTo>
                    <a:pt x="3979849" y="2108606"/>
                  </a:lnTo>
                  <a:lnTo>
                    <a:pt x="3932415" y="2136013"/>
                  </a:lnTo>
                  <a:lnTo>
                    <a:pt x="3932961" y="2137664"/>
                  </a:lnTo>
                  <a:lnTo>
                    <a:pt x="3933291" y="2138654"/>
                  </a:lnTo>
                  <a:lnTo>
                    <a:pt x="3933850" y="2140305"/>
                  </a:lnTo>
                  <a:lnTo>
                    <a:pt x="3981285" y="2112899"/>
                  </a:lnTo>
                  <a:close/>
                </a:path>
                <a:path w="7630795" h="4413250">
                  <a:moveTo>
                    <a:pt x="4117962" y="2033905"/>
                  </a:moveTo>
                  <a:lnTo>
                    <a:pt x="4117238" y="2032330"/>
                  </a:lnTo>
                  <a:lnTo>
                    <a:pt x="4116832" y="2031453"/>
                  </a:lnTo>
                  <a:lnTo>
                    <a:pt x="4116108" y="2029879"/>
                  </a:lnTo>
                  <a:lnTo>
                    <a:pt x="4078274" y="2051735"/>
                  </a:lnTo>
                  <a:lnTo>
                    <a:pt x="4078579" y="2053551"/>
                  </a:lnTo>
                  <a:lnTo>
                    <a:pt x="4078744" y="2054580"/>
                  </a:lnTo>
                  <a:lnTo>
                    <a:pt x="4079036" y="2056409"/>
                  </a:lnTo>
                  <a:lnTo>
                    <a:pt x="4117962" y="2033905"/>
                  </a:lnTo>
                  <a:close/>
                </a:path>
                <a:path w="7630795" h="4413250">
                  <a:moveTo>
                    <a:pt x="4230738" y="1968741"/>
                  </a:moveTo>
                  <a:lnTo>
                    <a:pt x="4230167" y="1967052"/>
                  </a:lnTo>
                  <a:lnTo>
                    <a:pt x="4229874" y="1966150"/>
                  </a:lnTo>
                  <a:lnTo>
                    <a:pt x="4229316" y="1964474"/>
                  </a:lnTo>
                  <a:lnTo>
                    <a:pt x="4182453" y="1991537"/>
                  </a:lnTo>
                  <a:lnTo>
                    <a:pt x="4183011" y="1993226"/>
                  </a:lnTo>
                  <a:lnTo>
                    <a:pt x="4183316" y="1994141"/>
                  </a:lnTo>
                  <a:lnTo>
                    <a:pt x="4183875" y="1995817"/>
                  </a:lnTo>
                  <a:lnTo>
                    <a:pt x="4230738" y="1968741"/>
                  </a:lnTo>
                  <a:close/>
                </a:path>
                <a:path w="7630795" h="4413250">
                  <a:moveTo>
                    <a:pt x="4358246" y="1895055"/>
                  </a:moveTo>
                  <a:lnTo>
                    <a:pt x="4357662" y="1893366"/>
                  </a:lnTo>
                  <a:lnTo>
                    <a:pt x="4357370" y="1892503"/>
                  </a:lnTo>
                  <a:lnTo>
                    <a:pt x="4356798" y="1890801"/>
                  </a:lnTo>
                  <a:lnTo>
                    <a:pt x="4309122" y="1918347"/>
                  </a:lnTo>
                  <a:lnTo>
                    <a:pt x="4309808" y="1919973"/>
                  </a:lnTo>
                  <a:lnTo>
                    <a:pt x="4310177" y="1920824"/>
                  </a:lnTo>
                  <a:lnTo>
                    <a:pt x="4310862" y="1922437"/>
                  </a:lnTo>
                  <a:lnTo>
                    <a:pt x="4358246" y="1895055"/>
                  </a:lnTo>
                  <a:close/>
                </a:path>
                <a:path w="7630795" h="4413250">
                  <a:moveTo>
                    <a:pt x="4465726" y="1832952"/>
                  </a:moveTo>
                  <a:lnTo>
                    <a:pt x="4465002" y="1831327"/>
                  </a:lnTo>
                  <a:lnTo>
                    <a:pt x="4464634" y="1830527"/>
                  </a:lnTo>
                  <a:lnTo>
                    <a:pt x="4463910" y="1828914"/>
                  </a:lnTo>
                  <a:lnTo>
                    <a:pt x="4427055" y="1850212"/>
                  </a:lnTo>
                  <a:lnTo>
                    <a:pt x="4427359" y="1852066"/>
                  </a:lnTo>
                  <a:lnTo>
                    <a:pt x="4427512" y="1852993"/>
                  </a:lnTo>
                  <a:lnTo>
                    <a:pt x="4427817" y="1854847"/>
                  </a:lnTo>
                  <a:lnTo>
                    <a:pt x="4465726" y="1832952"/>
                  </a:lnTo>
                  <a:close/>
                </a:path>
                <a:path w="7630795" h="4413250">
                  <a:moveTo>
                    <a:pt x="4578477" y="1767789"/>
                  </a:moveTo>
                  <a:lnTo>
                    <a:pt x="4577918" y="1766062"/>
                  </a:lnTo>
                  <a:lnTo>
                    <a:pt x="4577651" y="1765249"/>
                  </a:lnTo>
                  <a:lnTo>
                    <a:pt x="4577080" y="1763522"/>
                  </a:lnTo>
                  <a:lnTo>
                    <a:pt x="4530471" y="1790458"/>
                  </a:lnTo>
                  <a:lnTo>
                    <a:pt x="4531055" y="1792160"/>
                  </a:lnTo>
                  <a:lnTo>
                    <a:pt x="4531334" y="1792986"/>
                  </a:lnTo>
                  <a:lnTo>
                    <a:pt x="4531919" y="1794687"/>
                  </a:lnTo>
                  <a:lnTo>
                    <a:pt x="4578477" y="1767789"/>
                  </a:lnTo>
                  <a:close/>
                </a:path>
                <a:path w="7630795" h="4413250">
                  <a:moveTo>
                    <a:pt x="4974882" y="1538719"/>
                  </a:moveTo>
                  <a:lnTo>
                    <a:pt x="4974133" y="1537055"/>
                  </a:lnTo>
                  <a:lnTo>
                    <a:pt x="4973955" y="1536674"/>
                  </a:lnTo>
                  <a:lnTo>
                    <a:pt x="4973866" y="1536357"/>
                  </a:lnTo>
                  <a:lnTo>
                    <a:pt x="4973358" y="1534553"/>
                  </a:lnTo>
                  <a:lnTo>
                    <a:pt x="4934928" y="1556766"/>
                  </a:lnTo>
                  <a:lnTo>
                    <a:pt x="4935232" y="1558683"/>
                  </a:lnTo>
                  <a:lnTo>
                    <a:pt x="4935359" y="1559471"/>
                  </a:lnTo>
                  <a:lnTo>
                    <a:pt x="4935461" y="1560106"/>
                  </a:lnTo>
                  <a:lnTo>
                    <a:pt x="4935791" y="1561312"/>
                  </a:lnTo>
                  <a:lnTo>
                    <a:pt x="4974882" y="1538719"/>
                  </a:lnTo>
                  <a:close/>
                </a:path>
                <a:path w="7630795" h="4413250">
                  <a:moveTo>
                    <a:pt x="5068735" y="1484490"/>
                  </a:moveTo>
                  <a:lnTo>
                    <a:pt x="5068697" y="1482407"/>
                  </a:lnTo>
                  <a:lnTo>
                    <a:pt x="5068684" y="1481594"/>
                  </a:lnTo>
                  <a:lnTo>
                    <a:pt x="5068646" y="1479499"/>
                  </a:lnTo>
                  <a:lnTo>
                    <a:pt x="5052301" y="1488948"/>
                  </a:lnTo>
                  <a:lnTo>
                    <a:pt x="5052339" y="1491030"/>
                  </a:lnTo>
                  <a:lnTo>
                    <a:pt x="5052352" y="1491843"/>
                  </a:lnTo>
                  <a:lnTo>
                    <a:pt x="5052390" y="1493926"/>
                  </a:lnTo>
                  <a:lnTo>
                    <a:pt x="5068735" y="1484490"/>
                  </a:lnTo>
                  <a:close/>
                </a:path>
                <a:path w="7630795" h="4413250">
                  <a:moveTo>
                    <a:pt x="5141112" y="1442656"/>
                  </a:moveTo>
                  <a:lnTo>
                    <a:pt x="5140071" y="1441145"/>
                  </a:lnTo>
                  <a:lnTo>
                    <a:pt x="5139664" y="1440573"/>
                  </a:lnTo>
                  <a:lnTo>
                    <a:pt x="5138623" y="1439075"/>
                  </a:lnTo>
                  <a:lnTo>
                    <a:pt x="5091011" y="1466583"/>
                  </a:lnTo>
                  <a:lnTo>
                    <a:pt x="5092052" y="1468081"/>
                  </a:lnTo>
                  <a:lnTo>
                    <a:pt x="5092458" y="1468666"/>
                  </a:lnTo>
                  <a:lnTo>
                    <a:pt x="5093513" y="1470164"/>
                  </a:lnTo>
                  <a:lnTo>
                    <a:pt x="5141112" y="1442656"/>
                  </a:lnTo>
                  <a:close/>
                </a:path>
                <a:path w="7630795" h="4413250">
                  <a:moveTo>
                    <a:pt x="5271579" y="1367256"/>
                  </a:moveTo>
                  <a:lnTo>
                    <a:pt x="5270932" y="1365516"/>
                  </a:lnTo>
                  <a:lnTo>
                    <a:pt x="5270703" y="1364881"/>
                  </a:lnTo>
                  <a:lnTo>
                    <a:pt x="5270043" y="1363141"/>
                  </a:lnTo>
                  <a:lnTo>
                    <a:pt x="5236832" y="1382318"/>
                  </a:lnTo>
                  <a:lnTo>
                    <a:pt x="5237111" y="1384287"/>
                  </a:lnTo>
                  <a:lnTo>
                    <a:pt x="5237213" y="1384998"/>
                  </a:lnTo>
                  <a:lnTo>
                    <a:pt x="5237492" y="1386954"/>
                  </a:lnTo>
                  <a:lnTo>
                    <a:pt x="5271579" y="1367256"/>
                  </a:lnTo>
                  <a:close/>
                </a:path>
                <a:path w="7630795" h="4413250">
                  <a:moveTo>
                    <a:pt x="5421160" y="1280820"/>
                  </a:moveTo>
                  <a:lnTo>
                    <a:pt x="5420550" y="1279029"/>
                  </a:lnTo>
                  <a:lnTo>
                    <a:pt x="5420347" y="1278432"/>
                  </a:lnTo>
                  <a:lnTo>
                    <a:pt x="5419737" y="1276642"/>
                  </a:lnTo>
                  <a:lnTo>
                    <a:pt x="5372582" y="1303883"/>
                  </a:lnTo>
                  <a:lnTo>
                    <a:pt x="5373179" y="1305674"/>
                  </a:lnTo>
                  <a:lnTo>
                    <a:pt x="5373395" y="1306296"/>
                  </a:lnTo>
                  <a:lnTo>
                    <a:pt x="5373992" y="1308087"/>
                  </a:lnTo>
                  <a:lnTo>
                    <a:pt x="5421160" y="1280820"/>
                  </a:lnTo>
                  <a:close/>
                </a:path>
                <a:path w="7630795" h="4413250">
                  <a:moveTo>
                    <a:pt x="5555005" y="1203477"/>
                  </a:moveTo>
                  <a:lnTo>
                    <a:pt x="5554396" y="1201674"/>
                  </a:lnTo>
                  <a:lnTo>
                    <a:pt x="5554205" y="1201102"/>
                  </a:lnTo>
                  <a:lnTo>
                    <a:pt x="5553595" y="1199299"/>
                  </a:lnTo>
                  <a:lnTo>
                    <a:pt x="5520347" y="1218514"/>
                  </a:lnTo>
                  <a:lnTo>
                    <a:pt x="5520614" y="1220508"/>
                  </a:lnTo>
                  <a:lnTo>
                    <a:pt x="5520702" y="1221143"/>
                  </a:lnTo>
                  <a:lnTo>
                    <a:pt x="5520982" y="1223137"/>
                  </a:lnTo>
                  <a:lnTo>
                    <a:pt x="5555005" y="1203477"/>
                  </a:lnTo>
                  <a:close/>
                </a:path>
                <a:path w="7630795" h="4413250">
                  <a:moveTo>
                    <a:pt x="5704840" y="1116888"/>
                  </a:moveTo>
                  <a:lnTo>
                    <a:pt x="5704230" y="1115072"/>
                  </a:lnTo>
                  <a:lnTo>
                    <a:pt x="5704052" y="1114552"/>
                  </a:lnTo>
                  <a:lnTo>
                    <a:pt x="5703430" y="1112735"/>
                  </a:lnTo>
                  <a:lnTo>
                    <a:pt x="5655856" y="1140218"/>
                  </a:lnTo>
                  <a:lnTo>
                    <a:pt x="5656453" y="1142034"/>
                  </a:lnTo>
                  <a:lnTo>
                    <a:pt x="5656643" y="1142580"/>
                  </a:lnTo>
                  <a:lnTo>
                    <a:pt x="5657240" y="1144397"/>
                  </a:lnTo>
                  <a:lnTo>
                    <a:pt x="5704840" y="1116888"/>
                  </a:lnTo>
                  <a:close/>
                </a:path>
                <a:path w="7630795" h="4413250">
                  <a:moveTo>
                    <a:pt x="5841847" y="1037717"/>
                  </a:moveTo>
                  <a:lnTo>
                    <a:pt x="5841047" y="1035989"/>
                  </a:lnTo>
                  <a:lnTo>
                    <a:pt x="5840831" y="1035532"/>
                  </a:lnTo>
                  <a:lnTo>
                    <a:pt x="5840031" y="1033805"/>
                  </a:lnTo>
                  <a:lnTo>
                    <a:pt x="5801880" y="1055839"/>
                  </a:lnTo>
                  <a:lnTo>
                    <a:pt x="5802211" y="1057833"/>
                  </a:lnTo>
                  <a:lnTo>
                    <a:pt x="5802300" y="1058379"/>
                  </a:lnTo>
                  <a:lnTo>
                    <a:pt x="5802630" y="1060373"/>
                  </a:lnTo>
                  <a:lnTo>
                    <a:pt x="5841847" y="1037717"/>
                  </a:lnTo>
                  <a:close/>
                </a:path>
                <a:path w="7630795" h="4413250">
                  <a:moveTo>
                    <a:pt x="5953201" y="973366"/>
                  </a:moveTo>
                  <a:lnTo>
                    <a:pt x="5952591" y="971511"/>
                  </a:lnTo>
                  <a:lnTo>
                    <a:pt x="5952439" y="971054"/>
                  </a:lnTo>
                  <a:lnTo>
                    <a:pt x="5951842" y="969200"/>
                  </a:lnTo>
                  <a:lnTo>
                    <a:pt x="5906186" y="995578"/>
                  </a:lnTo>
                  <a:lnTo>
                    <a:pt x="5906795" y="997419"/>
                  </a:lnTo>
                  <a:lnTo>
                    <a:pt x="5906948" y="997902"/>
                  </a:lnTo>
                  <a:lnTo>
                    <a:pt x="5907557" y="999744"/>
                  </a:lnTo>
                  <a:lnTo>
                    <a:pt x="5953201" y="973366"/>
                  </a:lnTo>
                  <a:close/>
                </a:path>
                <a:path w="7630795" h="4413250">
                  <a:moveTo>
                    <a:pt x="6165469" y="850709"/>
                  </a:moveTo>
                  <a:lnTo>
                    <a:pt x="6165062" y="849807"/>
                  </a:lnTo>
                  <a:lnTo>
                    <a:pt x="6164796" y="848868"/>
                  </a:lnTo>
                  <a:lnTo>
                    <a:pt x="6164669" y="848448"/>
                  </a:lnTo>
                  <a:lnTo>
                    <a:pt x="6164123" y="846543"/>
                  </a:lnTo>
                  <a:lnTo>
                    <a:pt x="6125743" y="868718"/>
                  </a:lnTo>
                  <a:lnTo>
                    <a:pt x="6126086" y="870737"/>
                  </a:lnTo>
                  <a:lnTo>
                    <a:pt x="6126175" y="871194"/>
                  </a:lnTo>
                  <a:lnTo>
                    <a:pt x="6126518" y="873213"/>
                  </a:lnTo>
                  <a:lnTo>
                    <a:pt x="6165469" y="850709"/>
                  </a:lnTo>
                  <a:close/>
                </a:path>
                <a:path w="7630795" h="4413250">
                  <a:moveTo>
                    <a:pt x="6266091" y="792556"/>
                  </a:moveTo>
                  <a:lnTo>
                    <a:pt x="6265430" y="790702"/>
                  </a:lnTo>
                  <a:lnTo>
                    <a:pt x="6265303" y="790321"/>
                  </a:lnTo>
                  <a:lnTo>
                    <a:pt x="6264643" y="788466"/>
                  </a:lnTo>
                  <a:lnTo>
                    <a:pt x="6229172" y="808951"/>
                  </a:lnTo>
                  <a:lnTo>
                    <a:pt x="6229807" y="810818"/>
                  </a:lnTo>
                  <a:lnTo>
                    <a:pt x="6229947" y="811212"/>
                  </a:lnTo>
                  <a:lnTo>
                    <a:pt x="6230582" y="813079"/>
                  </a:lnTo>
                  <a:lnTo>
                    <a:pt x="6266091" y="792556"/>
                  </a:lnTo>
                  <a:close/>
                </a:path>
                <a:path w="7630795" h="4413250">
                  <a:moveTo>
                    <a:pt x="6318440" y="762304"/>
                  </a:moveTo>
                  <a:lnTo>
                    <a:pt x="6316573" y="761136"/>
                  </a:lnTo>
                  <a:lnTo>
                    <a:pt x="6316218" y="760907"/>
                  </a:lnTo>
                  <a:lnTo>
                    <a:pt x="6315341" y="760361"/>
                  </a:lnTo>
                  <a:lnTo>
                    <a:pt x="6314376" y="759726"/>
                  </a:lnTo>
                  <a:lnTo>
                    <a:pt x="6267208" y="786980"/>
                  </a:lnTo>
                  <a:lnTo>
                    <a:pt x="6268720" y="788339"/>
                  </a:lnTo>
                  <a:lnTo>
                    <a:pt x="6269025" y="788619"/>
                  </a:lnTo>
                  <a:lnTo>
                    <a:pt x="6270536" y="789990"/>
                  </a:lnTo>
                  <a:lnTo>
                    <a:pt x="6318440" y="762304"/>
                  </a:lnTo>
                  <a:close/>
                </a:path>
                <a:path w="7630795" h="4413250">
                  <a:moveTo>
                    <a:pt x="6449250" y="686714"/>
                  </a:moveTo>
                  <a:lnTo>
                    <a:pt x="6448704" y="684771"/>
                  </a:lnTo>
                  <a:lnTo>
                    <a:pt x="6448615" y="684428"/>
                  </a:lnTo>
                  <a:lnTo>
                    <a:pt x="6448082" y="682472"/>
                  </a:lnTo>
                  <a:lnTo>
                    <a:pt x="6415037" y="701573"/>
                  </a:lnTo>
                  <a:lnTo>
                    <a:pt x="6415379" y="703630"/>
                  </a:lnTo>
                  <a:lnTo>
                    <a:pt x="6415443" y="703999"/>
                  </a:lnTo>
                  <a:lnTo>
                    <a:pt x="6415786" y="706056"/>
                  </a:lnTo>
                  <a:lnTo>
                    <a:pt x="6449250" y="686714"/>
                  </a:lnTo>
                  <a:close/>
                </a:path>
                <a:path w="7630795" h="4413250">
                  <a:moveTo>
                    <a:pt x="6540919" y="633742"/>
                  </a:moveTo>
                  <a:lnTo>
                    <a:pt x="6540220" y="631875"/>
                  </a:lnTo>
                  <a:lnTo>
                    <a:pt x="6540119" y="631571"/>
                  </a:lnTo>
                  <a:lnTo>
                    <a:pt x="6539420" y="629691"/>
                  </a:lnTo>
                  <a:lnTo>
                    <a:pt x="6506273" y="648855"/>
                  </a:lnTo>
                  <a:lnTo>
                    <a:pt x="6506565" y="650951"/>
                  </a:lnTo>
                  <a:lnTo>
                    <a:pt x="6506616" y="651294"/>
                  </a:lnTo>
                  <a:lnTo>
                    <a:pt x="6506908" y="653389"/>
                  </a:lnTo>
                  <a:lnTo>
                    <a:pt x="6540919" y="633742"/>
                  </a:lnTo>
                  <a:close/>
                </a:path>
                <a:path w="7630795" h="4413250">
                  <a:moveTo>
                    <a:pt x="6689484" y="547890"/>
                  </a:moveTo>
                  <a:lnTo>
                    <a:pt x="6688836" y="545973"/>
                  </a:lnTo>
                  <a:lnTo>
                    <a:pt x="6688747" y="545706"/>
                  </a:lnTo>
                  <a:lnTo>
                    <a:pt x="6688099" y="543788"/>
                  </a:lnTo>
                  <a:lnTo>
                    <a:pt x="6641947" y="570458"/>
                  </a:lnTo>
                  <a:lnTo>
                    <a:pt x="6642582" y="572363"/>
                  </a:lnTo>
                  <a:lnTo>
                    <a:pt x="6642684" y="572655"/>
                  </a:lnTo>
                  <a:lnTo>
                    <a:pt x="6643319" y="574560"/>
                  </a:lnTo>
                  <a:lnTo>
                    <a:pt x="6689484" y="547890"/>
                  </a:lnTo>
                  <a:close/>
                </a:path>
                <a:path w="7630795" h="4413250">
                  <a:moveTo>
                    <a:pt x="6903199" y="424383"/>
                  </a:moveTo>
                  <a:lnTo>
                    <a:pt x="6902539" y="422452"/>
                  </a:lnTo>
                  <a:lnTo>
                    <a:pt x="6902463" y="422249"/>
                  </a:lnTo>
                  <a:lnTo>
                    <a:pt x="6901802" y="420319"/>
                  </a:lnTo>
                  <a:lnTo>
                    <a:pt x="6854203" y="447814"/>
                  </a:lnTo>
                  <a:lnTo>
                    <a:pt x="6854863" y="449745"/>
                  </a:lnTo>
                  <a:lnTo>
                    <a:pt x="6854939" y="449973"/>
                  </a:lnTo>
                  <a:lnTo>
                    <a:pt x="6855587" y="451904"/>
                  </a:lnTo>
                  <a:lnTo>
                    <a:pt x="6903199" y="424383"/>
                  </a:lnTo>
                  <a:close/>
                </a:path>
                <a:path w="7630795" h="4413250">
                  <a:moveTo>
                    <a:pt x="7037121" y="346989"/>
                  </a:moveTo>
                  <a:lnTo>
                    <a:pt x="7037108" y="344678"/>
                  </a:lnTo>
                  <a:lnTo>
                    <a:pt x="7037095" y="344462"/>
                  </a:lnTo>
                  <a:lnTo>
                    <a:pt x="7037083" y="342150"/>
                  </a:lnTo>
                  <a:lnTo>
                    <a:pt x="6990347" y="369163"/>
                  </a:lnTo>
                  <a:lnTo>
                    <a:pt x="6990461" y="371411"/>
                  </a:lnTo>
                  <a:lnTo>
                    <a:pt x="6990474" y="371627"/>
                  </a:lnTo>
                  <a:lnTo>
                    <a:pt x="6990588" y="373888"/>
                  </a:lnTo>
                  <a:lnTo>
                    <a:pt x="7037121" y="346989"/>
                  </a:lnTo>
                  <a:close/>
                </a:path>
                <a:path w="7630795" h="4413250">
                  <a:moveTo>
                    <a:pt x="7239813" y="229857"/>
                  </a:moveTo>
                  <a:lnTo>
                    <a:pt x="7238695" y="228168"/>
                  </a:lnTo>
                  <a:lnTo>
                    <a:pt x="7238428" y="228168"/>
                  </a:lnTo>
                  <a:lnTo>
                    <a:pt x="7238619" y="228053"/>
                  </a:lnTo>
                  <a:lnTo>
                    <a:pt x="7237501" y="226352"/>
                  </a:lnTo>
                  <a:lnTo>
                    <a:pt x="7187082" y="255485"/>
                  </a:lnTo>
                  <a:lnTo>
                    <a:pt x="7188276" y="257136"/>
                  </a:lnTo>
                  <a:lnTo>
                    <a:pt x="7188581" y="257124"/>
                  </a:lnTo>
                  <a:lnTo>
                    <a:pt x="7188365" y="257251"/>
                  </a:lnTo>
                  <a:lnTo>
                    <a:pt x="7189559" y="258902"/>
                  </a:lnTo>
                  <a:lnTo>
                    <a:pt x="7239813" y="229857"/>
                  </a:lnTo>
                  <a:close/>
                </a:path>
                <a:path w="7630795" h="4413250">
                  <a:moveTo>
                    <a:pt x="7345591" y="166255"/>
                  </a:moveTo>
                  <a:lnTo>
                    <a:pt x="7345019" y="164223"/>
                  </a:lnTo>
                  <a:lnTo>
                    <a:pt x="7306869" y="186270"/>
                  </a:lnTo>
                  <a:lnTo>
                    <a:pt x="7307250" y="188404"/>
                  </a:lnTo>
                  <a:lnTo>
                    <a:pt x="7345591" y="166255"/>
                  </a:lnTo>
                  <a:close/>
                </a:path>
                <a:path w="7630795" h="4413250">
                  <a:moveTo>
                    <a:pt x="7346188" y="168389"/>
                  </a:moveTo>
                  <a:lnTo>
                    <a:pt x="7345629" y="166357"/>
                  </a:lnTo>
                  <a:lnTo>
                    <a:pt x="7307262" y="188531"/>
                  </a:lnTo>
                  <a:lnTo>
                    <a:pt x="7307643" y="190665"/>
                  </a:lnTo>
                  <a:lnTo>
                    <a:pt x="7346188" y="168389"/>
                  </a:lnTo>
                  <a:close/>
                </a:path>
                <a:path w="7630795" h="4413250">
                  <a:moveTo>
                    <a:pt x="7446531" y="107950"/>
                  </a:moveTo>
                  <a:lnTo>
                    <a:pt x="7445832" y="105981"/>
                  </a:lnTo>
                  <a:lnTo>
                    <a:pt x="7410361" y="126466"/>
                  </a:lnTo>
                  <a:lnTo>
                    <a:pt x="7411047" y="128447"/>
                  </a:lnTo>
                  <a:lnTo>
                    <a:pt x="7446531" y="107950"/>
                  </a:lnTo>
                  <a:close/>
                </a:path>
                <a:path w="7630795" h="4413250">
                  <a:moveTo>
                    <a:pt x="7447254" y="109994"/>
                  </a:moveTo>
                  <a:lnTo>
                    <a:pt x="7446556" y="108013"/>
                  </a:lnTo>
                  <a:lnTo>
                    <a:pt x="7411072" y="128524"/>
                  </a:lnTo>
                  <a:lnTo>
                    <a:pt x="7411745" y="130505"/>
                  </a:lnTo>
                  <a:lnTo>
                    <a:pt x="7447254" y="109994"/>
                  </a:lnTo>
                  <a:close/>
                </a:path>
                <a:path w="7630795" h="4413250">
                  <a:moveTo>
                    <a:pt x="7497673" y="78397"/>
                  </a:moveTo>
                  <a:lnTo>
                    <a:pt x="7496416" y="77622"/>
                  </a:lnTo>
                  <a:lnTo>
                    <a:pt x="7495718" y="77152"/>
                  </a:lnTo>
                  <a:lnTo>
                    <a:pt x="7448524" y="104419"/>
                  </a:lnTo>
                  <a:lnTo>
                    <a:pt x="7450125" y="105867"/>
                  </a:lnTo>
                  <a:lnTo>
                    <a:pt x="7497673" y="78397"/>
                  </a:lnTo>
                  <a:close/>
                </a:path>
                <a:path w="7630795" h="4413250">
                  <a:moveTo>
                    <a:pt x="7499718" y="79679"/>
                  </a:moveTo>
                  <a:lnTo>
                    <a:pt x="7497737" y="78435"/>
                  </a:lnTo>
                  <a:lnTo>
                    <a:pt x="7450188" y="105918"/>
                  </a:lnTo>
                  <a:lnTo>
                    <a:pt x="7451788" y="107365"/>
                  </a:lnTo>
                  <a:lnTo>
                    <a:pt x="7499718" y="79679"/>
                  </a:lnTo>
                  <a:close/>
                </a:path>
                <a:path w="7630795" h="4413250">
                  <a:moveTo>
                    <a:pt x="7629817" y="2057"/>
                  </a:moveTo>
                  <a:lnTo>
                    <a:pt x="7629258" y="0"/>
                  </a:lnTo>
                  <a:lnTo>
                    <a:pt x="7596175" y="19113"/>
                  </a:lnTo>
                  <a:lnTo>
                    <a:pt x="7596543" y="21285"/>
                  </a:lnTo>
                  <a:lnTo>
                    <a:pt x="7629817" y="2057"/>
                  </a:lnTo>
                  <a:close/>
                </a:path>
                <a:path w="7630795" h="4413250">
                  <a:moveTo>
                    <a:pt x="7630401" y="4152"/>
                  </a:moveTo>
                  <a:lnTo>
                    <a:pt x="7629830" y="2082"/>
                  </a:lnTo>
                  <a:lnTo>
                    <a:pt x="7596556" y="21323"/>
                  </a:lnTo>
                  <a:lnTo>
                    <a:pt x="7596911" y="23507"/>
                  </a:lnTo>
                  <a:lnTo>
                    <a:pt x="7630401" y="4152"/>
                  </a:lnTo>
                  <a:close/>
                </a:path>
              </a:pathLst>
            </a:custGeom>
            <a:solidFill>
              <a:srgbClr val="515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4780" y="942005"/>
              <a:ext cx="7630159" cy="4411345"/>
            </a:xfrm>
            <a:custGeom>
              <a:avLst/>
              <a:gdLst/>
              <a:ahLst/>
              <a:cxnLst/>
              <a:rect l="l" t="t" r="r" b="b"/>
              <a:pathLst>
                <a:path w="7630159" h="4411345">
                  <a:moveTo>
                    <a:pt x="5067832" y="1480330"/>
                  </a:moveTo>
                  <a:lnTo>
                    <a:pt x="5051494" y="1489771"/>
                  </a:lnTo>
                  <a:lnTo>
                    <a:pt x="5051525" y="1491580"/>
                  </a:lnTo>
                  <a:lnTo>
                    <a:pt x="5067863" y="1482137"/>
                  </a:lnTo>
                  <a:lnTo>
                    <a:pt x="5067832" y="1480330"/>
                  </a:lnTo>
                  <a:close/>
                </a:path>
                <a:path w="7630159" h="4411345">
                  <a:moveTo>
                    <a:pt x="5140217" y="1438500"/>
                  </a:moveTo>
                  <a:lnTo>
                    <a:pt x="5092620" y="1466005"/>
                  </a:lnTo>
                  <a:lnTo>
                    <a:pt x="5093530" y="1467301"/>
                  </a:lnTo>
                  <a:lnTo>
                    <a:pt x="5141118" y="1439796"/>
                  </a:lnTo>
                  <a:lnTo>
                    <a:pt x="5140217" y="1438500"/>
                  </a:lnTo>
                  <a:close/>
                </a:path>
                <a:path w="7630159" h="4411345">
                  <a:moveTo>
                    <a:pt x="4229837" y="1964588"/>
                  </a:moveTo>
                  <a:lnTo>
                    <a:pt x="4182983" y="1991664"/>
                  </a:lnTo>
                  <a:lnTo>
                    <a:pt x="4183521" y="1993278"/>
                  </a:lnTo>
                  <a:lnTo>
                    <a:pt x="4230374" y="1966198"/>
                  </a:lnTo>
                  <a:lnTo>
                    <a:pt x="4229837" y="1964588"/>
                  </a:lnTo>
                  <a:close/>
                </a:path>
                <a:path w="7630159" h="4411345">
                  <a:moveTo>
                    <a:pt x="4357343" y="1890905"/>
                  </a:moveTo>
                  <a:lnTo>
                    <a:pt x="4309967" y="1918283"/>
                  </a:lnTo>
                  <a:lnTo>
                    <a:pt x="4310620" y="1919816"/>
                  </a:lnTo>
                  <a:lnTo>
                    <a:pt x="4357308" y="1892831"/>
                  </a:lnTo>
                  <a:lnTo>
                    <a:pt x="4357343" y="1890905"/>
                  </a:lnTo>
                  <a:close/>
                </a:path>
                <a:path w="7630159" h="4411345">
                  <a:moveTo>
                    <a:pt x="2805048" y="2787942"/>
                  </a:moveTo>
                  <a:lnTo>
                    <a:pt x="2758177" y="2815028"/>
                  </a:lnTo>
                  <a:lnTo>
                    <a:pt x="2758760" y="2816777"/>
                  </a:lnTo>
                  <a:lnTo>
                    <a:pt x="2805629" y="2789687"/>
                  </a:lnTo>
                  <a:lnTo>
                    <a:pt x="2805048" y="2787942"/>
                  </a:lnTo>
                  <a:close/>
                </a:path>
                <a:path w="7630159" h="4411345">
                  <a:moveTo>
                    <a:pt x="2932333" y="2714387"/>
                  </a:moveTo>
                  <a:lnTo>
                    <a:pt x="2884608" y="2741966"/>
                  </a:lnTo>
                  <a:lnTo>
                    <a:pt x="2885311" y="2743631"/>
                  </a:lnTo>
                  <a:lnTo>
                    <a:pt x="2932367" y="2716434"/>
                  </a:lnTo>
                  <a:lnTo>
                    <a:pt x="2932333" y="2714387"/>
                  </a:lnTo>
                  <a:close/>
                </a:path>
                <a:path w="7630159" h="4411345">
                  <a:moveTo>
                    <a:pt x="874197" y="3903738"/>
                  </a:moveTo>
                  <a:lnTo>
                    <a:pt x="827342" y="3930814"/>
                  </a:lnTo>
                  <a:lnTo>
                    <a:pt x="827986" y="3932746"/>
                  </a:lnTo>
                  <a:lnTo>
                    <a:pt x="874839" y="3905665"/>
                  </a:lnTo>
                  <a:lnTo>
                    <a:pt x="874197" y="3903738"/>
                  </a:lnTo>
                  <a:close/>
                </a:path>
                <a:path w="7630159" h="4411345">
                  <a:moveTo>
                    <a:pt x="1001538" y="3830150"/>
                  </a:moveTo>
                  <a:lnTo>
                    <a:pt x="953922" y="3857667"/>
                  </a:lnTo>
                  <a:lnTo>
                    <a:pt x="954711" y="3859500"/>
                  </a:lnTo>
                  <a:lnTo>
                    <a:pt x="1001492" y="3832461"/>
                  </a:lnTo>
                  <a:lnTo>
                    <a:pt x="1001538" y="3830150"/>
                  </a:lnTo>
                  <a:close/>
                </a:path>
                <a:path w="7630159" h="4411345">
                  <a:moveTo>
                    <a:pt x="7036228" y="342837"/>
                  </a:moveTo>
                  <a:lnTo>
                    <a:pt x="6989690" y="369731"/>
                  </a:lnTo>
                  <a:lnTo>
                    <a:pt x="6989771" y="371292"/>
                  </a:lnTo>
                  <a:lnTo>
                    <a:pt x="7036244" y="344431"/>
                  </a:lnTo>
                  <a:lnTo>
                    <a:pt x="7036228" y="342837"/>
                  </a:lnTo>
                  <a:close/>
                </a:path>
                <a:path w="7630159" h="4411345">
                  <a:moveTo>
                    <a:pt x="7238921" y="225706"/>
                  </a:moveTo>
                  <a:lnTo>
                    <a:pt x="7188660" y="254751"/>
                  </a:lnTo>
                  <a:lnTo>
                    <a:pt x="7189467" y="255869"/>
                  </a:lnTo>
                  <a:lnTo>
                    <a:pt x="7239675" y="226850"/>
                  </a:lnTo>
                  <a:lnTo>
                    <a:pt x="7238921" y="225706"/>
                  </a:lnTo>
                  <a:close/>
                </a:path>
                <a:path w="7630159" h="4411345">
                  <a:moveTo>
                    <a:pt x="3554059" y="2355105"/>
                  </a:moveTo>
                  <a:lnTo>
                    <a:pt x="3507337" y="2382105"/>
                  </a:lnTo>
                  <a:lnTo>
                    <a:pt x="3507438" y="2384048"/>
                  </a:lnTo>
                  <a:lnTo>
                    <a:pt x="3554090" y="2357084"/>
                  </a:lnTo>
                  <a:lnTo>
                    <a:pt x="3554059" y="2355105"/>
                  </a:lnTo>
                  <a:close/>
                </a:path>
                <a:path w="7630159" h="4411345">
                  <a:moveTo>
                    <a:pt x="3756909" y="2237883"/>
                  </a:moveTo>
                  <a:lnTo>
                    <a:pt x="3706477" y="2267027"/>
                  </a:lnTo>
                  <a:lnTo>
                    <a:pt x="3707502" y="2268413"/>
                  </a:lnTo>
                  <a:lnTo>
                    <a:pt x="3757851" y="2239312"/>
                  </a:lnTo>
                  <a:lnTo>
                    <a:pt x="3756909" y="2237883"/>
                  </a:lnTo>
                  <a:close/>
                </a:path>
                <a:path w="7630159" h="4411345">
                  <a:moveTo>
                    <a:pt x="2024801" y="3238829"/>
                  </a:moveTo>
                  <a:lnTo>
                    <a:pt x="1978133" y="3265798"/>
                  </a:lnTo>
                  <a:lnTo>
                    <a:pt x="1978246" y="3267906"/>
                  </a:lnTo>
                  <a:lnTo>
                    <a:pt x="2024782" y="3241009"/>
                  </a:lnTo>
                  <a:lnTo>
                    <a:pt x="2024801" y="3238829"/>
                  </a:lnTo>
                  <a:close/>
                </a:path>
                <a:path w="7630159" h="4411345">
                  <a:moveTo>
                    <a:pt x="2227678" y="3121591"/>
                  </a:moveTo>
                  <a:lnTo>
                    <a:pt x="2176936" y="3150914"/>
                  </a:lnTo>
                  <a:lnTo>
                    <a:pt x="2178011" y="3152444"/>
                  </a:lnTo>
                  <a:lnTo>
                    <a:pt x="2228735" y="3123126"/>
                  </a:lnTo>
                  <a:lnTo>
                    <a:pt x="2227678" y="3121591"/>
                  </a:lnTo>
                  <a:close/>
                </a:path>
                <a:path w="7630159" h="4411345">
                  <a:moveTo>
                    <a:pt x="6902303" y="420230"/>
                  </a:moveTo>
                  <a:lnTo>
                    <a:pt x="6854685" y="447747"/>
                  </a:lnTo>
                  <a:lnTo>
                    <a:pt x="6855142" y="449106"/>
                  </a:lnTo>
                  <a:lnTo>
                    <a:pt x="6902767" y="421579"/>
                  </a:lnTo>
                  <a:lnTo>
                    <a:pt x="6902303" y="420230"/>
                  </a:lnTo>
                  <a:close/>
                </a:path>
                <a:path w="7630159" h="4411345">
                  <a:moveTo>
                    <a:pt x="5952300" y="969216"/>
                  </a:moveTo>
                  <a:lnTo>
                    <a:pt x="5906663" y="995588"/>
                  </a:lnTo>
                  <a:lnTo>
                    <a:pt x="5907144" y="997040"/>
                  </a:lnTo>
                  <a:lnTo>
                    <a:pt x="5952771" y="970668"/>
                  </a:lnTo>
                  <a:lnTo>
                    <a:pt x="5952300" y="969216"/>
                  </a:lnTo>
                  <a:close/>
                </a:path>
                <a:path w="7630159" h="4411345">
                  <a:moveTo>
                    <a:pt x="5840945" y="1033565"/>
                  </a:moveTo>
                  <a:lnTo>
                    <a:pt x="5801735" y="1056224"/>
                  </a:lnTo>
                  <a:lnTo>
                    <a:pt x="5801998" y="1057814"/>
                  </a:lnTo>
                  <a:lnTo>
                    <a:pt x="5841579" y="1034936"/>
                  </a:lnTo>
                  <a:lnTo>
                    <a:pt x="5840945" y="1033565"/>
                  </a:lnTo>
                  <a:close/>
                </a:path>
                <a:path w="7630159" h="4411345">
                  <a:moveTo>
                    <a:pt x="4577585" y="1763632"/>
                  </a:moveTo>
                  <a:lnTo>
                    <a:pt x="4531025" y="1790538"/>
                  </a:lnTo>
                  <a:lnTo>
                    <a:pt x="4531563" y="1792113"/>
                  </a:lnTo>
                  <a:lnTo>
                    <a:pt x="4578105" y="1765212"/>
                  </a:lnTo>
                  <a:lnTo>
                    <a:pt x="4577585" y="1763632"/>
                  </a:lnTo>
                  <a:close/>
                </a:path>
                <a:path w="7630159" h="4411345">
                  <a:moveTo>
                    <a:pt x="4464828" y="1828792"/>
                  </a:moveTo>
                  <a:lnTo>
                    <a:pt x="4426924" y="1850696"/>
                  </a:lnTo>
                  <a:lnTo>
                    <a:pt x="4427209" y="1852429"/>
                  </a:lnTo>
                  <a:lnTo>
                    <a:pt x="4465504" y="1830295"/>
                  </a:lnTo>
                  <a:lnTo>
                    <a:pt x="4464828" y="1828792"/>
                  </a:lnTo>
                  <a:close/>
                </a:path>
                <a:path w="7630159" h="4411345">
                  <a:moveTo>
                    <a:pt x="4117068" y="2029755"/>
                  </a:moveTo>
                  <a:lnTo>
                    <a:pt x="4078143" y="2052249"/>
                  </a:lnTo>
                  <a:lnTo>
                    <a:pt x="4078431" y="2054019"/>
                  </a:lnTo>
                  <a:lnTo>
                    <a:pt x="4117773" y="2031280"/>
                  </a:lnTo>
                  <a:lnTo>
                    <a:pt x="4117068" y="2029755"/>
                  </a:lnTo>
                  <a:close/>
                </a:path>
                <a:path w="7630159" h="4411345">
                  <a:moveTo>
                    <a:pt x="2692298" y="2853098"/>
                  </a:moveTo>
                  <a:lnTo>
                    <a:pt x="2653137" y="2875728"/>
                  </a:lnTo>
                  <a:lnTo>
                    <a:pt x="2653451" y="2877644"/>
                  </a:lnTo>
                  <a:lnTo>
                    <a:pt x="2693062" y="2854749"/>
                  </a:lnTo>
                  <a:lnTo>
                    <a:pt x="2692298" y="2853098"/>
                  </a:lnTo>
                  <a:close/>
                </a:path>
                <a:path w="7630159" h="4411345">
                  <a:moveTo>
                    <a:pt x="1926985" y="3295355"/>
                  </a:moveTo>
                  <a:lnTo>
                    <a:pt x="1880600" y="3322160"/>
                  </a:lnTo>
                  <a:lnTo>
                    <a:pt x="1880962" y="3322916"/>
                  </a:lnTo>
                  <a:lnTo>
                    <a:pt x="1881228" y="3323982"/>
                  </a:lnTo>
                  <a:lnTo>
                    <a:pt x="1927476" y="3297251"/>
                  </a:lnTo>
                  <a:lnTo>
                    <a:pt x="1926985" y="3295355"/>
                  </a:lnTo>
                  <a:close/>
                </a:path>
                <a:path w="7630159" h="4411345">
                  <a:moveTo>
                    <a:pt x="1800822" y="3368262"/>
                  </a:moveTo>
                  <a:lnTo>
                    <a:pt x="1753950" y="3395348"/>
                  </a:lnTo>
                  <a:lnTo>
                    <a:pt x="1754569" y="3397189"/>
                  </a:lnTo>
                  <a:lnTo>
                    <a:pt x="1801440" y="3370098"/>
                  </a:lnTo>
                  <a:lnTo>
                    <a:pt x="1800822" y="3368262"/>
                  </a:lnTo>
                  <a:close/>
                </a:path>
                <a:path w="7630159" h="4411345">
                  <a:moveTo>
                    <a:pt x="1687395" y="3433809"/>
                  </a:moveTo>
                  <a:lnTo>
                    <a:pt x="1648927" y="3456039"/>
                  </a:lnTo>
                  <a:lnTo>
                    <a:pt x="1649254" y="3458061"/>
                  </a:lnTo>
                  <a:lnTo>
                    <a:pt x="1688190" y="3435556"/>
                  </a:lnTo>
                  <a:lnTo>
                    <a:pt x="1687395" y="3433809"/>
                  </a:lnTo>
                  <a:close/>
                </a:path>
                <a:path w="7630159" h="4411345">
                  <a:moveTo>
                    <a:pt x="1457749" y="3566516"/>
                  </a:moveTo>
                  <a:lnTo>
                    <a:pt x="1410605" y="3593760"/>
                  </a:lnTo>
                  <a:lnTo>
                    <a:pt x="1411235" y="3595633"/>
                  </a:lnTo>
                  <a:lnTo>
                    <a:pt x="1458373" y="3568388"/>
                  </a:lnTo>
                  <a:lnTo>
                    <a:pt x="1457749" y="3566516"/>
                  </a:lnTo>
                  <a:close/>
                </a:path>
                <a:path w="7630159" h="4411345">
                  <a:moveTo>
                    <a:pt x="761594" y="3968808"/>
                  </a:moveTo>
                  <a:lnTo>
                    <a:pt x="723321" y="3990925"/>
                  </a:lnTo>
                  <a:lnTo>
                    <a:pt x="723702" y="3993021"/>
                  </a:lnTo>
                  <a:lnTo>
                    <a:pt x="762419" y="3970643"/>
                  </a:lnTo>
                  <a:lnTo>
                    <a:pt x="761594" y="3968808"/>
                  </a:lnTo>
                  <a:close/>
                </a:path>
                <a:path w="7630159" h="4411345">
                  <a:moveTo>
                    <a:pt x="581228" y="4073038"/>
                  </a:moveTo>
                  <a:lnTo>
                    <a:pt x="534558" y="4100007"/>
                  </a:lnTo>
                  <a:lnTo>
                    <a:pt x="535207" y="4101970"/>
                  </a:lnTo>
                  <a:lnTo>
                    <a:pt x="581894" y="4074985"/>
                  </a:lnTo>
                  <a:lnTo>
                    <a:pt x="581228" y="4073038"/>
                  </a:lnTo>
                  <a:close/>
                </a:path>
                <a:path w="7630159" h="4411345">
                  <a:moveTo>
                    <a:pt x="468851" y="4137978"/>
                  </a:moveTo>
                  <a:lnTo>
                    <a:pt x="429649" y="4160632"/>
                  </a:lnTo>
                  <a:lnTo>
                    <a:pt x="430001" y="4162777"/>
                  </a:lnTo>
                  <a:lnTo>
                    <a:pt x="469707" y="4139828"/>
                  </a:lnTo>
                  <a:lnTo>
                    <a:pt x="468851" y="4137978"/>
                  </a:lnTo>
                  <a:close/>
                </a:path>
                <a:path w="7630159" h="4411345">
                  <a:moveTo>
                    <a:pt x="2582476" y="2916561"/>
                  </a:moveTo>
                  <a:lnTo>
                    <a:pt x="2535349" y="2943795"/>
                  </a:lnTo>
                  <a:lnTo>
                    <a:pt x="2535946" y="2945561"/>
                  </a:lnTo>
                  <a:lnTo>
                    <a:pt x="2583080" y="2918318"/>
                  </a:lnTo>
                  <a:lnTo>
                    <a:pt x="2582476" y="2916561"/>
                  </a:lnTo>
                  <a:close/>
                </a:path>
                <a:path w="7630159" h="4411345">
                  <a:moveTo>
                    <a:pt x="2410552" y="3015912"/>
                  </a:moveTo>
                  <a:lnTo>
                    <a:pt x="2363088" y="3043341"/>
                  </a:lnTo>
                  <a:lnTo>
                    <a:pt x="2363607" y="3045172"/>
                  </a:lnTo>
                  <a:lnTo>
                    <a:pt x="2411083" y="3017731"/>
                  </a:lnTo>
                  <a:lnTo>
                    <a:pt x="2410552" y="3015912"/>
                  </a:lnTo>
                  <a:close/>
                </a:path>
                <a:path w="7630159" h="4411345">
                  <a:moveTo>
                    <a:pt x="2303266" y="3077911"/>
                  </a:moveTo>
                  <a:lnTo>
                    <a:pt x="2263921" y="3100647"/>
                  </a:lnTo>
                  <a:lnTo>
                    <a:pt x="2264565" y="3102417"/>
                  </a:lnTo>
                  <a:lnTo>
                    <a:pt x="2304128" y="3079549"/>
                  </a:lnTo>
                  <a:lnTo>
                    <a:pt x="2303266" y="3077911"/>
                  </a:lnTo>
                  <a:close/>
                </a:path>
                <a:path w="7630159" h="4411345">
                  <a:moveTo>
                    <a:pt x="358860" y="4201539"/>
                  </a:moveTo>
                  <a:lnTo>
                    <a:pt x="314188" y="4227354"/>
                  </a:lnTo>
                  <a:lnTo>
                    <a:pt x="314855" y="4229331"/>
                  </a:lnTo>
                  <a:lnTo>
                    <a:pt x="359524" y="4203513"/>
                  </a:lnTo>
                  <a:lnTo>
                    <a:pt x="358860" y="4201539"/>
                  </a:lnTo>
                  <a:close/>
                </a:path>
                <a:path w="7630159" h="4411345">
                  <a:moveTo>
                    <a:pt x="300909" y="4235028"/>
                  </a:moveTo>
                  <a:lnTo>
                    <a:pt x="281213" y="4246410"/>
                  </a:lnTo>
                  <a:lnTo>
                    <a:pt x="281172" y="4248799"/>
                  </a:lnTo>
                  <a:lnTo>
                    <a:pt x="300883" y="4237407"/>
                  </a:lnTo>
                  <a:lnTo>
                    <a:pt x="300909" y="4235028"/>
                  </a:lnTo>
                  <a:close/>
                </a:path>
                <a:path w="7630159" h="4411345">
                  <a:moveTo>
                    <a:pt x="186968" y="4300872"/>
                  </a:moveTo>
                  <a:lnTo>
                    <a:pt x="143714" y="4325868"/>
                  </a:lnTo>
                  <a:lnTo>
                    <a:pt x="145223" y="4327377"/>
                  </a:lnTo>
                  <a:lnTo>
                    <a:pt x="188448" y="4302393"/>
                  </a:lnTo>
                  <a:lnTo>
                    <a:pt x="186968" y="4300872"/>
                  </a:lnTo>
                  <a:close/>
                </a:path>
                <a:path w="7630159" h="4411345">
                  <a:moveTo>
                    <a:pt x="137765" y="4329306"/>
                  </a:moveTo>
                  <a:lnTo>
                    <a:pt x="104078" y="4348773"/>
                  </a:lnTo>
                  <a:lnTo>
                    <a:pt x="104744" y="4350773"/>
                  </a:lnTo>
                  <a:lnTo>
                    <a:pt x="138491" y="4331267"/>
                  </a:lnTo>
                  <a:lnTo>
                    <a:pt x="137765" y="4329306"/>
                  </a:lnTo>
                  <a:close/>
                </a:path>
                <a:path w="7630159" h="4411345">
                  <a:moveTo>
                    <a:pt x="39419" y="4386138"/>
                  </a:moveTo>
                  <a:lnTo>
                    <a:pt x="0" y="4408917"/>
                  </a:lnTo>
                  <a:lnTo>
                    <a:pt x="391" y="4411088"/>
                  </a:lnTo>
                  <a:lnTo>
                    <a:pt x="40272" y="4388037"/>
                  </a:lnTo>
                  <a:lnTo>
                    <a:pt x="39419" y="4386138"/>
                  </a:lnTo>
                  <a:close/>
                </a:path>
                <a:path w="7630159" h="4411345">
                  <a:moveTo>
                    <a:pt x="7629499" y="0"/>
                  </a:moveTo>
                  <a:lnTo>
                    <a:pt x="7596019" y="19347"/>
                  </a:lnTo>
                  <a:lnTo>
                    <a:pt x="7596254" y="20750"/>
                  </a:lnTo>
                  <a:lnTo>
                    <a:pt x="7629863" y="1325"/>
                  </a:lnTo>
                  <a:lnTo>
                    <a:pt x="7629499" y="0"/>
                  </a:lnTo>
                  <a:close/>
                </a:path>
                <a:path w="7630159" h="4411345">
                  <a:moveTo>
                    <a:pt x="7498815" y="75519"/>
                  </a:moveTo>
                  <a:lnTo>
                    <a:pt x="7450890" y="103214"/>
                  </a:lnTo>
                  <a:lnTo>
                    <a:pt x="7451940" y="104163"/>
                  </a:lnTo>
                  <a:lnTo>
                    <a:pt x="7500105" y="76324"/>
                  </a:lnTo>
                  <a:lnTo>
                    <a:pt x="7498815" y="75519"/>
                  </a:lnTo>
                  <a:close/>
                </a:path>
                <a:path w="7630159" h="4411345">
                  <a:moveTo>
                    <a:pt x="7446354" y="105835"/>
                  </a:moveTo>
                  <a:lnTo>
                    <a:pt x="7410848" y="126353"/>
                  </a:lnTo>
                  <a:lnTo>
                    <a:pt x="7411292" y="127657"/>
                  </a:lnTo>
                  <a:lnTo>
                    <a:pt x="7446811" y="107127"/>
                  </a:lnTo>
                  <a:lnTo>
                    <a:pt x="7446354" y="105835"/>
                  </a:lnTo>
                  <a:close/>
                </a:path>
                <a:path w="7630159" h="4411345">
                  <a:moveTo>
                    <a:pt x="7345292" y="164237"/>
                  </a:moveTo>
                  <a:lnTo>
                    <a:pt x="7306748" y="186510"/>
                  </a:lnTo>
                  <a:lnTo>
                    <a:pt x="7306999" y="187937"/>
                  </a:lnTo>
                  <a:lnTo>
                    <a:pt x="7345850" y="165481"/>
                  </a:lnTo>
                  <a:lnTo>
                    <a:pt x="7345292" y="164237"/>
                  </a:lnTo>
                  <a:close/>
                </a:path>
                <a:path w="7630159" h="4411345">
                  <a:moveTo>
                    <a:pt x="6448347" y="682561"/>
                  </a:moveTo>
                  <a:lnTo>
                    <a:pt x="6414885" y="701898"/>
                  </a:lnTo>
                  <a:lnTo>
                    <a:pt x="6415141" y="703423"/>
                  </a:lnTo>
                  <a:lnTo>
                    <a:pt x="6448742" y="684002"/>
                  </a:lnTo>
                  <a:lnTo>
                    <a:pt x="6448347" y="682561"/>
                  </a:lnTo>
                  <a:close/>
                </a:path>
                <a:path w="7630159" h="4411345">
                  <a:moveTo>
                    <a:pt x="6317544" y="758149"/>
                  </a:moveTo>
                  <a:lnTo>
                    <a:pt x="6269641" y="785831"/>
                  </a:lnTo>
                  <a:lnTo>
                    <a:pt x="6270781" y="786862"/>
                  </a:lnTo>
                  <a:lnTo>
                    <a:pt x="6318944" y="759024"/>
                  </a:lnTo>
                  <a:lnTo>
                    <a:pt x="6317544" y="758149"/>
                  </a:lnTo>
                  <a:close/>
                </a:path>
                <a:path w="7630159" h="4411345">
                  <a:moveTo>
                    <a:pt x="6265190" y="788403"/>
                  </a:moveTo>
                  <a:lnTo>
                    <a:pt x="6229685" y="808921"/>
                  </a:lnTo>
                  <a:lnTo>
                    <a:pt x="6230167" y="810336"/>
                  </a:lnTo>
                  <a:lnTo>
                    <a:pt x="6265685" y="789807"/>
                  </a:lnTo>
                  <a:lnTo>
                    <a:pt x="6265190" y="788403"/>
                  </a:lnTo>
                  <a:close/>
                </a:path>
                <a:path w="7630159" h="4411345">
                  <a:moveTo>
                    <a:pt x="6164571" y="846549"/>
                  </a:moveTo>
                  <a:lnTo>
                    <a:pt x="6125626" y="869054"/>
                  </a:lnTo>
                  <a:lnTo>
                    <a:pt x="6125898" y="870603"/>
                  </a:lnTo>
                  <a:lnTo>
                    <a:pt x="6165185" y="847895"/>
                  </a:lnTo>
                  <a:lnTo>
                    <a:pt x="6164571" y="846549"/>
                  </a:lnTo>
                  <a:close/>
                </a:path>
                <a:path w="7630159" h="4411345">
                  <a:moveTo>
                    <a:pt x="4973985" y="1534562"/>
                  </a:moveTo>
                  <a:lnTo>
                    <a:pt x="4934890" y="1557154"/>
                  </a:lnTo>
                  <a:lnTo>
                    <a:pt x="4935329" y="1558740"/>
                  </a:lnTo>
                  <a:lnTo>
                    <a:pt x="4974645" y="1536016"/>
                  </a:lnTo>
                  <a:lnTo>
                    <a:pt x="4973985" y="1534562"/>
                  </a:lnTo>
                  <a:close/>
                </a:path>
                <a:path w="7630159" h="4411345">
                  <a:moveTo>
                    <a:pt x="1143623" y="3748042"/>
                  </a:moveTo>
                  <a:lnTo>
                    <a:pt x="1095030" y="3776123"/>
                  </a:lnTo>
                  <a:lnTo>
                    <a:pt x="1095160" y="3778322"/>
                  </a:lnTo>
                  <a:lnTo>
                    <a:pt x="1143766" y="3750228"/>
                  </a:lnTo>
                  <a:lnTo>
                    <a:pt x="1143623" y="3748042"/>
                  </a:lnTo>
                  <a:close/>
                </a:path>
                <a:path w="7630159" h="4411345">
                  <a:moveTo>
                    <a:pt x="6688586" y="543732"/>
                  </a:moveTo>
                  <a:lnTo>
                    <a:pt x="6642423" y="570409"/>
                  </a:lnTo>
                  <a:lnTo>
                    <a:pt x="6642883" y="571790"/>
                  </a:lnTo>
                  <a:lnTo>
                    <a:pt x="6689049" y="545106"/>
                  </a:lnTo>
                  <a:lnTo>
                    <a:pt x="6688586" y="543732"/>
                  </a:lnTo>
                  <a:close/>
                </a:path>
                <a:path w="7630159" h="4411345">
                  <a:moveTo>
                    <a:pt x="6540018" y="629586"/>
                  </a:moveTo>
                  <a:lnTo>
                    <a:pt x="6506013" y="649237"/>
                  </a:lnTo>
                  <a:lnTo>
                    <a:pt x="6506231" y="650774"/>
                  </a:lnTo>
                  <a:lnTo>
                    <a:pt x="6540523" y="630953"/>
                  </a:lnTo>
                  <a:lnTo>
                    <a:pt x="6540018" y="629586"/>
                  </a:lnTo>
                  <a:close/>
                </a:path>
                <a:path w="7630159" h="4411345">
                  <a:moveTo>
                    <a:pt x="5703946" y="1112734"/>
                  </a:moveTo>
                  <a:lnTo>
                    <a:pt x="5656347" y="1140240"/>
                  </a:lnTo>
                  <a:lnTo>
                    <a:pt x="5656838" y="1141715"/>
                  </a:lnTo>
                  <a:lnTo>
                    <a:pt x="5704445" y="1114199"/>
                  </a:lnTo>
                  <a:lnTo>
                    <a:pt x="5703946" y="1112734"/>
                  </a:lnTo>
                  <a:close/>
                </a:path>
                <a:path w="7630159" h="4411345">
                  <a:moveTo>
                    <a:pt x="5554106" y="1199323"/>
                  </a:moveTo>
                  <a:lnTo>
                    <a:pt x="5520080" y="1218986"/>
                  </a:lnTo>
                  <a:lnTo>
                    <a:pt x="5520304" y="1220630"/>
                  </a:lnTo>
                  <a:lnTo>
                    <a:pt x="5554604" y="1200805"/>
                  </a:lnTo>
                  <a:lnTo>
                    <a:pt x="5554106" y="1199323"/>
                  </a:lnTo>
                  <a:close/>
                </a:path>
                <a:path w="7630159" h="4411345">
                  <a:moveTo>
                    <a:pt x="5420259" y="1276670"/>
                  </a:moveTo>
                  <a:lnTo>
                    <a:pt x="5373089" y="1303928"/>
                  </a:lnTo>
                  <a:lnTo>
                    <a:pt x="5373590" y="1305430"/>
                  </a:lnTo>
                  <a:lnTo>
                    <a:pt x="5420767" y="1278162"/>
                  </a:lnTo>
                  <a:lnTo>
                    <a:pt x="5420259" y="1276670"/>
                  </a:lnTo>
                  <a:close/>
                </a:path>
                <a:path w="7630159" h="4411345">
                  <a:moveTo>
                    <a:pt x="5270685" y="1363106"/>
                  </a:moveTo>
                  <a:lnTo>
                    <a:pt x="5236596" y="1382805"/>
                  </a:lnTo>
                  <a:lnTo>
                    <a:pt x="5236832" y="1384474"/>
                  </a:lnTo>
                  <a:lnTo>
                    <a:pt x="5271237" y="1364589"/>
                  </a:lnTo>
                  <a:lnTo>
                    <a:pt x="5270685" y="1363106"/>
                  </a:lnTo>
                  <a:close/>
                </a:path>
                <a:path w="7630159" h="4411345">
                  <a:moveTo>
                    <a:pt x="3980390" y="2108738"/>
                  </a:moveTo>
                  <a:lnTo>
                    <a:pt x="3932950" y="2136153"/>
                  </a:lnTo>
                  <a:lnTo>
                    <a:pt x="3933496" y="2137791"/>
                  </a:lnTo>
                  <a:lnTo>
                    <a:pt x="3980940" y="2110368"/>
                  </a:lnTo>
                  <a:lnTo>
                    <a:pt x="3980390" y="2108738"/>
                  </a:lnTo>
                  <a:close/>
                </a:path>
                <a:path w="7630159" h="4411345">
                  <a:moveTo>
                    <a:pt x="3830673" y="2195256"/>
                  </a:moveTo>
                  <a:lnTo>
                    <a:pt x="3796547" y="2214977"/>
                  </a:lnTo>
                  <a:lnTo>
                    <a:pt x="3796796" y="2216801"/>
                  </a:lnTo>
                  <a:lnTo>
                    <a:pt x="3831237" y="2196895"/>
                  </a:lnTo>
                  <a:lnTo>
                    <a:pt x="3830673" y="2195256"/>
                  </a:lnTo>
                  <a:close/>
                </a:path>
                <a:path w="7630159" h="4411345">
                  <a:moveTo>
                    <a:pt x="3313713" y="2493996"/>
                  </a:moveTo>
                  <a:lnTo>
                    <a:pt x="3264669" y="2522337"/>
                  </a:lnTo>
                  <a:lnTo>
                    <a:pt x="3265884" y="2523664"/>
                  </a:lnTo>
                  <a:lnTo>
                    <a:pt x="3314901" y="2495332"/>
                  </a:lnTo>
                  <a:lnTo>
                    <a:pt x="3313713" y="2493996"/>
                  </a:lnTo>
                  <a:close/>
                </a:path>
                <a:path w="7630159" h="4411345">
                  <a:moveTo>
                    <a:pt x="3431067" y="2426179"/>
                  </a:moveTo>
                  <a:lnTo>
                    <a:pt x="3405590" y="2440902"/>
                  </a:lnTo>
                  <a:lnTo>
                    <a:pt x="3405613" y="2442902"/>
                  </a:lnTo>
                  <a:lnTo>
                    <a:pt x="3430982" y="2428239"/>
                  </a:lnTo>
                  <a:lnTo>
                    <a:pt x="3431067" y="2426179"/>
                  </a:lnTo>
                  <a:close/>
                </a:path>
              </a:pathLst>
            </a:custGeom>
            <a:solidFill>
              <a:srgbClr val="4F4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95172" y="943330"/>
              <a:ext cx="7630159" cy="4411345"/>
            </a:xfrm>
            <a:custGeom>
              <a:avLst/>
              <a:gdLst/>
              <a:ahLst/>
              <a:cxnLst/>
              <a:rect l="l" t="t" r="r" b="b"/>
              <a:pathLst>
                <a:path w="7630159" h="4411345">
                  <a:moveTo>
                    <a:pt x="5067471" y="1480811"/>
                  </a:moveTo>
                  <a:lnTo>
                    <a:pt x="5051133" y="1490255"/>
                  </a:lnTo>
                  <a:lnTo>
                    <a:pt x="5051169" y="1492336"/>
                  </a:lnTo>
                  <a:lnTo>
                    <a:pt x="5067507" y="1482894"/>
                  </a:lnTo>
                  <a:lnTo>
                    <a:pt x="5067471" y="1480811"/>
                  </a:lnTo>
                  <a:close/>
                </a:path>
                <a:path w="7630159" h="4411345">
                  <a:moveTo>
                    <a:pt x="5140726" y="1438471"/>
                  </a:moveTo>
                  <a:lnTo>
                    <a:pt x="5093138" y="1465976"/>
                  </a:lnTo>
                  <a:lnTo>
                    <a:pt x="5094191" y="1467474"/>
                  </a:lnTo>
                  <a:lnTo>
                    <a:pt x="5141773" y="1439978"/>
                  </a:lnTo>
                  <a:lnTo>
                    <a:pt x="5140726" y="1438471"/>
                  </a:lnTo>
                  <a:close/>
                </a:path>
                <a:path w="7630159" h="4411345">
                  <a:moveTo>
                    <a:pt x="4229982" y="1964872"/>
                  </a:moveTo>
                  <a:lnTo>
                    <a:pt x="4183129" y="1991953"/>
                  </a:lnTo>
                  <a:lnTo>
                    <a:pt x="4183689" y="1993633"/>
                  </a:lnTo>
                  <a:lnTo>
                    <a:pt x="4230543" y="1966557"/>
                  </a:lnTo>
                  <a:lnTo>
                    <a:pt x="4229982" y="1964872"/>
                  </a:lnTo>
                  <a:close/>
                </a:path>
                <a:path w="7630159" h="4411345">
                  <a:moveTo>
                    <a:pt x="4356915" y="1891506"/>
                  </a:moveTo>
                  <a:lnTo>
                    <a:pt x="4310228" y="1918491"/>
                  </a:lnTo>
                  <a:lnTo>
                    <a:pt x="4310826" y="1919892"/>
                  </a:lnTo>
                  <a:lnTo>
                    <a:pt x="4310853" y="1920148"/>
                  </a:lnTo>
                  <a:lnTo>
                    <a:pt x="4356878" y="1893551"/>
                  </a:lnTo>
                  <a:lnTo>
                    <a:pt x="4356915" y="1891506"/>
                  </a:lnTo>
                  <a:close/>
                </a:path>
                <a:path w="7630159" h="4411345">
                  <a:moveTo>
                    <a:pt x="2805237" y="2788361"/>
                  </a:moveTo>
                  <a:lnTo>
                    <a:pt x="2758368" y="2815451"/>
                  </a:lnTo>
                  <a:lnTo>
                    <a:pt x="2758883" y="2816996"/>
                  </a:lnTo>
                  <a:lnTo>
                    <a:pt x="2805753" y="2789911"/>
                  </a:lnTo>
                  <a:lnTo>
                    <a:pt x="2805237" y="2788361"/>
                  </a:lnTo>
                  <a:close/>
                </a:path>
                <a:path w="7630159" h="4411345">
                  <a:moveTo>
                    <a:pt x="2931975" y="2715108"/>
                  </a:moveTo>
                  <a:lnTo>
                    <a:pt x="2884920" y="2742306"/>
                  </a:lnTo>
                  <a:lnTo>
                    <a:pt x="2885551" y="2743798"/>
                  </a:lnTo>
                  <a:lnTo>
                    <a:pt x="2931940" y="2716991"/>
                  </a:lnTo>
                  <a:lnTo>
                    <a:pt x="2931975" y="2715108"/>
                  </a:lnTo>
                  <a:close/>
                </a:path>
                <a:path w="7630159" h="4411345">
                  <a:moveTo>
                    <a:pt x="874447" y="3904340"/>
                  </a:moveTo>
                  <a:lnTo>
                    <a:pt x="827594" y="3931421"/>
                  </a:lnTo>
                  <a:lnTo>
                    <a:pt x="828048" y="3932783"/>
                  </a:lnTo>
                  <a:lnTo>
                    <a:pt x="874903" y="3905707"/>
                  </a:lnTo>
                  <a:lnTo>
                    <a:pt x="874447" y="3904340"/>
                  </a:lnTo>
                  <a:close/>
                </a:path>
                <a:path w="7630159" h="4411345">
                  <a:moveTo>
                    <a:pt x="1001058" y="3831160"/>
                  </a:moveTo>
                  <a:lnTo>
                    <a:pt x="954319" y="3858175"/>
                  </a:lnTo>
                  <a:lnTo>
                    <a:pt x="954884" y="3859487"/>
                  </a:lnTo>
                  <a:lnTo>
                    <a:pt x="1001027" y="3832822"/>
                  </a:lnTo>
                  <a:lnTo>
                    <a:pt x="1001058" y="3831160"/>
                  </a:lnTo>
                  <a:close/>
                </a:path>
                <a:path w="7630159" h="4411345">
                  <a:moveTo>
                    <a:pt x="7035852" y="343106"/>
                  </a:moveTo>
                  <a:lnTo>
                    <a:pt x="6989379" y="369966"/>
                  </a:lnTo>
                  <a:lnTo>
                    <a:pt x="6989497" y="372219"/>
                  </a:lnTo>
                  <a:lnTo>
                    <a:pt x="7035874" y="345419"/>
                  </a:lnTo>
                  <a:lnTo>
                    <a:pt x="7035852" y="343106"/>
                  </a:lnTo>
                  <a:close/>
                </a:path>
                <a:path w="7630159" h="4411345">
                  <a:moveTo>
                    <a:pt x="7239283" y="225524"/>
                  </a:moveTo>
                  <a:lnTo>
                    <a:pt x="7189075" y="254544"/>
                  </a:lnTo>
                  <a:lnTo>
                    <a:pt x="7190269" y="256197"/>
                  </a:lnTo>
                  <a:lnTo>
                    <a:pt x="7240405" y="227225"/>
                  </a:lnTo>
                  <a:lnTo>
                    <a:pt x="7239283" y="225524"/>
                  </a:lnTo>
                  <a:close/>
                </a:path>
                <a:path w="7630159" h="4411345">
                  <a:moveTo>
                    <a:pt x="3553698" y="2355758"/>
                  </a:moveTo>
                  <a:lnTo>
                    <a:pt x="3507046" y="2382723"/>
                  </a:lnTo>
                  <a:lnTo>
                    <a:pt x="3507142" y="2384594"/>
                  </a:lnTo>
                  <a:lnTo>
                    <a:pt x="3553728" y="2357674"/>
                  </a:lnTo>
                  <a:lnTo>
                    <a:pt x="3553698" y="2355758"/>
                  </a:lnTo>
                  <a:close/>
                </a:path>
                <a:path w="7630159" h="4411345">
                  <a:moveTo>
                    <a:pt x="3757459" y="2237986"/>
                  </a:moveTo>
                  <a:lnTo>
                    <a:pt x="3707110" y="2267088"/>
                  </a:lnTo>
                  <a:lnTo>
                    <a:pt x="3708120" y="2268454"/>
                  </a:lnTo>
                  <a:lnTo>
                    <a:pt x="3758392" y="2239402"/>
                  </a:lnTo>
                  <a:lnTo>
                    <a:pt x="3757459" y="2237986"/>
                  </a:lnTo>
                  <a:close/>
                </a:path>
                <a:path w="7630159" h="4411345">
                  <a:moveTo>
                    <a:pt x="2024390" y="3239684"/>
                  </a:moveTo>
                  <a:lnTo>
                    <a:pt x="1977854" y="3266581"/>
                  </a:lnTo>
                  <a:lnTo>
                    <a:pt x="1977946" y="3268283"/>
                  </a:lnTo>
                  <a:lnTo>
                    <a:pt x="2024374" y="3241453"/>
                  </a:lnTo>
                  <a:lnTo>
                    <a:pt x="2024390" y="3239684"/>
                  </a:lnTo>
                  <a:close/>
                </a:path>
                <a:path w="7630159" h="4411345">
                  <a:moveTo>
                    <a:pt x="2228343" y="3121801"/>
                  </a:moveTo>
                  <a:lnTo>
                    <a:pt x="2177619" y="3151119"/>
                  </a:lnTo>
                  <a:lnTo>
                    <a:pt x="2178507" y="3152383"/>
                  </a:lnTo>
                  <a:lnTo>
                    <a:pt x="2229221" y="3123077"/>
                  </a:lnTo>
                  <a:lnTo>
                    <a:pt x="2228343" y="3121801"/>
                  </a:lnTo>
                  <a:close/>
                </a:path>
                <a:path w="7630159" h="4411345">
                  <a:moveTo>
                    <a:pt x="6902375" y="420254"/>
                  </a:moveTo>
                  <a:lnTo>
                    <a:pt x="6854750" y="447781"/>
                  </a:lnTo>
                  <a:lnTo>
                    <a:pt x="6855400" y="449711"/>
                  </a:lnTo>
                  <a:lnTo>
                    <a:pt x="6903038" y="422182"/>
                  </a:lnTo>
                  <a:lnTo>
                    <a:pt x="6902375" y="420254"/>
                  </a:lnTo>
                  <a:close/>
                </a:path>
                <a:path w="7630159" h="4411345">
                  <a:moveTo>
                    <a:pt x="5952379" y="969343"/>
                  </a:moveTo>
                  <a:lnTo>
                    <a:pt x="5906752" y="995715"/>
                  </a:lnTo>
                  <a:lnTo>
                    <a:pt x="5907362" y="997561"/>
                  </a:lnTo>
                  <a:lnTo>
                    <a:pt x="5952982" y="971198"/>
                  </a:lnTo>
                  <a:lnTo>
                    <a:pt x="5952379" y="969343"/>
                  </a:lnTo>
                  <a:close/>
                </a:path>
                <a:path w="7630159" h="4411345">
                  <a:moveTo>
                    <a:pt x="5841187" y="1033611"/>
                  </a:moveTo>
                  <a:lnTo>
                    <a:pt x="5801606" y="1056488"/>
                  </a:lnTo>
                  <a:lnTo>
                    <a:pt x="5801936" y="1058484"/>
                  </a:lnTo>
                  <a:lnTo>
                    <a:pt x="5841986" y="1035340"/>
                  </a:lnTo>
                  <a:lnTo>
                    <a:pt x="5841187" y="1033611"/>
                  </a:lnTo>
                  <a:close/>
                </a:path>
                <a:path w="7630159" h="4411345">
                  <a:moveTo>
                    <a:pt x="4577713" y="1763887"/>
                  </a:moveTo>
                  <a:lnTo>
                    <a:pt x="4531171" y="1790788"/>
                  </a:lnTo>
                  <a:lnTo>
                    <a:pt x="4531754" y="1792494"/>
                  </a:lnTo>
                  <a:lnTo>
                    <a:pt x="4578279" y="1765608"/>
                  </a:lnTo>
                  <a:lnTo>
                    <a:pt x="4577713" y="1763887"/>
                  </a:lnTo>
                  <a:close/>
                </a:path>
                <a:path w="7630159" h="4411345">
                  <a:moveTo>
                    <a:pt x="4465112" y="1828970"/>
                  </a:moveTo>
                  <a:lnTo>
                    <a:pt x="4426817" y="1851104"/>
                  </a:lnTo>
                  <a:lnTo>
                    <a:pt x="4427122" y="1852959"/>
                  </a:lnTo>
                  <a:lnTo>
                    <a:pt x="4465838" y="1830586"/>
                  </a:lnTo>
                  <a:lnTo>
                    <a:pt x="4465112" y="1828970"/>
                  </a:lnTo>
                  <a:close/>
                </a:path>
                <a:path w="7630159" h="4411345">
                  <a:moveTo>
                    <a:pt x="4117381" y="2029954"/>
                  </a:moveTo>
                  <a:lnTo>
                    <a:pt x="4078039" y="2052694"/>
                  </a:lnTo>
                  <a:lnTo>
                    <a:pt x="4078336" y="2054514"/>
                  </a:lnTo>
                  <a:lnTo>
                    <a:pt x="4118109" y="2031530"/>
                  </a:lnTo>
                  <a:lnTo>
                    <a:pt x="4117381" y="2029954"/>
                  </a:lnTo>
                  <a:close/>
                </a:path>
                <a:path w="7630159" h="4411345">
                  <a:moveTo>
                    <a:pt x="2692670" y="2853424"/>
                  </a:moveTo>
                  <a:lnTo>
                    <a:pt x="2653060" y="2876319"/>
                  </a:lnTo>
                  <a:lnTo>
                    <a:pt x="2653334" y="2877991"/>
                  </a:lnTo>
                  <a:lnTo>
                    <a:pt x="2693341" y="2854872"/>
                  </a:lnTo>
                  <a:lnTo>
                    <a:pt x="2692670" y="2853424"/>
                  </a:lnTo>
                  <a:close/>
                </a:path>
                <a:path w="7630159" h="4411345">
                  <a:moveTo>
                    <a:pt x="1927084" y="3295925"/>
                  </a:moveTo>
                  <a:lnTo>
                    <a:pt x="1880836" y="3322657"/>
                  </a:lnTo>
                  <a:lnTo>
                    <a:pt x="1881216" y="3324181"/>
                  </a:lnTo>
                  <a:lnTo>
                    <a:pt x="1927291" y="3297555"/>
                  </a:lnTo>
                  <a:lnTo>
                    <a:pt x="1927084" y="3295925"/>
                  </a:lnTo>
                  <a:close/>
                </a:path>
                <a:path w="7630159" h="4411345">
                  <a:moveTo>
                    <a:pt x="1801048" y="3368773"/>
                  </a:moveTo>
                  <a:lnTo>
                    <a:pt x="1754177" y="3395864"/>
                  </a:lnTo>
                  <a:lnTo>
                    <a:pt x="1754664" y="3397312"/>
                  </a:lnTo>
                  <a:lnTo>
                    <a:pt x="1801537" y="3370226"/>
                  </a:lnTo>
                  <a:lnTo>
                    <a:pt x="1801048" y="3368773"/>
                  </a:lnTo>
                  <a:close/>
                </a:path>
                <a:path w="7630159" h="4411345">
                  <a:moveTo>
                    <a:pt x="1687798" y="3434230"/>
                  </a:moveTo>
                  <a:lnTo>
                    <a:pt x="1648862" y="3456735"/>
                  </a:lnTo>
                  <a:lnTo>
                    <a:pt x="1649117" y="3458306"/>
                  </a:lnTo>
                  <a:lnTo>
                    <a:pt x="1688419" y="3435594"/>
                  </a:lnTo>
                  <a:lnTo>
                    <a:pt x="1687798" y="3434230"/>
                  </a:lnTo>
                  <a:close/>
                </a:path>
                <a:path w="7630159" h="4411345">
                  <a:moveTo>
                    <a:pt x="1457981" y="3567063"/>
                  </a:moveTo>
                  <a:lnTo>
                    <a:pt x="1410843" y="3594308"/>
                  </a:lnTo>
                  <a:lnTo>
                    <a:pt x="1411319" y="3595724"/>
                  </a:lnTo>
                  <a:lnTo>
                    <a:pt x="1458455" y="3568485"/>
                  </a:lnTo>
                  <a:lnTo>
                    <a:pt x="1457981" y="3567063"/>
                  </a:lnTo>
                  <a:close/>
                </a:path>
                <a:path w="7630159" h="4411345">
                  <a:moveTo>
                    <a:pt x="762027" y="3969318"/>
                  </a:moveTo>
                  <a:lnTo>
                    <a:pt x="723310" y="3991696"/>
                  </a:lnTo>
                  <a:lnTo>
                    <a:pt x="723575" y="3993156"/>
                  </a:lnTo>
                  <a:lnTo>
                    <a:pt x="762604" y="3970602"/>
                  </a:lnTo>
                  <a:lnTo>
                    <a:pt x="762027" y="3969318"/>
                  </a:lnTo>
                  <a:close/>
                </a:path>
                <a:path w="7630159" h="4411345">
                  <a:moveTo>
                    <a:pt x="581502" y="4073659"/>
                  </a:moveTo>
                  <a:lnTo>
                    <a:pt x="534815" y="4100644"/>
                  </a:lnTo>
                  <a:lnTo>
                    <a:pt x="535257" y="4101981"/>
                  </a:lnTo>
                  <a:lnTo>
                    <a:pt x="581958" y="4074993"/>
                  </a:lnTo>
                  <a:lnTo>
                    <a:pt x="581502" y="4073659"/>
                  </a:lnTo>
                  <a:close/>
                </a:path>
                <a:path w="7630159" h="4411345">
                  <a:moveTo>
                    <a:pt x="469315" y="4138503"/>
                  </a:moveTo>
                  <a:lnTo>
                    <a:pt x="429609" y="4161452"/>
                  </a:lnTo>
                  <a:lnTo>
                    <a:pt x="429847" y="4162895"/>
                  </a:lnTo>
                  <a:lnTo>
                    <a:pt x="469893" y="4139753"/>
                  </a:lnTo>
                  <a:lnTo>
                    <a:pt x="469315" y="4138503"/>
                  </a:lnTo>
                  <a:close/>
                </a:path>
                <a:path w="7630159" h="4411345">
                  <a:moveTo>
                    <a:pt x="2582688" y="2916993"/>
                  </a:moveTo>
                  <a:lnTo>
                    <a:pt x="2535554" y="2944236"/>
                  </a:lnTo>
                  <a:lnTo>
                    <a:pt x="2536068" y="2945756"/>
                  </a:lnTo>
                  <a:lnTo>
                    <a:pt x="2583210" y="2918514"/>
                  </a:lnTo>
                  <a:lnTo>
                    <a:pt x="2582688" y="2916993"/>
                  </a:lnTo>
                  <a:close/>
                </a:path>
                <a:path w="7630159" h="4411345">
                  <a:moveTo>
                    <a:pt x="2410691" y="3016405"/>
                  </a:moveTo>
                  <a:lnTo>
                    <a:pt x="2363215" y="3043846"/>
                  </a:lnTo>
                  <a:lnTo>
                    <a:pt x="2363652" y="3045392"/>
                  </a:lnTo>
                  <a:lnTo>
                    <a:pt x="2411142" y="3017949"/>
                  </a:lnTo>
                  <a:lnTo>
                    <a:pt x="2410691" y="3016405"/>
                  </a:lnTo>
                  <a:close/>
                </a:path>
                <a:path w="7630159" h="4411345">
                  <a:moveTo>
                    <a:pt x="2303736" y="3078224"/>
                  </a:moveTo>
                  <a:lnTo>
                    <a:pt x="2264173" y="3101091"/>
                  </a:lnTo>
                  <a:lnTo>
                    <a:pt x="2264711" y="3102567"/>
                  </a:lnTo>
                  <a:lnTo>
                    <a:pt x="2304460" y="3079598"/>
                  </a:lnTo>
                  <a:lnTo>
                    <a:pt x="2303736" y="3078224"/>
                  </a:lnTo>
                  <a:close/>
                </a:path>
                <a:path w="7630159" h="4411345">
                  <a:moveTo>
                    <a:pt x="359132" y="4202187"/>
                  </a:moveTo>
                  <a:lnTo>
                    <a:pt x="314463" y="4228006"/>
                  </a:lnTo>
                  <a:lnTo>
                    <a:pt x="314905" y="4229317"/>
                  </a:lnTo>
                  <a:lnTo>
                    <a:pt x="359574" y="4203504"/>
                  </a:lnTo>
                  <a:lnTo>
                    <a:pt x="359132" y="4202187"/>
                  </a:lnTo>
                  <a:close/>
                </a:path>
                <a:path w="7630159" h="4411345">
                  <a:moveTo>
                    <a:pt x="300491" y="4236081"/>
                  </a:moveTo>
                  <a:lnTo>
                    <a:pt x="280780" y="4247474"/>
                  </a:lnTo>
                  <a:lnTo>
                    <a:pt x="280753" y="4249053"/>
                  </a:lnTo>
                  <a:lnTo>
                    <a:pt x="300473" y="4237657"/>
                  </a:lnTo>
                  <a:lnTo>
                    <a:pt x="300491" y="4236081"/>
                  </a:lnTo>
                  <a:close/>
                </a:path>
                <a:path w="7630159" h="4411345">
                  <a:moveTo>
                    <a:pt x="188056" y="4301068"/>
                  </a:moveTo>
                  <a:lnTo>
                    <a:pt x="144831" y="4326051"/>
                  </a:lnTo>
                  <a:lnTo>
                    <a:pt x="145811" y="4327032"/>
                  </a:lnTo>
                  <a:lnTo>
                    <a:pt x="189023" y="4302061"/>
                  </a:lnTo>
                  <a:lnTo>
                    <a:pt x="188056" y="4301068"/>
                  </a:lnTo>
                  <a:close/>
                </a:path>
                <a:path w="7630159" h="4411345">
                  <a:moveTo>
                    <a:pt x="138099" y="4329942"/>
                  </a:moveTo>
                  <a:lnTo>
                    <a:pt x="104352" y="4349447"/>
                  </a:lnTo>
                  <a:lnTo>
                    <a:pt x="104784" y="4350741"/>
                  </a:lnTo>
                  <a:lnTo>
                    <a:pt x="138571" y="4331216"/>
                  </a:lnTo>
                  <a:lnTo>
                    <a:pt x="138099" y="4329942"/>
                  </a:lnTo>
                  <a:close/>
                </a:path>
                <a:path w="7630159" h="4411345">
                  <a:moveTo>
                    <a:pt x="39880" y="4386712"/>
                  </a:moveTo>
                  <a:lnTo>
                    <a:pt x="0" y="4409762"/>
                  </a:lnTo>
                  <a:lnTo>
                    <a:pt x="250" y="4411149"/>
                  </a:lnTo>
                  <a:lnTo>
                    <a:pt x="40428" y="4387931"/>
                  </a:lnTo>
                  <a:lnTo>
                    <a:pt x="39880" y="4386712"/>
                  </a:lnTo>
                  <a:close/>
                </a:path>
                <a:path w="7630159" h="4411345">
                  <a:moveTo>
                    <a:pt x="7629471" y="0"/>
                  </a:moveTo>
                  <a:lnTo>
                    <a:pt x="7595862" y="19425"/>
                  </a:lnTo>
                  <a:lnTo>
                    <a:pt x="7596227" y="21603"/>
                  </a:lnTo>
                  <a:lnTo>
                    <a:pt x="7630058" y="2053"/>
                  </a:lnTo>
                  <a:lnTo>
                    <a:pt x="7629931" y="1676"/>
                  </a:lnTo>
                  <a:lnTo>
                    <a:pt x="7629471" y="0"/>
                  </a:lnTo>
                  <a:close/>
                </a:path>
                <a:path w="7630159" h="4411345">
                  <a:moveTo>
                    <a:pt x="7499713" y="74998"/>
                  </a:moveTo>
                  <a:lnTo>
                    <a:pt x="7451548" y="102838"/>
                  </a:lnTo>
                  <a:lnTo>
                    <a:pt x="7453149" y="104285"/>
                  </a:lnTo>
                  <a:lnTo>
                    <a:pt x="7501692" y="76233"/>
                  </a:lnTo>
                  <a:lnTo>
                    <a:pt x="7499713" y="74998"/>
                  </a:lnTo>
                  <a:close/>
                </a:path>
                <a:path w="7630159" h="4411345">
                  <a:moveTo>
                    <a:pt x="7446419" y="105802"/>
                  </a:moveTo>
                  <a:lnTo>
                    <a:pt x="7410900" y="126331"/>
                  </a:lnTo>
                  <a:lnTo>
                    <a:pt x="7411575" y="128310"/>
                  </a:lnTo>
                  <a:lnTo>
                    <a:pt x="7447114" y="107773"/>
                  </a:lnTo>
                  <a:lnTo>
                    <a:pt x="7446419" y="105802"/>
                  </a:lnTo>
                  <a:close/>
                </a:path>
                <a:path w="7630159" h="4411345">
                  <a:moveTo>
                    <a:pt x="7345454" y="164159"/>
                  </a:moveTo>
                  <a:lnTo>
                    <a:pt x="7306607" y="186612"/>
                  </a:lnTo>
                  <a:lnTo>
                    <a:pt x="7306984" y="188751"/>
                  </a:lnTo>
                  <a:lnTo>
                    <a:pt x="7346296" y="166033"/>
                  </a:lnTo>
                  <a:lnTo>
                    <a:pt x="7345454" y="164159"/>
                  </a:lnTo>
                  <a:close/>
                </a:path>
                <a:path w="7630159" h="4411345">
                  <a:moveTo>
                    <a:pt x="6448350" y="682676"/>
                  </a:moveTo>
                  <a:lnTo>
                    <a:pt x="6414749" y="702098"/>
                  </a:lnTo>
                  <a:lnTo>
                    <a:pt x="6415093" y="704154"/>
                  </a:lnTo>
                  <a:lnTo>
                    <a:pt x="6448896" y="684620"/>
                  </a:lnTo>
                  <a:lnTo>
                    <a:pt x="6448350" y="682676"/>
                  </a:lnTo>
                  <a:close/>
                </a:path>
                <a:path w="7630159" h="4411345">
                  <a:moveTo>
                    <a:pt x="6318552" y="757698"/>
                  </a:moveTo>
                  <a:lnTo>
                    <a:pt x="6270389" y="785536"/>
                  </a:lnTo>
                  <a:lnTo>
                    <a:pt x="6271900" y="786903"/>
                  </a:lnTo>
                  <a:lnTo>
                    <a:pt x="6320419" y="758864"/>
                  </a:lnTo>
                  <a:lnTo>
                    <a:pt x="6318552" y="757698"/>
                  </a:lnTo>
                  <a:close/>
                </a:path>
                <a:path w="7630159" h="4411345">
                  <a:moveTo>
                    <a:pt x="6265293" y="788482"/>
                  </a:moveTo>
                  <a:lnTo>
                    <a:pt x="6229775" y="809010"/>
                  </a:lnTo>
                  <a:lnTo>
                    <a:pt x="6230412" y="810877"/>
                  </a:lnTo>
                  <a:lnTo>
                    <a:pt x="6265949" y="790341"/>
                  </a:lnTo>
                  <a:lnTo>
                    <a:pt x="6265293" y="788482"/>
                  </a:lnTo>
                  <a:close/>
                </a:path>
                <a:path w="7630159" h="4411345">
                  <a:moveTo>
                    <a:pt x="6164793" y="846570"/>
                  </a:moveTo>
                  <a:lnTo>
                    <a:pt x="6125506" y="869277"/>
                  </a:lnTo>
                  <a:lnTo>
                    <a:pt x="6125859" y="871296"/>
                  </a:lnTo>
                  <a:lnTo>
                    <a:pt x="6165596" y="848333"/>
                  </a:lnTo>
                  <a:lnTo>
                    <a:pt x="6164793" y="846570"/>
                  </a:lnTo>
                  <a:close/>
                </a:path>
                <a:path w="7630159" h="4411345">
                  <a:moveTo>
                    <a:pt x="4974253" y="1534691"/>
                  </a:moveTo>
                  <a:lnTo>
                    <a:pt x="4934937" y="1557415"/>
                  </a:lnTo>
                  <a:lnTo>
                    <a:pt x="4935437" y="1559215"/>
                  </a:lnTo>
                  <a:lnTo>
                    <a:pt x="4975004" y="1536350"/>
                  </a:lnTo>
                  <a:lnTo>
                    <a:pt x="4974253" y="1534691"/>
                  </a:lnTo>
                  <a:close/>
                </a:path>
                <a:path w="7630159" h="4411345">
                  <a:moveTo>
                    <a:pt x="1143374" y="3748903"/>
                  </a:moveTo>
                  <a:lnTo>
                    <a:pt x="1094768" y="3776997"/>
                  </a:lnTo>
                  <a:lnTo>
                    <a:pt x="1094862" y="3778597"/>
                  </a:lnTo>
                  <a:lnTo>
                    <a:pt x="1143479" y="3750503"/>
                  </a:lnTo>
                  <a:lnTo>
                    <a:pt x="1143374" y="3748903"/>
                  </a:lnTo>
                  <a:close/>
                </a:path>
                <a:path w="7630159" h="4411345">
                  <a:moveTo>
                    <a:pt x="6688657" y="543781"/>
                  </a:moveTo>
                  <a:lnTo>
                    <a:pt x="6642491" y="570464"/>
                  </a:lnTo>
                  <a:lnTo>
                    <a:pt x="6643129" y="572378"/>
                  </a:lnTo>
                  <a:lnTo>
                    <a:pt x="6689302" y="545695"/>
                  </a:lnTo>
                  <a:lnTo>
                    <a:pt x="6688657" y="543781"/>
                  </a:lnTo>
                  <a:close/>
                </a:path>
                <a:path w="7630159" h="4411345">
                  <a:moveTo>
                    <a:pt x="6540131" y="629628"/>
                  </a:moveTo>
                  <a:lnTo>
                    <a:pt x="6505839" y="649448"/>
                  </a:lnTo>
                  <a:lnTo>
                    <a:pt x="6506136" y="651543"/>
                  </a:lnTo>
                  <a:lnTo>
                    <a:pt x="6540822" y="631499"/>
                  </a:lnTo>
                  <a:lnTo>
                    <a:pt x="6540131" y="629628"/>
                  </a:lnTo>
                  <a:close/>
                </a:path>
                <a:path w="7630159" h="4411345">
                  <a:moveTo>
                    <a:pt x="5704053" y="1112873"/>
                  </a:moveTo>
                  <a:lnTo>
                    <a:pt x="5656446" y="1140389"/>
                  </a:lnTo>
                  <a:lnTo>
                    <a:pt x="5657053" y="1142209"/>
                  </a:lnTo>
                  <a:lnTo>
                    <a:pt x="5704672" y="1114691"/>
                  </a:lnTo>
                  <a:lnTo>
                    <a:pt x="5704053" y="1112873"/>
                  </a:lnTo>
                  <a:close/>
                </a:path>
                <a:path w="7630159" h="4411345">
                  <a:moveTo>
                    <a:pt x="5554212" y="1199480"/>
                  </a:moveTo>
                  <a:lnTo>
                    <a:pt x="5519912" y="1219305"/>
                  </a:lnTo>
                  <a:lnTo>
                    <a:pt x="5520184" y="1221302"/>
                  </a:lnTo>
                  <a:lnTo>
                    <a:pt x="5554819" y="1201288"/>
                  </a:lnTo>
                  <a:lnTo>
                    <a:pt x="5554212" y="1199480"/>
                  </a:lnTo>
                  <a:close/>
                </a:path>
                <a:path w="7630159" h="4411345">
                  <a:moveTo>
                    <a:pt x="5420375" y="1276836"/>
                  </a:moveTo>
                  <a:lnTo>
                    <a:pt x="5373198" y="1304104"/>
                  </a:lnTo>
                  <a:lnTo>
                    <a:pt x="5373796" y="1305897"/>
                  </a:lnTo>
                  <a:lnTo>
                    <a:pt x="5420984" y="1278628"/>
                  </a:lnTo>
                  <a:lnTo>
                    <a:pt x="5420375" y="1276836"/>
                  </a:lnTo>
                  <a:close/>
                </a:path>
                <a:path w="7630159" h="4411345">
                  <a:moveTo>
                    <a:pt x="5270845" y="1363263"/>
                  </a:moveTo>
                  <a:lnTo>
                    <a:pt x="5236440" y="1383149"/>
                  </a:lnTo>
                  <a:lnTo>
                    <a:pt x="5236718" y="1385111"/>
                  </a:lnTo>
                  <a:lnTo>
                    <a:pt x="5271497" y="1365013"/>
                  </a:lnTo>
                  <a:lnTo>
                    <a:pt x="5270845" y="1363263"/>
                  </a:lnTo>
                  <a:close/>
                </a:path>
                <a:path w="7630159" h="4411345">
                  <a:moveTo>
                    <a:pt x="3980548" y="2109043"/>
                  </a:moveTo>
                  <a:lnTo>
                    <a:pt x="3933104" y="2136465"/>
                  </a:lnTo>
                  <a:lnTo>
                    <a:pt x="3933656" y="2138122"/>
                  </a:lnTo>
                  <a:lnTo>
                    <a:pt x="3981106" y="2110701"/>
                  </a:lnTo>
                  <a:lnTo>
                    <a:pt x="3980548" y="2109043"/>
                  </a:lnTo>
                  <a:close/>
                </a:path>
                <a:path w="7630159" h="4411345">
                  <a:moveTo>
                    <a:pt x="3830845" y="2195570"/>
                  </a:moveTo>
                  <a:lnTo>
                    <a:pt x="3796404" y="2215476"/>
                  </a:lnTo>
                  <a:lnTo>
                    <a:pt x="3796652" y="2217293"/>
                  </a:lnTo>
                  <a:lnTo>
                    <a:pt x="3831409" y="2197208"/>
                  </a:lnTo>
                  <a:lnTo>
                    <a:pt x="3830845" y="2195570"/>
                  </a:lnTo>
                  <a:close/>
                </a:path>
                <a:path w="7630159" h="4411345">
                  <a:moveTo>
                    <a:pt x="3314509" y="2494007"/>
                  </a:moveTo>
                  <a:lnTo>
                    <a:pt x="3265492" y="2522339"/>
                  </a:lnTo>
                  <a:lnTo>
                    <a:pt x="3266629" y="2523582"/>
                  </a:lnTo>
                  <a:lnTo>
                    <a:pt x="3315628" y="2495266"/>
                  </a:lnTo>
                  <a:lnTo>
                    <a:pt x="3314509" y="2494007"/>
                  </a:lnTo>
                  <a:close/>
                </a:path>
                <a:path w="7630159" h="4411345">
                  <a:moveTo>
                    <a:pt x="3430590" y="2426914"/>
                  </a:moveTo>
                  <a:lnTo>
                    <a:pt x="3405221" y="2441577"/>
                  </a:lnTo>
                  <a:lnTo>
                    <a:pt x="3405242" y="2443480"/>
                  </a:lnTo>
                  <a:lnTo>
                    <a:pt x="3430508" y="2428880"/>
                  </a:lnTo>
                  <a:lnTo>
                    <a:pt x="3430590" y="2426914"/>
                  </a:lnTo>
                  <a:close/>
                </a:path>
              </a:pathLst>
            </a:custGeom>
            <a:solidFill>
              <a:srgbClr val="4F4F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95413" y="945387"/>
              <a:ext cx="7631430" cy="4413885"/>
            </a:xfrm>
            <a:custGeom>
              <a:avLst/>
              <a:gdLst/>
              <a:ahLst/>
              <a:cxnLst/>
              <a:rect l="l" t="t" r="r" b="b"/>
              <a:pathLst>
                <a:path w="7631430" h="4413885">
                  <a:moveTo>
                    <a:pt x="41897" y="4389704"/>
                  </a:moveTo>
                  <a:lnTo>
                    <a:pt x="41046" y="4387812"/>
                  </a:lnTo>
                  <a:lnTo>
                    <a:pt x="40500" y="4386592"/>
                  </a:lnTo>
                  <a:lnTo>
                    <a:pt x="40182" y="4385881"/>
                  </a:lnTo>
                  <a:lnTo>
                    <a:pt x="0" y="4409097"/>
                  </a:lnTo>
                  <a:lnTo>
                    <a:pt x="152" y="4409897"/>
                  </a:lnTo>
                  <a:lnTo>
                    <a:pt x="393" y="4411281"/>
                  </a:lnTo>
                  <a:lnTo>
                    <a:pt x="787" y="4413453"/>
                  </a:lnTo>
                  <a:lnTo>
                    <a:pt x="41897" y="4389704"/>
                  </a:lnTo>
                  <a:close/>
                </a:path>
                <a:path w="7631430" h="4413885">
                  <a:moveTo>
                    <a:pt x="139801" y="4333138"/>
                  </a:moveTo>
                  <a:lnTo>
                    <a:pt x="139065" y="4331182"/>
                  </a:lnTo>
                  <a:lnTo>
                    <a:pt x="138595" y="4329900"/>
                  </a:lnTo>
                  <a:lnTo>
                    <a:pt x="138328" y="4329163"/>
                  </a:lnTo>
                  <a:lnTo>
                    <a:pt x="104533" y="4348696"/>
                  </a:lnTo>
                  <a:lnTo>
                    <a:pt x="104787" y="4349445"/>
                  </a:lnTo>
                  <a:lnTo>
                    <a:pt x="105219" y="4350740"/>
                  </a:lnTo>
                  <a:lnTo>
                    <a:pt x="105879" y="4352734"/>
                  </a:lnTo>
                  <a:lnTo>
                    <a:pt x="139801" y="4333138"/>
                  </a:lnTo>
                  <a:close/>
                </a:path>
                <a:path w="7631430" h="4413885">
                  <a:moveTo>
                    <a:pt x="191782" y="4303103"/>
                  </a:moveTo>
                  <a:lnTo>
                    <a:pt x="190309" y="4301579"/>
                  </a:lnTo>
                  <a:lnTo>
                    <a:pt x="189331" y="4300588"/>
                  </a:lnTo>
                  <a:lnTo>
                    <a:pt x="188772" y="4300017"/>
                  </a:lnTo>
                  <a:lnTo>
                    <a:pt x="145567" y="4324985"/>
                  </a:lnTo>
                  <a:lnTo>
                    <a:pt x="146138" y="4325556"/>
                  </a:lnTo>
                  <a:lnTo>
                    <a:pt x="147116" y="4326534"/>
                  </a:lnTo>
                  <a:lnTo>
                    <a:pt x="148628" y="4328045"/>
                  </a:lnTo>
                  <a:lnTo>
                    <a:pt x="191782" y="4303103"/>
                  </a:lnTo>
                  <a:close/>
                </a:path>
                <a:path w="7631430" h="4413885">
                  <a:moveTo>
                    <a:pt x="300228" y="4235602"/>
                  </a:moveTo>
                  <a:lnTo>
                    <a:pt x="280504" y="4247007"/>
                  </a:lnTo>
                  <a:lnTo>
                    <a:pt x="280492" y="4247921"/>
                  </a:lnTo>
                  <a:lnTo>
                    <a:pt x="280466" y="4249496"/>
                  </a:lnTo>
                  <a:lnTo>
                    <a:pt x="280428" y="4251884"/>
                  </a:lnTo>
                  <a:lnTo>
                    <a:pt x="300177" y="4240479"/>
                  </a:lnTo>
                  <a:lnTo>
                    <a:pt x="300202" y="4238091"/>
                  </a:lnTo>
                  <a:lnTo>
                    <a:pt x="300215" y="4236517"/>
                  </a:lnTo>
                  <a:lnTo>
                    <a:pt x="300228" y="4235602"/>
                  </a:lnTo>
                  <a:close/>
                </a:path>
                <a:path w="7631430" h="4413885">
                  <a:moveTo>
                    <a:pt x="360692" y="4205503"/>
                  </a:moveTo>
                  <a:lnTo>
                    <a:pt x="360032" y="4203535"/>
                  </a:lnTo>
                  <a:lnTo>
                    <a:pt x="359587" y="4202214"/>
                  </a:lnTo>
                  <a:lnTo>
                    <a:pt x="359321" y="4201452"/>
                  </a:lnTo>
                  <a:lnTo>
                    <a:pt x="314655" y="4227271"/>
                  </a:lnTo>
                  <a:lnTo>
                    <a:pt x="314909" y="4228033"/>
                  </a:lnTo>
                  <a:lnTo>
                    <a:pt x="315353" y="4229341"/>
                  </a:lnTo>
                  <a:lnTo>
                    <a:pt x="316026" y="4231322"/>
                  </a:lnTo>
                  <a:lnTo>
                    <a:pt x="360692" y="4205503"/>
                  </a:lnTo>
                  <a:close/>
                </a:path>
                <a:path w="7631430" h="4413885">
                  <a:moveTo>
                    <a:pt x="471424" y="4141533"/>
                  </a:moveTo>
                  <a:lnTo>
                    <a:pt x="470560" y="4139679"/>
                  </a:lnTo>
                  <a:lnTo>
                    <a:pt x="469988" y="4138434"/>
                  </a:lnTo>
                  <a:lnTo>
                    <a:pt x="469646" y="4137698"/>
                  </a:lnTo>
                  <a:lnTo>
                    <a:pt x="429602" y="4160850"/>
                  </a:lnTo>
                  <a:lnTo>
                    <a:pt x="429742" y="4161688"/>
                  </a:lnTo>
                  <a:lnTo>
                    <a:pt x="429971" y="4163123"/>
                  </a:lnTo>
                  <a:lnTo>
                    <a:pt x="430187" y="4164431"/>
                  </a:lnTo>
                  <a:lnTo>
                    <a:pt x="430479" y="4165181"/>
                  </a:lnTo>
                  <a:lnTo>
                    <a:pt x="471424" y="4141533"/>
                  </a:lnTo>
                  <a:close/>
                </a:path>
                <a:path w="7631430" h="4413885">
                  <a:moveTo>
                    <a:pt x="583095" y="4077004"/>
                  </a:moveTo>
                  <a:lnTo>
                    <a:pt x="582434" y="4075049"/>
                  </a:lnTo>
                  <a:lnTo>
                    <a:pt x="581977" y="4073728"/>
                  </a:lnTo>
                  <a:lnTo>
                    <a:pt x="581710" y="4072940"/>
                  </a:lnTo>
                  <a:lnTo>
                    <a:pt x="535012" y="4099928"/>
                  </a:lnTo>
                  <a:lnTo>
                    <a:pt x="535266" y="4100715"/>
                  </a:lnTo>
                  <a:lnTo>
                    <a:pt x="535711" y="4102049"/>
                  </a:lnTo>
                  <a:lnTo>
                    <a:pt x="536359" y="4104005"/>
                  </a:lnTo>
                  <a:lnTo>
                    <a:pt x="583095" y="4077004"/>
                  </a:lnTo>
                  <a:close/>
                </a:path>
                <a:path w="7631430" h="4413885">
                  <a:moveTo>
                    <a:pt x="764095" y="3972420"/>
                  </a:moveTo>
                  <a:lnTo>
                    <a:pt x="763270" y="3970591"/>
                  </a:lnTo>
                  <a:lnTo>
                    <a:pt x="762698" y="3969308"/>
                  </a:lnTo>
                  <a:lnTo>
                    <a:pt x="762355" y="3968546"/>
                  </a:lnTo>
                  <a:lnTo>
                    <a:pt x="723328" y="3991102"/>
                  </a:lnTo>
                  <a:lnTo>
                    <a:pt x="723480" y="3991965"/>
                  </a:lnTo>
                  <a:lnTo>
                    <a:pt x="723747" y="3993426"/>
                  </a:lnTo>
                  <a:lnTo>
                    <a:pt x="724077" y="3995267"/>
                  </a:lnTo>
                  <a:lnTo>
                    <a:pt x="724166" y="3995496"/>
                  </a:lnTo>
                  <a:lnTo>
                    <a:pt x="764095" y="3972420"/>
                  </a:lnTo>
                  <a:close/>
                </a:path>
                <a:path w="7631430" h="4413885">
                  <a:moveTo>
                    <a:pt x="876020" y="3907752"/>
                  </a:moveTo>
                  <a:lnTo>
                    <a:pt x="875372" y="3905821"/>
                  </a:lnTo>
                  <a:lnTo>
                    <a:pt x="874928" y="3904462"/>
                  </a:lnTo>
                  <a:lnTo>
                    <a:pt x="874649" y="3903649"/>
                  </a:lnTo>
                  <a:lnTo>
                    <a:pt x="827798" y="3930726"/>
                  </a:lnTo>
                  <a:lnTo>
                    <a:pt x="828065" y="3931526"/>
                  </a:lnTo>
                  <a:lnTo>
                    <a:pt x="828522" y="3932898"/>
                  </a:lnTo>
                  <a:lnTo>
                    <a:pt x="829170" y="3934828"/>
                  </a:lnTo>
                  <a:lnTo>
                    <a:pt x="876020" y="3907752"/>
                  </a:lnTo>
                  <a:close/>
                </a:path>
                <a:path w="7631430" h="4413885">
                  <a:moveTo>
                    <a:pt x="1000785" y="3830777"/>
                  </a:moveTo>
                  <a:lnTo>
                    <a:pt x="954633" y="3857434"/>
                  </a:lnTo>
                  <a:lnTo>
                    <a:pt x="954735" y="3857650"/>
                  </a:lnTo>
                  <a:lnTo>
                    <a:pt x="954798" y="3858310"/>
                  </a:lnTo>
                  <a:lnTo>
                    <a:pt x="954963" y="3859847"/>
                  </a:lnTo>
                  <a:lnTo>
                    <a:pt x="955192" y="3862006"/>
                  </a:lnTo>
                  <a:lnTo>
                    <a:pt x="1000683" y="3835717"/>
                  </a:lnTo>
                  <a:lnTo>
                    <a:pt x="1000734" y="3833418"/>
                  </a:lnTo>
                  <a:lnTo>
                    <a:pt x="1000760" y="3831755"/>
                  </a:lnTo>
                  <a:lnTo>
                    <a:pt x="1000785" y="3830777"/>
                  </a:lnTo>
                  <a:close/>
                </a:path>
                <a:path w="7631430" h="4413885">
                  <a:moveTo>
                    <a:pt x="1143546" y="3753180"/>
                  </a:moveTo>
                  <a:lnTo>
                    <a:pt x="1143393" y="3750995"/>
                  </a:lnTo>
                  <a:lnTo>
                    <a:pt x="1143292" y="3749395"/>
                  </a:lnTo>
                  <a:lnTo>
                    <a:pt x="1143228" y="3748455"/>
                  </a:lnTo>
                  <a:lnTo>
                    <a:pt x="1094613" y="3776548"/>
                  </a:lnTo>
                  <a:lnTo>
                    <a:pt x="1094676" y="3777488"/>
                  </a:lnTo>
                  <a:lnTo>
                    <a:pt x="1094765" y="3779088"/>
                  </a:lnTo>
                  <a:lnTo>
                    <a:pt x="1094892" y="3781285"/>
                  </a:lnTo>
                  <a:lnTo>
                    <a:pt x="1143546" y="3753180"/>
                  </a:lnTo>
                  <a:close/>
                </a:path>
                <a:path w="7631430" h="4413885">
                  <a:moveTo>
                    <a:pt x="1459585" y="3570567"/>
                  </a:moveTo>
                  <a:lnTo>
                    <a:pt x="1458963" y="3568700"/>
                  </a:lnTo>
                  <a:lnTo>
                    <a:pt x="1458493" y="3567277"/>
                  </a:lnTo>
                  <a:lnTo>
                    <a:pt x="1458214" y="3566439"/>
                  </a:lnTo>
                  <a:lnTo>
                    <a:pt x="1411071" y="3593668"/>
                  </a:lnTo>
                  <a:lnTo>
                    <a:pt x="1411351" y="3594506"/>
                  </a:lnTo>
                  <a:lnTo>
                    <a:pt x="1411833" y="3595928"/>
                  </a:lnTo>
                  <a:lnTo>
                    <a:pt x="1412455" y="3597795"/>
                  </a:lnTo>
                  <a:lnTo>
                    <a:pt x="1459585" y="3570567"/>
                  </a:lnTo>
                  <a:close/>
                </a:path>
                <a:path w="7631430" h="4413885">
                  <a:moveTo>
                    <a:pt x="1689963" y="3437458"/>
                  </a:moveTo>
                  <a:lnTo>
                    <a:pt x="1689163" y="3435718"/>
                  </a:lnTo>
                  <a:lnTo>
                    <a:pt x="1688541" y="3434359"/>
                  </a:lnTo>
                  <a:lnTo>
                    <a:pt x="1688172" y="3433546"/>
                  </a:lnTo>
                  <a:lnTo>
                    <a:pt x="1648866" y="3456254"/>
                  </a:lnTo>
                  <a:lnTo>
                    <a:pt x="1649018" y="3457194"/>
                  </a:lnTo>
                  <a:lnTo>
                    <a:pt x="1649272" y="3458756"/>
                  </a:lnTo>
                  <a:lnTo>
                    <a:pt x="1649387" y="3459467"/>
                  </a:lnTo>
                  <a:lnTo>
                    <a:pt x="1649831" y="3460648"/>
                  </a:lnTo>
                  <a:lnTo>
                    <a:pt x="1689963" y="3437458"/>
                  </a:lnTo>
                  <a:close/>
                </a:path>
                <a:path w="7631430" h="4413885">
                  <a:moveTo>
                    <a:pt x="1802688" y="3372332"/>
                  </a:moveTo>
                  <a:lnTo>
                    <a:pt x="1802066" y="3370491"/>
                  </a:lnTo>
                  <a:lnTo>
                    <a:pt x="1801583" y="3369043"/>
                  </a:lnTo>
                  <a:lnTo>
                    <a:pt x="1801291" y="3368179"/>
                  </a:lnTo>
                  <a:lnTo>
                    <a:pt x="1754416" y="3395256"/>
                  </a:lnTo>
                  <a:lnTo>
                    <a:pt x="1754708" y="3396119"/>
                  </a:lnTo>
                  <a:lnTo>
                    <a:pt x="1755190" y="3397567"/>
                  </a:lnTo>
                  <a:lnTo>
                    <a:pt x="1755813" y="3399409"/>
                  </a:lnTo>
                  <a:lnTo>
                    <a:pt x="1802688" y="3372332"/>
                  </a:lnTo>
                  <a:close/>
                </a:path>
                <a:path w="7631430" h="4413885">
                  <a:moveTo>
                    <a:pt x="1927542" y="3300184"/>
                  </a:moveTo>
                  <a:lnTo>
                    <a:pt x="1927326" y="3298139"/>
                  </a:lnTo>
                  <a:lnTo>
                    <a:pt x="1927148" y="3296488"/>
                  </a:lnTo>
                  <a:lnTo>
                    <a:pt x="1927047" y="3295510"/>
                  </a:lnTo>
                  <a:lnTo>
                    <a:pt x="1880971" y="3322129"/>
                  </a:lnTo>
                  <a:lnTo>
                    <a:pt x="1881200" y="3323044"/>
                  </a:lnTo>
                  <a:lnTo>
                    <a:pt x="1881581" y="3324568"/>
                  </a:lnTo>
                  <a:lnTo>
                    <a:pt x="1882051" y="3326473"/>
                  </a:lnTo>
                  <a:lnTo>
                    <a:pt x="1927542" y="3300184"/>
                  </a:lnTo>
                  <a:close/>
                </a:path>
                <a:path w="7631430" h="4413885">
                  <a:moveTo>
                    <a:pt x="2024468" y="3244189"/>
                  </a:moveTo>
                  <a:lnTo>
                    <a:pt x="2024138" y="3242208"/>
                  </a:lnTo>
                  <a:lnTo>
                    <a:pt x="2024113" y="3240455"/>
                  </a:lnTo>
                  <a:lnTo>
                    <a:pt x="2024126" y="3239401"/>
                  </a:lnTo>
                  <a:lnTo>
                    <a:pt x="1977694" y="3266236"/>
                  </a:lnTo>
                  <a:lnTo>
                    <a:pt x="1977758" y="3267252"/>
                  </a:lnTo>
                  <a:lnTo>
                    <a:pt x="1977847" y="3268954"/>
                  </a:lnTo>
                  <a:lnTo>
                    <a:pt x="1977961" y="3271062"/>
                  </a:lnTo>
                  <a:lnTo>
                    <a:pt x="2024468" y="3244189"/>
                  </a:lnTo>
                  <a:close/>
                </a:path>
                <a:path w="7631430" h="4413885">
                  <a:moveTo>
                    <a:pt x="2231440" y="3124606"/>
                  </a:moveTo>
                  <a:lnTo>
                    <a:pt x="2230374" y="3123069"/>
                  </a:lnTo>
                  <a:lnTo>
                    <a:pt x="2229497" y="3121787"/>
                  </a:lnTo>
                  <a:lnTo>
                    <a:pt x="2228977" y="3121025"/>
                  </a:lnTo>
                  <a:lnTo>
                    <a:pt x="2178266" y="3150336"/>
                  </a:lnTo>
                  <a:lnTo>
                    <a:pt x="2178786" y="3151086"/>
                  </a:lnTo>
                  <a:lnTo>
                    <a:pt x="2179675" y="3152356"/>
                  </a:lnTo>
                  <a:lnTo>
                    <a:pt x="2180755" y="3153880"/>
                  </a:lnTo>
                  <a:lnTo>
                    <a:pt x="2231440" y="3124606"/>
                  </a:lnTo>
                  <a:close/>
                </a:path>
                <a:path w="7631430" h="4413885">
                  <a:moveTo>
                    <a:pt x="2306231" y="3081388"/>
                  </a:moveTo>
                  <a:lnTo>
                    <a:pt x="2305367" y="3079750"/>
                  </a:lnTo>
                  <a:lnTo>
                    <a:pt x="2304643" y="3078378"/>
                  </a:lnTo>
                  <a:lnTo>
                    <a:pt x="2304211" y="3077553"/>
                  </a:lnTo>
                  <a:lnTo>
                    <a:pt x="2264460" y="3100514"/>
                  </a:lnTo>
                  <a:lnTo>
                    <a:pt x="2264791" y="3101403"/>
                  </a:lnTo>
                  <a:lnTo>
                    <a:pt x="2265324" y="3102876"/>
                  </a:lnTo>
                  <a:lnTo>
                    <a:pt x="2265972" y="3104654"/>
                  </a:lnTo>
                  <a:lnTo>
                    <a:pt x="2306231" y="3081388"/>
                  </a:lnTo>
                  <a:close/>
                </a:path>
                <a:path w="7631430" h="4413885">
                  <a:moveTo>
                    <a:pt x="2412225" y="3020136"/>
                  </a:moveTo>
                  <a:lnTo>
                    <a:pt x="2411641" y="3018345"/>
                  </a:lnTo>
                  <a:lnTo>
                    <a:pt x="2411171" y="3016821"/>
                  </a:lnTo>
                  <a:lnTo>
                    <a:pt x="2410891" y="3015894"/>
                  </a:lnTo>
                  <a:lnTo>
                    <a:pt x="2363406" y="3043339"/>
                  </a:lnTo>
                  <a:lnTo>
                    <a:pt x="2363673" y="3044266"/>
                  </a:lnTo>
                  <a:lnTo>
                    <a:pt x="2364105" y="3045815"/>
                  </a:lnTo>
                  <a:lnTo>
                    <a:pt x="2364625" y="3047644"/>
                  </a:lnTo>
                  <a:lnTo>
                    <a:pt x="2412225" y="3020136"/>
                  </a:lnTo>
                  <a:close/>
                </a:path>
                <a:path w="7631430" h="4413885">
                  <a:moveTo>
                    <a:pt x="2584399" y="2920657"/>
                  </a:moveTo>
                  <a:lnTo>
                    <a:pt x="2583802" y="2918904"/>
                  </a:lnTo>
                  <a:lnTo>
                    <a:pt x="2583281" y="2917380"/>
                  </a:lnTo>
                  <a:lnTo>
                    <a:pt x="2582964" y="2916466"/>
                  </a:lnTo>
                  <a:lnTo>
                    <a:pt x="2535821" y="2943707"/>
                  </a:lnTo>
                  <a:lnTo>
                    <a:pt x="2536126" y="2944622"/>
                  </a:lnTo>
                  <a:lnTo>
                    <a:pt x="2536647" y="2946146"/>
                  </a:lnTo>
                  <a:lnTo>
                    <a:pt x="2537244" y="2947911"/>
                  </a:lnTo>
                  <a:lnTo>
                    <a:pt x="2584399" y="2920657"/>
                  </a:lnTo>
                  <a:close/>
                </a:path>
                <a:path w="7631430" h="4413885">
                  <a:moveTo>
                    <a:pt x="2694927" y="2856801"/>
                  </a:moveTo>
                  <a:lnTo>
                    <a:pt x="2694165" y="2855137"/>
                  </a:lnTo>
                  <a:lnTo>
                    <a:pt x="2693492" y="2853690"/>
                  </a:lnTo>
                  <a:lnTo>
                    <a:pt x="2693098" y="2852826"/>
                  </a:lnTo>
                  <a:lnTo>
                    <a:pt x="2653080" y="2875940"/>
                  </a:lnTo>
                  <a:lnTo>
                    <a:pt x="2653258" y="2876943"/>
                  </a:lnTo>
                  <a:lnTo>
                    <a:pt x="2653525" y="2878620"/>
                  </a:lnTo>
                  <a:lnTo>
                    <a:pt x="2653703" y="2879699"/>
                  </a:lnTo>
                  <a:lnTo>
                    <a:pt x="2653995" y="2880449"/>
                  </a:lnTo>
                  <a:lnTo>
                    <a:pt x="2694927" y="2856801"/>
                  </a:lnTo>
                  <a:close/>
                </a:path>
                <a:path w="7631430" h="4413885">
                  <a:moveTo>
                    <a:pt x="2806916" y="2792095"/>
                  </a:moveTo>
                  <a:lnTo>
                    <a:pt x="2806331" y="2790342"/>
                  </a:lnTo>
                  <a:lnTo>
                    <a:pt x="2805823" y="2788793"/>
                  </a:lnTo>
                  <a:lnTo>
                    <a:pt x="2805506" y="2787866"/>
                  </a:lnTo>
                  <a:lnTo>
                    <a:pt x="2758630" y="2814942"/>
                  </a:lnTo>
                  <a:lnTo>
                    <a:pt x="2758948" y="2815882"/>
                  </a:lnTo>
                  <a:lnTo>
                    <a:pt x="2759456" y="2817418"/>
                  </a:lnTo>
                  <a:lnTo>
                    <a:pt x="2760040" y="2819171"/>
                  </a:lnTo>
                  <a:lnTo>
                    <a:pt x="2806916" y="2792095"/>
                  </a:lnTo>
                  <a:close/>
                </a:path>
                <a:path w="7631430" h="4413885">
                  <a:moveTo>
                    <a:pt x="2931693" y="2714942"/>
                  </a:moveTo>
                  <a:lnTo>
                    <a:pt x="2885300" y="2741752"/>
                  </a:lnTo>
                  <a:lnTo>
                    <a:pt x="2885427" y="2742031"/>
                  </a:lnTo>
                  <a:lnTo>
                    <a:pt x="2885490" y="2742768"/>
                  </a:lnTo>
                  <a:lnTo>
                    <a:pt x="2885656" y="2744520"/>
                  </a:lnTo>
                  <a:lnTo>
                    <a:pt x="2885833" y="2746489"/>
                  </a:lnTo>
                  <a:lnTo>
                    <a:pt x="2931591" y="2720048"/>
                  </a:lnTo>
                  <a:lnTo>
                    <a:pt x="2931630" y="2717965"/>
                  </a:lnTo>
                  <a:lnTo>
                    <a:pt x="2931668" y="2716085"/>
                  </a:lnTo>
                  <a:lnTo>
                    <a:pt x="2931693" y="2714942"/>
                  </a:lnTo>
                  <a:close/>
                </a:path>
                <a:path w="7631430" h="4413885">
                  <a:moveTo>
                    <a:pt x="3318370" y="2496578"/>
                  </a:moveTo>
                  <a:lnTo>
                    <a:pt x="3317176" y="2495245"/>
                  </a:lnTo>
                  <a:lnTo>
                    <a:pt x="3316059" y="2493975"/>
                  </a:lnTo>
                  <a:lnTo>
                    <a:pt x="3315385" y="2493213"/>
                  </a:lnTo>
                  <a:lnTo>
                    <a:pt x="3266376" y="2521534"/>
                  </a:lnTo>
                  <a:lnTo>
                    <a:pt x="3267075" y="2522283"/>
                  </a:lnTo>
                  <a:lnTo>
                    <a:pt x="3268205" y="2523528"/>
                  </a:lnTo>
                  <a:lnTo>
                    <a:pt x="3269424" y="2524861"/>
                  </a:lnTo>
                  <a:lnTo>
                    <a:pt x="3318370" y="2496578"/>
                  </a:lnTo>
                  <a:close/>
                </a:path>
                <a:path w="7631430" h="4413885">
                  <a:moveTo>
                    <a:pt x="3430257" y="2426830"/>
                  </a:moveTo>
                  <a:lnTo>
                    <a:pt x="3404997" y="2441435"/>
                  </a:lnTo>
                  <a:lnTo>
                    <a:pt x="3405009" y="2442591"/>
                  </a:lnTo>
                  <a:lnTo>
                    <a:pt x="3405035" y="2444496"/>
                  </a:lnTo>
                  <a:lnTo>
                    <a:pt x="3404997" y="2446515"/>
                  </a:lnTo>
                  <a:lnTo>
                    <a:pt x="3430041" y="2432050"/>
                  </a:lnTo>
                  <a:lnTo>
                    <a:pt x="3430130" y="2429992"/>
                  </a:lnTo>
                  <a:lnTo>
                    <a:pt x="3430206" y="2428024"/>
                  </a:lnTo>
                  <a:lnTo>
                    <a:pt x="3430257" y="2426830"/>
                  </a:lnTo>
                  <a:close/>
                </a:path>
                <a:path w="7631430" h="4413885">
                  <a:moveTo>
                    <a:pt x="3553815" y="2360536"/>
                  </a:moveTo>
                  <a:lnTo>
                    <a:pt x="3553536" y="2358923"/>
                  </a:lnTo>
                  <a:lnTo>
                    <a:pt x="3553523" y="2358707"/>
                  </a:lnTo>
                  <a:lnTo>
                    <a:pt x="3553498" y="2356789"/>
                  </a:lnTo>
                  <a:lnTo>
                    <a:pt x="3553485" y="2355621"/>
                  </a:lnTo>
                  <a:lnTo>
                    <a:pt x="3506889" y="2382545"/>
                  </a:lnTo>
                  <a:lnTo>
                    <a:pt x="3506952" y="2383688"/>
                  </a:lnTo>
                  <a:lnTo>
                    <a:pt x="3507054" y="2385555"/>
                  </a:lnTo>
                  <a:lnTo>
                    <a:pt x="3507155" y="2387498"/>
                  </a:lnTo>
                  <a:lnTo>
                    <a:pt x="3553815" y="2360536"/>
                  </a:lnTo>
                  <a:close/>
                </a:path>
                <a:path w="7631430" h="4413885">
                  <a:moveTo>
                    <a:pt x="3760597" y="2241067"/>
                  </a:moveTo>
                  <a:lnTo>
                    <a:pt x="3759644" y="2239632"/>
                  </a:lnTo>
                  <a:lnTo>
                    <a:pt x="3758717" y="2238222"/>
                  </a:lnTo>
                  <a:lnTo>
                    <a:pt x="3758146" y="2237346"/>
                  </a:lnTo>
                  <a:lnTo>
                    <a:pt x="3707866" y="2266404"/>
                  </a:lnTo>
                  <a:lnTo>
                    <a:pt x="3708489" y="2267242"/>
                  </a:lnTo>
                  <a:lnTo>
                    <a:pt x="3709505" y="2268601"/>
                  </a:lnTo>
                  <a:lnTo>
                    <a:pt x="3710521" y="2269985"/>
                  </a:lnTo>
                  <a:lnTo>
                    <a:pt x="3760597" y="2241067"/>
                  </a:lnTo>
                  <a:close/>
                </a:path>
                <a:path w="7631430" h="4413885">
                  <a:moveTo>
                    <a:pt x="3833152" y="2199144"/>
                  </a:moveTo>
                  <a:lnTo>
                    <a:pt x="3832199" y="2197722"/>
                  </a:lnTo>
                  <a:lnTo>
                    <a:pt x="3831882" y="2197227"/>
                  </a:lnTo>
                  <a:lnTo>
                    <a:pt x="3831501" y="2196160"/>
                  </a:lnTo>
                  <a:lnTo>
                    <a:pt x="3831158" y="2195157"/>
                  </a:lnTo>
                  <a:lnTo>
                    <a:pt x="3796411" y="2215248"/>
                  </a:lnTo>
                  <a:lnTo>
                    <a:pt x="3796550" y="2216353"/>
                  </a:lnTo>
                  <a:lnTo>
                    <a:pt x="3796804" y="2218169"/>
                  </a:lnTo>
                  <a:lnTo>
                    <a:pt x="3797058" y="2219998"/>
                  </a:lnTo>
                  <a:lnTo>
                    <a:pt x="3833152" y="2199144"/>
                  </a:lnTo>
                  <a:close/>
                </a:path>
                <a:path w="7631430" h="4413885">
                  <a:moveTo>
                    <a:pt x="3982313" y="2112949"/>
                  </a:moveTo>
                  <a:lnTo>
                    <a:pt x="3981754" y="2111324"/>
                  </a:lnTo>
                  <a:lnTo>
                    <a:pt x="3981196" y="2109673"/>
                  </a:lnTo>
                  <a:lnTo>
                    <a:pt x="3980853" y="2108644"/>
                  </a:lnTo>
                  <a:lnTo>
                    <a:pt x="3933406" y="2136076"/>
                  </a:lnTo>
                  <a:lnTo>
                    <a:pt x="3933748" y="2137079"/>
                  </a:lnTo>
                  <a:lnTo>
                    <a:pt x="3934295" y="2138743"/>
                  </a:lnTo>
                  <a:lnTo>
                    <a:pt x="3934841" y="2140381"/>
                  </a:lnTo>
                  <a:lnTo>
                    <a:pt x="3982313" y="2112949"/>
                  </a:lnTo>
                  <a:close/>
                </a:path>
                <a:path w="7631430" h="4413885">
                  <a:moveTo>
                    <a:pt x="4119740" y="2033549"/>
                  </a:moveTo>
                  <a:lnTo>
                    <a:pt x="4119041" y="2032025"/>
                  </a:lnTo>
                  <a:lnTo>
                    <a:pt x="4118305" y="2030450"/>
                  </a:lnTo>
                  <a:lnTo>
                    <a:pt x="4117860" y="2029485"/>
                  </a:lnTo>
                  <a:lnTo>
                    <a:pt x="4078084" y="2052459"/>
                  </a:lnTo>
                  <a:lnTo>
                    <a:pt x="4078274" y="2053577"/>
                  </a:lnTo>
                  <a:lnTo>
                    <a:pt x="4078567" y="2055406"/>
                  </a:lnTo>
                  <a:lnTo>
                    <a:pt x="4078643" y="2055876"/>
                  </a:lnTo>
                  <a:lnTo>
                    <a:pt x="4079075" y="2057044"/>
                  </a:lnTo>
                  <a:lnTo>
                    <a:pt x="4119740" y="2033549"/>
                  </a:lnTo>
                  <a:close/>
                </a:path>
                <a:path w="7631430" h="4413885">
                  <a:moveTo>
                    <a:pt x="4231741" y="1968830"/>
                  </a:moveTo>
                  <a:lnTo>
                    <a:pt x="4231208" y="1967230"/>
                  </a:lnTo>
                  <a:lnTo>
                    <a:pt x="4230636" y="1965540"/>
                  </a:lnTo>
                  <a:lnTo>
                    <a:pt x="4230294" y="1964512"/>
                  </a:lnTo>
                  <a:lnTo>
                    <a:pt x="4183443" y="1991588"/>
                  </a:lnTo>
                  <a:lnTo>
                    <a:pt x="4183786" y="1992617"/>
                  </a:lnTo>
                  <a:lnTo>
                    <a:pt x="4184345" y="1994293"/>
                  </a:lnTo>
                  <a:lnTo>
                    <a:pt x="4184878" y="1995906"/>
                  </a:lnTo>
                  <a:lnTo>
                    <a:pt x="4231741" y="1968830"/>
                  </a:lnTo>
                  <a:close/>
                </a:path>
                <a:path w="7631430" h="4413885">
                  <a:moveTo>
                    <a:pt x="4356633" y="1891499"/>
                  </a:moveTo>
                  <a:lnTo>
                    <a:pt x="4310608" y="1918093"/>
                  </a:lnTo>
                  <a:lnTo>
                    <a:pt x="4310723" y="1919274"/>
                  </a:lnTo>
                  <a:lnTo>
                    <a:pt x="4310926" y="1921167"/>
                  </a:lnTo>
                  <a:lnTo>
                    <a:pt x="4311116" y="1922970"/>
                  </a:lnTo>
                  <a:lnTo>
                    <a:pt x="4356532" y="1896732"/>
                  </a:lnTo>
                  <a:lnTo>
                    <a:pt x="4356570" y="1894801"/>
                  </a:lnTo>
                  <a:lnTo>
                    <a:pt x="4356608" y="1892757"/>
                  </a:lnTo>
                  <a:lnTo>
                    <a:pt x="4356633" y="1891499"/>
                  </a:lnTo>
                  <a:close/>
                </a:path>
                <a:path w="7631430" h="4413885">
                  <a:moveTo>
                    <a:pt x="4467441" y="1832648"/>
                  </a:moveTo>
                  <a:lnTo>
                    <a:pt x="4466768" y="1831149"/>
                  </a:lnTo>
                  <a:lnTo>
                    <a:pt x="4466044" y="1829536"/>
                  </a:lnTo>
                  <a:lnTo>
                    <a:pt x="4465586" y="1828533"/>
                  </a:lnTo>
                  <a:lnTo>
                    <a:pt x="4426877" y="1850910"/>
                  </a:lnTo>
                  <a:lnTo>
                    <a:pt x="4427067" y="1852053"/>
                  </a:lnTo>
                  <a:lnTo>
                    <a:pt x="4427372" y="1853907"/>
                  </a:lnTo>
                  <a:lnTo>
                    <a:pt x="4427677" y="1855622"/>
                  </a:lnTo>
                  <a:lnTo>
                    <a:pt x="4467441" y="1832648"/>
                  </a:lnTo>
                  <a:close/>
                </a:path>
                <a:path w="7631430" h="4413885">
                  <a:moveTo>
                    <a:pt x="4579467" y="1767916"/>
                  </a:moveTo>
                  <a:lnTo>
                    <a:pt x="4578947" y="1766341"/>
                  </a:lnTo>
                  <a:lnTo>
                    <a:pt x="4578375" y="1764614"/>
                  </a:lnTo>
                  <a:lnTo>
                    <a:pt x="4578032" y="1763560"/>
                  </a:lnTo>
                  <a:lnTo>
                    <a:pt x="4531512" y="1790446"/>
                  </a:lnTo>
                  <a:lnTo>
                    <a:pt x="4531868" y="1791500"/>
                  </a:lnTo>
                  <a:lnTo>
                    <a:pt x="4532452" y="1793201"/>
                  </a:lnTo>
                  <a:lnTo>
                    <a:pt x="4532985" y="1794776"/>
                  </a:lnTo>
                  <a:lnTo>
                    <a:pt x="4579467" y="1767916"/>
                  </a:lnTo>
                  <a:close/>
                </a:path>
                <a:path w="7631430" h="4413885">
                  <a:moveTo>
                    <a:pt x="4976634" y="1538439"/>
                  </a:moveTo>
                  <a:lnTo>
                    <a:pt x="4975974" y="1536979"/>
                  </a:lnTo>
                  <a:lnTo>
                    <a:pt x="4975225" y="1535328"/>
                  </a:lnTo>
                  <a:lnTo>
                    <a:pt x="4974755" y="1534299"/>
                  </a:lnTo>
                  <a:lnTo>
                    <a:pt x="4935194" y="1557159"/>
                  </a:lnTo>
                  <a:lnTo>
                    <a:pt x="4935499" y="1558277"/>
                  </a:lnTo>
                  <a:lnTo>
                    <a:pt x="4935994" y="1560080"/>
                  </a:lnTo>
                  <a:lnTo>
                    <a:pt x="4936439" y="1561668"/>
                  </a:lnTo>
                  <a:lnTo>
                    <a:pt x="4976634" y="1538439"/>
                  </a:lnTo>
                  <a:close/>
                </a:path>
                <a:path w="7631430" h="4413885">
                  <a:moveTo>
                    <a:pt x="5067351" y="1486027"/>
                  </a:moveTo>
                  <a:lnTo>
                    <a:pt x="5067312" y="1484223"/>
                  </a:lnTo>
                  <a:lnTo>
                    <a:pt x="5067287" y="1482140"/>
                  </a:lnTo>
                  <a:lnTo>
                    <a:pt x="5067262" y="1480845"/>
                  </a:lnTo>
                  <a:lnTo>
                    <a:pt x="5050917" y="1490281"/>
                  </a:lnTo>
                  <a:lnTo>
                    <a:pt x="5050942" y="1491576"/>
                  </a:lnTo>
                  <a:lnTo>
                    <a:pt x="5050980" y="1493659"/>
                  </a:lnTo>
                  <a:lnTo>
                    <a:pt x="5051006" y="1495463"/>
                  </a:lnTo>
                  <a:lnTo>
                    <a:pt x="5067351" y="1486027"/>
                  </a:lnTo>
                  <a:close/>
                </a:path>
                <a:path w="7631430" h="4413885">
                  <a:moveTo>
                    <a:pt x="5144122" y="1441665"/>
                  </a:moveTo>
                  <a:lnTo>
                    <a:pt x="5143220" y="1440370"/>
                  </a:lnTo>
                  <a:lnTo>
                    <a:pt x="5142179" y="1438859"/>
                  </a:lnTo>
                  <a:lnTo>
                    <a:pt x="5141531" y="1437932"/>
                  </a:lnTo>
                  <a:lnTo>
                    <a:pt x="5093944" y="1465427"/>
                  </a:lnTo>
                  <a:lnTo>
                    <a:pt x="5094592" y="1466354"/>
                  </a:lnTo>
                  <a:lnTo>
                    <a:pt x="5095646" y="1467853"/>
                  </a:lnTo>
                  <a:lnTo>
                    <a:pt x="5096561" y="1469148"/>
                  </a:lnTo>
                  <a:lnTo>
                    <a:pt x="5144122" y="1441665"/>
                  </a:lnTo>
                  <a:close/>
                </a:path>
                <a:path w="7631430" h="4413885">
                  <a:moveTo>
                    <a:pt x="5273319" y="1367015"/>
                  </a:moveTo>
                  <a:lnTo>
                    <a:pt x="5272443" y="1365719"/>
                  </a:lnTo>
                  <a:lnTo>
                    <a:pt x="5272062" y="1365123"/>
                  </a:lnTo>
                  <a:lnTo>
                    <a:pt x="5271655" y="1364043"/>
                  </a:lnTo>
                  <a:lnTo>
                    <a:pt x="5271249" y="1362964"/>
                  </a:lnTo>
                  <a:lnTo>
                    <a:pt x="5236476" y="1383055"/>
                  </a:lnTo>
                  <a:lnTo>
                    <a:pt x="5236642" y="1384274"/>
                  </a:lnTo>
                  <a:lnTo>
                    <a:pt x="5236921" y="1386243"/>
                  </a:lnTo>
                  <a:lnTo>
                    <a:pt x="5237162" y="1387906"/>
                  </a:lnTo>
                  <a:lnTo>
                    <a:pt x="5273319" y="1367015"/>
                  </a:lnTo>
                  <a:close/>
                </a:path>
                <a:path w="7631430" h="4413885">
                  <a:moveTo>
                    <a:pt x="5422239" y="1280972"/>
                  </a:moveTo>
                  <a:lnTo>
                    <a:pt x="5421731" y="1279486"/>
                  </a:lnTo>
                  <a:lnTo>
                    <a:pt x="5421122" y="1277696"/>
                  </a:lnTo>
                  <a:lnTo>
                    <a:pt x="5420741" y="1276578"/>
                  </a:lnTo>
                  <a:lnTo>
                    <a:pt x="5373548" y="1303845"/>
                  </a:lnTo>
                  <a:lnTo>
                    <a:pt x="5373916" y="1304963"/>
                  </a:lnTo>
                  <a:lnTo>
                    <a:pt x="5374513" y="1306753"/>
                  </a:lnTo>
                  <a:lnTo>
                    <a:pt x="5375021" y="1308252"/>
                  </a:lnTo>
                  <a:lnTo>
                    <a:pt x="5422239" y="1280972"/>
                  </a:lnTo>
                  <a:close/>
                </a:path>
                <a:path w="7631430" h="4413885">
                  <a:moveTo>
                    <a:pt x="5556428" y="1203439"/>
                  </a:moveTo>
                  <a:lnTo>
                    <a:pt x="5555577" y="1202156"/>
                  </a:lnTo>
                  <a:lnTo>
                    <a:pt x="5554967" y="1200353"/>
                  </a:lnTo>
                  <a:lnTo>
                    <a:pt x="5554573" y="1199235"/>
                  </a:lnTo>
                  <a:lnTo>
                    <a:pt x="5519940" y="1219250"/>
                  </a:lnTo>
                  <a:lnTo>
                    <a:pt x="5520106" y="1220495"/>
                  </a:lnTo>
                  <a:lnTo>
                    <a:pt x="5520385" y="1222489"/>
                  </a:lnTo>
                  <a:lnTo>
                    <a:pt x="5520601" y="1224140"/>
                  </a:lnTo>
                  <a:lnTo>
                    <a:pt x="5556428" y="1203439"/>
                  </a:lnTo>
                  <a:close/>
                </a:path>
                <a:path w="7631430" h="4413885">
                  <a:moveTo>
                    <a:pt x="5705932" y="1117053"/>
                  </a:moveTo>
                  <a:lnTo>
                    <a:pt x="5705424" y="1115593"/>
                  </a:lnTo>
                  <a:lnTo>
                    <a:pt x="5704814" y="1113777"/>
                  </a:lnTo>
                  <a:lnTo>
                    <a:pt x="5704421" y="1112634"/>
                  </a:lnTo>
                  <a:lnTo>
                    <a:pt x="5656808" y="1140155"/>
                  </a:lnTo>
                  <a:lnTo>
                    <a:pt x="5657189" y="1141298"/>
                  </a:lnTo>
                  <a:lnTo>
                    <a:pt x="5657786" y="1143114"/>
                  </a:lnTo>
                  <a:lnTo>
                    <a:pt x="5658282" y="1144587"/>
                  </a:lnTo>
                  <a:lnTo>
                    <a:pt x="5705932" y="1117053"/>
                  </a:lnTo>
                  <a:close/>
                </a:path>
                <a:path w="7631430" h="4413885">
                  <a:moveTo>
                    <a:pt x="5843676" y="1037475"/>
                  </a:moveTo>
                  <a:lnTo>
                    <a:pt x="5843041" y="1036104"/>
                  </a:lnTo>
                  <a:lnTo>
                    <a:pt x="5842241" y="1034364"/>
                  </a:lnTo>
                  <a:lnTo>
                    <a:pt x="5841733" y="1033284"/>
                  </a:lnTo>
                  <a:lnTo>
                    <a:pt x="5801690" y="1056436"/>
                  </a:lnTo>
                  <a:lnTo>
                    <a:pt x="5801893" y="1057681"/>
                  </a:lnTo>
                  <a:lnTo>
                    <a:pt x="5802223" y="1059675"/>
                  </a:lnTo>
                  <a:lnTo>
                    <a:pt x="5802287" y="1060069"/>
                  </a:lnTo>
                  <a:lnTo>
                    <a:pt x="5802693" y="1061148"/>
                  </a:lnTo>
                  <a:lnTo>
                    <a:pt x="5843676" y="1037475"/>
                  </a:lnTo>
                  <a:close/>
                </a:path>
                <a:path w="7631430" h="4413885">
                  <a:moveTo>
                    <a:pt x="5954179" y="973620"/>
                  </a:moveTo>
                  <a:lnTo>
                    <a:pt x="5953709" y="972159"/>
                  </a:lnTo>
                  <a:lnTo>
                    <a:pt x="5953112" y="970305"/>
                  </a:lnTo>
                  <a:lnTo>
                    <a:pt x="5952731" y="969149"/>
                  </a:lnTo>
                  <a:lnTo>
                    <a:pt x="5907113" y="995514"/>
                  </a:lnTo>
                  <a:lnTo>
                    <a:pt x="5907494" y="996657"/>
                  </a:lnTo>
                  <a:lnTo>
                    <a:pt x="5908103" y="998512"/>
                  </a:lnTo>
                  <a:lnTo>
                    <a:pt x="5908586" y="999959"/>
                  </a:lnTo>
                  <a:lnTo>
                    <a:pt x="5954179" y="973620"/>
                  </a:lnTo>
                  <a:close/>
                </a:path>
                <a:path w="7631430" h="4413885">
                  <a:moveTo>
                    <a:pt x="6167272" y="850493"/>
                  </a:moveTo>
                  <a:lnTo>
                    <a:pt x="6166650" y="849147"/>
                  </a:lnTo>
                  <a:lnTo>
                    <a:pt x="6165850" y="847382"/>
                  </a:lnTo>
                  <a:lnTo>
                    <a:pt x="6165354" y="846277"/>
                  </a:lnTo>
                  <a:lnTo>
                    <a:pt x="6125616" y="869251"/>
                  </a:lnTo>
                  <a:lnTo>
                    <a:pt x="6125832" y="870508"/>
                  </a:lnTo>
                  <a:lnTo>
                    <a:pt x="6126188" y="872528"/>
                  </a:lnTo>
                  <a:lnTo>
                    <a:pt x="6126454" y="874077"/>
                  </a:lnTo>
                  <a:lnTo>
                    <a:pt x="6167272" y="850493"/>
                  </a:lnTo>
                  <a:close/>
                </a:path>
                <a:path w="7631430" h="4413885">
                  <a:moveTo>
                    <a:pt x="6267259" y="792721"/>
                  </a:moveTo>
                  <a:lnTo>
                    <a:pt x="6266764" y="791311"/>
                  </a:lnTo>
                  <a:lnTo>
                    <a:pt x="6266116" y="789457"/>
                  </a:lnTo>
                  <a:lnTo>
                    <a:pt x="6265697" y="788289"/>
                  </a:lnTo>
                  <a:lnTo>
                    <a:pt x="6230163" y="808824"/>
                  </a:lnTo>
                  <a:lnTo>
                    <a:pt x="6230569" y="809993"/>
                  </a:lnTo>
                  <a:lnTo>
                    <a:pt x="6231204" y="811860"/>
                  </a:lnTo>
                  <a:lnTo>
                    <a:pt x="6231687" y="813282"/>
                  </a:lnTo>
                  <a:lnTo>
                    <a:pt x="6267259" y="792721"/>
                  </a:lnTo>
                  <a:close/>
                </a:path>
                <a:path w="7631430" h="4413885">
                  <a:moveTo>
                    <a:pt x="6324613" y="759587"/>
                  </a:moveTo>
                  <a:lnTo>
                    <a:pt x="6323203" y="758710"/>
                  </a:lnTo>
                  <a:lnTo>
                    <a:pt x="6321336" y="757542"/>
                  </a:lnTo>
                  <a:lnTo>
                    <a:pt x="6320168" y="756818"/>
                  </a:lnTo>
                  <a:lnTo>
                    <a:pt x="6271628" y="784860"/>
                  </a:lnTo>
                  <a:lnTo>
                    <a:pt x="6272581" y="785723"/>
                  </a:lnTo>
                  <a:lnTo>
                    <a:pt x="6274270" y="786980"/>
                  </a:lnTo>
                  <a:lnTo>
                    <a:pt x="6275514" y="787946"/>
                  </a:lnTo>
                  <a:lnTo>
                    <a:pt x="6324613" y="759587"/>
                  </a:lnTo>
                  <a:close/>
                </a:path>
                <a:path w="7631430" h="4413885">
                  <a:moveTo>
                    <a:pt x="6450165" y="687044"/>
                  </a:moveTo>
                  <a:lnTo>
                    <a:pt x="6449695" y="685647"/>
                  </a:lnTo>
                  <a:lnTo>
                    <a:pt x="6449047" y="683755"/>
                  </a:lnTo>
                  <a:lnTo>
                    <a:pt x="6448653" y="682574"/>
                  </a:lnTo>
                  <a:lnTo>
                    <a:pt x="6414846" y="702106"/>
                  </a:lnTo>
                  <a:lnTo>
                    <a:pt x="6415011" y="703072"/>
                  </a:lnTo>
                  <a:lnTo>
                    <a:pt x="6415100" y="703376"/>
                  </a:lnTo>
                  <a:lnTo>
                    <a:pt x="6415672" y="705294"/>
                  </a:lnTo>
                  <a:lnTo>
                    <a:pt x="6416091" y="706729"/>
                  </a:lnTo>
                  <a:lnTo>
                    <a:pt x="6450165" y="687044"/>
                  </a:lnTo>
                  <a:close/>
                </a:path>
                <a:path w="7631430" h="4413885">
                  <a:moveTo>
                    <a:pt x="6542583" y="633641"/>
                  </a:moveTo>
                  <a:lnTo>
                    <a:pt x="6541783" y="632447"/>
                  </a:lnTo>
                  <a:lnTo>
                    <a:pt x="6541554" y="632079"/>
                  </a:lnTo>
                  <a:lnTo>
                    <a:pt x="6541008" y="630618"/>
                  </a:lnTo>
                  <a:lnTo>
                    <a:pt x="6540576" y="629450"/>
                  </a:lnTo>
                  <a:lnTo>
                    <a:pt x="6505892" y="649490"/>
                  </a:lnTo>
                  <a:lnTo>
                    <a:pt x="6506070" y="650811"/>
                  </a:lnTo>
                  <a:lnTo>
                    <a:pt x="6506375" y="652907"/>
                  </a:lnTo>
                  <a:lnTo>
                    <a:pt x="6506591" y="654443"/>
                  </a:lnTo>
                  <a:lnTo>
                    <a:pt x="6542583" y="633641"/>
                  </a:lnTo>
                  <a:close/>
                </a:path>
                <a:path w="7631430" h="4413885">
                  <a:moveTo>
                    <a:pt x="6690563" y="548132"/>
                  </a:moveTo>
                  <a:lnTo>
                    <a:pt x="6690106" y="546760"/>
                  </a:lnTo>
                  <a:lnTo>
                    <a:pt x="6689458" y="544842"/>
                  </a:lnTo>
                  <a:lnTo>
                    <a:pt x="6689052" y="543648"/>
                  </a:lnTo>
                  <a:lnTo>
                    <a:pt x="6642887" y="570331"/>
                  </a:lnTo>
                  <a:lnTo>
                    <a:pt x="6643281" y="571525"/>
                  </a:lnTo>
                  <a:lnTo>
                    <a:pt x="6643916" y="573443"/>
                  </a:lnTo>
                  <a:lnTo>
                    <a:pt x="6644386" y="574827"/>
                  </a:lnTo>
                  <a:lnTo>
                    <a:pt x="6690563" y="548132"/>
                  </a:lnTo>
                  <a:close/>
                </a:path>
                <a:path w="7631430" h="4413885">
                  <a:moveTo>
                    <a:pt x="6904329" y="424624"/>
                  </a:moveTo>
                  <a:lnTo>
                    <a:pt x="6903872" y="423278"/>
                  </a:lnTo>
                  <a:lnTo>
                    <a:pt x="6903212" y="421347"/>
                  </a:lnTo>
                  <a:lnTo>
                    <a:pt x="6902793" y="420128"/>
                  </a:lnTo>
                  <a:lnTo>
                    <a:pt x="6855155" y="447662"/>
                  </a:lnTo>
                  <a:lnTo>
                    <a:pt x="6855561" y="448881"/>
                  </a:lnTo>
                  <a:lnTo>
                    <a:pt x="6856209" y="450811"/>
                  </a:lnTo>
                  <a:lnTo>
                    <a:pt x="6856666" y="452170"/>
                  </a:lnTo>
                  <a:lnTo>
                    <a:pt x="6904329" y="424624"/>
                  </a:lnTo>
                  <a:close/>
                </a:path>
                <a:path w="7631430" h="4413885">
                  <a:moveTo>
                    <a:pt x="7035990" y="348551"/>
                  </a:moveTo>
                  <a:lnTo>
                    <a:pt x="7035749" y="347091"/>
                  </a:lnTo>
                  <a:lnTo>
                    <a:pt x="7035635" y="344830"/>
                  </a:lnTo>
                  <a:lnTo>
                    <a:pt x="7035622" y="343369"/>
                  </a:lnTo>
                  <a:lnTo>
                    <a:pt x="6989254" y="370166"/>
                  </a:lnTo>
                  <a:lnTo>
                    <a:pt x="6989318" y="371589"/>
                  </a:lnTo>
                  <a:lnTo>
                    <a:pt x="6989445" y="373837"/>
                  </a:lnTo>
                  <a:lnTo>
                    <a:pt x="6989521" y="375399"/>
                  </a:lnTo>
                  <a:lnTo>
                    <a:pt x="7035990" y="348551"/>
                  </a:lnTo>
                  <a:close/>
                </a:path>
                <a:path w="7631430" h="4413885">
                  <a:moveTo>
                    <a:pt x="7242746" y="229095"/>
                  </a:moveTo>
                  <a:lnTo>
                    <a:pt x="7241984" y="227952"/>
                  </a:lnTo>
                  <a:lnTo>
                    <a:pt x="7240867" y="226250"/>
                  </a:lnTo>
                  <a:lnTo>
                    <a:pt x="7240156" y="225171"/>
                  </a:lnTo>
                  <a:lnTo>
                    <a:pt x="7190016" y="254152"/>
                  </a:lnTo>
                  <a:lnTo>
                    <a:pt x="7190778" y="255193"/>
                  </a:lnTo>
                  <a:lnTo>
                    <a:pt x="7191972" y="256844"/>
                  </a:lnTo>
                  <a:lnTo>
                    <a:pt x="7192772" y="257962"/>
                  </a:lnTo>
                  <a:lnTo>
                    <a:pt x="7242746" y="229095"/>
                  </a:lnTo>
                  <a:close/>
                </a:path>
                <a:path w="7631430" h="4413885">
                  <a:moveTo>
                    <a:pt x="7347979" y="168287"/>
                  </a:moveTo>
                  <a:lnTo>
                    <a:pt x="7347420" y="167043"/>
                  </a:lnTo>
                  <a:lnTo>
                    <a:pt x="7346582" y="165163"/>
                  </a:lnTo>
                  <a:lnTo>
                    <a:pt x="7346048" y="163982"/>
                  </a:lnTo>
                  <a:lnTo>
                    <a:pt x="7306742" y="186702"/>
                  </a:lnTo>
                  <a:lnTo>
                    <a:pt x="7306970" y="188048"/>
                  </a:lnTo>
                  <a:lnTo>
                    <a:pt x="7307351" y="190195"/>
                  </a:lnTo>
                  <a:lnTo>
                    <a:pt x="7307605" y="191617"/>
                  </a:lnTo>
                  <a:lnTo>
                    <a:pt x="7347979" y="168287"/>
                  </a:lnTo>
                  <a:close/>
                </a:path>
                <a:path w="7631430" h="4413885">
                  <a:moveTo>
                    <a:pt x="7448461" y="110236"/>
                  </a:moveTo>
                  <a:lnTo>
                    <a:pt x="7448004" y="108940"/>
                  </a:lnTo>
                  <a:lnTo>
                    <a:pt x="7447305" y="106972"/>
                  </a:lnTo>
                  <a:lnTo>
                    <a:pt x="7446861" y="105727"/>
                  </a:lnTo>
                  <a:lnTo>
                    <a:pt x="7411326" y="126263"/>
                  </a:lnTo>
                  <a:lnTo>
                    <a:pt x="7411758" y="127508"/>
                  </a:lnTo>
                  <a:lnTo>
                    <a:pt x="7412431" y="129489"/>
                  </a:lnTo>
                  <a:lnTo>
                    <a:pt x="7412876" y="130797"/>
                  </a:lnTo>
                  <a:lnTo>
                    <a:pt x="7448461" y="110236"/>
                  </a:lnTo>
                  <a:close/>
                </a:path>
                <a:path w="7631430" h="4413885">
                  <a:moveTo>
                    <a:pt x="7505967" y="77000"/>
                  </a:moveTo>
                  <a:lnTo>
                    <a:pt x="7504671" y="76200"/>
                  </a:lnTo>
                  <a:lnTo>
                    <a:pt x="7502690" y="74968"/>
                  </a:lnTo>
                  <a:lnTo>
                    <a:pt x="7501445" y="74180"/>
                  </a:lnTo>
                  <a:lnTo>
                    <a:pt x="7452906" y="102235"/>
                  </a:lnTo>
                  <a:lnTo>
                    <a:pt x="7453643" y="102895"/>
                  </a:lnTo>
                  <a:lnTo>
                    <a:pt x="7453947" y="103136"/>
                  </a:lnTo>
                  <a:lnTo>
                    <a:pt x="7455700" y="104495"/>
                  </a:lnTo>
                  <a:lnTo>
                    <a:pt x="7456856" y="105384"/>
                  </a:lnTo>
                  <a:lnTo>
                    <a:pt x="7505967" y="77000"/>
                  </a:lnTo>
                  <a:close/>
                </a:path>
                <a:path w="7631430" h="4413885">
                  <a:moveTo>
                    <a:pt x="7631341" y="4559"/>
                  </a:moveTo>
                  <a:lnTo>
                    <a:pt x="7630909" y="3276"/>
                  </a:lnTo>
                  <a:lnTo>
                    <a:pt x="7630236" y="1270"/>
                  </a:lnTo>
                  <a:lnTo>
                    <a:pt x="7629804" y="0"/>
                  </a:lnTo>
                  <a:lnTo>
                    <a:pt x="7595984" y="19558"/>
                  </a:lnTo>
                  <a:lnTo>
                    <a:pt x="7596111" y="20320"/>
                  </a:lnTo>
                  <a:lnTo>
                    <a:pt x="7596276" y="20891"/>
                  </a:lnTo>
                  <a:lnTo>
                    <a:pt x="7596886" y="22936"/>
                  </a:lnTo>
                  <a:lnTo>
                    <a:pt x="7597267" y="24244"/>
                  </a:lnTo>
                  <a:lnTo>
                    <a:pt x="7631341" y="4559"/>
                  </a:lnTo>
                  <a:close/>
                </a:path>
              </a:pathLst>
            </a:custGeom>
            <a:solidFill>
              <a:srgbClr val="4C4C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96201" y="949946"/>
              <a:ext cx="7631430" cy="4412615"/>
            </a:xfrm>
            <a:custGeom>
              <a:avLst/>
              <a:gdLst/>
              <a:ahLst/>
              <a:cxnLst/>
              <a:rect l="l" t="t" r="r" b="b"/>
              <a:pathLst>
                <a:path w="7631430" h="4412615">
                  <a:moveTo>
                    <a:pt x="42506" y="4388243"/>
                  </a:moveTo>
                  <a:lnTo>
                    <a:pt x="41656" y="4386364"/>
                  </a:lnTo>
                  <a:lnTo>
                    <a:pt x="41109" y="4385145"/>
                  </a:lnTo>
                  <a:lnTo>
                    <a:pt x="0" y="4408894"/>
                  </a:lnTo>
                  <a:lnTo>
                    <a:pt x="254" y="4410291"/>
                  </a:lnTo>
                  <a:lnTo>
                    <a:pt x="1003" y="4412234"/>
                  </a:lnTo>
                  <a:lnTo>
                    <a:pt x="42506" y="4388243"/>
                  </a:lnTo>
                  <a:close/>
                </a:path>
                <a:path w="7631430" h="4412615">
                  <a:moveTo>
                    <a:pt x="140195" y="4331779"/>
                  </a:moveTo>
                  <a:lnTo>
                    <a:pt x="139484" y="4329862"/>
                  </a:lnTo>
                  <a:lnTo>
                    <a:pt x="139014" y="4328579"/>
                  </a:lnTo>
                  <a:lnTo>
                    <a:pt x="105092" y="4348175"/>
                  </a:lnTo>
                  <a:lnTo>
                    <a:pt x="105524" y="4349470"/>
                  </a:lnTo>
                  <a:lnTo>
                    <a:pt x="106184" y="4351439"/>
                  </a:lnTo>
                  <a:lnTo>
                    <a:pt x="140195" y="4331779"/>
                  </a:lnTo>
                  <a:close/>
                </a:path>
                <a:path w="7631430" h="4412615">
                  <a:moveTo>
                    <a:pt x="193408" y="4301020"/>
                  </a:moveTo>
                  <a:lnTo>
                    <a:pt x="191960" y="4299534"/>
                  </a:lnTo>
                  <a:lnTo>
                    <a:pt x="190995" y="4298543"/>
                  </a:lnTo>
                  <a:lnTo>
                    <a:pt x="147840" y="4323486"/>
                  </a:lnTo>
                  <a:lnTo>
                    <a:pt x="148818" y="4324464"/>
                  </a:lnTo>
                  <a:lnTo>
                    <a:pt x="150304" y="4325950"/>
                  </a:lnTo>
                  <a:lnTo>
                    <a:pt x="193408" y="4301020"/>
                  </a:lnTo>
                  <a:close/>
                </a:path>
                <a:path w="7631430" h="4412615">
                  <a:moveTo>
                    <a:pt x="299389" y="4235920"/>
                  </a:moveTo>
                  <a:lnTo>
                    <a:pt x="279641" y="4247324"/>
                  </a:lnTo>
                  <a:lnTo>
                    <a:pt x="279603" y="4248912"/>
                  </a:lnTo>
                  <a:lnTo>
                    <a:pt x="279565" y="4251223"/>
                  </a:lnTo>
                  <a:lnTo>
                    <a:pt x="299339" y="4239793"/>
                  </a:lnTo>
                  <a:lnTo>
                    <a:pt x="299364" y="4237494"/>
                  </a:lnTo>
                  <a:lnTo>
                    <a:pt x="299389" y="4235920"/>
                  </a:lnTo>
                  <a:close/>
                </a:path>
                <a:path w="7631430" h="4412615">
                  <a:moveTo>
                    <a:pt x="360984" y="4204170"/>
                  </a:moveTo>
                  <a:lnTo>
                    <a:pt x="360349" y="4202265"/>
                  </a:lnTo>
                  <a:lnTo>
                    <a:pt x="359905" y="4200944"/>
                  </a:lnTo>
                  <a:lnTo>
                    <a:pt x="315239" y="4226763"/>
                  </a:lnTo>
                  <a:lnTo>
                    <a:pt x="315671" y="4228071"/>
                  </a:lnTo>
                  <a:lnTo>
                    <a:pt x="316318" y="4229989"/>
                  </a:lnTo>
                  <a:lnTo>
                    <a:pt x="360984" y="4204170"/>
                  </a:lnTo>
                  <a:close/>
                </a:path>
                <a:path w="7631430" h="4412615">
                  <a:moveTo>
                    <a:pt x="472020" y="4139984"/>
                  </a:moveTo>
                  <a:lnTo>
                    <a:pt x="471208" y="4138218"/>
                  </a:lnTo>
                  <a:lnTo>
                    <a:pt x="470636" y="4136974"/>
                  </a:lnTo>
                  <a:lnTo>
                    <a:pt x="429691" y="4160621"/>
                  </a:lnTo>
                  <a:lnTo>
                    <a:pt x="430187" y="4161917"/>
                  </a:lnTo>
                  <a:lnTo>
                    <a:pt x="430885" y="4163771"/>
                  </a:lnTo>
                  <a:lnTo>
                    <a:pt x="472020" y="4139984"/>
                  </a:lnTo>
                  <a:close/>
                </a:path>
                <a:path w="7631430" h="4412615">
                  <a:moveTo>
                    <a:pt x="583399" y="4075620"/>
                  </a:moveTo>
                  <a:lnTo>
                    <a:pt x="582764" y="4073779"/>
                  </a:lnTo>
                  <a:lnTo>
                    <a:pt x="582307" y="4072445"/>
                  </a:lnTo>
                  <a:lnTo>
                    <a:pt x="535571" y="4099445"/>
                  </a:lnTo>
                  <a:lnTo>
                    <a:pt x="536016" y="4100792"/>
                  </a:lnTo>
                  <a:lnTo>
                    <a:pt x="536625" y="4102646"/>
                  </a:lnTo>
                  <a:lnTo>
                    <a:pt x="583399" y="4075620"/>
                  </a:lnTo>
                  <a:close/>
                </a:path>
                <a:path w="7631430" h="4412615">
                  <a:moveTo>
                    <a:pt x="764654" y="3970858"/>
                  </a:moveTo>
                  <a:lnTo>
                    <a:pt x="763892" y="3969143"/>
                  </a:lnTo>
                  <a:lnTo>
                    <a:pt x="763308" y="3967861"/>
                  </a:lnTo>
                  <a:lnTo>
                    <a:pt x="723379" y="3990937"/>
                  </a:lnTo>
                  <a:lnTo>
                    <a:pt x="723900" y="3992245"/>
                  </a:lnTo>
                  <a:lnTo>
                    <a:pt x="724585" y="3994010"/>
                  </a:lnTo>
                  <a:lnTo>
                    <a:pt x="764654" y="3970858"/>
                  </a:lnTo>
                  <a:close/>
                </a:path>
                <a:path w="7631430" h="4412615">
                  <a:moveTo>
                    <a:pt x="876274" y="3906329"/>
                  </a:moveTo>
                  <a:lnTo>
                    <a:pt x="875690" y="3904564"/>
                  </a:lnTo>
                  <a:lnTo>
                    <a:pt x="875233" y="3903192"/>
                  </a:lnTo>
                  <a:lnTo>
                    <a:pt x="828382" y="3930269"/>
                  </a:lnTo>
                  <a:lnTo>
                    <a:pt x="828827" y="3931628"/>
                  </a:lnTo>
                  <a:lnTo>
                    <a:pt x="829424" y="3933418"/>
                  </a:lnTo>
                  <a:lnTo>
                    <a:pt x="876274" y="3906329"/>
                  </a:lnTo>
                  <a:close/>
                </a:path>
                <a:path w="7631430" h="4412615">
                  <a:moveTo>
                    <a:pt x="999896" y="3831158"/>
                  </a:moveTo>
                  <a:lnTo>
                    <a:pt x="954405" y="3857447"/>
                  </a:lnTo>
                  <a:lnTo>
                    <a:pt x="954570" y="3858996"/>
                  </a:lnTo>
                  <a:lnTo>
                    <a:pt x="954773" y="3860965"/>
                  </a:lnTo>
                  <a:lnTo>
                    <a:pt x="999832" y="3834930"/>
                  </a:lnTo>
                  <a:lnTo>
                    <a:pt x="999871" y="3832822"/>
                  </a:lnTo>
                  <a:lnTo>
                    <a:pt x="999896" y="3831158"/>
                  </a:lnTo>
                  <a:close/>
                </a:path>
                <a:path w="7631430" h="4412615">
                  <a:moveTo>
                    <a:pt x="1142961" y="3752189"/>
                  </a:moveTo>
                  <a:lnTo>
                    <a:pt x="1142860" y="3750221"/>
                  </a:lnTo>
                  <a:lnTo>
                    <a:pt x="1142758" y="3748621"/>
                  </a:lnTo>
                  <a:lnTo>
                    <a:pt x="1094105" y="3776726"/>
                  </a:lnTo>
                  <a:lnTo>
                    <a:pt x="1094206" y="3778326"/>
                  </a:lnTo>
                  <a:lnTo>
                    <a:pt x="1094320" y="3780307"/>
                  </a:lnTo>
                  <a:lnTo>
                    <a:pt x="1142961" y="3752189"/>
                  </a:lnTo>
                  <a:close/>
                </a:path>
                <a:path w="7631430" h="4412615">
                  <a:moveTo>
                    <a:pt x="1459814" y="3569055"/>
                  </a:moveTo>
                  <a:lnTo>
                    <a:pt x="1459268" y="3567430"/>
                  </a:lnTo>
                  <a:lnTo>
                    <a:pt x="1458798" y="3566007"/>
                  </a:lnTo>
                  <a:lnTo>
                    <a:pt x="1411668" y="3593236"/>
                  </a:lnTo>
                  <a:lnTo>
                    <a:pt x="1412151" y="3594658"/>
                  </a:lnTo>
                  <a:lnTo>
                    <a:pt x="1412697" y="3596284"/>
                  </a:lnTo>
                  <a:lnTo>
                    <a:pt x="1459814" y="3569055"/>
                  </a:lnTo>
                  <a:close/>
                </a:path>
                <a:path w="7631430" h="4412615">
                  <a:moveTo>
                    <a:pt x="1690458" y="3435743"/>
                  </a:moveTo>
                  <a:lnTo>
                    <a:pt x="1689785" y="3434270"/>
                  </a:lnTo>
                  <a:lnTo>
                    <a:pt x="1689176" y="3432899"/>
                  </a:lnTo>
                  <a:lnTo>
                    <a:pt x="1649044" y="3456089"/>
                  </a:lnTo>
                  <a:lnTo>
                    <a:pt x="1649564" y="3457511"/>
                  </a:lnTo>
                  <a:lnTo>
                    <a:pt x="1650136" y="3459048"/>
                  </a:lnTo>
                  <a:lnTo>
                    <a:pt x="1690458" y="3435743"/>
                  </a:lnTo>
                  <a:close/>
                </a:path>
                <a:path w="7631430" h="4412615">
                  <a:moveTo>
                    <a:pt x="1802904" y="3370757"/>
                  </a:moveTo>
                  <a:lnTo>
                    <a:pt x="1802384" y="3369221"/>
                  </a:lnTo>
                  <a:lnTo>
                    <a:pt x="1801901" y="3367773"/>
                  </a:lnTo>
                  <a:lnTo>
                    <a:pt x="1755025" y="3394849"/>
                  </a:lnTo>
                  <a:lnTo>
                    <a:pt x="1755508" y="3396297"/>
                  </a:lnTo>
                  <a:lnTo>
                    <a:pt x="1756029" y="3397847"/>
                  </a:lnTo>
                  <a:lnTo>
                    <a:pt x="1802904" y="3370757"/>
                  </a:lnTo>
                  <a:close/>
                </a:path>
                <a:path w="7631430" h="4412615">
                  <a:moveTo>
                    <a:pt x="1927123" y="3298964"/>
                  </a:moveTo>
                  <a:lnTo>
                    <a:pt x="1926932" y="3297275"/>
                  </a:lnTo>
                  <a:lnTo>
                    <a:pt x="1926755" y="3295624"/>
                  </a:lnTo>
                  <a:lnTo>
                    <a:pt x="1881263" y="3321913"/>
                  </a:lnTo>
                  <a:lnTo>
                    <a:pt x="1881644" y="3323437"/>
                  </a:lnTo>
                  <a:lnTo>
                    <a:pt x="1882038" y="3325012"/>
                  </a:lnTo>
                  <a:lnTo>
                    <a:pt x="1927123" y="3298964"/>
                  </a:lnTo>
                  <a:close/>
                </a:path>
                <a:path w="7631430" h="4412615">
                  <a:moveTo>
                    <a:pt x="2024189" y="3242856"/>
                  </a:moveTo>
                  <a:lnTo>
                    <a:pt x="2023922" y="3241243"/>
                  </a:lnTo>
                  <a:lnTo>
                    <a:pt x="2023656" y="3239643"/>
                  </a:lnTo>
                  <a:lnTo>
                    <a:pt x="1977174" y="3266503"/>
                  </a:lnTo>
                  <a:lnTo>
                    <a:pt x="1977263" y="3268205"/>
                  </a:lnTo>
                  <a:lnTo>
                    <a:pt x="1977351" y="3269919"/>
                  </a:lnTo>
                  <a:lnTo>
                    <a:pt x="2024189" y="3242856"/>
                  </a:lnTo>
                  <a:close/>
                </a:path>
                <a:path w="7631430" h="4412615">
                  <a:moveTo>
                    <a:pt x="2232368" y="3122536"/>
                  </a:moveTo>
                  <a:lnTo>
                    <a:pt x="2231529" y="3121317"/>
                  </a:lnTo>
                  <a:lnTo>
                    <a:pt x="2230653" y="3120047"/>
                  </a:lnTo>
                  <a:lnTo>
                    <a:pt x="2179967" y="3149320"/>
                  </a:lnTo>
                  <a:lnTo>
                    <a:pt x="2180856" y="3150590"/>
                  </a:lnTo>
                  <a:lnTo>
                    <a:pt x="2181707" y="3151809"/>
                  </a:lnTo>
                  <a:lnTo>
                    <a:pt x="2232368" y="3122536"/>
                  </a:lnTo>
                  <a:close/>
                </a:path>
                <a:path w="7631430" h="4412615">
                  <a:moveTo>
                    <a:pt x="2306840" y="3079483"/>
                  </a:moveTo>
                  <a:lnTo>
                    <a:pt x="2306167" y="3078200"/>
                  </a:lnTo>
                  <a:lnTo>
                    <a:pt x="2305443" y="3076829"/>
                  </a:lnTo>
                  <a:lnTo>
                    <a:pt x="2265184" y="3100095"/>
                  </a:lnTo>
                  <a:lnTo>
                    <a:pt x="2265718" y="3101568"/>
                  </a:lnTo>
                  <a:lnTo>
                    <a:pt x="2266226" y="3102953"/>
                  </a:lnTo>
                  <a:lnTo>
                    <a:pt x="2306840" y="3079483"/>
                  </a:lnTo>
                  <a:close/>
                </a:path>
                <a:path w="7631430" h="4412615">
                  <a:moveTo>
                    <a:pt x="2412390" y="3018485"/>
                  </a:moveTo>
                  <a:lnTo>
                    <a:pt x="2411933" y="3017101"/>
                  </a:lnTo>
                  <a:lnTo>
                    <a:pt x="2411438" y="3015577"/>
                  </a:lnTo>
                  <a:lnTo>
                    <a:pt x="2363838" y="3043085"/>
                  </a:lnTo>
                  <a:lnTo>
                    <a:pt x="2364270" y="3044634"/>
                  </a:lnTo>
                  <a:lnTo>
                    <a:pt x="2364676" y="3046057"/>
                  </a:lnTo>
                  <a:lnTo>
                    <a:pt x="2412390" y="3018485"/>
                  </a:lnTo>
                  <a:close/>
                </a:path>
                <a:path w="7631430" h="4412615">
                  <a:moveTo>
                    <a:pt x="2584589" y="2918942"/>
                  </a:moveTo>
                  <a:lnTo>
                    <a:pt x="2584132" y="2917621"/>
                  </a:lnTo>
                  <a:lnTo>
                    <a:pt x="2583611" y="2916097"/>
                  </a:lnTo>
                  <a:lnTo>
                    <a:pt x="2536456" y="2943352"/>
                  </a:lnTo>
                  <a:lnTo>
                    <a:pt x="2536964" y="2944876"/>
                  </a:lnTo>
                  <a:lnTo>
                    <a:pt x="2537422" y="2946209"/>
                  </a:lnTo>
                  <a:lnTo>
                    <a:pt x="2584589" y="2918942"/>
                  </a:lnTo>
                  <a:close/>
                </a:path>
                <a:path w="7631430" h="4412615">
                  <a:moveTo>
                    <a:pt x="2695384" y="2854909"/>
                  </a:moveTo>
                  <a:lnTo>
                    <a:pt x="2694813" y="2853690"/>
                  </a:lnTo>
                  <a:lnTo>
                    <a:pt x="2694140" y="2852242"/>
                  </a:lnTo>
                  <a:lnTo>
                    <a:pt x="2653207" y="2875889"/>
                  </a:lnTo>
                  <a:lnTo>
                    <a:pt x="2653779" y="2877388"/>
                  </a:lnTo>
                  <a:lnTo>
                    <a:pt x="2654262" y="2878671"/>
                  </a:lnTo>
                  <a:lnTo>
                    <a:pt x="2695384" y="2854909"/>
                  </a:lnTo>
                  <a:close/>
                </a:path>
                <a:path w="7631430" h="4412615">
                  <a:moveTo>
                    <a:pt x="2807068" y="2790355"/>
                  </a:moveTo>
                  <a:lnTo>
                    <a:pt x="2806649" y="2789085"/>
                  </a:lnTo>
                  <a:lnTo>
                    <a:pt x="2806128" y="2787535"/>
                  </a:lnTo>
                  <a:lnTo>
                    <a:pt x="2759252" y="2814612"/>
                  </a:lnTo>
                  <a:lnTo>
                    <a:pt x="2759773" y="2816161"/>
                  </a:lnTo>
                  <a:lnTo>
                    <a:pt x="2760205" y="2817444"/>
                  </a:lnTo>
                  <a:lnTo>
                    <a:pt x="2807068" y="2790355"/>
                  </a:lnTo>
                  <a:close/>
                </a:path>
                <a:path w="7631430" h="4412615">
                  <a:moveTo>
                    <a:pt x="2930804" y="2715488"/>
                  </a:moveTo>
                  <a:lnTo>
                    <a:pt x="2885046" y="2741930"/>
                  </a:lnTo>
                  <a:lnTo>
                    <a:pt x="2885211" y="2743695"/>
                  </a:lnTo>
                  <a:lnTo>
                    <a:pt x="2885338" y="2745117"/>
                  </a:lnTo>
                  <a:lnTo>
                    <a:pt x="2930741" y="2718866"/>
                  </a:lnTo>
                  <a:lnTo>
                    <a:pt x="2930779" y="2717368"/>
                  </a:lnTo>
                  <a:lnTo>
                    <a:pt x="2930804" y="2715488"/>
                  </a:lnTo>
                  <a:close/>
                </a:path>
                <a:path w="7631430" h="4412615">
                  <a:moveTo>
                    <a:pt x="3319500" y="2494178"/>
                  </a:moveTo>
                  <a:lnTo>
                    <a:pt x="3318700" y="2493276"/>
                  </a:lnTo>
                  <a:lnTo>
                    <a:pt x="3317583" y="2492019"/>
                  </a:lnTo>
                  <a:lnTo>
                    <a:pt x="3268637" y="2520302"/>
                  </a:lnTo>
                  <a:lnTo>
                    <a:pt x="3269780" y="2521534"/>
                  </a:lnTo>
                  <a:lnTo>
                    <a:pt x="3270593" y="2522436"/>
                  </a:lnTo>
                  <a:lnTo>
                    <a:pt x="3319500" y="2494178"/>
                  </a:lnTo>
                  <a:close/>
                </a:path>
                <a:path w="7631430" h="4412615">
                  <a:moveTo>
                    <a:pt x="3429254" y="2427490"/>
                  </a:moveTo>
                  <a:lnTo>
                    <a:pt x="3404209" y="2441956"/>
                  </a:lnTo>
                  <a:lnTo>
                    <a:pt x="3404158" y="2443911"/>
                  </a:lnTo>
                  <a:lnTo>
                    <a:pt x="3404120" y="2445270"/>
                  </a:lnTo>
                  <a:lnTo>
                    <a:pt x="3429114" y="2430818"/>
                  </a:lnTo>
                  <a:lnTo>
                    <a:pt x="3429177" y="2429459"/>
                  </a:lnTo>
                  <a:lnTo>
                    <a:pt x="3429254" y="2427490"/>
                  </a:lnTo>
                  <a:close/>
                </a:path>
                <a:path w="7631430" h="4412615">
                  <a:moveTo>
                    <a:pt x="3553536" y="2358898"/>
                  </a:moveTo>
                  <a:lnTo>
                    <a:pt x="3553333" y="2357729"/>
                  </a:lnTo>
                  <a:lnTo>
                    <a:pt x="3553028" y="2355977"/>
                  </a:lnTo>
                  <a:lnTo>
                    <a:pt x="3506368" y="2382939"/>
                  </a:lnTo>
                  <a:lnTo>
                    <a:pt x="3506457" y="2384806"/>
                  </a:lnTo>
                  <a:lnTo>
                    <a:pt x="3506520" y="2386076"/>
                  </a:lnTo>
                  <a:lnTo>
                    <a:pt x="3553536" y="2358898"/>
                  </a:lnTo>
                  <a:close/>
                </a:path>
                <a:path w="7631430" h="4412615">
                  <a:moveTo>
                    <a:pt x="3761321" y="2238806"/>
                  </a:moveTo>
                  <a:lnTo>
                    <a:pt x="3760736" y="2237917"/>
                  </a:lnTo>
                  <a:lnTo>
                    <a:pt x="3759809" y="2236508"/>
                  </a:lnTo>
                  <a:lnTo>
                    <a:pt x="3709733" y="2265426"/>
                  </a:lnTo>
                  <a:lnTo>
                    <a:pt x="3710749" y="2266797"/>
                  </a:lnTo>
                  <a:lnTo>
                    <a:pt x="3711384" y="2267674"/>
                  </a:lnTo>
                  <a:lnTo>
                    <a:pt x="3761321" y="2238806"/>
                  </a:lnTo>
                  <a:close/>
                </a:path>
                <a:path w="7631430" h="4412615">
                  <a:moveTo>
                    <a:pt x="3833888" y="2196871"/>
                  </a:moveTo>
                  <a:lnTo>
                    <a:pt x="3833304" y="2195995"/>
                  </a:lnTo>
                  <a:lnTo>
                    <a:pt x="3832364" y="2194585"/>
                  </a:lnTo>
                  <a:lnTo>
                    <a:pt x="3796271" y="2215438"/>
                  </a:lnTo>
                  <a:lnTo>
                    <a:pt x="3796512" y="2217255"/>
                  </a:lnTo>
                  <a:lnTo>
                    <a:pt x="3796665" y="2218385"/>
                  </a:lnTo>
                  <a:lnTo>
                    <a:pt x="3833888" y="2196871"/>
                  </a:lnTo>
                  <a:close/>
                </a:path>
                <a:path w="7631430" h="4412615">
                  <a:moveTo>
                    <a:pt x="3982402" y="2111019"/>
                  </a:moveTo>
                  <a:lnTo>
                    <a:pt x="3982085" y="2110054"/>
                  </a:lnTo>
                  <a:lnTo>
                    <a:pt x="3981526" y="2108390"/>
                  </a:lnTo>
                  <a:lnTo>
                    <a:pt x="3934053" y="2135822"/>
                  </a:lnTo>
                  <a:lnTo>
                    <a:pt x="3934612" y="2137473"/>
                  </a:lnTo>
                  <a:lnTo>
                    <a:pt x="3934942" y="2138464"/>
                  </a:lnTo>
                  <a:lnTo>
                    <a:pt x="3982402" y="2111019"/>
                  </a:lnTo>
                  <a:close/>
                </a:path>
                <a:path w="7631430" h="4412615">
                  <a:moveTo>
                    <a:pt x="4120083" y="2031441"/>
                  </a:moveTo>
                  <a:lnTo>
                    <a:pt x="4119676" y="2030564"/>
                  </a:lnTo>
                  <a:lnTo>
                    <a:pt x="4118953" y="2028990"/>
                  </a:lnTo>
                  <a:lnTo>
                    <a:pt x="4078287" y="2052485"/>
                  </a:lnTo>
                  <a:lnTo>
                    <a:pt x="4078897" y="2054123"/>
                  </a:lnTo>
                  <a:lnTo>
                    <a:pt x="4079240" y="2055050"/>
                  </a:lnTo>
                  <a:lnTo>
                    <a:pt x="4120083" y="2031441"/>
                  </a:lnTo>
                  <a:close/>
                </a:path>
                <a:path w="7631430" h="4412615">
                  <a:moveTo>
                    <a:pt x="4231818" y="1966861"/>
                  </a:moveTo>
                  <a:lnTo>
                    <a:pt x="4231513" y="1965960"/>
                  </a:lnTo>
                  <a:lnTo>
                    <a:pt x="4230954" y="1964270"/>
                  </a:lnTo>
                  <a:lnTo>
                    <a:pt x="4184091" y="1991347"/>
                  </a:lnTo>
                  <a:lnTo>
                    <a:pt x="4184650" y="1993023"/>
                  </a:lnTo>
                  <a:lnTo>
                    <a:pt x="4184967" y="1993950"/>
                  </a:lnTo>
                  <a:lnTo>
                    <a:pt x="4231818" y="1966861"/>
                  </a:lnTo>
                  <a:close/>
                </a:path>
                <a:path w="7631430" h="4412615">
                  <a:moveTo>
                    <a:pt x="4355744" y="1892173"/>
                  </a:moveTo>
                  <a:lnTo>
                    <a:pt x="4310329" y="1918411"/>
                  </a:lnTo>
                  <a:lnTo>
                    <a:pt x="4310519" y="1920316"/>
                  </a:lnTo>
                  <a:lnTo>
                    <a:pt x="4310621" y="1921319"/>
                  </a:lnTo>
                  <a:lnTo>
                    <a:pt x="4355693" y="1895271"/>
                  </a:lnTo>
                  <a:lnTo>
                    <a:pt x="4355706" y="1894217"/>
                  </a:lnTo>
                  <a:lnTo>
                    <a:pt x="4355744" y="1892173"/>
                  </a:lnTo>
                  <a:close/>
                </a:path>
                <a:path w="7631430" h="4412615">
                  <a:moveTo>
                    <a:pt x="4467733" y="1830501"/>
                  </a:moveTo>
                  <a:lnTo>
                    <a:pt x="4467377" y="1829701"/>
                  </a:lnTo>
                  <a:lnTo>
                    <a:pt x="4466653" y="1828088"/>
                  </a:lnTo>
                  <a:lnTo>
                    <a:pt x="4426890" y="1851063"/>
                  </a:lnTo>
                  <a:lnTo>
                    <a:pt x="4427512" y="1852739"/>
                  </a:lnTo>
                  <a:lnTo>
                    <a:pt x="4427829" y="1853577"/>
                  </a:lnTo>
                  <a:lnTo>
                    <a:pt x="4467733" y="1830501"/>
                  </a:lnTo>
                  <a:close/>
                </a:path>
                <a:path w="7631430" h="4412615">
                  <a:moveTo>
                    <a:pt x="4579518" y="1765896"/>
                  </a:moveTo>
                  <a:lnTo>
                    <a:pt x="4579251" y="1765084"/>
                  </a:lnTo>
                  <a:lnTo>
                    <a:pt x="4578680" y="1763356"/>
                  </a:lnTo>
                  <a:lnTo>
                    <a:pt x="4532198" y="1790217"/>
                  </a:lnTo>
                  <a:lnTo>
                    <a:pt x="4532782" y="1791919"/>
                  </a:lnTo>
                  <a:lnTo>
                    <a:pt x="4533062" y="1792744"/>
                  </a:lnTo>
                  <a:lnTo>
                    <a:pt x="4579518" y="1765896"/>
                  </a:lnTo>
                  <a:close/>
                </a:path>
                <a:path w="7631430" h="4412615">
                  <a:moveTo>
                    <a:pt x="4976901" y="1536217"/>
                  </a:moveTo>
                  <a:lnTo>
                    <a:pt x="4976596" y="1535544"/>
                  </a:lnTo>
                  <a:lnTo>
                    <a:pt x="4975847" y="1533880"/>
                  </a:lnTo>
                  <a:lnTo>
                    <a:pt x="4935652" y="1557108"/>
                  </a:lnTo>
                  <a:lnTo>
                    <a:pt x="4936147" y="1558899"/>
                  </a:lnTo>
                  <a:lnTo>
                    <a:pt x="4936350" y="1559648"/>
                  </a:lnTo>
                  <a:lnTo>
                    <a:pt x="4976901" y="1536217"/>
                  </a:lnTo>
                  <a:close/>
                </a:path>
                <a:path w="7631430" h="4412615">
                  <a:moveTo>
                    <a:pt x="5066614" y="1484363"/>
                  </a:moveTo>
                  <a:lnTo>
                    <a:pt x="5066601" y="1483550"/>
                  </a:lnTo>
                  <a:lnTo>
                    <a:pt x="5066563" y="1481467"/>
                  </a:lnTo>
                  <a:lnTo>
                    <a:pt x="5050218" y="1490903"/>
                  </a:lnTo>
                  <a:lnTo>
                    <a:pt x="5050256" y="1492986"/>
                  </a:lnTo>
                  <a:lnTo>
                    <a:pt x="5050269" y="1493812"/>
                  </a:lnTo>
                  <a:lnTo>
                    <a:pt x="5066614" y="1484363"/>
                  </a:lnTo>
                  <a:close/>
                </a:path>
                <a:path w="7631430" h="4412615">
                  <a:moveTo>
                    <a:pt x="5144782" y="1439176"/>
                  </a:moveTo>
                  <a:lnTo>
                    <a:pt x="5144389" y="1438617"/>
                  </a:lnTo>
                  <a:lnTo>
                    <a:pt x="5143335" y="1437106"/>
                  </a:lnTo>
                  <a:lnTo>
                    <a:pt x="5095773" y="1464589"/>
                  </a:lnTo>
                  <a:lnTo>
                    <a:pt x="5096827" y="1466088"/>
                  </a:lnTo>
                  <a:lnTo>
                    <a:pt x="5097234" y="1466659"/>
                  </a:lnTo>
                  <a:lnTo>
                    <a:pt x="5144782" y="1439176"/>
                  </a:lnTo>
                  <a:close/>
                </a:path>
                <a:path w="7631430" h="4412615">
                  <a:moveTo>
                    <a:pt x="5273916" y="1364538"/>
                  </a:moveTo>
                  <a:lnTo>
                    <a:pt x="5273548" y="1363992"/>
                  </a:lnTo>
                  <a:lnTo>
                    <a:pt x="5272532" y="1362456"/>
                  </a:lnTo>
                  <a:lnTo>
                    <a:pt x="5236375" y="1383347"/>
                  </a:lnTo>
                  <a:lnTo>
                    <a:pt x="5236642" y="1385316"/>
                  </a:lnTo>
                  <a:lnTo>
                    <a:pt x="5236743" y="1386027"/>
                  </a:lnTo>
                  <a:lnTo>
                    <a:pt x="5273916" y="1364538"/>
                  </a:lnTo>
                  <a:close/>
                </a:path>
                <a:path w="7631430" h="4412615">
                  <a:moveTo>
                    <a:pt x="5422265" y="1278801"/>
                  </a:moveTo>
                  <a:lnTo>
                    <a:pt x="5422062" y="1278204"/>
                  </a:lnTo>
                  <a:lnTo>
                    <a:pt x="5421452" y="1276413"/>
                  </a:lnTo>
                  <a:lnTo>
                    <a:pt x="5374233" y="1303693"/>
                  </a:lnTo>
                  <a:lnTo>
                    <a:pt x="5374830" y="1305483"/>
                  </a:lnTo>
                  <a:lnTo>
                    <a:pt x="5375033" y="1306093"/>
                  </a:lnTo>
                  <a:lnTo>
                    <a:pt x="5422265" y="1278801"/>
                  </a:lnTo>
                  <a:close/>
                </a:path>
                <a:path w="7631430" h="4412615">
                  <a:moveTo>
                    <a:pt x="5557012" y="1200912"/>
                  </a:moveTo>
                  <a:lnTo>
                    <a:pt x="5556682" y="1200429"/>
                  </a:lnTo>
                  <a:lnTo>
                    <a:pt x="5555653" y="1198880"/>
                  </a:lnTo>
                  <a:lnTo>
                    <a:pt x="5519813" y="1219581"/>
                  </a:lnTo>
                  <a:lnTo>
                    <a:pt x="5520093" y="1221574"/>
                  </a:lnTo>
                  <a:lnTo>
                    <a:pt x="5520169" y="1222209"/>
                  </a:lnTo>
                  <a:lnTo>
                    <a:pt x="5557012" y="1200912"/>
                  </a:lnTo>
                  <a:close/>
                </a:path>
                <a:path w="7631430" h="4412615">
                  <a:moveTo>
                    <a:pt x="5705932" y="1114844"/>
                  </a:moveTo>
                  <a:lnTo>
                    <a:pt x="5705754" y="1114310"/>
                  </a:lnTo>
                  <a:lnTo>
                    <a:pt x="5705145" y="1112494"/>
                  </a:lnTo>
                  <a:lnTo>
                    <a:pt x="5657494" y="1140028"/>
                  </a:lnTo>
                  <a:lnTo>
                    <a:pt x="5658104" y="1141844"/>
                  </a:lnTo>
                  <a:lnTo>
                    <a:pt x="5658282" y="1142377"/>
                  </a:lnTo>
                  <a:lnTo>
                    <a:pt x="5705932" y="1114844"/>
                  </a:lnTo>
                  <a:close/>
                </a:path>
                <a:path w="7631430" h="4412615">
                  <a:moveTo>
                    <a:pt x="5843892" y="1035100"/>
                  </a:moveTo>
                  <a:lnTo>
                    <a:pt x="5843689" y="1034643"/>
                  </a:lnTo>
                  <a:lnTo>
                    <a:pt x="5842889" y="1032916"/>
                  </a:lnTo>
                  <a:lnTo>
                    <a:pt x="5801906" y="1056589"/>
                  </a:lnTo>
                  <a:lnTo>
                    <a:pt x="5802592" y="1058379"/>
                  </a:lnTo>
                  <a:lnTo>
                    <a:pt x="5802782" y="1058862"/>
                  </a:lnTo>
                  <a:lnTo>
                    <a:pt x="5843892" y="1035100"/>
                  </a:lnTo>
                  <a:close/>
                </a:path>
                <a:path w="7631430" h="4412615">
                  <a:moveTo>
                    <a:pt x="5954153" y="971372"/>
                  </a:moveTo>
                  <a:lnTo>
                    <a:pt x="5954001" y="970915"/>
                  </a:lnTo>
                  <a:lnTo>
                    <a:pt x="5953391" y="969060"/>
                  </a:lnTo>
                  <a:lnTo>
                    <a:pt x="5907798" y="995400"/>
                  </a:lnTo>
                  <a:lnTo>
                    <a:pt x="5908408" y="997242"/>
                  </a:lnTo>
                  <a:lnTo>
                    <a:pt x="5908573" y="997724"/>
                  </a:lnTo>
                  <a:lnTo>
                    <a:pt x="5954153" y="971372"/>
                  </a:lnTo>
                  <a:close/>
                </a:path>
                <a:path w="7631430" h="4412615">
                  <a:moveTo>
                    <a:pt x="6167463" y="848080"/>
                  </a:moveTo>
                  <a:lnTo>
                    <a:pt x="6167285" y="847699"/>
                  </a:lnTo>
                  <a:lnTo>
                    <a:pt x="6166485" y="845934"/>
                  </a:lnTo>
                  <a:lnTo>
                    <a:pt x="6125667" y="869518"/>
                  </a:lnTo>
                  <a:lnTo>
                    <a:pt x="6126023" y="871537"/>
                  </a:lnTo>
                  <a:lnTo>
                    <a:pt x="6126137" y="871969"/>
                  </a:lnTo>
                  <a:lnTo>
                    <a:pt x="6167463" y="848080"/>
                  </a:lnTo>
                  <a:close/>
                </a:path>
                <a:path w="7631430" h="4412615">
                  <a:moveTo>
                    <a:pt x="6267272" y="790397"/>
                  </a:moveTo>
                  <a:lnTo>
                    <a:pt x="6267132" y="790016"/>
                  </a:lnTo>
                  <a:lnTo>
                    <a:pt x="6266472" y="788162"/>
                  </a:lnTo>
                  <a:lnTo>
                    <a:pt x="6230899" y="808723"/>
                  </a:lnTo>
                  <a:lnTo>
                    <a:pt x="6231534" y="810590"/>
                  </a:lnTo>
                  <a:lnTo>
                    <a:pt x="6231661" y="810971"/>
                  </a:lnTo>
                  <a:lnTo>
                    <a:pt x="6267272" y="790397"/>
                  </a:lnTo>
                  <a:close/>
                </a:path>
                <a:path w="7631430" h="4412615">
                  <a:moveTo>
                    <a:pt x="6326048" y="756424"/>
                  </a:moveTo>
                  <a:lnTo>
                    <a:pt x="6325692" y="756196"/>
                  </a:lnTo>
                  <a:lnTo>
                    <a:pt x="6323825" y="755027"/>
                  </a:lnTo>
                  <a:lnTo>
                    <a:pt x="6274727" y="783386"/>
                  </a:lnTo>
                  <a:lnTo>
                    <a:pt x="6276391" y="784669"/>
                  </a:lnTo>
                  <a:lnTo>
                    <a:pt x="6276721" y="784923"/>
                  </a:lnTo>
                  <a:lnTo>
                    <a:pt x="6326048" y="756424"/>
                  </a:lnTo>
                  <a:close/>
                </a:path>
                <a:path w="7631430" h="4412615">
                  <a:moveTo>
                    <a:pt x="6450139" y="684695"/>
                  </a:moveTo>
                  <a:lnTo>
                    <a:pt x="6450025" y="684364"/>
                  </a:lnTo>
                  <a:lnTo>
                    <a:pt x="6449377" y="682485"/>
                  </a:lnTo>
                  <a:lnTo>
                    <a:pt x="6415303" y="702170"/>
                  </a:lnTo>
                  <a:lnTo>
                    <a:pt x="6415875" y="704100"/>
                  </a:lnTo>
                  <a:lnTo>
                    <a:pt x="6415976" y="704443"/>
                  </a:lnTo>
                  <a:lnTo>
                    <a:pt x="6450139" y="684695"/>
                  </a:lnTo>
                  <a:close/>
                </a:path>
                <a:path w="7631430" h="4412615">
                  <a:moveTo>
                    <a:pt x="6543065" y="630986"/>
                  </a:moveTo>
                  <a:lnTo>
                    <a:pt x="6542887" y="630720"/>
                  </a:lnTo>
                  <a:lnTo>
                    <a:pt x="6541795" y="629081"/>
                  </a:lnTo>
                  <a:lnTo>
                    <a:pt x="6505803" y="649884"/>
                  </a:lnTo>
                  <a:lnTo>
                    <a:pt x="6506096" y="651979"/>
                  </a:lnTo>
                  <a:lnTo>
                    <a:pt x="6506146" y="652322"/>
                  </a:lnTo>
                  <a:lnTo>
                    <a:pt x="6543065" y="630986"/>
                  </a:lnTo>
                  <a:close/>
                </a:path>
                <a:path w="7631430" h="4412615">
                  <a:moveTo>
                    <a:pt x="6690512" y="545757"/>
                  </a:moveTo>
                  <a:lnTo>
                    <a:pt x="6690423" y="545490"/>
                  </a:lnTo>
                  <a:lnTo>
                    <a:pt x="6689776" y="543572"/>
                  </a:lnTo>
                  <a:lnTo>
                    <a:pt x="6643598" y="570268"/>
                  </a:lnTo>
                  <a:lnTo>
                    <a:pt x="6644233" y="572173"/>
                  </a:lnTo>
                  <a:lnTo>
                    <a:pt x="6644322" y="572465"/>
                  </a:lnTo>
                  <a:lnTo>
                    <a:pt x="6690512" y="545757"/>
                  </a:lnTo>
                  <a:close/>
                </a:path>
                <a:path w="7631430" h="4412615">
                  <a:moveTo>
                    <a:pt x="6904279" y="422211"/>
                  </a:moveTo>
                  <a:lnTo>
                    <a:pt x="6904215" y="421995"/>
                  </a:lnTo>
                  <a:lnTo>
                    <a:pt x="6903542" y="420065"/>
                  </a:lnTo>
                  <a:lnTo>
                    <a:pt x="6855879" y="447611"/>
                  </a:lnTo>
                  <a:lnTo>
                    <a:pt x="6856527" y="449541"/>
                  </a:lnTo>
                  <a:lnTo>
                    <a:pt x="6856603" y="449757"/>
                  </a:lnTo>
                  <a:lnTo>
                    <a:pt x="6904279" y="422211"/>
                  </a:lnTo>
                  <a:close/>
                </a:path>
                <a:path w="7631430" h="4412615">
                  <a:moveTo>
                    <a:pt x="7035584" y="346316"/>
                  </a:moveTo>
                  <a:lnTo>
                    <a:pt x="7035546" y="346113"/>
                  </a:lnTo>
                  <a:lnTo>
                    <a:pt x="7035203" y="343992"/>
                  </a:lnTo>
                  <a:lnTo>
                    <a:pt x="6988734" y="370840"/>
                  </a:lnTo>
                  <a:lnTo>
                    <a:pt x="6988848" y="373100"/>
                  </a:lnTo>
                  <a:lnTo>
                    <a:pt x="6988861" y="373316"/>
                  </a:lnTo>
                  <a:lnTo>
                    <a:pt x="7035584" y="346316"/>
                  </a:lnTo>
                  <a:close/>
                </a:path>
                <a:path w="7631430" h="4412615">
                  <a:moveTo>
                    <a:pt x="7243140" y="226352"/>
                  </a:moveTo>
                  <a:lnTo>
                    <a:pt x="7242873" y="226352"/>
                  </a:lnTo>
                  <a:lnTo>
                    <a:pt x="7243077" y="226237"/>
                  </a:lnTo>
                  <a:lnTo>
                    <a:pt x="7241959" y="224536"/>
                  </a:lnTo>
                  <a:lnTo>
                    <a:pt x="7191984" y="253403"/>
                  </a:lnTo>
                  <a:lnTo>
                    <a:pt x="7193178" y="255054"/>
                  </a:lnTo>
                  <a:lnTo>
                    <a:pt x="7193483" y="255054"/>
                  </a:lnTo>
                  <a:lnTo>
                    <a:pt x="7243140" y="226352"/>
                  </a:lnTo>
                  <a:close/>
                </a:path>
                <a:path w="7631430" h="4412615">
                  <a:moveTo>
                    <a:pt x="7348042" y="165595"/>
                  </a:moveTo>
                  <a:lnTo>
                    <a:pt x="7347191" y="163728"/>
                  </a:lnTo>
                  <a:lnTo>
                    <a:pt x="7306856" y="187032"/>
                  </a:lnTo>
                  <a:lnTo>
                    <a:pt x="7307237" y="189166"/>
                  </a:lnTo>
                  <a:lnTo>
                    <a:pt x="7348042" y="165595"/>
                  </a:lnTo>
                  <a:close/>
                </a:path>
                <a:path w="7631430" h="4412615">
                  <a:moveTo>
                    <a:pt x="7448372" y="107645"/>
                  </a:moveTo>
                  <a:lnTo>
                    <a:pt x="7447674" y="105676"/>
                  </a:lnTo>
                  <a:lnTo>
                    <a:pt x="7412088" y="126238"/>
                  </a:lnTo>
                  <a:lnTo>
                    <a:pt x="7412761" y="128206"/>
                  </a:lnTo>
                  <a:lnTo>
                    <a:pt x="7448372" y="107645"/>
                  </a:lnTo>
                  <a:close/>
                </a:path>
                <a:path w="7631430" h="4412615">
                  <a:moveTo>
                    <a:pt x="7507160" y="73685"/>
                  </a:moveTo>
                  <a:lnTo>
                    <a:pt x="7505179" y="72440"/>
                  </a:lnTo>
                  <a:lnTo>
                    <a:pt x="7456068" y="100825"/>
                  </a:lnTo>
                  <a:lnTo>
                    <a:pt x="7457821" y="102184"/>
                  </a:lnTo>
                  <a:lnTo>
                    <a:pt x="7507160" y="73685"/>
                  </a:lnTo>
                  <a:close/>
                </a:path>
                <a:path w="7631430" h="4412615">
                  <a:moveTo>
                    <a:pt x="7631227" y="2006"/>
                  </a:moveTo>
                  <a:lnTo>
                    <a:pt x="7630554" y="0"/>
                  </a:lnTo>
                  <a:lnTo>
                    <a:pt x="7596479" y="19685"/>
                  </a:lnTo>
                  <a:lnTo>
                    <a:pt x="7597089" y="21729"/>
                  </a:lnTo>
                  <a:lnTo>
                    <a:pt x="7631227" y="2006"/>
                  </a:lnTo>
                  <a:close/>
                </a:path>
              </a:pathLst>
            </a:custGeom>
            <a:solidFill>
              <a:srgbClr val="494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97204" y="951978"/>
              <a:ext cx="7632065" cy="4415155"/>
            </a:xfrm>
            <a:custGeom>
              <a:avLst/>
              <a:gdLst/>
              <a:ahLst/>
              <a:cxnLst/>
              <a:rect l="l" t="t" r="r" b="b"/>
              <a:pathLst>
                <a:path w="7632065" h="4415155">
                  <a:moveTo>
                    <a:pt x="43446" y="4390555"/>
                  </a:moveTo>
                  <a:lnTo>
                    <a:pt x="42900" y="4389336"/>
                  </a:lnTo>
                  <a:lnTo>
                    <a:pt x="42049" y="4387431"/>
                  </a:lnTo>
                  <a:lnTo>
                    <a:pt x="41503" y="4386211"/>
                  </a:lnTo>
                  <a:lnTo>
                    <a:pt x="0" y="4410202"/>
                  </a:lnTo>
                  <a:lnTo>
                    <a:pt x="482" y="4411459"/>
                  </a:lnTo>
                  <a:lnTo>
                    <a:pt x="1244" y="4413415"/>
                  </a:lnTo>
                  <a:lnTo>
                    <a:pt x="1727" y="4414672"/>
                  </a:lnTo>
                  <a:lnTo>
                    <a:pt x="43446" y="4390555"/>
                  </a:lnTo>
                  <a:close/>
                </a:path>
                <a:path w="7632065" h="4415155">
                  <a:moveTo>
                    <a:pt x="140868" y="4334268"/>
                  </a:moveTo>
                  <a:lnTo>
                    <a:pt x="140385" y="4332986"/>
                  </a:lnTo>
                  <a:lnTo>
                    <a:pt x="139661" y="4331030"/>
                  </a:lnTo>
                  <a:lnTo>
                    <a:pt x="139192" y="4329747"/>
                  </a:lnTo>
                  <a:lnTo>
                    <a:pt x="105181" y="4349407"/>
                  </a:lnTo>
                  <a:lnTo>
                    <a:pt x="105613" y="4350702"/>
                  </a:lnTo>
                  <a:lnTo>
                    <a:pt x="106286" y="4352709"/>
                  </a:lnTo>
                  <a:lnTo>
                    <a:pt x="106705" y="4353992"/>
                  </a:lnTo>
                  <a:lnTo>
                    <a:pt x="140868" y="4334268"/>
                  </a:lnTo>
                  <a:close/>
                </a:path>
                <a:path w="7632065" h="4415155">
                  <a:moveTo>
                    <a:pt x="195821" y="4302506"/>
                  </a:moveTo>
                  <a:lnTo>
                    <a:pt x="194856" y="4301502"/>
                  </a:lnTo>
                  <a:lnTo>
                    <a:pt x="193382" y="4299991"/>
                  </a:lnTo>
                  <a:lnTo>
                    <a:pt x="192405" y="4298988"/>
                  </a:lnTo>
                  <a:lnTo>
                    <a:pt x="149301" y="4323918"/>
                  </a:lnTo>
                  <a:lnTo>
                    <a:pt x="150279" y="4324896"/>
                  </a:lnTo>
                  <a:lnTo>
                    <a:pt x="151790" y="4326407"/>
                  </a:lnTo>
                  <a:lnTo>
                    <a:pt x="152768" y="4327385"/>
                  </a:lnTo>
                  <a:lnTo>
                    <a:pt x="195821" y="4302506"/>
                  </a:lnTo>
                  <a:close/>
                </a:path>
                <a:path w="7632065" h="4415155">
                  <a:moveTo>
                    <a:pt x="298335" y="4237761"/>
                  </a:moveTo>
                  <a:lnTo>
                    <a:pt x="278561" y="4249191"/>
                  </a:lnTo>
                  <a:lnTo>
                    <a:pt x="278536" y="4250779"/>
                  </a:lnTo>
                  <a:lnTo>
                    <a:pt x="278498" y="4253166"/>
                  </a:lnTo>
                  <a:lnTo>
                    <a:pt x="278472" y="4254741"/>
                  </a:lnTo>
                  <a:lnTo>
                    <a:pt x="298284" y="4243298"/>
                  </a:lnTo>
                  <a:lnTo>
                    <a:pt x="298297" y="4241724"/>
                  </a:lnTo>
                  <a:lnTo>
                    <a:pt x="298323" y="4239336"/>
                  </a:lnTo>
                  <a:lnTo>
                    <a:pt x="298335" y="4237761"/>
                  </a:lnTo>
                  <a:close/>
                </a:path>
                <a:path w="7632065" h="4415155">
                  <a:moveTo>
                    <a:pt x="361530" y="4206748"/>
                  </a:moveTo>
                  <a:lnTo>
                    <a:pt x="361086" y="4205427"/>
                  </a:lnTo>
                  <a:lnTo>
                    <a:pt x="360426" y="4203458"/>
                  </a:lnTo>
                  <a:lnTo>
                    <a:pt x="359981" y="4202138"/>
                  </a:lnTo>
                  <a:lnTo>
                    <a:pt x="315315" y="4227957"/>
                  </a:lnTo>
                  <a:lnTo>
                    <a:pt x="315760" y="4229265"/>
                  </a:lnTo>
                  <a:lnTo>
                    <a:pt x="316433" y="4231246"/>
                  </a:lnTo>
                  <a:lnTo>
                    <a:pt x="316865" y="4232554"/>
                  </a:lnTo>
                  <a:lnTo>
                    <a:pt x="361530" y="4206748"/>
                  </a:lnTo>
                  <a:close/>
                </a:path>
                <a:path w="7632065" h="4415155">
                  <a:moveTo>
                    <a:pt x="472833" y="4142422"/>
                  </a:moveTo>
                  <a:lnTo>
                    <a:pt x="472313" y="4141139"/>
                  </a:lnTo>
                  <a:lnTo>
                    <a:pt x="471551" y="4139234"/>
                  </a:lnTo>
                  <a:lnTo>
                    <a:pt x="471195" y="4138307"/>
                  </a:lnTo>
                  <a:lnTo>
                    <a:pt x="471017" y="4137952"/>
                  </a:lnTo>
                  <a:lnTo>
                    <a:pt x="429882" y="4161739"/>
                  </a:lnTo>
                  <a:lnTo>
                    <a:pt x="430377" y="4163034"/>
                  </a:lnTo>
                  <a:lnTo>
                    <a:pt x="431114" y="4164952"/>
                  </a:lnTo>
                  <a:lnTo>
                    <a:pt x="431609" y="4166247"/>
                  </a:lnTo>
                  <a:lnTo>
                    <a:pt x="472833" y="4142422"/>
                  </a:lnTo>
                  <a:close/>
                </a:path>
                <a:path w="7632065" h="4415155">
                  <a:moveTo>
                    <a:pt x="583971" y="4078198"/>
                  </a:moveTo>
                  <a:lnTo>
                    <a:pt x="583514" y="4076865"/>
                  </a:lnTo>
                  <a:lnTo>
                    <a:pt x="582853" y="4074922"/>
                  </a:lnTo>
                  <a:lnTo>
                    <a:pt x="582396" y="4073588"/>
                  </a:lnTo>
                  <a:lnTo>
                    <a:pt x="535622" y="4100614"/>
                  </a:lnTo>
                  <a:lnTo>
                    <a:pt x="536067" y="4101960"/>
                  </a:lnTo>
                  <a:lnTo>
                    <a:pt x="536714" y="4103916"/>
                  </a:lnTo>
                  <a:lnTo>
                    <a:pt x="537159" y="4105249"/>
                  </a:lnTo>
                  <a:lnTo>
                    <a:pt x="583971" y="4078198"/>
                  </a:lnTo>
                  <a:close/>
                </a:path>
                <a:path w="7632065" h="4415155">
                  <a:moveTo>
                    <a:pt x="766089" y="3972966"/>
                  </a:moveTo>
                  <a:lnTo>
                    <a:pt x="765365" y="3971760"/>
                  </a:lnTo>
                  <a:lnTo>
                    <a:pt x="764336" y="3970045"/>
                  </a:lnTo>
                  <a:lnTo>
                    <a:pt x="763803" y="3969143"/>
                  </a:lnTo>
                  <a:lnTo>
                    <a:pt x="763651" y="3968826"/>
                  </a:lnTo>
                  <a:lnTo>
                    <a:pt x="723582" y="3991978"/>
                  </a:lnTo>
                  <a:lnTo>
                    <a:pt x="724090" y="3993299"/>
                  </a:lnTo>
                  <a:lnTo>
                    <a:pt x="724827" y="3995191"/>
                  </a:lnTo>
                  <a:lnTo>
                    <a:pt x="725335" y="3996512"/>
                  </a:lnTo>
                  <a:lnTo>
                    <a:pt x="766089" y="3972966"/>
                  </a:lnTo>
                  <a:close/>
                </a:path>
                <a:path w="7632065" h="4415155">
                  <a:moveTo>
                    <a:pt x="876833" y="3908958"/>
                  </a:moveTo>
                  <a:lnTo>
                    <a:pt x="876376" y="3907599"/>
                  </a:lnTo>
                  <a:lnTo>
                    <a:pt x="875728" y="3905669"/>
                  </a:lnTo>
                  <a:lnTo>
                    <a:pt x="875271" y="3904297"/>
                  </a:lnTo>
                  <a:lnTo>
                    <a:pt x="828421" y="3931386"/>
                  </a:lnTo>
                  <a:lnTo>
                    <a:pt x="828878" y="3932745"/>
                  </a:lnTo>
                  <a:lnTo>
                    <a:pt x="829525" y="3934676"/>
                  </a:lnTo>
                  <a:lnTo>
                    <a:pt x="829970" y="3936034"/>
                  </a:lnTo>
                  <a:lnTo>
                    <a:pt x="876833" y="3908958"/>
                  </a:lnTo>
                  <a:close/>
                </a:path>
                <a:path w="7632065" h="4415155">
                  <a:moveTo>
                    <a:pt x="998829" y="3832898"/>
                  </a:moveTo>
                  <a:lnTo>
                    <a:pt x="953770" y="3858933"/>
                  </a:lnTo>
                  <a:lnTo>
                    <a:pt x="953935" y="3860469"/>
                  </a:lnTo>
                  <a:lnTo>
                    <a:pt x="954163" y="3862628"/>
                  </a:lnTo>
                  <a:lnTo>
                    <a:pt x="954328" y="3864178"/>
                  </a:lnTo>
                  <a:lnTo>
                    <a:pt x="998728" y="3838524"/>
                  </a:lnTo>
                  <a:lnTo>
                    <a:pt x="998753" y="3836860"/>
                  </a:lnTo>
                  <a:lnTo>
                    <a:pt x="998791" y="3834549"/>
                  </a:lnTo>
                  <a:lnTo>
                    <a:pt x="998829" y="3832898"/>
                  </a:lnTo>
                  <a:close/>
                </a:path>
                <a:path w="7632065" h="4415155">
                  <a:moveTo>
                    <a:pt x="1142644" y="3755364"/>
                  </a:moveTo>
                  <a:lnTo>
                    <a:pt x="1142441" y="3753815"/>
                  </a:lnTo>
                  <a:lnTo>
                    <a:pt x="1142174" y="3751694"/>
                  </a:lnTo>
                  <a:lnTo>
                    <a:pt x="1141958" y="3750157"/>
                  </a:lnTo>
                  <a:lnTo>
                    <a:pt x="1093317" y="3778275"/>
                  </a:lnTo>
                  <a:lnTo>
                    <a:pt x="1093406" y="3779875"/>
                  </a:lnTo>
                  <a:lnTo>
                    <a:pt x="1093533" y="3782072"/>
                  </a:lnTo>
                  <a:lnTo>
                    <a:pt x="1093635" y="3783673"/>
                  </a:lnTo>
                  <a:lnTo>
                    <a:pt x="1142644" y="3755364"/>
                  </a:lnTo>
                  <a:close/>
                </a:path>
                <a:path w="7632065" h="4415155">
                  <a:moveTo>
                    <a:pt x="1460385" y="3571735"/>
                  </a:moveTo>
                  <a:lnTo>
                    <a:pt x="1459915" y="3570325"/>
                  </a:lnTo>
                  <a:lnTo>
                    <a:pt x="1459280" y="3568446"/>
                  </a:lnTo>
                  <a:lnTo>
                    <a:pt x="1458810" y="3567023"/>
                  </a:lnTo>
                  <a:lnTo>
                    <a:pt x="1411693" y="3594252"/>
                  </a:lnTo>
                  <a:lnTo>
                    <a:pt x="1412176" y="3595674"/>
                  </a:lnTo>
                  <a:lnTo>
                    <a:pt x="1412798" y="3597541"/>
                  </a:lnTo>
                  <a:lnTo>
                    <a:pt x="1413281" y="3598964"/>
                  </a:lnTo>
                  <a:lnTo>
                    <a:pt x="1460385" y="3571735"/>
                  </a:lnTo>
                  <a:close/>
                </a:path>
                <a:path w="7632065" h="4415155">
                  <a:moveTo>
                    <a:pt x="1691868" y="3437966"/>
                  </a:moveTo>
                  <a:lnTo>
                    <a:pt x="1691043" y="3436721"/>
                  </a:lnTo>
                  <a:lnTo>
                    <a:pt x="1690395" y="3435743"/>
                  </a:lnTo>
                  <a:lnTo>
                    <a:pt x="1690077" y="3435070"/>
                  </a:lnTo>
                  <a:lnTo>
                    <a:pt x="1689455" y="3433711"/>
                  </a:lnTo>
                  <a:lnTo>
                    <a:pt x="1649133" y="3457016"/>
                  </a:lnTo>
                  <a:lnTo>
                    <a:pt x="1649666" y="3458438"/>
                  </a:lnTo>
                  <a:lnTo>
                    <a:pt x="1650339" y="3460254"/>
                  </a:lnTo>
                  <a:lnTo>
                    <a:pt x="1650860" y="3461664"/>
                  </a:lnTo>
                  <a:lnTo>
                    <a:pt x="1691868" y="3437966"/>
                  </a:lnTo>
                  <a:close/>
                </a:path>
                <a:path w="7632065" h="4415155">
                  <a:moveTo>
                    <a:pt x="1803488" y="3373463"/>
                  </a:moveTo>
                  <a:lnTo>
                    <a:pt x="1803006" y="3372015"/>
                  </a:lnTo>
                  <a:lnTo>
                    <a:pt x="1802384" y="3370173"/>
                  </a:lnTo>
                  <a:lnTo>
                    <a:pt x="1801901" y="3368725"/>
                  </a:lnTo>
                  <a:lnTo>
                    <a:pt x="1755025" y="3395815"/>
                  </a:lnTo>
                  <a:lnTo>
                    <a:pt x="1755521" y="3397262"/>
                  </a:lnTo>
                  <a:lnTo>
                    <a:pt x="1756130" y="3399104"/>
                  </a:lnTo>
                  <a:lnTo>
                    <a:pt x="1756625" y="3400552"/>
                  </a:lnTo>
                  <a:lnTo>
                    <a:pt x="1803488" y="3373463"/>
                  </a:lnTo>
                  <a:close/>
                </a:path>
                <a:path w="7632065" h="4415155">
                  <a:moveTo>
                    <a:pt x="1926691" y="3302279"/>
                  </a:moveTo>
                  <a:lnTo>
                    <a:pt x="1926513" y="3300628"/>
                  </a:lnTo>
                  <a:lnTo>
                    <a:pt x="1926285" y="3298571"/>
                  </a:lnTo>
                  <a:lnTo>
                    <a:pt x="1926120" y="3296932"/>
                  </a:lnTo>
                  <a:lnTo>
                    <a:pt x="1881035" y="3322980"/>
                  </a:lnTo>
                  <a:lnTo>
                    <a:pt x="1881416" y="3324504"/>
                  </a:lnTo>
                  <a:lnTo>
                    <a:pt x="1881898" y="3326422"/>
                  </a:lnTo>
                  <a:lnTo>
                    <a:pt x="1882279" y="3327946"/>
                  </a:lnTo>
                  <a:lnTo>
                    <a:pt x="1926691" y="3302279"/>
                  </a:lnTo>
                  <a:close/>
                </a:path>
                <a:path w="7632065" h="4415155">
                  <a:moveTo>
                    <a:pt x="2024049" y="3246005"/>
                  </a:moveTo>
                  <a:lnTo>
                    <a:pt x="2023783" y="3244405"/>
                  </a:lnTo>
                  <a:lnTo>
                    <a:pt x="2023452" y="3242424"/>
                  </a:lnTo>
                  <a:lnTo>
                    <a:pt x="2023186" y="3240824"/>
                  </a:lnTo>
                  <a:lnTo>
                    <a:pt x="1976348" y="3267887"/>
                  </a:lnTo>
                  <a:lnTo>
                    <a:pt x="1976437" y="3269589"/>
                  </a:lnTo>
                  <a:lnTo>
                    <a:pt x="1976551" y="3271697"/>
                  </a:lnTo>
                  <a:lnTo>
                    <a:pt x="1976653" y="3273399"/>
                  </a:lnTo>
                  <a:lnTo>
                    <a:pt x="2024049" y="3246005"/>
                  </a:lnTo>
                  <a:close/>
                </a:path>
                <a:path w="7632065" h="4415155">
                  <a:moveTo>
                    <a:pt x="2234171" y="3124581"/>
                  </a:moveTo>
                  <a:lnTo>
                    <a:pt x="2233295" y="3123311"/>
                  </a:lnTo>
                  <a:lnTo>
                    <a:pt x="2232241" y="3121774"/>
                  </a:lnTo>
                  <a:lnTo>
                    <a:pt x="2231364" y="3120504"/>
                  </a:lnTo>
                  <a:lnTo>
                    <a:pt x="2180704" y="3149777"/>
                  </a:lnTo>
                  <a:lnTo>
                    <a:pt x="2181593" y="3151035"/>
                  </a:lnTo>
                  <a:lnTo>
                    <a:pt x="2182672" y="3152571"/>
                  </a:lnTo>
                  <a:lnTo>
                    <a:pt x="2183561" y="3153829"/>
                  </a:lnTo>
                  <a:lnTo>
                    <a:pt x="2234171" y="3124581"/>
                  </a:lnTo>
                  <a:close/>
                </a:path>
                <a:path w="7632065" h="4415155">
                  <a:moveTo>
                    <a:pt x="2308148" y="3081832"/>
                  </a:moveTo>
                  <a:lnTo>
                    <a:pt x="2307425" y="3080461"/>
                  </a:lnTo>
                  <a:lnTo>
                    <a:pt x="2306561" y="3078823"/>
                  </a:lnTo>
                  <a:lnTo>
                    <a:pt x="2305837" y="3077451"/>
                  </a:lnTo>
                  <a:lnTo>
                    <a:pt x="2265222" y="3100921"/>
                  </a:lnTo>
                  <a:lnTo>
                    <a:pt x="2265756" y="3102406"/>
                  </a:lnTo>
                  <a:lnTo>
                    <a:pt x="2266404" y="3104172"/>
                  </a:lnTo>
                  <a:lnTo>
                    <a:pt x="2266937" y="3105645"/>
                  </a:lnTo>
                  <a:lnTo>
                    <a:pt x="2308148" y="3081832"/>
                  </a:lnTo>
                  <a:close/>
                </a:path>
                <a:path w="7632065" h="4415155">
                  <a:moveTo>
                    <a:pt x="2412949" y="3021266"/>
                  </a:moveTo>
                  <a:lnTo>
                    <a:pt x="2412466" y="3019755"/>
                  </a:lnTo>
                  <a:lnTo>
                    <a:pt x="2411882" y="3017964"/>
                  </a:lnTo>
                  <a:lnTo>
                    <a:pt x="2411387" y="3016453"/>
                  </a:lnTo>
                  <a:lnTo>
                    <a:pt x="2363673" y="3044025"/>
                  </a:lnTo>
                  <a:lnTo>
                    <a:pt x="2364117" y="3045561"/>
                  </a:lnTo>
                  <a:lnTo>
                    <a:pt x="2364625" y="3047403"/>
                  </a:lnTo>
                  <a:lnTo>
                    <a:pt x="2365083" y="3048939"/>
                  </a:lnTo>
                  <a:lnTo>
                    <a:pt x="2412949" y="3021266"/>
                  </a:lnTo>
                  <a:close/>
                </a:path>
                <a:path w="7632065" h="4415155">
                  <a:moveTo>
                    <a:pt x="2585237" y="2921711"/>
                  </a:moveTo>
                  <a:lnTo>
                    <a:pt x="2584716" y="2920187"/>
                  </a:lnTo>
                  <a:lnTo>
                    <a:pt x="2584107" y="2918434"/>
                  </a:lnTo>
                  <a:lnTo>
                    <a:pt x="2583586" y="2916910"/>
                  </a:lnTo>
                  <a:lnTo>
                    <a:pt x="2536418" y="2944177"/>
                  </a:lnTo>
                  <a:lnTo>
                    <a:pt x="2536926" y="2945701"/>
                  </a:lnTo>
                  <a:lnTo>
                    <a:pt x="2537523" y="2947466"/>
                  </a:lnTo>
                  <a:lnTo>
                    <a:pt x="2538044" y="2948990"/>
                  </a:lnTo>
                  <a:lnTo>
                    <a:pt x="2585237" y="2921711"/>
                  </a:lnTo>
                  <a:close/>
                </a:path>
                <a:path w="7632065" h="4415155">
                  <a:moveTo>
                    <a:pt x="2696286" y="2857538"/>
                  </a:moveTo>
                  <a:lnTo>
                    <a:pt x="2695689" y="2856052"/>
                  </a:lnTo>
                  <a:lnTo>
                    <a:pt x="2695016" y="2854350"/>
                  </a:lnTo>
                  <a:lnTo>
                    <a:pt x="2694711" y="2853575"/>
                  </a:lnTo>
                  <a:lnTo>
                    <a:pt x="2694381" y="2852877"/>
                  </a:lnTo>
                  <a:lnTo>
                    <a:pt x="2653258" y="2876639"/>
                  </a:lnTo>
                  <a:lnTo>
                    <a:pt x="2653830" y="2878150"/>
                  </a:lnTo>
                  <a:lnTo>
                    <a:pt x="2654490" y="2879864"/>
                  </a:lnTo>
                  <a:lnTo>
                    <a:pt x="2655062" y="2881363"/>
                  </a:lnTo>
                  <a:lnTo>
                    <a:pt x="2696286" y="2857538"/>
                  </a:lnTo>
                  <a:close/>
                </a:path>
                <a:path w="7632065" h="4415155">
                  <a:moveTo>
                    <a:pt x="2807678" y="2793174"/>
                  </a:moveTo>
                  <a:lnTo>
                    <a:pt x="2807157" y="2791625"/>
                  </a:lnTo>
                  <a:lnTo>
                    <a:pt x="2806585" y="2789872"/>
                  </a:lnTo>
                  <a:lnTo>
                    <a:pt x="2806065" y="2788323"/>
                  </a:lnTo>
                  <a:lnTo>
                    <a:pt x="2759202" y="2815412"/>
                  </a:lnTo>
                  <a:lnTo>
                    <a:pt x="2759710" y="2816961"/>
                  </a:lnTo>
                  <a:lnTo>
                    <a:pt x="2760294" y="2818714"/>
                  </a:lnTo>
                  <a:lnTo>
                    <a:pt x="2760815" y="2820251"/>
                  </a:lnTo>
                  <a:lnTo>
                    <a:pt x="2807678" y="2793174"/>
                  </a:lnTo>
                  <a:close/>
                </a:path>
                <a:path w="7632065" h="4415155">
                  <a:moveTo>
                    <a:pt x="2929737" y="2716834"/>
                  </a:moveTo>
                  <a:lnTo>
                    <a:pt x="2884335" y="2743085"/>
                  </a:lnTo>
                  <a:lnTo>
                    <a:pt x="2884500" y="2744851"/>
                  </a:lnTo>
                  <a:lnTo>
                    <a:pt x="2884678" y="2746819"/>
                  </a:lnTo>
                  <a:lnTo>
                    <a:pt x="2884843" y="2748572"/>
                  </a:lnTo>
                  <a:lnTo>
                    <a:pt x="2929636" y="2722689"/>
                  </a:lnTo>
                  <a:lnTo>
                    <a:pt x="2929674" y="2720810"/>
                  </a:lnTo>
                  <a:lnTo>
                    <a:pt x="2929712" y="2718727"/>
                  </a:lnTo>
                  <a:lnTo>
                    <a:pt x="2929737" y="2716834"/>
                  </a:lnTo>
                  <a:close/>
                </a:path>
                <a:path w="7632065" h="4415155">
                  <a:moveTo>
                    <a:pt x="3321926" y="2495994"/>
                  </a:moveTo>
                  <a:lnTo>
                    <a:pt x="3320808" y="2494737"/>
                  </a:lnTo>
                  <a:lnTo>
                    <a:pt x="3319615" y="2493403"/>
                  </a:lnTo>
                  <a:lnTo>
                    <a:pt x="3318497" y="2492146"/>
                  </a:lnTo>
                  <a:lnTo>
                    <a:pt x="3269589" y="2520404"/>
                  </a:lnTo>
                  <a:lnTo>
                    <a:pt x="3270732" y="2521648"/>
                  </a:lnTo>
                  <a:lnTo>
                    <a:pt x="3271951" y="2522982"/>
                  </a:lnTo>
                  <a:lnTo>
                    <a:pt x="3272650" y="2523756"/>
                  </a:lnTo>
                  <a:lnTo>
                    <a:pt x="3273044" y="2524252"/>
                  </a:lnTo>
                  <a:lnTo>
                    <a:pt x="3321926" y="2495994"/>
                  </a:lnTo>
                  <a:close/>
                </a:path>
                <a:path w="7632065" h="4415155">
                  <a:moveTo>
                    <a:pt x="3428111" y="2428786"/>
                  </a:moveTo>
                  <a:lnTo>
                    <a:pt x="3403117" y="2443238"/>
                  </a:lnTo>
                  <a:lnTo>
                    <a:pt x="3403066" y="2445181"/>
                  </a:lnTo>
                  <a:lnTo>
                    <a:pt x="3403015" y="2447226"/>
                  </a:lnTo>
                  <a:lnTo>
                    <a:pt x="3402965" y="2449169"/>
                  </a:lnTo>
                  <a:lnTo>
                    <a:pt x="3427869" y="2434780"/>
                  </a:lnTo>
                  <a:lnTo>
                    <a:pt x="3427946" y="2432812"/>
                  </a:lnTo>
                  <a:lnTo>
                    <a:pt x="3428034" y="2430754"/>
                  </a:lnTo>
                  <a:lnTo>
                    <a:pt x="3428111" y="2428786"/>
                  </a:lnTo>
                  <a:close/>
                </a:path>
                <a:path w="7632065" h="4415155">
                  <a:moveTo>
                    <a:pt x="3553472" y="2362187"/>
                  </a:moveTo>
                  <a:lnTo>
                    <a:pt x="3553168" y="2360434"/>
                  </a:lnTo>
                  <a:lnTo>
                    <a:pt x="3552850" y="2358631"/>
                  </a:lnTo>
                  <a:lnTo>
                    <a:pt x="3552533" y="2356866"/>
                  </a:lnTo>
                  <a:lnTo>
                    <a:pt x="3505517" y="2384044"/>
                  </a:lnTo>
                  <a:lnTo>
                    <a:pt x="3505619" y="2385923"/>
                  </a:lnTo>
                  <a:lnTo>
                    <a:pt x="3505720" y="2387866"/>
                  </a:lnTo>
                  <a:lnTo>
                    <a:pt x="3505809" y="2389733"/>
                  </a:lnTo>
                  <a:lnTo>
                    <a:pt x="3553472" y="2362187"/>
                  </a:lnTo>
                  <a:close/>
                </a:path>
                <a:path w="7632065" h="4415155">
                  <a:moveTo>
                    <a:pt x="3763124" y="2241042"/>
                  </a:moveTo>
                  <a:lnTo>
                    <a:pt x="3762197" y="2239619"/>
                  </a:lnTo>
                  <a:lnTo>
                    <a:pt x="3761257" y="2238197"/>
                  </a:lnTo>
                  <a:lnTo>
                    <a:pt x="3760317" y="2236774"/>
                  </a:lnTo>
                  <a:lnTo>
                    <a:pt x="3710381" y="2265642"/>
                  </a:lnTo>
                  <a:lnTo>
                    <a:pt x="3711397" y="2267000"/>
                  </a:lnTo>
                  <a:lnTo>
                    <a:pt x="3712426" y="2268385"/>
                  </a:lnTo>
                  <a:lnTo>
                    <a:pt x="3713429" y="2269756"/>
                  </a:lnTo>
                  <a:lnTo>
                    <a:pt x="3763124" y="2241042"/>
                  </a:lnTo>
                  <a:close/>
                </a:path>
                <a:path w="7632065" h="4415155">
                  <a:moveTo>
                    <a:pt x="3835946" y="2198954"/>
                  </a:moveTo>
                  <a:lnTo>
                    <a:pt x="3834917" y="2197595"/>
                  </a:lnTo>
                  <a:lnTo>
                    <a:pt x="3833888" y="2196223"/>
                  </a:lnTo>
                  <a:lnTo>
                    <a:pt x="3833139" y="2195207"/>
                  </a:lnTo>
                  <a:lnTo>
                    <a:pt x="3832885" y="2194839"/>
                  </a:lnTo>
                  <a:lnTo>
                    <a:pt x="3795661" y="2216353"/>
                  </a:lnTo>
                  <a:lnTo>
                    <a:pt x="3795915" y="2218169"/>
                  </a:lnTo>
                  <a:lnTo>
                    <a:pt x="3796157" y="2219985"/>
                  </a:lnTo>
                  <a:lnTo>
                    <a:pt x="3796411" y="2221801"/>
                  </a:lnTo>
                  <a:lnTo>
                    <a:pt x="3835946" y="2198954"/>
                  </a:lnTo>
                  <a:close/>
                </a:path>
                <a:path w="7632065" h="4415155">
                  <a:moveTo>
                    <a:pt x="3983063" y="2113940"/>
                  </a:moveTo>
                  <a:lnTo>
                    <a:pt x="3982516" y="2112276"/>
                  </a:lnTo>
                  <a:lnTo>
                    <a:pt x="3981958" y="2110651"/>
                  </a:lnTo>
                  <a:lnTo>
                    <a:pt x="3981399" y="2108987"/>
                  </a:lnTo>
                  <a:lnTo>
                    <a:pt x="3933939" y="2136432"/>
                  </a:lnTo>
                  <a:lnTo>
                    <a:pt x="3934485" y="2138083"/>
                  </a:lnTo>
                  <a:lnTo>
                    <a:pt x="3935031" y="2139721"/>
                  </a:lnTo>
                  <a:lnTo>
                    <a:pt x="3935577" y="2141372"/>
                  </a:lnTo>
                  <a:lnTo>
                    <a:pt x="3983063" y="2113940"/>
                  </a:lnTo>
                  <a:close/>
                </a:path>
                <a:path w="7632065" h="4415155">
                  <a:moveTo>
                    <a:pt x="4121353" y="2034032"/>
                  </a:moveTo>
                  <a:lnTo>
                    <a:pt x="4120578" y="2032482"/>
                  </a:lnTo>
                  <a:lnTo>
                    <a:pt x="4119829" y="2030984"/>
                  </a:lnTo>
                  <a:lnTo>
                    <a:pt x="4119080" y="2029409"/>
                  </a:lnTo>
                  <a:lnTo>
                    <a:pt x="4078236" y="2053018"/>
                  </a:lnTo>
                  <a:lnTo>
                    <a:pt x="4078846" y="2054656"/>
                  </a:lnTo>
                  <a:lnTo>
                    <a:pt x="4079443" y="2056257"/>
                  </a:lnTo>
                  <a:lnTo>
                    <a:pt x="4080052" y="2057895"/>
                  </a:lnTo>
                  <a:lnTo>
                    <a:pt x="4121353" y="2034032"/>
                  </a:lnTo>
                  <a:close/>
                </a:path>
                <a:path w="7632065" h="4415155">
                  <a:moveTo>
                    <a:pt x="4232465" y="1969808"/>
                  </a:moveTo>
                  <a:lnTo>
                    <a:pt x="4231906" y="1968131"/>
                  </a:lnTo>
                  <a:lnTo>
                    <a:pt x="4231373" y="1966518"/>
                  </a:lnTo>
                  <a:lnTo>
                    <a:pt x="4230814" y="1964829"/>
                  </a:lnTo>
                  <a:lnTo>
                    <a:pt x="4183964" y="1991918"/>
                  </a:lnTo>
                  <a:lnTo>
                    <a:pt x="4184523" y="1993595"/>
                  </a:lnTo>
                  <a:lnTo>
                    <a:pt x="4185056" y="1995208"/>
                  </a:lnTo>
                  <a:lnTo>
                    <a:pt x="4185615" y="1996884"/>
                  </a:lnTo>
                  <a:lnTo>
                    <a:pt x="4232465" y="1969808"/>
                  </a:lnTo>
                  <a:close/>
                </a:path>
                <a:path w="7632065" h="4415155">
                  <a:moveTo>
                    <a:pt x="4354690" y="1893239"/>
                  </a:moveTo>
                  <a:lnTo>
                    <a:pt x="4309618" y="1919287"/>
                  </a:lnTo>
                  <a:lnTo>
                    <a:pt x="4309821" y="1921179"/>
                  </a:lnTo>
                  <a:lnTo>
                    <a:pt x="4310011" y="1922983"/>
                  </a:lnTo>
                  <a:lnTo>
                    <a:pt x="4310202" y="1924888"/>
                  </a:lnTo>
                  <a:lnTo>
                    <a:pt x="4354576" y="1899246"/>
                  </a:lnTo>
                  <a:lnTo>
                    <a:pt x="4354614" y="1897202"/>
                  </a:lnTo>
                  <a:lnTo>
                    <a:pt x="4354652" y="1895284"/>
                  </a:lnTo>
                  <a:lnTo>
                    <a:pt x="4354690" y="1893239"/>
                  </a:lnTo>
                  <a:close/>
                </a:path>
                <a:path w="7632065" h="4415155">
                  <a:moveTo>
                    <a:pt x="4469638" y="1832762"/>
                  </a:moveTo>
                  <a:lnTo>
                    <a:pt x="4468584" y="1831327"/>
                  </a:lnTo>
                  <a:lnTo>
                    <a:pt x="4467618" y="1830006"/>
                  </a:lnTo>
                  <a:lnTo>
                    <a:pt x="4467123" y="1829320"/>
                  </a:lnTo>
                  <a:lnTo>
                    <a:pt x="4466729" y="1828469"/>
                  </a:lnTo>
                  <a:lnTo>
                    <a:pt x="4426826" y="1851545"/>
                  </a:lnTo>
                  <a:lnTo>
                    <a:pt x="4427461" y="1853209"/>
                  </a:lnTo>
                  <a:lnTo>
                    <a:pt x="4428058" y="1854758"/>
                  </a:lnTo>
                  <a:lnTo>
                    <a:pt x="4428693" y="1856422"/>
                  </a:lnTo>
                  <a:lnTo>
                    <a:pt x="4469638" y="1832762"/>
                  </a:lnTo>
                  <a:close/>
                </a:path>
                <a:path w="7632065" h="4415155">
                  <a:moveTo>
                    <a:pt x="4580166" y="1768894"/>
                  </a:moveTo>
                  <a:lnTo>
                    <a:pt x="4579594" y="1767166"/>
                  </a:lnTo>
                  <a:lnTo>
                    <a:pt x="4579074" y="1765592"/>
                  </a:lnTo>
                  <a:lnTo>
                    <a:pt x="4578515" y="1763864"/>
                  </a:lnTo>
                  <a:lnTo>
                    <a:pt x="4532058" y="1790712"/>
                  </a:lnTo>
                  <a:lnTo>
                    <a:pt x="4532642" y="1792427"/>
                  </a:lnTo>
                  <a:lnTo>
                    <a:pt x="4533176" y="1794002"/>
                  </a:lnTo>
                  <a:lnTo>
                    <a:pt x="4533760" y="1795703"/>
                  </a:lnTo>
                  <a:lnTo>
                    <a:pt x="4580166" y="1768894"/>
                  </a:lnTo>
                  <a:close/>
                </a:path>
                <a:path w="7632065" h="4415155">
                  <a:moveTo>
                    <a:pt x="4978070" y="1538947"/>
                  </a:moveTo>
                  <a:lnTo>
                    <a:pt x="4977308" y="1537296"/>
                  </a:lnTo>
                  <a:lnTo>
                    <a:pt x="4976647" y="1535836"/>
                  </a:lnTo>
                  <a:lnTo>
                    <a:pt x="4975898" y="1534185"/>
                  </a:lnTo>
                  <a:lnTo>
                    <a:pt x="4935347" y="1557616"/>
                  </a:lnTo>
                  <a:lnTo>
                    <a:pt x="4935855" y="1559420"/>
                  </a:lnTo>
                  <a:lnTo>
                    <a:pt x="4936287" y="1561007"/>
                  </a:lnTo>
                  <a:lnTo>
                    <a:pt x="4936795" y="1562798"/>
                  </a:lnTo>
                  <a:lnTo>
                    <a:pt x="4978070" y="1538947"/>
                  </a:lnTo>
                  <a:close/>
                </a:path>
                <a:path w="7632065" h="4415155">
                  <a:moveTo>
                    <a:pt x="5065712" y="1488300"/>
                  </a:moveTo>
                  <a:lnTo>
                    <a:pt x="5065674" y="1486217"/>
                  </a:lnTo>
                  <a:lnTo>
                    <a:pt x="5065649" y="1484414"/>
                  </a:lnTo>
                  <a:lnTo>
                    <a:pt x="5065611" y="1482331"/>
                  </a:lnTo>
                  <a:lnTo>
                    <a:pt x="5049266" y="1491780"/>
                  </a:lnTo>
                  <a:lnTo>
                    <a:pt x="5049304" y="1493850"/>
                  </a:lnTo>
                  <a:lnTo>
                    <a:pt x="5049342" y="1495666"/>
                  </a:lnTo>
                  <a:lnTo>
                    <a:pt x="5049367" y="1497749"/>
                  </a:lnTo>
                  <a:lnTo>
                    <a:pt x="5065712" y="1488300"/>
                  </a:lnTo>
                  <a:close/>
                </a:path>
                <a:path w="7632065" h="4415155">
                  <a:moveTo>
                    <a:pt x="5146776" y="1441462"/>
                  </a:moveTo>
                  <a:lnTo>
                    <a:pt x="5145722" y="1439951"/>
                  </a:lnTo>
                  <a:lnTo>
                    <a:pt x="5144821" y="1438656"/>
                  </a:lnTo>
                  <a:lnTo>
                    <a:pt x="5143779" y="1437144"/>
                  </a:lnTo>
                  <a:lnTo>
                    <a:pt x="5096230" y="1464627"/>
                  </a:lnTo>
                  <a:lnTo>
                    <a:pt x="5097284" y="1466126"/>
                  </a:lnTo>
                  <a:lnTo>
                    <a:pt x="5098186" y="1467421"/>
                  </a:lnTo>
                  <a:lnTo>
                    <a:pt x="5099240" y="1468920"/>
                  </a:lnTo>
                  <a:lnTo>
                    <a:pt x="5146776" y="1441462"/>
                  </a:lnTo>
                  <a:close/>
                </a:path>
                <a:path w="7632065" h="4415155">
                  <a:moveTo>
                    <a:pt x="5275338" y="1367167"/>
                  </a:moveTo>
                  <a:lnTo>
                    <a:pt x="5274513" y="1365516"/>
                  </a:lnTo>
                  <a:lnTo>
                    <a:pt x="5273814" y="1364119"/>
                  </a:lnTo>
                  <a:lnTo>
                    <a:pt x="5273319" y="1363103"/>
                  </a:lnTo>
                  <a:lnTo>
                    <a:pt x="5272913" y="1362506"/>
                  </a:lnTo>
                  <a:lnTo>
                    <a:pt x="5235740" y="1383995"/>
                  </a:lnTo>
                  <a:lnTo>
                    <a:pt x="5236019" y="1385951"/>
                  </a:lnTo>
                  <a:lnTo>
                    <a:pt x="5236261" y="1387627"/>
                  </a:lnTo>
                  <a:lnTo>
                    <a:pt x="5236540" y="1389583"/>
                  </a:lnTo>
                  <a:lnTo>
                    <a:pt x="5275338" y="1367167"/>
                  </a:lnTo>
                  <a:close/>
                </a:path>
                <a:path w="7632065" h="4415155">
                  <a:moveTo>
                    <a:pt x="5422989" y="1281849"/>
                  </a:moveTo>
                  <a:lnTo>
                    <a:pt x="5422379" y="1280058"/>
                  </a:lnTo>
                  <a:lnTo>
                    <a:pt x="5421871" y="1278559"/>
                  </a:lnTo>
                  <a:lnTo>
                    <a:pt x="5421261" y="1276769"/>
                  </a:lnTo>
                  <a:lnTo>
                    <a:pt x="5374030" y="1304061"/>
                  </a:lnTo>
                  <a:lnTo>
                    <a:pt x="5374627" y="1305864"/>
                  </a:lnTo>
                  <a:lnTo>
                    <a:pt x="5375122" y="1307363"/>
                  </a:lnTo>
                  <a:lnTo>
                    <a:pt x="5375719" y="1309154"/>
                  </a:lnTo>
                  <a:lnTo>
                    <a:pt x="5422989" y="1281849"/>
                  </a:lnTo>
                  <a:close/>
                </a:path>
                <a:path w="7632065" h="4415155">
                  <a:moveTo>
                    <a:pt x="5559120" y="1203172"/>
                  </a:moveTo>
                  <a:lnTo>
                    <a:pt x="5557990" y="1201661"/>
                  </a:lnTo>
                  <a:lnTo>
                    <a:pt x="5557063" y="1200429"/>
                  </a:lnTo>
                  <a:lnTo>
                    <a:pt x="5556783" y="1200035"/>
                  </a:lnTo>
                  <a:lnTo>
                    <a:pt x="5556008" y="1198880"/>
                  </a:lnTo>
                  <a:lnTo>
                    <a:pt x="5519166" y="1220177"/>
                  </a:lnTo>
                  <a:lnTo>
                    <a:pt x="5519445" y="1222171"/>
                  </a:lnTo>
                  <a:lnTo>
                    <a:pt x="5519674" y="1223822"/>
                  </a:lnTo>
                  <a:lnTo>
                    <a:pt x="5519940" y="1225816"/>
                  </a:lnTo>
                  <a:lnTo>
                    <a:pt x="5559120" y="1203172"/>
                  </a:lnTo>
                  <a:close/>
                </a:path>
                <a:path w="7632065" h="4415155">
                  <a:moveTo>
                    <a:pt x="5706669" y="1117904"/>
                  </a:moveTo>
                  <a:lnTo>
                    <a:pt x="5706046" y="1116088"/>
                  </a:lnTo>
                  <a:lnTo>
                    <a:pt x="5705551" y="1114628"/>
                  </a:lnTo>
                  <a:lnTo>
                    <a:pt x="5704929" y="1112812"/>
                  </a:lnTo>
                  <a:lnTo>
                    <a:pt x="5657278" y="1140345"/>
                  </a:lnTo>
                  <a:lnTo>
                    <a:pt x="5657888" y="1142174"/>
                  </a:lnTo>
                  <a:lnTo>
                    <a:pt x="5658370" y="1143647"/>
                  </a:lnTo>
                  <a:lnTo>
                    <a:pt x="5658980" y="1145463"/>
                  </a:lnTo>
                  <a:lnTo>
                    <a:pt x="5706669" y="1117904"/>
                  </a:lnTo>
                  <a:close/>
                </a:path>
                <a:path w="7632065" h="4415155">
                  <a:moveTo>
                    <a:pt x="5844921" y="1038009"/>
                  </a:moveTo>
                  <a:lnTo>
                    <a:pt x="5844210" y="1036231"/>
                  </a:lnTo>
                  <a:lnTo>
                    <a:pt x="5843651" y="1034821"/>
                  </a:lnTo>
                  <a:lnTo>
                    <a:pt x="5843295" y="1033919"/>
                  </a:lnTo>
                  <a:lnTo>
                    <a:pt x="5842889" y="1033068"/>
                  </a:lnTo>
                  <a:lnTo>
                    <a:pt x="5801779" y="1056830"/>
                  </a:lnTo>
                  <a:lnTo>
                    <a:pt x="5802465" y="1058621"/>
                  </a:lnTo>
                  <a:lnTo>
                    <a:pt x="5803011" y="1060056"/>
                  </a:lnTo>
                  <a:lnTo>
                    <a:pt x="5803684" y="1061847"/>
                  </a:lnTo>
                  <a:lnTo>
                    <a:pt x="5844921" y="1038009"/>
                  </a:lnTo>
                  <a:close/>
                </a:path>
                <a:path w="7632065" h="4415155">
                  <a:moveTo>
                    <a:pt x="5954827" y="974509"/>
                  </a:moveTo>
                  <a:lnTo>
                    <a:pt x="5954217" y="972654"/>
                  </a:lnTo>
                  <a:lnTo>
                    <a:pt x="5953747" y="971194"/>
                  </a:lnTo>
                  <a:lnTo>
                    <a:pt x="5953150" y="969340"/>
                  </a:lnTo>
                  <a:lnTo>
                    <a:pt x="5907570" y="995692"/>
                  </a:lnTo>
                  <a:lnTo>
                    <a:pt x="5908179" y="997534"/>
                  </a:lnTo>
                  <a:lnTo>
                    <a:pt x="5908649" y="998982"/>
                  </a:lnTo>
                  <a:lnTo>
                    <a:pt x="5909272" y="1000836"/>
                  </a:lnTo>
                  <a:lnTo>
                    <a:pt x="5954827" y="974509"/>
                  </a:lnTo>
                  <a:close/>
                </a:path>
                <a:path w="7632065" h="4415155">
                  <a:moveTo>
                    <a:pt x="6168669" y="850925"/>
                  </a:moveTo>
                  <a:lnTo>
                    <a:pt x="6167869" y="849160"/>
                  </a:lnTo>
                  <a:lnTo>
                    <a:pt x="6167259" y="847813"/>
                  </a:lnTo>
                  <a:lnTo>
                    <a:pt x="6166459" y="846048"/>
                  </a:lnTo>
                  <a:lnTo>
                    <a:pt x="6125134" y="869937"/>
                  </a:lnTo>
                  <a:lnTo>
                    <a:pt x="6125832" y="871753"/>
                  </a:lnTo>
                  <a:lnTo>
                    <a:pt x="6126353" y="873150"/>
                  </a:lnTo>
                  <a:lnTo>
                    <a:pt x="6127051" y="874979"/>
                  </a:lnTo>
                  <a:lnTo>
                    <a:pt x="6168669" y="850925"/>
                  </a:lnTo>
                  <a:close/>
                </a:path>
                <a:path w="7632065" h="4415155">
                  <a:moveTo>
                    <a:pt x="6268072" y="793483"/>
                  </a:moveTo>
                  <a:lnTo>
                    <a:pt x="6267412" y="791629"/>
                  </a:lnTo>
                  <a:lnTo>
                    <a:pt x="6266916" y="790219"/>
                  </a:lnTo>
                  <a:lnTo>
                    <a:pt x="6266269" y="788365"/>
                  </a:lnTo>
                  <a:lnTo>
                    <a:pt x="6230658" y="808939"/>
                  </a:lnTo>
                  <a:lnTo>
                    <a:pt x="6231293" y="810806"/>
                  </a:lnTo>
                  <a:lnTo>
                    <a:pt x="6231775" y="812228"/>
                  </a:lnTo>
                  <a:lnTo>
                    <a:pt x="6232423" y="814095"/>
                  </a:lnTo>
                  <a:lnTo>
                    <a:pt x="6268072" y="793483"/>
                  </a:lnTo>
                  <a:close/>
                </a:path>
                <a:path w="7632065" h="4415155">
                  <a:moveTo>
                    <a:pt x="6330175" y="757593"/>
                  </a:moveTo>
                  <a:lnTo>
                    <a:pt x="6328308" y="756424"/>
                  </a:lnTo>
                  <a:lnTo>
                    <a:pt x="6326911" y="755548"/>
                  </a:lnTo>
                  <a:lnTo>
                    <a:pt x="6325044" y="754392"/>
                  </a:lnTo>
                  <a:lnTo>
                    <a:pt x="6275717" y="782891"/>
                  </a:lnTo>
                  <a:lnTo>
                    <a:pt x="6277381" y="784174"/>
                  </a:lnTo>
                  <a:lnTo>
                    <a:pt x="6278626" y="785139"/>
                  </a:lnTo>
                  <a:lnTo>
                    <a:pt x="6280289" y="786422"/>
                  </a:lnTo>
                  <a:lnTo>
                    <a:pt x="6330175" y="757593"/>
                  </a:lnTo>
                  <a:close/>
                </a:path>
                <a:path w="7632065" h="4415155">
                  <a:moveTo>
                    <a:pt x="6450889" y="687844"/>
                  </a:moveTo>
                  <a:lnTo>
                    <a:pt x="6450241" y="685952"/>
                  </a:lnTo>
                  <a:lnTo>
                    <a:pt x="6449771" y="684555"/>
                  </a:lnTo>
                  <a:lnTo>
                    <a:pt x="6449136" y="682663"/>
                  </a:lnTo>
                  <a:lnTo>
                    <a:pt x="6414973" y="702411"/>
                  </a:lnTo>
                  <a:lnTo>
                    <a:pt x="6415545" y="704342"/>
                  </a:lnTo>
                  <a:lnTo>
                    <a:pt x="6415964" y="705764"/>
                  </a:lnTo>
                  <a:lnTo>
                    <a:pt x="6416535" y="707694"/>
                  </a:lnTo>
                  <a:lnTo>
                    <a:pt x="6450889" y="687844"/>
                  </a:lnTo>
                  <a:close/>
                </a:path>
                <a:path w="7632065" h="4415155">
                  <a:moveTo>
                    <a:pt x="6544615" y="633679"/>
                  </a:moveTo>
                  <a:lnTo>
                    <a:pt x="6543726" y="631913"/>
                  </a:lnTo>
                  <a:lnTo>
                    <a:pt x="6543091" y="630631"/>
                  </a:lnTo>
                  <a:lnTo>
                    <a:pt x="6542811" y="630059"/>
                  </a:lnTo>
                  <a:lnTo>
                    <a:pt x="6542062" y="628954"/>
                  </a:lnTo>
                  <a:lnTo>
                    <a:pt x="6505143" y="650290"/>
                  </a:lnTo>
                  <a:lnTo>
                    <a:pt x="6505435" y="652386"/>
                  </a:lnTo>
                  <a:lnTo>
                    <a:pt x="6505664" y="653923"/>
                  </a:lnTo>
                  <a:lnTo>
                    <a:pt x="6505956" y="656018"/>
                  </a:lnTo>
                  <a:lnTo>
                    <a:pt x="6544615" y="633679"/>
                  </a:lnTo>
                  <a:close/>
                </a:path>
                <a:path w="7632065" h="4415155">
                  <a:moveTo>
                    <a:pt x="6691262" y="548932"/>
                  </a:moveTo>
                  <a:lnTo>
                    <a:pt x="6690614" y="547014"/>
                  </a:lnTo>
                  <a:lnTo>
                    <a:pt x="6690157" y="545642"/>
                  </a:lnTo>
                  <a:lnTo>
                    <a:pt x="6689509" y="543725"/>
                  </a:lnTo>
                  <a:lnTo>
                    <a:pt x="6643319" y="570433"/>
                  </a:lnTo>
                  <a:lnTo>
                    <a:pt x="6643954" y="572338"/>
                  </a:lnTo>
                  <a:lnTo>
                    <a:pt x="6644424" y="573722"/>
                  </a:lnTo>
                  <a:lnTo>
                    <a:pt x="6645059" y="575640"/>
                  </a:lnTo>
                  <a:lnTo>
                    <a:pt x="6691262" y="548932"/>
                  </a:lnTo>
                  <a:close/>
                </a:path>
                <a:path w="7632065" h="4415155">
                  <a:moveTo>
                    <a:pt x="6905066" y="425373"/>
                  </a:moveTo>
                  <a:lnTo>
                    <a:pt x="6904406" y="423456"/>
                  </a:lnTo>
                  <a:lnTo>
                    <a:pt x="6903948" y="422097"/>
                  </a:lnTo>
                  <a:lnTo>
                    <a:pt x="6903275" y="420179"/>
                  </a:lnTo>
                  <a:lnTo>
                    <a:pt x="6855600" y="447725"/>
                  </a:lnTo>
                  <a:lnTo>
                    <a:pt x="6856247" y="449656"/>
                  </a:lnTo>
                  <a:lnTo>
                    <a:pt x="6856704" y="451015"/>
                  </a:lnTo>
                  <a:lnTo>
                    <a:pt x="6857352" y="452945"/>
                  </a:lnTo>
                  <a:lnTo>
                    <a:pt x="6905066" y="425373"/>
                  </a:lnTo>
                  <a:close/>
                </a:path>
                <a:path w="7632065" h="4415155">
                  <a:moveTo>
                    <a:pt x="7035520" y="349999"/>
                  </a:moveTo>
                  <a:lnTo>
                    <a:pt x="7035165" y="347865"/>
                  </a:lnTo>
                  <a:lnTo>
                    <a:pt x="7034924" y="346405"/>
                  </a:lnTo>
                  <a:lnTo>
                    <a:pt x="7034581" y="344284"/>
                  </a:lnTo>
                  <a:lnTo>
                    <a:pt x="6987857" y="371284"/>
                  </a:lnTo>
                  <a:lnTo>
                    <a:pt x="6987984" y="373545"/>
                  </a:lnTo>
                  <a:lnTo>
                    <a:pt x="6988061" y="375094"/>
                  </a:lnTo>
                  <a:lnTo>
                    <a:pt x="6988175" y="377355"/>
                  </a:lnTo>
                  <a:lnTo>
                    <a:pt x="7035520" y="349999"/>
                  </a:lnTo>
                  <a:close/>
                </a:path>
                <a:path w="7632065" h="4415155">
                  <a:moveTo>
                    <a:pt x="7245147" y="228854"/>
                  </a:moveTo>
                  <a:lnTo>
                    <a:pt x="7244016" y="227152"/>
                  </a:lnTo>
                  <a:lnTo>
                    <a:pt x="7243267" y="226009"/>
                  </a:lnTo>
                  <a:lnTo>
                    <a:pt x="7242149" y="224307"/>
                  </a:lnTo>
                  <a:lnTo>
                    <a:pt x="7192264" y="253149"/>
                  </a:lnTo>
                  <a:lnTo>
                    <a:pt x="7193458" y="254800"/>
                  </a:lnTo>
                  <a:lnTo>
                    <a:pt x="7194270" y="255917"/>
                  </a:lnTo>
                  <a:lnTo>
                    <a:pt x="7195464" y="257568"/>
                  </a:lnTo>
                  <a:lnTo>
                    <a:pt x="7245147" y="228854"/>
                  </a:lnTo>
                  <a:close/>
                </a:path>
                <a:path w="7632065" h="4415155">
                  <a:moveTo>
                    <a:pt x="7349325" y="168656"/>
                  </a:moveTo>
                  <a:lnTo>
                    <a:pt x="7348474" y="166789"/>
                  </a:lnTo>
                  <a:lnTo>
                    <a:pt x="7347915" y="165544"/>
                  </a:lnTo>
                  <a:lnTo>
                    <a:pt x="7347077" y="163664"/>
                  </a:lnTo>
                  <a:lnTo>
                    <a:pt x="7306259" y="187261"/>
                  </a:lnTo>
                  <a:lnTo>
                    <a:pt x="7306996" y="189191"/>
                  </a:lnTo>
                  <a:lnTo>
                    <a:pt x="7307478" y="190474"/>
                  </a:lnTo>
                  <a:lnTo>
                    <a:pt x="7308215" y="192405"/>
                  </a:lnTo>
                  <a:lnTo>
                    <a:pt x="7349325" y="168656"/>
                  </a:lnTo>
                  <a:close/>
                </a:path>
                <a:path w="7632065" h="4415155">
                  <a:moveTo>
                    <a:pt x="7449236" y="110921"/>
                  </a:moveTo>
                  <a:lnTo>
                    <a:pt x="7448537" y="108940"/>
                  </a:lnTo>
                  <a:lnTo>
                    <a:pt x="7448080" y="107657"/>
                  </a:lnTo>
                  <a:lnTo>
                    <a:pt x="7447394" y="105689"/>
                  </a:lnTo>
                  <a:lnTo>
                    <a:pt x="7411783" y="126263"/>
                  </a:lnTo>
                  <a:lnTo>
                    <a:pt x="7412456" y="128244"/>
                  </a:lnTo>
                  <a:lnTo>
                    <a:pt x="7412901" y="129540"/>
                  </a:lnTo>
                  <a:lnTo>
                    <a:pt x="7413574" y="131521"/>
                  </a:lnTo>
                  <a:lnTo>
                    <a:pt x="7449236" y="110921"/>
                  </a:lnTo>
                  <a:close/>
                </a:path>
                <a:path w="7632065" h="4415155">
                  <a:moveTo>
                    <a:pt x="7511453" y="74955"/>
                  </a:moveTo>
                  <a:lnTo>
                    <a:pt x="7509484" y="73723"/>
                  </a:lnTo>
                  <a:lnTo>
                    <a:pt x="7508189" y="72923"/>
                  </a:lnTo>
                  <a:lnTo>
                    <a:pt x="7506208" y="71678"/>
                  </a:lnTo>
                  <a:lnTo>
                    <a:pt x="7456881" y="100190"/>
                  </a:lnTo>
                  <a:lnTo>
                    <a:pt x="7458646" y="101549"/>
                  </a:lnTo>
                  <a:lnTo>
                    <a:pt x="7459802" y="102438"/>
                  </a:lnTo>
                  <a:lnTo>
                    <a:pt x="7461555" y="103797"/>
                  </a:lnTo>
                  <a:lnTo>
                    <a:pt x="7511453" y="74955"/>
                  </a:lnTo>
                  <a:close/>
                </a:path>
                <a:path w="7632065" h="4415155">
                  <a:moveTo>
                    <a:pt x="7632014" y="5295"/>
                  </a:moveTo>
                  <a:lnTo>
                    <a:pt x="7631341" y="3289"/>
                  </a:lnTo>
                  <a:lnTo>
                    <a:pt x="7630909" y="2006"/>
                  </a:lnTo>
                  <a:lnTo>
                    <a:pt x="7630236" y="0"/>
                  </a:lnTo>
                  <a:lnTo>
                    <a:pt x="7596086" y="19735"/>
                  </a:lnTo>
                  <a:lnTo>
                    <a:pt x="7596695" y="21780"/>
                  </a:lnTo>
                  <a:lnTo>
                    <a:pt x="7597089" y="23088"/>
                  </a:lnTo>
                  <a:lnTo>
                    <a:pt x="7597686" y="25133"/>
                  </a:lnTo>
                  <a:lnTo>
                    <a:pt x="7632014" y="5295"/>
                  </a:lnTo>
                  <a:close/>
                </a:path>
              </a:pathLst>
            </a:custGeom>
            <a:solidFill>
              <a:srgbClr val="474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8936" y="957264"/>
              <a:ext cx="7630795" cy="4410710"/>
            </a:xfrm>
            <a:custGeom>
              <a:avLst/>
              <a:gdLst/>
              <a:ahLst/>
              <a:cxnLst/>
              <a:rect l="l" t="t" r="r" b="b"/>
              <a:pathLst>
                <a:path w="7630795" h="4410710">
                  <a:moveTo>
                    <a:pt x="5063986" y="1483011"/>
                  </a:moveTo>
                  <a:lnTo>
                    <a:pt x="5047647" y="1492453"/>
                  </a:lnTo>
                  <a:lnTo>
                    <a:pt x="5047669" y="1493742"/>
                  </a:lnTo>
                  <a:lnTo>
                    <a:pt x="5064008" y="1484302"/>
                  </a:lnTo>
                  <a:lnTo>
                    <a:pt x="5063986" y="1483011"/>
                  </a:lnTo>
                  <a:close/>
                </a:path>
                <a:path w="7630795" h="4410710">
                  <a:moveTo>
                    <a:pt x="5145047" y="1436167"/>
                  </a:moveTo>
                  <a:lnTo>
                    <a:pt x="5097517" y="1463634"/>
                  </a:lnTo>
                  <a:lnTo>
                    <a:pt x="5098169" y="1464563"/>
                  </a:lnTo>
                  <a:lnTo>
                    <a:pt x="5145697" y="1437102"/>
                  </a:lnTo>
                  <a:lnTo>
                    <a:pt x="5145047" y="1436167"/>
                  </a:lnTo>
                  <a:close/>
                </a:path>
                <a:path w="7630795" h="4410710">
                  <a:moveTo>
                    <a:pt x="4230746" y="1964522"/>
                  </a:moveTo>
                  <a:lnTo>
                    <a:pt x="4183891" y="1991598"/>
                  </a:lnTo>
                  <a:lnTo>
                    <a:pt x="4184235" y="1992630"/>
                  </a:lnTo>
                  <a:lnTo>
                    <a:pt x="4231091" y="1965557"/>
                  </a:lnTo>
                  <a:lnTo>
                    <a:pt x="4230746" y="1964522"/>
                  </a:lnTo>
                  <a:close/>
                </a:path>
                <a:path w="7630795" h="4410710">
                  <a:moveTo>
                    <a:pt x="4352851" y="1893960"/>
                  </a:moveTo>
                  <a:lnTo>
                    <a:pt x="4308483" y="1919599"/>
                  </a:lnTo>
                  <a:lnTo>
                    <a:pt x="4308605" y="1920770"/>
                  </a:lnTo>
                  <a:lnTo>
                    <a:pt x="4352828" y="1895218"/>
                  </a:lnTo>
                  <a:lnTo>
                    <a:pt x="4352851" y="1893960"/>
                  </a:lnTo>
                  <a:close/>
                </a:path>
                <a:path w="7630795" h="4410710">
                  <a:moveTo>
                    <a:pt x="2805952" y="2787878"/>
                  </a:moveTo>
                  <a:lnTo>
                    <a:pt x="2759086" y="2814961"/>
                  </a:lnTo>
                  <a:lnTo>
                    <a:pt x="2759397" y="2815895"/>
                  </a:lnTo>
                  <a:lnTo>
                    <a:pt x="2806264" y="2788815"/>
                  </a:lnTo>
                  <a:lnTo>
                    <a:pt x="2805952" y="2787878"/>
                  </a:lnTo>
                  <a:close/>
                </a:path>
                <a:path w="7630795" h="4410710">
                  <a:moveTo>
                    <a:pt x="2927909" y="2717402"/>
                  </a:moveTo>
                  <a:lnTo>
                    <a:pt x="2883118" y="2743285"/>
                  </a:lnTo>
                  <a:lnTo>
                    <a:pt x="2883217" y="2744352"/>
                  </a:lnTo>
                  <a:lnTo>
                    <a:pt x="2927888" y="2718541"/>
                  </a:lnTo>
                  <a:lnTo>
                    <a:pt x="2927909" y="2717402"/>
                  </a:lnTo>
                  <a:close/>
                </a:path>
                <a:path w="7630795" h="4410710">
                  <a:moveTo>
                    <a:pt x="875105" y="3903671"/>
                  </a:moveTo>
                  <a:lnTo>
                    <a:pt x="828250" y="3930748"/>
                  </a:lnTo>
                  <a:lnTo>
                    <a:pt x="828517" y="3931548"/>
                  </a:lnTo>
                  <a:lnTo>
                    <a:pt x="875373" y="3904475"/>
                  </a:lnTo>
                  <a:lnTo>
                    <a:pt x="875105" y="3903671"/>
                  </a:lnTo>
                  <a:close/>
                </a:path>
                <a:path w="7630795" h="4410710">
                  <a:moveTo>
                    <a:pt x="996996" y="3833233"/>
                  </a:moveTo>
                  <a:lnTo>
                    <a:pt x="952608" y="3858884"/>
                  </a:lnTo>
                  <a:lnTo>
                    <a:pt x="952704" y="3859793"/>
                  </a:lnTo>
                  <a:lnTo>
                    <a:pt x="996978" y="3834212"/>
                  </a:lnTo>
                  <a:lnTo>
                    <a:pt x="996996" y="3833233"/>
                  </a:lnTo>
                  <a:close/>
                </a:path>
                <a:path w="7630795" h="4410710">
                  <a:moveTo>
                    <a:pt x="7033793" y="344703"/>
                  </a:moveTo>
                  <a:lnTo>
                    <a:pt x="6986451" y="372061"/>
                  </a:lnTo>
                  <a:lnTo>
                    <a:pt x="6986525" y="373480"/>
                  </a:lnTo>
                  <a:lnTo>
                    <a:pt x="7034014" y="346042"/>
                  </a:lnTo>
                  <a:lnTo>
                    <a:pt x="7033793" y="344703"/>
                  </a:lnTo>
                  <a:close/>
                </a:path>
                <a:path w="7630795" h="4410710">
                  <a:moveTo>
                    <a:pt x="7243416" y="223567"/>
                  </a:moveTo>
                  <a:lnTo>
                    <a:pt x="7193735" y="252276"/>
                  </a:lnTo>
                  <a:lnTo>
                    <a:pt x="7194489" y="253320"/>
                  </a:lnTo>
                  <a:lnTo>
                    <a:pt x="7244124" y="224641"/>
                  </a:lnTo>
                  <a:lnTo>
                    <a:pt x="7243416" y="223567"/>
                  </a:lnTo>
                  <a:close/>
                </a:path>
                <a:path w="7630795" h="4410710">
                  <a:moveTo>
                    <a:pt x="3551744" y="2356901"/>
                  </a:moveTo>
                  <a:lnTo>
                    <a:pt x="3504089" y="2384440"/>
                  </a:lnTo>
                  <a:lnTo>
                    <a:pt x="3504148" y="2385581"/>
                  </a:lnTo>
                  <a:lnTo>
                    <a:pt x="3551932" y="2357972"/>
                  </a:lnTo>
                  <a:lnTo>
                    <a:pt x="3551744" y="2356901"/>
                  </a:lnTo>
                  <a:close/>
                </a:path>
                <a:path w="7630795" h="4410710">
                  <a:moveTo>
                    <a:pt x="3761404" y="2235744"/>
                  </a:moveTo>
                  <a:lnTo>
                    <a:pt x="3711706" y="2264463"/>
                  </a:lnTo>
                  <a:lnTo>
                    <a:pt x="3712324" y="2265298"/>
                  </a:lnTo>
                  <a:lnTo>
                    <a:pt x="3761975" y="2236610"/>
                  </a:lnTo>
                  <a:lnTo>
                    <a:pt x="3761404" y="2235744"/>
                  </a:lnTo>
                  <a:close/>
                </a:path>
                <a:path w="7630795" h="4410710">
                  <a:moveTo>
                    <a:pt x="2022328" y="3240717"/>
                  </a:moveTo>
                  <a:lnTo>
                    <a:pt x="1974922" y="3268112"/>
                  </a:lnTo>
                  <a:lnTo>
                    <a:pt x="1974976" y="3269129"/>
                  </a:lnTo>
                  <a:lnTo>
                    <a:pt x="2022488" y="3241677"/>
                  </a:lnTo>
                  <a:lnTo>
                    <a:pt x="2022328" y="3240717"/>
                  </a:lnTo>
                  <a:close/>
                </a:path>
                <a:path w="7630795" h="4410710">
                  <a:moveTo>
                    <a:pt x="2232447" y="3119294"/>
                  </a:moveTo>
                  <a:lnTo>
                    <a:pt x="2181837" y="3148540"/>
                  </a:lnTo>
                  <a:lnTo>
                    <a:pt x="2182369" y="3149298"/>
                  </a:lnTo>
                  <a:lnTo>
                    <a:pt x="2232974" y="3120059"/>
                  </a:lnTo>
                  <a:lnTo>
                    <a:pt x="2232447" y="3119294"/>
                  </a:lnTo>
                  <a:close/>
                </a:path>
                <a:path w="7630795" h="4410710">
                  <a:moveTo>
                    <a:pt x="6903344" y="420087"/>
                  </a:moveTo>
                  <a:lnTo>
                    <a:pt x="6855632" y="447658"/>
                  </a:lnTo>
                  <a:lnTo>
                    <a:pt x="6856041" y="448874"/>
                  </a:lnTo>
                  <a:lnTo>
                    <a:pt x="6903761" y="421301"/>
                  </a:lnTo>
                  <a:lnTo>
                    <a:pt x="6903344" y="420087"/>
                  </a:lnTo>
                  <a:close/>
                </a:path>
                <a:path w="7630795" h="4410710">
                  <a:moveTo>
                    <a:pt x="5953097" y="969213"/>
                  </a:moveTo>
                  <a:lnTo>
                    <a:pt x="5907540" y="995540"/>
                  </a:lnTo>
                  <a:lnTo>
                    <a:pt x="5907921" y="996692"/>
                  </a:lnTo>
                  <a:lnTo>
                    <a:pt x="5953474" y="970373"/>
                  </a:lnTo>
                  <a:lnTo>
                    <a:pt x="5953097" y="969213"/>
                  </a:lnTo>
                  <a:close/>
                </a:path>
                <a:path w="7630795" h="4410710">
                  <a:moveTo>
                    <a:pt x="5843198" y="1032721"/>
                  </a:moveTo>
                  <a:lnTo>
                    <a:pt x="5801964" y="1056550"/>
                  </a:lnTo>
                  <a:lnTo>
                    <a:pt x="5802391" y="1057668"/>
                  </a:lnTo>
                  <a:lnTo>
                    <a:pt x="5843643" y="1033832"/>
                  </a:lnTo>
                  <a:lnTo>
                    <a:pt x="5843198" y="1032721"/>
                  </a:lnTo>
                  <a:close/>
                </a:path>
                <a:path w="7630795" h="4410710">
                  <a:moveTo>
                    <a:pt x="4578438" y="1763598"/>
                  </a:moveTo>
                  <a:lnTo>
                    <a:pt x="4532037" y="1790412"/>
                  </a:lnTo>
                  <a:lnTo>
                    <a:pt x="4532396" y="1791464"/>
                  </a:lnTo>
                  <a:lnTo>
                    <a:pt x="4578787" y="1764660"/>
                  </a:lnTo>
                  <a:lnTo>
                    <a:pt x="4578438" y="1763598"/>
                  </a:lnTo>
                  <a:close/>
                </a:path>
                <a:path w="7630795" h="4410710">
                  <a:moveTo>
                    <a:pt x="4467913" y="1827468"/>
                  </a:moveTo>
                  <a:lnTo>
                    <a:pt x="4426962" y="1851132"/>
                  </a:lnTo>
                  <a:lnTo>
                    <a:pt x="4427353" y="1852157"/>
                  </a:lnTo>
                  <a:lnTo>
                    <a:pt x="4468560" y="1828348"/>
                  </a:lnTo>
                  <a:lnTo>
                    <a:pt x="4467913" y="1827468"/>
                  </a:lnTo>
                  <a:close/>
                </a:path>
                <a:path w="7630795" h="4410710">
                  <a:moveTo>
                    <a:pt x="4119623" y="2028737"/>
                  </a:moveTo>
                  <a:lnTo>
                    <a:pt x="4078324" y="2052603"/>
                  </a:lnTo>
                  <a:lnTo>
                    <a:pt x="4078697" y="2053609"/>
                  </a:lnTo>
                  <a:lnTo>
                    <a:pt x="4120098" y="2029688"/>
                  </a:lnTo>
                  <a:lnTo>
                    <a:pt x="4119623" y="2028737"/>
                  </a:lnTo>
                  <a:close/>
                </a:path>
                <a:path w="7630795" h="4410710">
                  <a:moveTo>
                    <a:pt x="2694562" y="2852248"/>
                  </a:moveTo>
                  <a:lnTo>
                    <a:pt x="2653336" y="2876072"/>
                  </a:lnTo>
                  <a:lnTo>
                    <a:pt x="2653681" y="2876977"/>
                  </a:lnTo>
                  <a:lnTo>
                    <a:pt x="2694922" y="2853148"/>
                  </a:lnTo>
                  <a:lnTo>
                    <a:pt x="2694562" y="2852248"/>
                  </a:lnTo>
                  <a:close/>
                </a:path>
                <a:path w="7630795" h="4410710">
                  <a:moveTo>
                    <a:pt x="1924962" y="3296982"/>
                  </a:moveTo>
                  <a:lnTo>
                    <a:pt x="1880549" y="3322648"/>
                  </a:lnTo>
                  <a:lnTo>
                    <a:pt x="1880776" y="3323558"/>
                  </a:lnTo>
                  <a:lnTo>
                    <a:pt x="1925068" y="3297966"/>
                  </a:lnTo>
                  <a:lnTo>
                    <a:pt x="1924962" y="3296982"/>
                  </a:lnTo>
                  <a:close/>
                </a:path>
                <a:path w="7630795" h="4410710">
                  <a:moveTo>
                    <a:pt x="1801769" y="3368173"/>
                  </a:moveTo>
                  <a:lnTo>
                    <a:pt x="1754895" y="3395260"/>
                  </a:lnTo>
                  <a:lnTo>
                    <a:pt x="1755185" y="3396123"/>
                  </a:lnTo>
                  <a:lnTo>
                    <a:pt x="1802061" y="3369039"/>
                  </a:lnTo>
                  <a:lnTo>
                    <a:pt x="1801769" y="3368173"/>
                  </a:lnTo>
                  <a:close/>
                </a:path>
                <a:path w="7630795" h="4410710">
                  <a:moveTo>
                    <a:pt x="1690144" y="3432679"/>
                  </a:moveTo>
                  <a:lnTo>
                    <a:pt x="1649137" y="3456376"/>
                  </a:lnTo>
                  <a:lnTo>
                    <a:pt x="1649449" y="3457217"/>
                  </a:lnTo>
                  <a:lnTo>
                    <a:pt x="1690637" y="3433419"/>
                  </a:lnTo>
                  <a:lnTo>
                    <a:pt x="1690144" y="3432679"/>
                  </a:lnTo>
                  <a:close/>
                </a:path>
                <a:path w="7630795" h="4410710">
                  <a:moveTo>
                    <a:pt x="1458658" y="3566449"/>
                  </a:moveTo>
                  <a:lnTo>
                    <a:pt x="1411552" y="3593671"/>
                  </a:lnTo>
                  <a:lnTo>
                    <a:pt x="1411834" y="3594510"/>
                  </a:lnTo>
                  <a:lnTo>
                    <a:pt x="1458939" y="3567293"/>
                  </a:lnTo>
                  <a:lnTo>
                    <a:pt x="1458658" y="3566449"/>
                  </a:lnTo>
                  <a:close/>
                </a:path>
                <a:path w="7630795" h="4410710">
                  <a:moveTo>
                    <a:pt x="764358" y="3967670"/>
                  </a:moveTo>
                  <a:lnTo>
                    <a:pt x="723610" y="3991217"/>
                  </a:lnTo>
                  <a:lnTo>
                    <a:pt x="723910" y="3991989"/>
                  </a:lnTo>
                  <a:lnTo>
                    <a:pt x="764781" y="3968374"/>
                  </a:lnTo>
                  <a:lnTo>
                    <a:pt x="764358" y="3967670"/>
                  </a:lnTo>
                  <a:close/>
                </a:path>
                <a:path w="7630795" h="4410710">
                  <a:moveTo>
                    <a:pt x="582248" y="4072907"/>
                  </a:moveTo>
                  <a:lnTo>
                    <a:pt x="535432" y="4099961"/>
                  </a:lnTo>
                  <a:lnTo>
                    <a:pt x="535690" y="4100741"/>
                  </a:lnTo>
                  <a:lnTo>
                    <a:pt x="582514" y="4073687"/>
                  </a:lnTo>
                  <a:lnTo>
                    <a:pt x="582248" y="4072907"/>
                  </a:lnTo>
                  <a:close/>
                </a:path>
                <a:path w="7630795" h="4410710">
                  <a:moveTo>
                    <a:pt x="471107" y="4137133"/>
                  </a:moveTo>
                  <a:lnTo>
                    <a:pt x="429879" y="4160958"/>
                  </a:lnTo>
                  <a:lnTo>
                    <a:pt x="430166" y="4161713"/>
                  </a:lnTo>
                  <a:lnTo>
                    <a:pt x="471408" y="4137884"/>
                  </a:lnTo>
                  <a:lnTo>
                    <a:pt x="471107" y="4137133"/>
                  </a:lnTo>
                  <a:close/>
                </a:path>
                <a:path w="7630795" h="4410710">
                  <a:moveTo>
                    <a:pt x="2583513" y="2916421"/>
                  </a:moveTo>
                  <a:lnTo>
                    <a:pt x="2536317" y="2943694"/>
                  </a:lnTo>
                  <a:lnTo>
                    <a:pt x="2536627" y="2944610"/>
                  </a:lnTo>
                  <a:lnTo>
                    <a:pt x="2583828" y="2917338"/>
                  </a:lnTo>
                  <a:lnTo>
                    <a:pt x="2583513" y="2916421"/>
                  </a:lnTo>
                  <a:close/>
                </a:path>
                <a:path w="7630795" h="4410710">
                  <a:moveTo>
                    <a:pt x="2411229" y="3015980"/>
                  </a:moveTo>
                  <a:lnTo>
                    <a:pt x="2363353" y="3043646"/>
                  </a:lnTo>
                  <a:lnTo>
                    <a:pt x="2363643" y="3044559"/>
                  </a:lnTo>
                  <a:lnTo>
                    <a:pt x="2411527" y="3016892"/>
                  </a:lnTo>
                  <a:lnTo>
                    <a:pt x="2411229" y="3015980"/>
                  </a:lnTo>
                  <a:close/>
                </a:path>
                <a:path w="7630795" h="4410710">
                  <a:moveTo>
                    <a:pt x="2306423" y="3076545"/>
                  </a:moveTo>
                  <a:lnTo>
                    <a:pt x="2265218" y="3100356"/>
                  </a:lnTo>
                  <a:lnTo>
                    <a:pt x="2265540" y="3101242"/>
                  </a:lnTo>
                  <a:lnTo>
                    <a:pt x="2306858" y="3077370"/>
                  </a:lnTo>
                  <a:lnTo>
                    <a:pt x="2306423" y="3076545"/>
                  </a:lnTo>
                  <a:close/>
                </a:path>
                <a:path w="7630795" h="4410710">
                  <a:moveTo>
                    <a:pt x="359806" y="4201451"/>
                  </a:moveTo>
                  <a:lnTo>
                    <a:pt x="315144" y="4227261"/>
                  </a:lnTo>
                  <a:lnTo>
                    <a:pt x="315401" y="4228024"/>
                  </a:lnTo>
                  <a:lnTo>
                    <a:pt x="360064" y="4202218"/>
                  </a:lnTo>
                  <a:lnTo>
                    <a:pt x="359806" y="4201451"/>
                  </a:lnTo>
                  <a:close/>
                </a:path>
                <a:path w="7630795" h="4410710">
                  <a:moveTo>
                    <a:pt x="296553" y="4238004"/>
                  </a:moveTo>
                  <a:lnTo>
                    <a:pt x="276745" y="4249450"/>
                  </a:lnTo>
                  <a:lnTo>
                    <a:pt x="276729" y="4250368"/>
                  </a:lnTo>
                  <a:lnTo>
                    <a:pt x="296543" y="4238919"/>
                  </a:lnTo>
                  <a:lnTo>
                    <a:pt x="296553" y="4238004"/>
                  </a:lnTo>
                  <a:close/>
                </a:path>
                <a:path w="7630795" h="4410710">
                  <a:moveTo>
                    <a:pt x="194098" y="4297210"/>
                  </a:moveTo>
                  <a:lnTo>
                    <a:pt x="151041" y="4322092"/>
                  </a:lnTo>
                  <a:lnTo>
                    <a:pt x="151610" y="4322661"/>
                  </a:lnTo>
                  <a:lnTo>
                    <a:pt x="194660" y="4297787"/>
                  </a:lnTo>
                  <a:lnTo>
                    <a:pt x="194098" y="4297210"/>
                  </a:lnTo>
                  <a:close/>
                </a:path>
                <a:path w="7630795" h="4410710">
                  <a:moveTo>
                    <a:pt x="139137" y="4328971"/>
                  </a:moveTo>
                  <a:lnTo>
                    <a:pt x="104986" y="4348706"/>
                  </a:lnTo>
                  <a:lnTo>
                    <a:pt x="105236" y="4349456"/>
                  </a:lnTo>
                  <a:lnTo>
                    <a:pt x="139410" y="4329710"/>
                  </a:lnTo>
                  <a:lnTo>
                    <a:pt x="139137" y="4328971"/>
                  </a:lnTo>
                  <a:close/>
                </a:path>
                <a:path w="7630795" h="4410710">
                  <a:moveTo>
                    <a:pt x="41725" y="4385263"/>
                  </a:moveTo>
                  <a:lnTo>
                    <a:pt x="0" y="4409375"/>
                  </a:lnTo>
                  <a:lnTo>
                    <a:pt x="279" y="4410100"/>
                  </a:lnTo>
                  <a:lnTo>
                    <a:pt x="42042" y="4385969"/>
                  </a:lnTo>
                  <a:lnTo>
                    <a:pt x="41725" y="4385263"/>
                  </a:lnTo>
                  <a:close/>
                </a:path>
                <a:path w="7630795" h="4410710">
                  <a:moveTo>
                    <a:pt x="7630292" y="0"/>
                  </a:moveTo>
                  <a:lnTo>
                    <a:pt x="7595960" y="19840"/>
                  </a:lnTo>
                  <a:lnTo>
                    <a:pt x="7596341" y="21132"/>
                  </a:lnTo>
                  <a:lnTo>
                    <a:pt x="7630719" y="1268"/>
                  </a:lnTo>
                  <a:lnTo>
                    <a:pt x="7630292" y="0"/>
                  </a:lnTo>
                  <a:close/>
                </a:path>
                <a:path w="7630795" h="4410710">
                  <a:moveTo>
                    <a:pt x="7509733" y="69668"/>
                  </a:moveTo>
                  <a:lnTo>
                    <a:pt x="7459829" y="98506"/>
                  </a:lnTo>
                  <a:lnTo>
                    <a:pt x="7460942" y="99365"/>
                  </a:lnTo>
                  <a:lnTo>
                    <a:pt x="7510986" y="70450"/>
                  </a:lnTo>
                  <a:lnTo>
                    <a:pt x="7509733" y="69668"/>
                  </a:lnTo>
                  <a:close/>
                </a:path>
                <a:path w="7630795" h="4410710">
                  <a:moveTo>
                    <a:pt x="7447510" y="105625"/>
                  </a:moveTo>
                  <a:lnTo>
                    <a:pt x="7411854" y="126230"/>
                  </a:lnTo>
                  <a:lnTo>
                    <a:pt x="7412281" y="127481"/>
                  </a:lnTo>
                  <a:lnTo>
                    <a:pt x="7447950" y="106871"/>
                  </a:lnTo>
                  <a:lnTo>
                    <a:pt x="7447510" y="105625"/>
                  </a:lnTo>
                  <a:close/>
                </a:path>
                <a:path w="7630795" h="4410710">
                  <a:moveTo>
                    <a:pt x="7347593" y="163365"/>
                  </a:moveTo>
                  <a:lnTo>
                    <a:pt x="7306488" y="187119"/>
                  </a:lnTo>
                  <a:lnTo>
                    <a:pt x="7306951" y="188340"/>
                  </a:lnTo>
                  <a:lnTo>
                    <a:pt x="7348125" y="164550"/>
                  </a:lnTo>
                  <a:lnTo>
                    <a:pt x="7347593" y="163365"/>
                  </a:lnTo>
                  <a:close/>
                </a:path>
                <a:path w="7630795" h="4410710">
                  <a:moveTo>
                    <a:pt x="6449163" y="682548"/>
                  </a:moveTo>
                  <a:lnTo>
                    <a:pt x="6414804" y="702403"/>
                  </a:lnTo>
                  <a:lnTo>
                    <a:pt x="6415161" y="703612"/>
                  </a:lnTo>
                  <a:lnTo>
                    <a:pt x="6449566" y="683733"/>
                  </a:lnTo>
                  <a:lnTo>
                    <a:pt x="6449163" y="682548"/>
                  </a:lnTo>
                  <a:close/>
                </a:path>
                <a:path w="7630795" h="4410710">
                  <a:moveTo>
                    <a:pt x="6328456" y="752302"/>
                  </a:moveTo>
                  <a:lnTo>
                    <a:pt x="6278565" y="781132"/>
                  </a:lnTo>
                  <a:lnTo>
                    <a:pt x="6279606" y="781935"/>
                  </a:lnTo>
                  <a:lnTo>
                    <a:pt x="6329626" y="753033"/>
                  </a:lnTo>
                  <a:lnTo>
                    <a:pt x="6328456" y="752302"/>
                  </a:lnTo>
                  <a:close/>
                </a:path>
                <a:path w="7630795" h="4410710">
                  <a:moveTo>
                    <a:pt x="6266346" y="788194"/>
                  </a:moveTo>
                  <a:lnTo>
                    <a:pt x="6230691" y="808798"/>
                  </a:lnTo>
                  <a:lnTo>
                    <a:pt x="6231090" y="809967"/>
                  </a:lnTo>
                  <a:lnTo>
                    <a:pt x="6266757" y="789359"/>
                  </a:lnTo>
                  <a:lnTo>
                    <a:pt x="6266346" y="788194"/>
                  </a:lnTo>
                  <a:close/>
                </a:path>
                <a:path w="7630795" h="4410710">
                  <a:moveTo>
                    <a:pt x="6166950" y="845633"/>
                  </a:moveTo>
                  <a:lnTo>
                    <a:pt x="6125325" y="869687"/>
                  </a:lnTo>
                  <a:lnTo>
                    <a:pt x="6125758" y="870827"/>
                  </a:lnTo>
                  <a:lnTo>
                    <a:pt x="6167453" y="846737"/>
                  </a:lnTo>
                  <a:lnTo>
                    <a:pt x="6166950" y="845633"/>
                  </a:lnTo>
                  <a:close/>
                </a:path>
                <a:path w="7630795" h="4410710">
                  <a:moveTo>
                    <a:pt x="4976338" y="1533661"/>
                  </a:moveTo>
                  <a:lnTo>
                    <a:pt x="4935065" y="1557511"/>
                  </a:lnTo>
                  <a:lnTo>
                    <a:pt x="4935374" y="1558625"/>
                  </a:lnTo>
                  <a:lnTo>
                    <a:pt x="4976803" y="1534688"/>
                  </a:lnTo>
                  <a:lnTo>
                    <a:pt x="4976338" y="1533661"/>
                  </a:lnTo>
                  <a:close/>
                </a:path>
                <a:path w="7630795" h="4410710">
                  <a:moveTo>
                    <a:pt x="1140912" y="3750067"/>
                  </a:moveTo>
                  <a:lnTo>
                    <a:pt x="1091907" y="3778386"/>
                  </a:lnTo>
                  <a:lnTo>
                    <a:pt x="1091963" y="3779330"/>
                  </a:lnTo>
                  <a:lnTo>
                    <a:pt x="1141028" y="3750980"/>
                  </a:lnTo>
                  <a:lnTo>
                    <a:pt x="1140912" y="3750067"/>
                  </a:lnTo>
                  <a:close/>
                </a:path>
                <a:path w="7630795" h="4410710">
                  <a:moveTo>
                    <a:pt x="6689539" y="543640"/>
                  </a:moveTo>
                  <a:lnTo>
                    <a:pt x="6643331" y="570342"/>
                  </a:lnTo>
                  <a:lnTo>
                    <a:pt x="6643732" y="571545"/>
                  </a:lnTo>
                  <a:lnTo>
                    <a:pt x="6689945" y="544843"/>
                  </a:lnTo>
                  <a:lnTo>
                    <a:pt x="6689539" y="543640"/>
                  </a:lnTo>
                  <a:close/>
                </a:path>
                <a:path w="7630795" h="4410710">
                  <a:moveTo>
                    <a:pt x="6542886" y="628387"/>
                  </a:moveTo>
                  <a:lnTo>
                    <a:pt x="6504230" y="650726"/>
                  </a:lnTo>
                  <a:lnTo>
                    <a:pt x="6504416" y="652041"/>
                  </a:lnTo>
                  <a:lnTo>
                    <a:pt x="6543439" y="629493"/>
                  </a:lnTo>
                  <a:lnTo>
                    <a:pt x="6542886" y="628387"/>
                  </a:lnTo>
                  <a:close/>
                </a:path>
                <a:path w="7630795" h="4410710">
                  <a:moveTo>
                    <a:pt x="5704944" y="1112615"/>
                  </a:moveTo>
                  <a:lnTo>
                    <a:pt x="5657255" y="1140174"/>
                  </a:lnTo>
                  <a:lnTo>
                    <a:pt x="5657633" y="1141308"/>
                  </a:lnTo>
                  <a:lnTo>
                    <a:pt x="5705330" y="1113749"/>
                  </a:lnTo>
                  <a:lnTo>
                    <a:pt x="5704944" y="1112615"/>
                  </a:lnTo>
                  <a:close/>
                </a:path>
                <a:path w="7630795" h="4410710">
                  <a:moveTo>
                    <a:pt x="5557398" y="1197879"/>
                  </a:moveTo>
                  <a:lnTo>
                    <a:pt x="5518214" y="1220522"/>
                  </a:lnTo>
                  <a:lnTo>
                    <a:pt x="5518384" y="1221765"/>
                  </a:lnTo>
                  <a:lnTo>
                    <a:pt x="5558101" y="1198817"/>
                  </a:lnTo>
                  <a:lnTo>
                    <a:pt x="5557398" y="1197879"/>
                  </a:lnTo>
                  <a:close/>
                </a:path>
                <a:path w="7630795" h="4410710">
                  <a:moveTo>
                    <a:pt x="5421257" y="1276552"/>
                  </a:moveTo>
                  <a:lnTo>
                    <a:pt x="5373998" y="1303862"/>
                  </a:lnTo>
                  <a:lnTo>
                    <a:pt x="5374369" y="1304976"/>
                  </a:lnTo>
                  <a:lnTo>
                    <a:pt x="5421637" y="1277665"/>
                  </a:lnTo>
                  <a:lnTo>
                    <a:pt x="5421257" y="1276552"/>
                  </a:lnTo>
                  <a:close/>
                </a:path>
                <a:path w="7630795" h="4410710">
                  <a:moveTo>
                    <a:pt x="5273614" y="1361871"/>
                  </a:moveTo>
                  <a:lnTo>
                    <a:pt x="5234812" y="1384294"/>
                  </a:lnTo>
                  <a:lnTo>
                    <a:pt x="5234985" y="1385512"/>
                  </a:lnTo>
                  <a:lnTo>
                    <a:pt x="5274126" y="1362896"/>
                  </a:lnTo>
                  <a:lnTo>
                    <a:pt x="5273614" y="1361871"/>
                  </a:lnTo>
                  <a:close/>
                </a:path>
                <a:path w="7630795" h="4410710">
                  <a:moveTo>
                    <a:pt x="3981343" y="2108646"/>
                  </a:moveTo>
                  <a:lnTo>
                    <a:pt x="3933858" y="2136086"/>
                  </a:lnTo>
                  <a:lnTo>
                    <a:pt x="3934196" y="2137101"/>
                  </a:lnTo>
                  <a:lnTo>
                    <a:pt x="3981686" y="2109662"/>
                  </a:lnTo>
                  <a:lnTo>
                    <a:pt x="3981343" y="2108646"/>
                  </a:lnTo>
                  <a:close/>
                </a:path>
                <a:path w="7630795" h="4410710">
                  <a:moveTo>
                    <a:pt x="3834216" y="2193667"/>
                  </a:moveTo>
                  <a:lnTo>
                    <a:pt x="3794682" y="2216513"/>
                  </a:lnTo>
                  <a:lnTo>
                    <a:pt x="3794833" y="2217624"/>
                  </a:lnTo>
                  <a:lnTo>
                    <a:pt x="3834845" y="2194506"/>
                  </a:lnTo>
                  <a:lnTo>
                    <a:pt x="3834216" y="2193667"/>
                  </a:lnTo>
                  <a:close/>
                </a:path>
                <a:path w="7630795" h="4410710">
                  <a:moveTo>
                    <a:pt x="3320197" y="2490708"/>
                  </a:moveTo>
                  <a:lnTo>
                    <a:pt x="3271313" y="2518956"/>
                  </a:lnTo>
                  <a:lnTo>
                    <a:pt x="3271930" y="2519755"/>
                  </a:lnTo>
                  <a:lnTo>
                    <a:pt x="3320878" y="2491474"/>
                  </a:lnTo>
                  <a:lnTo>
                    <a:pt x="3320197" y="2490708"/>
                  </a:lnTo>
                  <a:close/>
                </a:path>
                <a:path w="7630795" h="4410710">
                  <a:moveTo>
                    <a:pt x="3426138" y="2429486"/>
                  </a:moveTo>
                  <a:lnTo>
                    <a:pt x="3401236" y="2443877"/>
                  </a:lnTo>
                  <a:lnTo>
                    <a:pt x="3401204" y="2445062"/>
                  </a:lnTo>
                  <a:lnTo>
                    <a:pt x="3426088" y="2430684"/>
                  </a:lnTo>
                  <a:lnTo>
                    <a:pt x="3426138" y="2429486"/>
                  </a:lnTo>
                  <a:close/>
                </a:path>
              </a:pathLst>
            </a:custGeom>
            <a:solidFill>
              <a:srgbClr val="444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99215" y="958533"/>
              <a:ext cx="7631430" cy="4410710"/>
            </a:xfrm>
            <a:custGeom>
              <a:avLst/>
              <a:gdLst/>
              <a:ahLst/>
              <a:cxnLst/>
              <a:rect l="l" t="t" r="r" b="b"/>
              <a:pathLst>
                <a:path w="7631430" h="4410710">
                  <a:moveTo>
                    <a:pt x="5063728" y="1483033"/>
                  </a:moveTo>
                  <a:lnTo>
                    <a:pt x="5047390" y="1492473"/>
                  </a:lnTo>
                  <a:lnTo>
                    <a:pt x="5047426" y="1494553"/>
                  </a:lnTo>
                  <a:lnTo>
                    <a:pt x="5063764" y="1485115"/>
                  </a:lnTo>
                  <a:lnTo>
                    <a:pt x="5063728" y="1483033"/>
                  </a:lnTo>
                  <a:close/>
                </a:path>
                <a:path w="7631430" h="4410710">
                  <a:moveTo>
                    <a:pt x="5145417" y="1435834"/>
                  </a:moveTo>
                  <a:lnTo>
                    <a:pt x="5097890" y="1463295"/>
                  </a:lnTo>
                  <a:lnTo>
                    <a:pt x="5098942" y="1464793"/>
                  </a:lnTo>
                  <a:lnTo>
                    <a:pt x="5146464" y="1437340"/>
                  </a:lnTo>
                  <a:lnTo>
                    <a:pt x="5145417" y="1435834"/>
                  </a:lnTo>
                  <a:close/>
                </a:path>
                <a:path w="7631430" h="4410710">
                  <a:moveTo>
                    <a:pt x="4230811" y="1964288"/>
                  </a:moveTo>
                  <a:lnTo>
                    <a:pt x="4183956" y="1991361"/>
                  </a:lnTo>
                  <a:lnTo>
                    <a:pt x="4184516" y="1993041"/>
                  </a:lnTo>
                  <a:lnTo>
                    <a:pt x="4231373" y="1965973"/>
                  </a:lnTo>
                  <a:lnTo>
                    <a:pt x="4230811" y="1964288"/>
                  </a:lnTo>
                  <a:close/>
                </a:path>
                <a:path w="7631430" h="4410710">
                  <a:moveTo>
                    <a:pt x="4352549" y="1893949"/>
                  </a:moveTo>
                  <a:lnTo>
                    <a:pt x="4308325" y="1919501"/>
                  </a:lnTo>
                  <a:lnTo>
                    <a:pt x="4308523" y="1921404"/>
                  </a:lnTo>
                  <a:lnTo>
                    <a:pt x="4352511" y="1895993"/>
                  </a:lnTo>
                  <a:lnTo>
                    <a:pt x="4352549" y="1893949"/>
                  </a:lnTo>
                  <a:close/>
                </a:path>
                <a:path w="7631430" h="4410710">
                  <a:moveTo>
                    <a:pt x="2805985" y="2787546"/>
                  </a:moveTo>
                  <a:lnTo>
                    <a:pt x="2759117" y="2814626"/>
                  </a:lnTo>
                  <a:lnTo>
                    <a:pt x="2759632" y="2816171"/>
                  </a:lnTo>
                  <a:lnTo>
                    <a:pt x="2806501" y="2789096"/>
                  </a:lnTo>
                  <a:lnTo>
                    <a:pt x="2805985" y="2787546"/>
                  </a:lnTo>
                  <a:close/>
                </a:path>
                <a:path w="7631430" h="4410710">
                  <a:moveTo>
                    <a:pt x="2927609" y="2717273"/>
                  </a:moveTo>
                  <a:lnTo>
                    <a:pt x="2882937" y="2743084"/>
                  </a:lnTo>
                  <a:lnTo>
                    <a:pt x="2883100" y="2744846"/>
                  </a:lnTo>
                  <a:lnTo>
                    <a:pt x="2927574" y="2719154"/>
                  </a:lnTo>
                  <a:lnTo>
                    <a:pt x="2927609" y="2717273"/>
                  </a:lnTo>
                  <a:close/>
                </a:path>
                <a:path w="7631430" h="4410710">
                  <a:moveTo>
                    <a:pt x="875093" y="3903206"/>
                  </a:moveTo>
                  <a:lnTo>
                    <a:pt x="828238" y="3930279"/>
                  </a:lnTo>
                  <a:lnTo>
                    <a:pt x="828692" y="3931641"/>
                  </a:lnTo>
                  <a:lnTo>
                    <a:pt x="875549" y="3904573"/>
                  </a:lnTo>
                  <a:lnTo>
                    <a:pt x="875093" y="3903206"/>
                  </a:lnTo>
                  <a:close/>
                </a:path>
                <a:path w="7631430" h="4410710">
                  <a:moveTo>
                    <a:pt x="996699" y="3832943"/>
                  </a:moveTo>
                  <a:lnTo>
                    <a:pt x="952425" y="3858524"/>
                  </a:lnTo>
                  <a:lnTo>
                    <a:pt x="952589" y="3860068"/>
                  </a:lnTo>
                  <a:lnTo>
                    <a:pt x="996668" y="3834604"/>
                  </a:lnTo>
                  <a:lnTo>
                    <a:pt x="996699" y="3832943"/>
                  </a:lnTo>
                  <a:close/>
                </a:path>
                <a:path w="7631430" h="4410710">
                  <a:moveTo>
                    <a:pt x="7033734" y="344773"/>
                  </a:moveTo>
                  <a:lnTo>
                    <a:pt x="6986246" y="372212"/>
                  </a:lnTo>
                  <a:lnTo>
                    <a:pt x="6986363" y="374464"/>
                  </a:lnTo>
                  <a:lnTo>
                    <a:pt x="7034083" y="346896"/>
                  </a:lnTo>
                  <a:lnTo>
                    <a:pt x="7033734" y="344773"/>
                  </a:lnTo>
                  <a:close/>
                </a:path>
                <a:path w="7631430" h="4410710">
                  <a:moveTo>
                    <a:pt x="7243845" y="223372"/>
                  </a:moveTo>
                  <a:lnTo>
                    <a:pt x="7194209" y="252051"/>
                  </a:lnTo>
                  <a:lnTo>
                    <a:pt x="7195403" y="253705"/>
                  </a:lnTo>
                  <a:lnTo>
                    <a:pt x="7244966" y="225073"/>
                  </a:lnTo>
                  <a:lnTo>
                    <a:pt x="7243845" y="223372"/>
                  </a:lnTo>
                  <a:close/>
                </a:path>
                <a:path w="7631430" h="4410710">
                  <a:moveTo>
                    <a:pt x="3551652" y="2356703"/>
                  </a:moveTo>
                  <a:lnTo>
                    <a:pt x="3503868" y="2384312"/>
                  </a:lnTo>
                  <a:lnTo>
                    <a:pt x="3503965" y="2386183"/>
                  </a:lnTo>
                  <a:lnTo>
                    <a:pt x="3551960" y="2358457"/>
                  </a:lnTo>
                  <a:lnTo>
                    <a:pt x="3551652" y="2356703"/>
                  </a:lnTo>
                  <a:close/>
                </a:path>
                <a:path w="7631430" h="4410710">
                  <a:moveTo>
                    <a:pt x="3761695" y="2235341"/>
                  </a:moveTo>
                  <a:lnTo>
                    <a:pt x="3712044" y="2264030"/>
                  </a:lnTo>
                  <a:lnTo>
                    <a:pt x="3713054" y="2265396"/>
                  </a:lnTo>
                  <a:lnTo>
                    <a:pt x="3762629" y="2236758"/>
                  </a:lnTo>
                  <a:lnTo>
                    <a:pt x="3761695" y="2235341"/>
                  </a:lnTo>
                  <a:close/>
                </a:path>
                <a:path w="7631430" h="4410710">
                  <a:moveTo>
                    <a:pt x="2022208" y="3240409"/>
                  </a:moveTo>
                  <a:lnTo>
                    <a:pt x="1974697" y="3267860"/>
                  </a:lnTo>
                  <a:lnTo>
                    <a:pt x="1974788" y="3269562"/>
                  </a:lnTo>
                  <a:lnTo>
                    <a:pt x="2022476" y="3242013"/>
                  </a:lnTo>
                  <a:lnTo>
                    <a:pt x="2022208" y="3240409"/>
                  </a:lnTo>
                  <a:close/>
                </a:path>
                <a:path w="7631430" h="4410710">
                  <a:moveTo>
                    <a:pt x="2232694" y="3118791"/>
                  </a:moveTo>
                  <a:lnTo>
                    <a:pt x="2182090" y="3148030"/>
                  </a:lnTo>
                  <a:lnTo>
                    <a:pt x="2182978" y="3149294"/>
                  </a:lnTo>
                  <a:lnTo>
                    <a:pt x="2233573" y="3120066"/>
                  </a:lnTo>
                  <a:lnTo>
                    <a:pt x="2232694" y="3118791"/>
                  </a:lnTo>
                  <a:close/>
                </a:path>
                <a:path w="7631430" h="4410710">
                  <a:moveTo>
                    <a:pt x="6903481" y="420033"/>
                  </a:moveTo>
                  <a:lnTo>
                    <a:pt x="6855761" y="447605"/>
                  </a:lnTo>
                  <a:lnTo>
                    <a:pt x="6856411" y="449535"/>
                  </a:lnTo>
                  <a:lnTo>
                    <a:pt x="6904144" y="421960"/>
                  </a:lnTo>
                  <a:lnTo>
                    <a:pt x="6903481" y="420033"/>
                  </a:lnTo>
                  <a:close/>
                </a:path>
                <a:path w="7631430" h="4410710">
                  <a:moveTo>
                    <a:pt x="5953194" y="969104"/>
                  </a:moveTo>
                  <a:lnTo>
                    <a:pt x="5907642" y="995424"/>
                  </a:lnTo>
                  <a:lnTo>
                    <a:pt x="5908252" y="997269"/>
                  </a:lnTo>
                  <a:lnTo>
                    <a:pt x="5953796" y="970959"/>
                  </a:lnTo>
                  <a:lnTo>
                    <a:pt x="5953194" y="969104"/>
                  </a:lnTo>
                  <a:close/>
                </a:path>
                <a:path w="7631430" h="4410710">
                  <a:moveTo>
                    <a:pt x="5843363" y="1032564"/>
                  </a:moveTo>
                  <a:lnTo>
                    <a:pt x="5802111" y="1056399"/>
                  </a:lnTo>
                  <a:lnTo>
                    <a:pt x="5802795" y="1058190"/>
                  </a:lnTo>
                  <a:lnTo>
                    <a:pt x="5844075" y="1034343"/>
                  </a:lnTo>
                  <a:lnTo>
                    <a:pt x="5843363" y="1032564"/>
                  </a:lnTo>
                  <a:close/>
                </a:path>
                <a:path w="7631430" h="4410710">
                  <a:moveTo>
                    <a:pt x="4578508" y="1763391"/>
                  </a:moveTo>
                  <a:lnTo>
                    <a:pt x="4532117" y="1790196"/>
                  </a:lnTo>
                  <a:lnTo>
                    <a:pt x="4532699" y="1791902"/>
                  </a:lnTo>
                  <a:lnTo>
                    <a:pt x="4579074" y="1765112"/>
                  </a:lnTo>
                  <a:lnTo>
                    <a:pt x="4578508" y="1763391"/>
                  </a:lnTo>
                  <a:close/>
                </a:path>
                <a:path w="7631430" h="4410710">
                  <a:moveTo>
                    <a:pt x="4468281" y="1827080"/>
                  </a:moveTo>
                  <a:lnTo>
                    <a:pt x="4427074" y="1850889"/>
                  </a:lnTo>
                  <a:lnTo>
                    <a:pt x="4427708" y="1852553"/>
                  </a:lnTo>
                  <a:lnTo>
                    <a:pt x="4469331" y="1828509"/>
                  </a:lnTo>
                  <a:lnTo>
                    <a:pt x="4468281" y="1827080"/>
                  </a:lnTo>
                  <a:close/>
                </a:path>
                <a:path w="7631430" h="4410710">
                  <a:moveTo>
                    <a:pt x="4119819" y="2028419"/>
                  </a:moveTo>
                  <a:lnTo>
                    <a:pt x="4078418" y="2052341"/>
                  </a:lnTo>
                  <a:lnTo>
                    <a:pt x="4079027" y="2053980"/>
                  </a:lnTo>
                  <a:lnTo>
                    <a:pt x="4120593" y="2029968"/>
                  </a:lnTo>
                  <a:lnTo>
                    <a:pt x="4119819" y="2028419"/>
                  </a:lnTo>
                  <a:close/>
                </a:path>
                <a:path w="7631430" h="4410710">
                  <a:moveTo>
                    <a:pt x="2694643" y="2851879"/>
                  </a:moveTo>
                  <a:lnTo>
                    <a:pt x="2653401" y="2875708"/>
                  </a:lnTo>
                  <a:lnTo>
                    <a:pt x="2653973" y="2877208"/>
                  </a:lnTo>
                  <a:lnTo>
                    <a:pt x="2695239" y="2853370"/>
                  </a:lnTo>
                  <a:lnTo>
                    <a:pt x="2694643" y="2851879"/>
                  </a:lnTo>
                  <a:close/>
                </a:path>
                <a:path w="7631430" h="4410710">
                  <a:moveTo>
                    <a:pt x="1924788" y="3296697"/>
                  </a:moveTo>
                  <a:lnTo>
                    <a:pt x="1880496" y="3322289"/>
                  </a:lnTo>
                  <a:lnTo>
                    <a:pt x="1880877" y="3323813"/>
                  </a:lnTo>
                  <a:lnTo>
                    <a:pt x="1924825" y="3298424"/>
                  </a:lnTo>
                  <a:lnTo>
                    <a:pt x="1924788" y="3296697"/>
                  </a:lnTo>
                  <a:close/>
                </a:path>
                <a:path w="7631430" h="4410710">
                  <a:moveTo>
                    <a:pt x="1801781" y="3367770"/>
                  </a:moveTo>
                  <a:lnTo>
                    <a:pt x="1754906" y="3394855"/>
                  </a:lnTo>
                  <a:lnTo>
                    <a:pt x="1755393" y="3396302"/>
                  </a:lnTo>
                  <a:lnTo>
                    <a:pt x="1802270" y="3369222"/>
                  </a:lnTo>
                  <a:lnTo>
                    <a:pt x="1801781" y="3367770"/>
                  </a:lnTo>
                  <a:close/>
                </a:path>
                <a:path w="7631430" h="4410710">
                  <a:moveTo>
                    <a:pt x="1690358" y="3432150"/>
                  </a:moveTo>
                  <a:lnTo>
                    <a:pt x="1649170" y="3455948"/>
                  </a:lnTo>
                  <a:lnTo>
                    <a:pt x="1649694" y="3457362"/>
                  </a:lnTo>
                  <a:lnTo>
                    <a:pt x="1691186" y="3433393"/>
                  </a:lnTo>
                  <a:lnTo>
                    <a:pt x="1690358" y="3432150"/>
                  </a:lnTo>
                  <a:close/>
                </a:path>
                <a:path w="7631430" h="4410710">
                  <a:moveTo>
                    <a:pt x="1458659" y="3566024"/>
                  </a:moveTo>
                  <a:lnTo>
                    <a:pt x="1411554" y="3593241"/>
                  </a:lnTo>
                  <a:lnTo>
                    <a:pt x="1412031" y="3594657"/>
                  </a:lnTo>
                  <a:lnTo>
                    <a:pt x="1459133" y="3567446"/>
                  </a:lnTo>
                  <a:lnTo>
                    <a:pt x="1458659" y="3566024"/>
                  </a:lnTo>
                  <a:close/>
                </a:path>
                <a:path w="7631430" h="4410710">
                  <a:moveTo>
                    <a:pt x="764501" y="3967105"/>
                  </a:moveTo>
                  <a:lnTo>
                    <a:pt x="723631" y="3990720"/>
                  </a:lnTo>
                  <a:lnTo>
                    <a:pt x="724143" y="3992037"/>
                  </a:lnTo>
                  <a:lnTo>
                    <a:pt x="765222" y="3968306"/>
                  </a:lnTo>
                  <a:lnTo>
                    <a:pt x="764501" y="3967105"/>
                  </a:lnTo>
                  <a:close/>
                </a:path>
                <a:path w="7631430" h="4410710">
                  <a:moveTo>
                    <a:pt x="582235" y="4072418"/>
                  </a:moveTo>
                  <a:lnTo>
                    <a:pt x="535411" y="4099473"/>
                  </a:lnTo>
                  <a:lnTo>
                    <a:pt x="535853" y="4100809"/>
                  </a:lnTo>
                  <a:lnTo>
                    <a:pt x="582691" y="4073751"/>
                  </a:lnTo>
                  <a:lnTo>
                    <a:pt x="582235" y="4072418"/>
                  </a:lnTo>
                  <a:close/>
                </a:path>
                <a:path w="7631430" h="4410710">
                  <a:moveTo>
                    <a:pt x="471128" y="4136615"/>
                  </a:moveTo>
                  <a:lnTo>
                    <a:pt x="429887" y="4160444"/>
                  </a:lnTo>
                  <a:lnTo>
                    <a:pt x="430380" y="4161738"/>
                  </a:lnTo>
                  <a:lnTo>
                    <a:pt x="471643" y="4137902"/>
                  </a:lnTo>
                  <a:lnTo>
                    <a:pt x="471128" y="4136615"/>
                  </a:lnTo>
                  <a:close/>
                </a:path>
                <a:path w="7631430" h="4410710">
                  <a:moveTo>
                    <a:pt x="2583548" y="2916069"/>
                  </a:moveTo>
                  <a:lnTo>
                    <a:pt x="2536347" y="2943342"/>
                  </a:lnTo>
                  <a:lnTo>
                    <a:pt x="2536861" y="2944862"/>
                  </a:lnTo>
                  <a:lnTo>
                    <a:pt x="2584070" y="2917590"/>
                  </a:lnTo>
                  <a:lnTo>
                    <a:pt x="2583548" y="2916069"/>
                  </a:lnTo>
                  <a:close/>
                </a:path>
                <a:path w="7631430" h="4410710">
                  <a:moveTo>
                    <a:pt x="2411247" y="3015624"/>
                  </a:moveTo>
                  <a:lnTo>
                    <a:pt x="2363363" y="3043291"/>
                  </a:lnTo>
                  <a:lnTo>
                    <a:pt x="2363846" y="3044810"/>
                  </a:lnTo>
                  <a:lnTo>
                    <a:pt x="2411741" y="3017141"/>
                  </a:lnTo>
                  <a:lnTo>
                    <a:pt x="2411247" y="3015624"/>
                  </a:lnTo>
                  <a:close/>
                </a:path>
                <a:path w="7631430" h="4410710">
                  <a:moveTo>
                    <a:pt x="2306578" y="3076101"/>
                  </a:moveTo>
                  <a:lnTo>
                    <a:pt x="2265261" y="3099974"/>
                  </a:lnTo>
                  <a:lnTo>
                    <a:pt x="2265799" y="3101450"/>
                  </a:lnTo>
                  <a:lnTo>
                    <a:pt x="2306581" y="3077890"/>
                  </a:lnTo>
                  <a:lnTo>
                    <a:pt x="2307128" y="3077145"/>
                  </a:lnTo>
                  <a:lnTo>
                    <a:pt x="2306578" y="3076101"/>
                  </a:lnTo>
                  <a:close/>
                </a:path>
                <a:path w="7631430" h="4410710">
                  <a:moveTo>
                    <a:pt x="359784" y="4200949"/>
                  </a:moveTo>
                  <a:lnTo>
                    <a:pt x="315121" y="4226755"/>
                  </a:lnTo>
                  <a:lnTo>
                    <a:pt x="315563" y="4228066"/>
                  </a:lnTo>
                  <a:lnTo>
                    <a:pt x="360227" y="4202265"/>
                  </a:lnTo>
                  <a:lnTo>
                    <a:pt x="359784" y="4200949"/>
                  </a:lnTo>
                  <a:close/>
                </a:path>
                <a:path w="7631430" h="4410710">
                  <a:moveTo>
                    <a:pt x="296264" y="4237651"/>
                  </a:moveTo>
                  <a:lnTo>
                    <a:pt x="276450" y="4249099"/>
                  </a:lnTo>
                  <a:lnTo>
                    <a:pt x="276423" y="4250677"/>
                  </a:lnTo>
                  <a:lnTo>
                    <a:pt x="296247" y="4239225"/>
                  </a:lnTo>
                  <a:lnTo>
                    <a:pt x="296264" y="4237651"/>
                  </a:lnTo>
                  <a:close/>
                </a:path>
                <a:path w="7631430" h="4410710">
                  <a:moveTo>
                    <a:pt x="194380" y="4296519"/>
                  </a:moveTo>
                  <a:lnTo>
                    <a:pt x="151331" y="4321392"/>
                  </a:lnTo>
                  <a:lnTo>
                    <a:pt x="152312" y="4322374"/>
                  </a:lnTo>
                  <a:lnTo>
                    <a:pt x="195348" y="4297513"/>
                  </a:lnTo>
                  <a:lnTo>
                    <a:pt x="194380" y="4296519"/>
                  </a:lnTo>
                  <a:close/>
                </a:path>
                <a:path w="7631430" h="4410710">
                  <a:moveTo>
                    <a:pt x="139131" y="4328442"/>
                  </a:moveTo>
                  <a:lnTo>
                    <a:pt x="104956" y="4348187"/>
                  </a:lnTo>
                  <a:lnTo>
                    <a:pt x="105388" y="4349481"/>
                  </a:lnTo>
                  <a:lnTo>
                    <a:pt x="139603" y="4329716"/>
                  </a:lnTo>
                  <a:lnTo>
                    <a:pt x="139131" y="4328442"/>
                  </a:lnTo>
                  <a:close/>
                </a:path>
                <a:path w="7631430" h="4410710">
                  <a:moveTo>
                    <a:pt x="41763" y="4384700"/>
                  </a:moveTo>
                  <a:lnTo>
                    <a:pt x="0" y="4408831"/>
                  </a:lnTo>
                  <a:lnTo>
                    <a:pt x="483" y="4410083"/>
                  </a:lnTo>
                  <a:lnTo>
                    <a:pt x="42310" y="4385920"/>
                  </a:lnTo>
                  <a:lnTo>
                    <a:pt x="41763" y="4384700"/>
                  </a:lnTo>
                  <a:close/>
                </a:path>
                <a:path w="7631430" h="4410710">
                  <a:moveTo>
                    <a:pt x="7630440" y="0"/>
                  </a:moveTo>
                  <a:lnTo>
                    <a:pt x="7596062" y="19863"/>
                  </a:lnTo>
                  <a:lnTo>
                    <a:pt x="7596664" y="21903"/>
                  </a:lnTo>
                  <a:lnTo>
                    <a:pt x="7631114" y="2003"/>
                  </a:lnTo>
                  <a:lnTo>
                    <a:pt x="7630440" y="0"/>
                  </a:lnTo>
                  <a:close/>
                </a:path>
                <a:path w="7631430" h="4410710">
                  <a:moveTo>
                    <a:pt x="7510706" y="69181"/>
                  </a:moveTo>
                  <a:lnTo>
                    <a:pt x="7460662" y="98096"/>
                  </a:lnTo>
                  <a:lnTo>
                    <a:pt x="7462421" y="99453"/>
                  </a:lnTo>
                  <a:lnTo>
                    <a:pt x="7512686" y="70416"/>
                  </a:lnTo>
                  <a:lnTo>
                    <a:pt x="7510706" y="69181"/>
                  </a:lnTo>
                  <a:close/>
                </a:path>
                <a:path w="7631430" h="4410710">
                  <a:moveTo>
                    <a:pt x="7447671" y="105603"/>
                  </a:moveTo>
                  <a:lnTo>
                    <a:pt x="7412001" y="126212"/>
                  </a:lnTo>
                  <a:lnTo>
                    <a:pt x="7412676" y="128190"/>
                  </a:lnTo>
                  <a:lnTo>
                    <a:pt x="7448366" y="107573"/>
                  </a:lnTo>
                  <a:lnTo>
                    <a:pt x="7447671" y="105603"/>
                  </a:lnTo>
                  <a:close/>
                </a:path>
                <a:path w="7631430" h="4410710">
                  <a:moveTo>
                    <a:pt x="7347846" y="163281"/>
                  </a:moveTo>
                  <a:lnTo>
                    <a:pt x="7306672" y="187071"/>
                  </a:lnTo>
                  <a:lnTo>
                    <a:pt x="7307406" y="189003"/>
                  </a:lnTo>
                  <a:lnTo>
                    <a:pt x="7347884" y="165620"/>
                  </a:lnTo>
                  <a:lnTo>
                    <a:pt x="7348520" y="164781"/>
                  </a:lnTo>
                  <a:lnTo>
                    <a:pt x="7347846" y="163281"/>
                  </a:lnTo>
                  <a:close/>
                </a:path>
                <a:path w="7631430" h="4410710">
                  <a:moveTo>
                    <a:pt x="6449286" y="682464"/>
                  </a:moveTo>
                  <a:lnTo>
                    <a:pt x="6414882" y="702343"/>
                  </a:lnTo>
                  <a:lnTo>
                    <a:pt x="6415451" y="704270"/>
                  </a:lnTo>
                  <a:lnTo>
                    <a:pt x="6449928" y="684353"/>
                  </a:lnTo>
                  <a:lnTo>
                    <a:pt x="6449286" y="682464"/>
                  </a:lnTo>
                  <a:close/>
                </a:path>
                <a:path w="7631430" h="4410710">
                  <a:moveTo>
                    <a:pt x="6329347" y="751765"/>
                  </a:moveTo>
                  <a:lnTo>
                    <a:pt x="6279326" y="780666"/>
                  </a:lnTo>
                  <a:lnTo>
                    <a:pt x="6280986" y="781947"/>
                  </a:lnTo>
                  <a:lnTo>
                    <a:pt x="6331215" y="752931"/>
                  </a:lnTo>
                  <a:lnTo>
                    <a:pt x="6329347" y="751765"/>
                  </a:lnTo>
                  <a:close/>
                </a:path>
                <a:path w="7631430" h="4410710">
                  <a:moveTo>
                    <a:pt x="6266477" y="788090"/>
                  </a:moveTo>
                  <a:lnTo>
                    <a:pt x="6230811" y="808698"/>
                  </a:lnTo>
                  <a:lnTo>
                    <a:pt x="6231447" y="810565"/>
                  </a:lnTo>
                  <a:lnTo>
                    <a:pt x="6267134" y="789950"/>
                  </a:lnTo>
                  <a:lnTo>
                    <a:pt x="6266477" y="788090"/>
                  </a:lnTo>
                  <a:close/>
                </a:path>
                <a:path w="7631430" h="4410710">
                  <a:moveTo>
                    <a:pt x="6167173" y="845468"/>
                  </a:moveTo>
                  <a:lnTo>
                    <a:pt x="6125478" y="869559"/>
                  </a:lnTo>
                  <a:lnTo>
                    <a:pt x="6126170" y="871382"/>
                  </a:lnTo>
                  <a:lnTo>
                    <a:pt x="6165456" y="848687"/>
                  </a:lnTo>
                  <a:lnTo>
                    <a:pt x="6167420" y="846009"/>
                  </a:lnTo>
                  <a:lnTo>
                    <a:pt x="6167173" y="845468"/>
                  </a:lnTo>
                  <a:close/>
                </a:path>
                <a:path w="7631430" h="4410710">
                  <a:moveTo>
                    <a:pt x="4976524" y="1533419"/>
                  </a:moveTo>
                  <a:lnTo>
                    <a:pt x="4935095" y="1557357"/>
                  </a:lnTo>
                  <a:lnTo>
                    <a:pt x="4935594" y="1559156"/>
                  </a:lnTo>
                  <a:lnTo>
                    <a:pt x="4976822" y="1535340"/>
                  </a:lnTo>
                  <a:lnTo>
                    <a:pt x="4977176" y="1534857"/>
                  </a:lnTo>
                  <a:lnTo>
                    <a:pt x="4976524" y="1533419"/>
                  </a:lnTo>
                  <a:close/>
                </a:path>
                <a:path w="7631430" h="4410710">
                  <a:moveTo>
                    <a:pt x="1140748" y="3749712"/>
                  </a:moveTo>
                  <a:lnTo>
                    <a:pt x="1091683" y="3778061"/>
                  </a:lnTo>
                  <a:lnTo>
                    <a:pt x="1091778" y="3779661"/>
                  </a:lnTo>
                  <a:lnTo>
                    <a:pt x="1140944" y="3751258"/>
                  </a:lnTo>
                  <a:lnTo>
                    <a:pt x="1140748" y="3749712"/>
                  </a:lnTo>
                  <a:close/>
                </a:path>
                <a:path w="7631430" h="4410710">
                  <a:moveTo>
                    <a:pt x="6689665" y="543575"/>
                  </a:moveTo>
                  <a:lnTo>
                    <a:pt x="6643453" y="570276"/>
                  </a:lnTo>
                  <a:lnTo>
                    <a:pt x="6644090" y="572189"/>
                  </a:lnTo>
                  <a:lnTo>
                    <a:pt x="6690310" y="545488"/>
                  </a:lnTo>
                  <a:lnTo>
                    <a:pt x="6689665" y="543575"/>
                  </a:lnTo>
                  <a:close/>
                </a:path>
                <a:path w="7631430" h="4410710">
                  <a:moveTo>
                    <a:pt x="6543159" y="628225"/>
                  </a:moveTo>
                  <a:lnTo>
                    <a:pt x="6504137" y="650772"/>
                  </a:lnTo>
                  <a:lnTo>
                    <a:pt x="6504295" y="651890"/>
                  </a:lnTo>
                  <a:lnTo>
                    <a:pt x="6504584" y="652779"/>
                  </a:lnTo>
                  <a:lnTo>
                    <a:pt x="6544119" y="629940"/>
                  </a:lnTo>
                  <a:lnTo>
                    <a:pt x="6543848" y="629601"/>
                  </a:lnTo>
                  <a:lnTo>
                    <a:pt x="6543159" y="628225"/>
                  </a:lnTo>
                  <a:close/>
                </a:path>
                <a:path w="7631430" h="4410710">
                  <a:moveTo>
                    <a:pt x="5705051" y="1112480"/>
                  </a:moveTo>
                  <a:lnTo>
                    <a:pt x="5657354" y="1140039"/>
                  </a:lnTo>
                  <a:lnTo>
                    <a:pt x="5657960" y="1141858"/>
                  </a:lnTo>
                  <a:lnTo>
                    <a:pt x="5705670" y="1114298"/>
                  </a:lnTo>
                  <a:lnTo>
                    <a:pt x="5705051" y="1112480"/>
                  </a:lnTo>
                  <a:close/>
                </a:path>
                <a:path w="7631430" h="4410710">
                  <a:moveTo>
                    <a:pt x="5557822" y="1197548"/>
                  </a:moveTo>
                  <a:lnTo>
                    <a:pt x="5518104" y="1220497"/>
                  </a:lnTo>
                  <a:lnTo>
                    <a:pt x="5518291" y="1221866"/>
                  </a:lnTo>
                  <a:lnTo>
                    <a:pt x="5518476" y="1222436"/>
                  </a:lnTo>
                  <a:lnTo>
                    <a:pt x="5558951" y="1199054"/>
                  </a:lnTo>
                  <a:lnTo>
                    <a:pt x="5557822" y="1197548"/>
                  </a:lnTo>
                  <a:close/>
                </a:path>
                <a:path w="7631430" h="4410710">
                  <a:moveTo>
                    <a:pt x="5421357" y="1276397"/>
                  </a:moveTo>
                  <a:lnTo>
                    <a:pt x="5374090" y="1303708"/>
                  </a:lnTo>
                  <a:lnTo>
                    <a:pt x="5374687" y="1305500"/>
                  </a:lnTo>
                  <a:lnTo>
                    <a:pt x="5421967" y="1278188"/>
                  </a:lnTo>
                  <a:lnTo>
                    <a:pt x="5421357" y="1276397"/>
                  </a:lnTo>
                  <a:close/>
                </a:path>
                <a:path w="7631430" h="4410710">
                  <a:moveTo>
                    <a:pt x="5273847" y="1361628"/>
                  </a:moveTo>
                  <a:lnTo>
                    <a:pt x="5234705" y="1384243"/>
                  </a:lnTo>
                  <a:lnTo>
                    <a:pt x="5234803" y="1384934"/>
                  </a:lnTo>
                  <a:lnTo>
                    <a:pt x="5235180" y="1386091"/>
                  </a:lnTo>
                  <a:lnTo>
                    <a:pt x="5274801" y="1363202"/>
                  </a:lnTo>
                  <a:lnTo>
                    <a:pt x="5274356" y="1362645"/>
                  </a:lnTo>
                  <a:lnTo>
                    <a:pt x="5273847" y="1361628"/>
                  </a:lnTo>
                  <a:close/>
                </a:path>
                <a:path w="7631430" h="4410710">
                  <a:moveTo>
                    <a:pt x="3981406" y="2108393"/>
                  </a:moveTo>
                  <a:lnTo>
                    <a:pt x="3933917" y="2135833"/>
                  </a:lnTo>
                  <a:lnTo>
                    <a:pt x="3934469" y="2137489"/>
                  </a:lnTo>
                  <a:lnTo>
                    <a:pt x="3981965" y="2110051"/>
                  </a:lnTo>
                  <a:lnTo>
                    <a:pt x="3981406" y="2108393"/>
                  </a:lnTo>
                  <a:close/>
                </a:path>
                <a:path w="7631430" h="4410710">
                  <a:moveTo>
                    <a:pt x="3834566" y="2193237"/>
                  </a:moveTo>
                  <a:lnTo>
                    <a:pt x="3794554" y="2216356"/>
                  </a:lnTo>
                  <a:lnTo>
                    <a:pt x="3794647" y="2217038"/>
                  </a:lnTo>
                  <a:lnTo>
                    <a:pt x="3794981" y="2218068"/>
                  </a:lnTo>
                  <a:lnTo>
                    <a:pt x="3835593" y="2194607"/>
                  </a:lnTo>
                  <a:lnTo>
                    <a:pt x="3834566" y="2193237"/>
                  </a:lnTo>
                  <a:close/>
                </a:path>
                <a:path w="7631430" h="4410710">
                  <a:moveTo>
                    <a:pt x="3320598" y="2490205"/>
                  </a:moveTo>
                  <a:lnTo>
                    <a:pt x="3271651" y="2518487"/>
                  </a:lnTo>
                  <a:lnTo>
                    <a:pt x="3272666" y="2519800"/>
                  </a:lnTo>
                  <a:lnTo>
                    <a:pt x="3321717" y="2491464"/>
                  </a:lnTo>
                  <a:lnTo>
                    <a:pt x="3320598" y="2490205"/>
                  </a:lnTo>
                  <a:close/>
                </a:path>
                <a:path w="7631430" h="4410710">
                  <a:moveTo>
                    <a:pt x="3425808" y="2429415"/>
                  </a:moveTo>
                  <a:lnTo>
                    <a:pt x="3400924" y="2443793"/>
                  </a:lnTo>
                  <a:lnTo>
                    <a:pt x="3400872" y="2445738"/>
                  </a:lnTo>
                  <a:lnTo>
                    <a:pt x="3425727" y="2431380"/>
                  </a:lnTo>
                  <a:lnTo>
                    <a:pt x="3425808" y="2429415"/>
                  </a:lnTo>
                  <a:close/>
                </a:path>
              </a:pathLst>
            </a:custGeom>
            <a:solidFill>
              <a:srgbClr val="444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99693" y="960538"/>
              <a:ext cx="7632065" cy="4413250"/>
            </a:xfrm>
            <a:custGeom>
              <a:avLst/>
              <a:gdLst/>
              <a:ahLst/>
              <a:cxnLst/>
              <a:rect l="l" t="t" r="r" b="b"/>
              <a:pathLst>
                <a:path w="7632065" h="4413250">
                  <a:moveTo>
                    <a:pt x="41986" y="4384256"/>
                  </a:moveTo>
                  <a:lnTo>
                    <a:pt x="41821" y="4383925"/>
                  </a:lnTo>
                  <a:lnTo>
                    <a:pt x="0" y="4408081"/>
                  </a:lnTo>
                  <a:lnTo>
                    <a:pt x="749" y="4410049"/>
                  </a:lnTo>
                  <a:lnTo>
                    <a:pt x="1231" y="4411281"/>
                  </a:lnTo>
                  <a:lnTo>
                    <a:pt x="1993" y="4413250"/>
                  </a:lnTo>
                  <a:lnTo>
                    <a:pt x="34505" y="4394454"/>
                  </a:lnTo>
                  <a:lnTo>
                    <a:pt x="37553" y="4390301"/>
                  </a:lnTo>
                  <a:lnTo>
                    <a:pt x="39484" y="4387672"/>
                  </a:lnTo>
                  <a:lnTo>
                    <a:pt x="41986" y="4384256"/>
                  </a:lnTo>
                  <a:close/>
                </a:path>
                <a:path w="7632065" h="4413250">
                  <a:moveTo>
                    <a:pt x="141033" y="4332884"/>
                  </a:moveTo>
                  <a:lnTo>
                    <a:pt x="140309" y="4330916"/>
                  </a:lnTo>
                  <a:lnTo>
                    <a:pt x="139839" y="4329684"/>
                  </a:lnTo>
                  <a:lnTo>
                    <a:pt x="139115" y="4327715"/>
                  </a:lnTo>
                  <a:lnTo>
                    <a:pt x="104902" y="4347476"/>
                  </a:lnTo>
                  <a:lnTo>
                    <a:pt x="105575" y="4349483"/>
                  </a:lnTo>
                  <a:lnTo>
                    <a:pt x="105994" y="4350753"/>
                  </a:lnTo>
                  <a:lnTo>
                    <a:pt x="106654" y="4352747"/>
                  </a:lnTo>
                  <a:lnTo>
                    <a:pt x="141033" y="4332884"/>
                  </a:lnTo>
                  <a:close/>
                </a:path>
                <a:path w="7632065" h="4413250">
                  <a:moveTo>
                    <a:pt x="198755" y="4299521"/>
                  </a:moveTo>
                  <a:lnTo>
                    <a:pt x="197281" y="4297997"/>
                  </a:lnTo>
                  <a:lnTo>
                    <a:pt x="196342" y="4297032"/>
                  </a:lnTo>
                  <a:lnTo>
                    <a:pt x="194868" y="4295508"/>
                  </a:lnTo>
                  <a:lnTo>
                    <a:pt x="151828" y="4320375"/>
                  </a:lnTo>
                  <a:lnTo>
                    <a:pt x="153339" y="4321886"/>
                  </a:lnTo>
                  <a:lnTo>
                    <a:pt x="154292" y="4322838"/>
                  </a:lnTo>
                  <a:lnTo>
                    <a:pt x="155803" y="4324350"/>
                  </a:lnTo>
                  <a:lnTo>
                    <a:pt x="198755" y="4299521"/>
                  </a:lnTo>
                  <a:close/>
                </a:path>
                <a:path w="7632065" h="4413250">
                  <a:moveTo>
                    <a:pt x="295757" y="4237228"/>
                  </a:moveTo>
                  <a:lnTo>
                    <a:pt x="275932" y="4248683"/>
                  </a:lnTo>
                  <a:lnTo>
                    <a:pt x="275894" y="4251071"/>
                  </a:lnTo>
                  <a:lnTo>
                    <a:pt x="275869" y="4252582"/>
                  </a:lnTo>
                  <a:lnTo>
                    <a:pt x="275831" y="4254970"/>
                  </a:lnTo>
                  <a:lnTo>
                    <a:pt x="295694" y="4243489"/>
                  </a:lnTo>
                  <a:lnTo>
                    <a:pt x="295719" y="4241114"/>
                  </a:lnTo>
                  <a:lnTo>
                    <a:pt x="295732" y="4239603"/>
                  </a:lnTo>
                  <a:lnTo>
                    <a:pt x="295757" y="4237228"/>
                  </a:lnTo>
                  <a:close/>
                </a:path>
                <a:path w="7632065" h="4413250">
                  <a:moveTo>
                    <a:pt x="361492" y="4205465"/>
                  </a:moveTo>
                  <a:lnTo>
                    <a:pt x="360819" y="4203484"/>
                  </a:lnTo>
                  <a:lnTo>
                    <a:pt x="360400" y="4202239"/>
                  </a:lnTo>
                  <a:lnTo>
                    <a:pt x="359740" y="4200271"/>
                  </a:lnTo>
                  <a:lnTo>
                    <a:pt x="315074" y="4226064"/>
                  </a:lnTo>
                  <a:lnTo>
                    <a:pt x="315747" y="4228046"/>
                  </a:lnTo>
                  <a:lnTo>
                    <a:pt x="316166" y="4229290"/>
                  </a:lnTo>
                  <a:lnTo>
                    <a:pt x="316826" y="4231271"/>
                  </a:lnTo>
                  <a:lnTo>
                    <a:pt x="361492" y="4205465"/>
                  </a:lnTo>
                  <a:close/>
                </a:path>
                <a:path w="7632065" h="4413250">
                  <a:moveTo>
                    <a:pt x="471754" y="4137368"/>
                  </a:moveTo>
                  <a:lnTo>
                    <a:pt x="471157" y="4135907"/>
                  </a:lnTo>
                  <a:lnTo>
                    <a:pt x="429895" y="4159745"/>
                  </a:lnTo>
                  <a:lnTo>
                    <a:pt x="430631" y="4161663"/>
                  </a:lnTo>
                  <a:lnTo>
                    <a:pt x="431088" y="4162882"/>
                  </a:lnTo>
                  <a:lnTo>
                    <a:pt x="431825" y="4164800"/>
                  </a:lnTo>
                  <a:lnTo>
                    <a:pt x="465861" y="4145140"/>
                  </a:lnTo>
                  <a:lnTo>
                    <a:pt x="469023" y="4140962"/>
                  </a:lnTo>
                  <a:lnTo>
                    <a:pt x="471030" y="4138320"/>
                  </a:lnTo>
                  <a:lnTo>
                    <a:pt x="471754" y="4137368"/>
                  </a:lnTo>
                  <a:close/>
                </a:path>
                <a:path w="7632065" h="4413250">
                  <a:moveTo>
                    <a:pt x="583958" y="4076877"/>
                  </a:moveTo>
                  <a:lnTo>
                    <a:pt x="583298" y="4074922"/>
                  </a:lnTo>
                  <a:lnTo>
                    <a:pt x="582879" y="4073702"/>
                  </a:lnTo>
                  <a:lnTo>
                    <a:pt x="582206" y="4071747"/>
                  </a:lnTo>
                  <a:lnTo>
                    <a:pt x="535368" y="4098810"/>
                  </a:lnTo>
                  <a:lnTo>
                    <a:pt x="536016" y="4100766"/>
                  </a:lnTo>
                  <a:lnTo>
                    <a:pt x="536422" y="4102011"/>
                  </a:lnTo>
                  <a:lnTo>
                    <a:pt x="537070" y="4103967"/>
                  </a:lnTo>
                  <a:lnTo>
                    <a:pt x="583958" y="4076877"/>
                  </a:lnTo>
                  <a:close/>
                </a:path>
                <a:path w="7632065" h="4413250">
                  <a:moveTo>
                    <a:pt x="765886" y="3968204"/>
                  </a:moveTo>
                  <a:lnTo>
                    <a:pt x="765771" y="3968026"/>
                  </a:lnTo>
                  <a:lnTo>
                    <a:pt x="764743" y="3966311"/>
                  </a:lnTo>
                  <a:lnTo>
                    <a:pt x="723658" y="3990035"/>
                  </a:lnTo>
                  <a:lnTo>
                    <a:pt x="724395" y="3991927"/>
                  </a:lnTo>
                  <a:lnTo>
                    <a:pt x="724852" y="3993121"/>
                  </a:lnTo>
                  <a:lnTo>
                    <a:pt x="725589" y="3995013"/>
                  </a:lnTo>
                  <a:lnTo>
                    <a:pt x="761123" y="3974477"/>
                  </a:lnTo>
                  <a:lnTo>
                    <a:pt x="764247" y="3970350"/>
                  </a:lnTo>
                  <a:lnTo>
                    <a:pt x="765886" y="3968204"/>
                  </a:lnTo>
                  <a:close/>
                </a:path>
                <a:path w="7632065" h="4413250">
                  <a:moveTo>
                    <a:pt x="876757" y="3907637"/>
                  </a:moveTo>
                  <a:lnTo>
                    <a:pt x="876109" y="3905720"/>
                  </a:lnTo>
                  <a:lnTo>
                    <a:pt x="875703" y="3904500"/>
                  </a:lnTo>
                  <a:lnTo>
                    <a:pt x="875068" y="3902570"/>
                  </a:lnTo>
                  <a:lnTo>
                    <a:pt x="828205" y="3929646"/>
                  </a:lnTo>
                  <a:lnTo>
                    <a:pt x="828852" y="3931577"/>
                  </a:lnTo>
                  <a:lnTo>
                    <a:pt x="829259" y="3932796"/>
                  </a:lnTo>
                  <a:lnTo>
                    <a:pt x="829906" y="3934726"/>
                  </a:lnTo>
                  <a:lnTo>
                    <a:pt x="876757" y="3907637"/>
                  </a:lnTo>
                  <a:close/>
                </a:path>
                <a:path w="7632065" h="4413250">
                  <a:moveTo>
                    <a:pt x="996188" y="3832606"/>
                  </a:moveTo>
                  <a:lnTo>
                    <a:pt x="952106" y="3858069"/>
                  </a:lnTo>
                  <a:lnTo>
                    <a:pt x="952334" y="3860228"/>
                  </a:lnTo>
                  <a:lnTo>
                    <a:pt x="952474" y="3861587"/>
                  </a:lnTo>
                  <a:lnTo>
                    <a:pt x="952703" y="3863746"/>
                  </a:lnTo>
                  <a:lnTo>
                    <a:pt x="996073" y="3838676"/>
                  </a:lnTo>
                  <a:lnTo>
                    <a:pt x="996111" y="3836365"/>
                  </a:lnTo>
                  <a:lnTo>
                    <a:pt x="996137" y="3834917"/>
                  </a:lnTo>
                  <a:lnTo>
                    <a:pt x="996188" y="3832606"/>
                  </a:lnTo>
                  <a:close/>
                </a:path>
                <a:path w="7632065" h="4413250">
                  <a:moveTo>
                    <a:pt x="1141158" y="3754818"/>
                  </a:moveTo>
                  <a:lnTo>
                    <a:pt x="1140891" y="3752697"/>
                  </a:lnTo>
                  <a:lnTo>
                    <a:pt x="1140726" y="3751376"/>
                  </a:lnTo>
                  <a:lnTo>
                    <a:pt x="1140460" y="3749256"/>
                  </a:lnTo>
                  <a:lnTo>
                    <a:pt x="1091298" y="3777665"/>
                  </a:lnTo>
                  <a:lnTo>
                    <a:pt x="1091425" y="3779863"/>
                  </a:lnTo>
                  <a:lnTo>
                    <a:pt x="1091501" y="3781247"/>
                  </a:lnTo>
                  <a:lnTo>
                    <a:pt x="1091628" y="3783444"/>
                  </a:lnTo>
                  <a:lnTo>
                    <a:pt x="1141158" y="3754818"/>
                  </a:lnTo>
                  <a:close/>
                </a:path>
                <a:path w="7632065" h="4413250">
                  <a:moveTo>
                    <a:pt x="1460284" y="3570363"/>
                  </a:moveTo>
                  <a:lnTo>
                    <a:pt x="1459661" y="3568496"/>
                  </a:lnTo>
                  <a:lnTo>
                    <a:pt x="1459268" y="3567315"/>
                  </a:lnTo>
                  <a:lnTo>
                    <a:pt x="1458645" y="3565448"/>
                  </a:lnTo>
                  <a:lnTo>
                    <a:pt x="1411541" y="3592652"/>
                  </a:lnTo>
                  <a:lnTo>
                    <a:pt x="1412176" y="3594531"/>
                  </a:lnTo>
                  <a:lnTo>
                    <a:pt x="1412570" y="3595700"/>
                  </a:lnTo>
                  <a:lnTo>
                    <a:pt x="1413205" y="3597579"/>
                  </a:lnTo>
                  <a:lnTo>
                    <a:pt x="1460284" y="3570363"/>
                  </a:lnTo>
                  <a:close/>
                </a:path>
                <a:path w="7632065" h="4413250">
                  <a:moveTo>
                    <a:pt x="1690954" y="3431756"/>
                  </a:moveTo>
                  <a:lnTo>
                    <a:pt x="1690700" y="3431400"/>
                  </a:lnTo>
                  <a:lnTo>
                    <a:pt x="1649209" y="3455365"/>
                  </a:lnTo>
                  <a:lnTo>
                    <a:pt x="1649882" y="3457181"/>
                  </a:lnTo>
                  <a:lnTo>
                    <a:pt x="1650314" y="3458324"/>
                  </a:lnTo>
                  <a:lnTo>
                    <a:pt x="1650987" y="3460140"/>
                  </a:lnTo>
                  <a:lnTo>
                    <a:pt x="1684223" y="3440938"/>
                  </a:lnTo>
                  <a:lnTo>
                    <a:pt x="1687029" y="3437102"/>
                  </a:lnTo>
                  <a:lnTo>
                    <a:pt x="1688782" y="3434702"/>
                  </a:lnTo>
                  <a:lnTo>
                    <a:pt x="1690954" y="3431756"/>
                  </a:lnTo>
                  <a:close/>
                </a:path>
                <a:path w="7632065" h="4413250">
                  <a:moveTo>
                    <a:pt x="1803412" y="3372040"/>
                  </a:moveTo>
                  <a:lnTo>
                    <a:pt x="1802790" y="3370211"/>
                  </a:lnTo>
                  <a:lnTo>
                    <a:pt x="1802409" y="3369056"/>
                  </a:lnTo>
                  <a:lnTo>
                    <a:pt x="1801787" y="3367227"/>
                  </a:lnTo>
                  <a:lnTo>
                    <a:pt x="1754911" y="3394303"/>
                  </a:lnTo>
                  <a:lnTo>
                    <a:pt x="1755533" y="3396145"/>
                  </a:lnTo>
                  <a:lnTo>
                    <a:pt x="1755914" y="3397300"/>
                  </a:lnTo>
                  <a:lnTo>
                    <a:pt x="1756537" y="3399142"/>
                  </a:lnTo>
                  <a:lnTo>
                    <a:pt x="1803412" y="3372040"/>
                  </a:lnTo>
                  <a:close/>
                </a:path>
                <a:path w="7632065" h="4413250">
                  <a:moveTo>
                    <a:pt x="1924342" y="3296424"/>
                  </a:moveTo>
                  <a:lnTo>
                    <a:pt x="1880387" y="3321812"/>
                  </a:lnTo>
                  <a:lnTo>
                    <a:pt x="1880489" y="3322218"/>
                  </a:lnTo>
                  <a:lnTo>
                    <a:pt x="1880565" y="3323894"/>
                  </a:lnTo>
                  <a:lnTo>
                    <a:pt x="1880616" y="3325228"/>
                  </a:lnTo>
                  <a:lnTo>
                    <a:pt x="1880704" y="3327362"/>
                  </a:lnTo>
                  <a:lnTo>
                    <a:pt x="1924265" y="3302190"/>
                  </a:lnTo>
                  <a:lnTo>
                    <a:pt x="1924291" y="3299993"/>
                  </a:lnTo>
                  <a:lnTo>
                    <a:pt x="1924316" y="3298621"/>
                  </a:lnTo>
                  <a:lnTo>
                    <a:pt x="1924342" y="3296424"/>
                  </a:lnTo>
                  <a:close/>
                </a:path>
                <a:path w="7632065" h="4413250">
                  <a:moveTo>
                    <a:pt x="2022856" y="3245205"/>
                  </a:moveTo>
                  <a:lnTo>
                    <a:pt x="2022525" y="3243224"/>
                  </a:lnTo>
                  <a:lnTo>
                    <a:pt x="2022322" y="3241992"/>
                  </a:lnTo>
                  <a:lnTo>
                    <a:pt x="2021992" y="3240011"/>
                  </a:lnTo>
                  <a:lnTo>
                    <a:pt x="1974303" y="3267557"/>
                  </a:lnTo>
                  <a:lnTo>
                    <a:pt x="1974418" y="3269665"/>
                  </a:lnTo>
                  <a:lnTo>
                    <a:pt x="1974494" y="3270986"/>
                  </a:lnTo>
                  <a:lnTo>
                    <a:pt x="1974596" y="3273094"/>
                  </a:lnTo>
                  <a:lnTo>
                    <a:pt x="2022856" y="3245205"/>
                  </a:lnTo>
                  <a:close/>
                </a:path>
                <a:path w="7632065" h="4413250">
                  <a:moveTo>
                    <a:pt x="2235657" y="3122206"/>
                  </a:moveTo>
                  <a:lnTo>
                    <a:pt x="2235022" y="3120860"/>
                  </a:lnTo>
                  <a:lnTo>
                    <a:pt x="2234806" y="3120555"/>
                  </a:lnTo>
                  <a:lnTo>
                    <a:pt x="2234146" y="3119602"/>
                  </a:lnTo>
                  <a:lnTo>
                    <a:pt x="2233091" y="3118066"/>
                  </a:lnTo>
                  <a:lnTo>
                    <a:pt x="2182495" y="3147288"/>
                  </a:lnTo>
                  <a:lnTo>
                    <a:pt x="2183206" y="3148292"/>
                  </a:lnTo>
                  <a:lnTo>
                    <a:pt x="2183485" y="3148876"/>
                  </a:lnTo>
                  <a:lnTo>
                    <a:pt x="2183993" y="3149917"/>
                  </a:lnTo>
                  <a:lnTo>
                    <a:pt x="2184806" y="3151594"/>
                  </a:lnTo>
                  <a:lnTo>
                    <a:pt x="2235657" y="3122206"/>
                  </a:lnTo>
                  <a:close/>
                </a:path>
                <a:path w="7632065" h="4413250">
                  <a:moveTo>
                    <a:pt x="2306091" y="3075889"/>
                  </a:moveTo>
                  <a:lnTo>
                    <a:pt x="2265311" y="3099447"/>
                  </a:lnTo>
                  <a:lnTo>
                    <a:pt x="2265959" y="3101225"/>
                  </a:lnTo>
                  <a:lnTo>
                    <a:pt x="2266365" y="3102318"/>
                  </a:lnTo>
                  <a:lnTo>
                    <a:pt x="2267000" y="3104096"/>
                  </a:lnTo>
                  <a:lnTo>
                    <a:pt x="2298966" y="3085617"/>
                  </a:lnTo>
                  <a:lnTo>
                    <a:pt x="2301684" y="3081909"/>
                  </a:lnTo>
                  <a:lnTo>
                    <a:pt x="2303373" y="3079597"/>
                  </a:lnTo>
                  <a:lnTo>
                    <a:pt x="2306091" y="3075889"/>
                  </a:lnTo>
                  <a:close/>
                </a:path>
                <a:path w="7632065" h="4413250">
                  <a:moveTo>
                    <a:pt x="2412784" y="3019831"/>
                  </a:moveTo>
                  <a:lnTo>
                    <a:pt x="2412200" y="3018040"/>
                  </a:lnTo>
                  <a:lnTo>
                    <a:pt x="2411844" y="3016935"/>
                  </a:lnTo>
                  <a:lnTo>
                    <a:pt x="2411260" y="3015145"/>
                  </a:lnTo>
                  <a:lnTo>
                    <a:pt x="2363355" y="3042805"/>
                  </a:lnTo>
                  <a:lnTo>
                    <a:pt x="2363927" y="3044609"/>
                  </a:lnTo>
                  <a:lnTo>
                    <a:pt x="2364282" y="3045726"/>
                  </a:lnTo>
                  <a:lnTo>
                    <a:pt x="2364854" y="3047530"/>
                  </a:lnTo>
                  <a:lnTo>
                    <a:pt x="2412784" y="3019831"/>
                  </a:lnTo>
                  <a:close/>
                </a:path>
                <a:path w="7632065" h="4413250">
                  <a:moveTo>
                    <a:pt x="2585174" y="2920200"/>
                  </a:moveTo>
                  <a:lnTo>
                    <a:pt x="2584564" y="2918434"/>
                  </a:lnTo>
                  <a:lnTo>
                    <a:pt x="2584196" y="2917342"/>
                  </a:lnTo>
                  <a:lnTo>
                    <a:pt x="2583586" y="2915589"/>
                  </a:lnTo>
                  <a:lnTo>
                    <a:pt x="2536380" y="2942856"/>
                  </a:lnTo>
                  <a:lnTo>
                    <a:pt x="2536977" y="2944634"/>
                  </a:lnTo>
                  <a:lnTo>
                    <a:pt x="2537345" y="2945727"/>
                  </a:lnTo>
                  <a:lnTo>
                    <a:pt x="2537942" y="2947492"/>
                  </a:lnTo>
                  <a:lnTo>
                    <a:pt x="2585174" y="2920200"/>
                  </a:lnTo>
                  <a:close/>
                </a:path>
                <a:path w="7632065" h="4413250">
                  <a:moveTo>
                    <a:pt x="2695270" y="2852636"/>
                  </a:moveTo>
                  <a:lnTo>
                    <a:pt x="2694749" y="2851366"/>
                  </a:lnTo>
                  <a:lnTo>
                    <a:pt x="2653487" y="2875203"/>
                  </a:lnTo>
                  <a:lnTo>
                    <a:pt x="2654147" y="2876931"/>
                  </a:lnTo>
                  <a:lnTo>
                    <a:pt x="2654554" y="2877997"/>
                  </a:lnTo>
                  <a:lnTo>
                    <a:pt x="2655201" y="2879712"/>
                  </a:lnTo>
                  <a:lnTo>
                    <a:pt x="2689974" y="2859621"/>
                  </a:lnTo>
                  <a:lnTo>
                    <a:pt x="2692793" y="2855887"/>
                  </a:lnTo>
                  <a:lnTo>
                    <a:pt x="2694546" y="2853575"/>
                  </a:lnTo>
                  <a:lnTo>
                    <a:pt x="2695270" y="2852636"/>
                  </a:lnTo>
                  <a:close/>
                </a:path>
                <a:path w="7632065" h="4413250">
                  <a:moveTo>
                    <a:pt x="2807538" y="2791663"/>
                  </a:moveTo>
                  <a:lnTo>
                    <a:pt x="2806954" y="2789923"/>
                  </a:lnTo>
                  <a:lnTo>
                    <a:pt x="2806598" y="2788843"/>
                  </a:lnTo>
                  <a:lnTo>
                    <a:pt x="2806014" y="2787091"/>
                  </a:lnTo>
                  <a:lnTo>
                    <a:pt x="2759151" y="2814167"/>
                  </a:lnTo>
                  <a:lnTo>
                    <a:pt x="2759735" y="2815920"/>
                  </a:lnTo>
                  <a:lnTo>
                    <a:pt x="2760091" y="2816999"/>
                  </a:lnTo>
                  <a:lnTo>
                    <a:pt x="2760675" y="2818752"/>
                  </a:lnTo>
                  <a:lnTo>
                    <a:pt x="2807538" y="2791663"/>
                  </a:lnTo>
                  <a:close/>
                </a:path>
                <a:path w="7632065" h="4413250">
                  <a:moveTo>
                    <a:pt x="2927096" y="2717152"/>
                  </a:moveTo>
                  <a:lnTo>
                    <a:pt x="2882620" y="2742844"/>
                  </a:lnTo>
                  <a:lnTo>
                    <a:pt x="2882798" y="2744813"/>
                  </a:lnTo>
                  <a:lnTo>
                    <a:pt x="2882912" y="2746032"/>
                  </a:lnTo>
                  <a:lnTo>
                    <a:pt x="2883090" y="2748000"/>
                  </a:lnTo>
                  <a:lnTo>
                    <a:pt x="2926981" y="2722626"/>
                  </a:lnTo>
                  <a:lnTo>
                    <a:pt x="2927032" y="2720530"/>
                  </a:lnTo>
                  <a:lnTo>
                    <a:pt x="2927045" y="2719247"/>
                  </a:lnTo>
                  <a:lnTo>
                    <a:pt x="2927096" y="2717152"/>
                  </a:lnTo>
                  <a:close/>
                </a:path>
                <a:path w="7632065" h="4413250">
                  <a:moveTo>
                    <a:pt x="3324136" y="2493073"/>
                  </a:moveTo>
                  <a:lnTo>
                    <a:pt x="3323094" y="2491651"/>
                  </a:lnTo>
                  <a:lnTo>
                    <a:pt x="3322751" y="2491168"/>
                  </a:lnTo>
                  <a:lnTo>
                    <a:pt x="3322421" y="2490800"/>
                  </a:lnTo>
                  <a:lnTo>
                    <a:pt x="3321227" y="2489466"/>
                  </a:lnTo>
                  <a:lnTo>
                    <a:pt x="3272180" y="2517800"/>
                  </a:lnTo>
                  <a:lnTo>
                    <a:pt x="3273260" y="2519197"/>
                  </a:lnTo>
                  <a:lnTo>
                    <a:pt x="3273933" y="2520061"/>
                  </a:lnTo>
                  <a:lnTo>
                    <a:pt x="3275012" y="2521470"/>
                  </a:lnTo>
                  <a:lnTo>
                    <a:pt x="3324136" y="2493073"/>
                  </a:lnTo>
                  <a:close/>
                </a:path>
                <a:path w="7632065" h="4413250">
                  <a:moveTo>
                    <a:pt x="3425240" y="2429383"/>
                  </a:moveTo>
                  <a:lnTo>
                    <a:pt x="3400387" y="2443734"/>
                  </a:lnTo>
                  <a:lnTo>
                    <a:pt x="3400336" y="2445778"/>
                  </a:lnTo>
                  <a:lnTo>
                    <a:pt x="3400298" y="2447048"/>
                  </a:lnTo>
                  <a:lnTo>
                    <a:pt x="3400247" y="2449093"/>
                  </a:lnTo>
                  <a:lnTo>
                    <a:pt x="3425012" y="2434767"/>
                  </a:lnTo>
                  <a:lnTo>
                    <a:pt x="3425101" y="2432710"/>
                  </a:lnTo>
                  <a:lnTo>
                    <a:pt x="3425152" y="2431440"/>
                  </a:lnTo>
                  <a:lnTo>
                    <a:pt x="3425240" y="2429383"/>
                  </a:lnTo>
                  <a:close/>
                </a:path>
                <a:path w="7632065" h="4413250">
                  <a:moveTo>
                    <a:pt x="3552304" y="2361196"/>
                  </a:moveTo>
                  <a:lnTo>
                    <a:pt x="3551986" y="2359380"/>
                  </a:lnTo>
                  <a:lnTo>
                    <a:pt x="3551796" y="2358275"/>
                  </a:lnTo>
                  <a:lnTo>
                    <a:pt x="3551478" y="2356459"/>
                  </a:lnTo>
                  <a:lnTo>
                    <a:pt x="3503485" y="2384183"/>
                  </a:lnTo>
                  <a:lnTo>
                    <a:pt x="3503587" y="2386126"/>
                  </a:lnTo>
                  <a:lnTo>
                    <a:pt x="3503638" y="2387320"/>
                  </a:lnTo>
                  <a:lnTo>
                    <a:pt x="3503739" y="2389263"/>
                  </a:lnTo>
                  <a:lnTo>
                    <a:pt x="3552304" y="2361196"/>
                  </a:lnTo>
                  <a:close/>
                </a:path>
                <a:path w="7632065" h="4413250">
                  <a:moveTo>
                    <a:pt x="3764381" y="2238616"/>
                  </a:moveTo>
                  <a:lnTo>
                    <a:pt x="3763657" y="2237067"/>
                  </a:lnTo>
                  <a:lnTo>
                    <a:pt x="3763086" y="2236190"/>
                  </a:lnTo>
                  <a:lnTo>
                    <a:pt x="3762146" y="2234755"/>
                  </a:lnTo>
                  <a:lnTo>
                    <a:pt x="3712565" y="2263394"/>
                  </a:lnTo>
                  <a:lnTo>
                    <a:pt x="3713302" y="2264372"/>
                  </a:lnTo>
                  <a:lnTo>
                    <a:pt x="3713518" y="2264829"/>
                  </a:lnTo>
                  <a:lnTo>
                    <a:pt x="3713975" y="2265769"/>
                  </a:lnTo>
                  <a:lnTo>
                    <a:pt x="3714724" y="2267318"/>
                  </a:lnTo>
                  <a:lnTo>
                    <a:pt x="3764381" y="2238616"/>
                  </a:lnTo>
                  <a:close/>
                </a:path>
                <a:path w="7632065" h="4413250">
                  <a:moveTo>
                    <a:pt x="3837914" y="2196122"/>
                  </a:moveTo>
                  <a:lnTo>
                    <a:pt x="3836835" y="2194776"/>
                  </a:lnTo>
                  <a:lnTo>
                    <a:pt x="3836174" y="2193950"/>
                  </a:lnTo>
                  <a:lnTo>
                    <a:pt x="3835108" y="2192604"/>
                  </a:lnTo>
                  <a:lnTo>
                    <a:pt x="3794493" y="2216073"/>
                  </a:lnTo>
                  <a:lnTo>
                    <a:pt x="3795039" y="2217724"/>
                  </a:lnTo>
                  <a:lnTo>
                    <a:pt x="3795369" y="2218740"/>
                  </a:lnTo>
                  <a:lnTo>
                    <a:pt x="3795903" y="2220404"/>
                  </a:lnTo>
                  <a:lnTo>
                    <a:pt x="3837914" y="2196122"/>
                  </a:lnTo>
                  <a:close/>
                </a:path>
                <a:path w="7632065" h="4413250">
                  <a:moveTo>
                    <a:pt x="3982910" y="2112314"/>
                  </a:moveTo>
                  <a:lnTo>
                    <a:pt x="3982364" y="2110676"/>
                  </a:lnTo>
                  <a:lnTo>
                    <a:pt x="3982034" y="2109686"/>
                  </a:lnTo>
                  <a:lnTo>
                    <a:pt x="3981475" y="2108047"/>
                  </a:lnTo>
                  <a:lnTo>
                    <a:pt x="3933990" y="2135492"/>
                  </a:lnTo>
                  <a:lnTo>
                    <a:pt x="3934536" y="2137130"/>
                  </a:lnTo>
                  <a:lnTo>
                    <a:pt x="3934866" y="2138134"/>
                  </a:lnTo>
                  <a:lnTo>
                    <a:pt x="3935412" y="2139772"/>
                  </a:lnTo>
                  <a:lnTo>
                    <a:pt x="3982910" y="2112314"/>
                  </a:lnTo>
                  <a:close/>
                </a:path>
                <a:path w="7632065" h="4413250">
                  <a:moveTo>
                    <a:pt x="4120210" y="2028151"/>
                  </a:moveTo>
                  <a:lnTo>
                    <a:pt x="4120108" y="2027974"/>
                  </a:lnTo>
                  <a:lnTo>
                    <a:pt x="4078541" y="2051977"/>
                  </a:lnTo>
                  <a:lnTo>
                    <a:pt x="4079138" y="2053577"/>
                  </a:lnTo>
                  <a:lnTo>
                    <a:pt x="4079494" y="2054555"/>
                  </a:lnTo>
                  <a:lnTo>
                    <a:pt x="4080091" y="2056142"/>
                  </a:lnTo>
                  <a:lnTo>
                    <a:pt x="4114088" y="2036495"/>
                  </a:lnTo>
                  <a:lnTo>
                    <a:pt x="4116552" y="2033130"/>
                  </a:lnTo>
                  <a:lnTo>
                    <a:pt x="4118051" y="2031085"/>
                  </a:lnTo>
                  <a:lnTo>
                    <a:pt x="4120210" y="2028151"/>
                  </a:lnTo>
                  <a:close/>
                </a:path>
                <a:path w="7632065" h="4413250">
                  <a:moveTo>
                    <a:pt x="4232287" y="1968169"/>
                  </a:moveTo>
                  <a:lnTo>
                    <a:pt x="4231754" y="1966569"/>
                  </a:lnTo>
                  <a:lnTo>
                    <a:pt x="4231424" y="1965579"/>
                  </a:lnTo>
                  <a:lnTo>
                    <a:pt x="4230890" y="1963978"/>
                  </a:lnTo>
                  <a:lnTo>
                    <a:pt x="4184027" y="1991042"/>
                  </a:lnTo>
                  <a:lnTo>
                    <a:pt x="4184573" y="1992655"/>
                  </a:lnTo>
                  <a:lnTo>
                    <a:pt x="4184904" y="1993646"/>
                  </a:lnTo>
                  <a:lnTo>
                    <a:pt x="4185437" y="1995258"/>
                  </a:lnTo>
                  <a:lnTo>
                    <a:pt x="4232287" y="1968169"/>
                  </a:lnTo>
                  <a:close/>
                </a:path>
                <a:path w="7632065" h="4413250">
                  <a:moveTo>
                    <a:pt x="4352023" y="1893989"/>
                  </a:moveTo>
                  <a:lnTo>
                    <a:pt x="4308043" y="1919401"/>
                  </a:lnTo>
                  <a:lnTo>
                    <a:pt x="4308221" y="1921205"/>
                  </a:lnTo>
                  <a:lnTo>
                    <a:pt x="4308335" y="1922310"/>
                  </a:lnTo>
                  <a:lnTo>
                    <a:pt x="4308526" y="1924113"/>
                  </a:lnTo>
                  <a:lnTo>
                    <a:pt x="4351934" y="1899018"/>
                  </a:lnTo>
                  <a:lnTo>
                    <a:pt x="4351972" y="1897087"/>
                  </a:lnTo>
                  <a:lnTo>
                    <a:pt x="4351998" y="1895919"/>
                  </a:lnTo>
                  <a:lnTo>
                    <a:pt x="4352023" y="1893989"/>
                  </a:lnTo>
                  <a:close/>
                </a:path>
                <a:path w="7632065" h="4413250">
                  <a:moveTo>
                    <a:pt x="4469206" y="1826983"/>
                  </a:moveTo>
                  <a:lnTo>
                    <a:pt x="4468850" y="1826514"/>
                  </a:lnTo>
                  <a:lnTo>
                    <a:pt x="4427220" y="1850555"/>
                  </a:lnTo>
                  <a:lnTo>
                    <a:pt x="4427817" y="1852104"/>
                  </a:lnTo>
                  <a:lnTo>
                    <a:pt x="4428172" y="1853057"/>
                  </a:lnTo>
                  <a:lnTo>
                    <a:pt x="4428769" y="1854606"/>
                  </a:lnTo>
                  <a:lnTo>
                    <a:pt x="4463783" y="1834375"/>
                  </a:lnTo>
                  <a:lnTo>
                    <a:pt x="4466196" y="1831086"/>
                  </a:lnTo>
                  <a:lnTo>
                    <a:pt x="4467657" y="1829092"/>
                  </a:lnTo>
                  <a:lnTo>
                    <a:pt x="4469206" y="1826983"/>
                  </a:lnTo>
                  <a:close/>
                </a:path>
                <a:path w="7632065" h="4413250">
                  <a:moveTo>
                    <a:pt x="4579950" y="1767230"/>
                  </a:moveTo>
                  <a:lnTo>
                    <a:pt x="4579429" y="1765655"/>
                  </a:lnTo>
                  <a:lnTo>
                    <a:pt x="4579112" y="1764690"/>
                  </a:lnTo>
                  <a:lnTo>
                    <a:pt x="4578591" y="1763115"/>
                  </a:lnTo>
                  <a:lnTo>
                    <a:pt x="4532211" y="1789899"/>
                  </a:lnTo>
                  <a:lnTo>
                    <a:pt x="4532757" y="1791474"/>
                  </a:lnTo>
                  <a:lnTo>
                    <a:pt x="4533074" y="1792439"/>
                  </a:lnTo>
                  <a:lnTo>
                    <a:pt x="4533620" y="1794014"/>
                  </a:lnTo>
                  <a:lnTo>
                    <a:pt x="4579950" y="1767230"/>
                  </a:lnTo>
                  <a:close/>
                </a:path>
                <a:path w="7632065" h="4413250">
                  <a:moveTo>
                    <a:pt x="4976342" y="1533347"/>
                  </a:moveTo>
                  <a:lnTo>
                    <a:pt x="4935105" y="1557159"/>
                  </a:lnTo>
                  <a:lnTo>
                    <a:pt x="4935182" y="1557426"/>
                  </a:lnTo>
                  <a:lnTo>
                    <a:pt x="4935652" y="1558683"/>
                  </a:lnTo>
                  <a:lnTo>
                    <a:pt x="4936007" y="1559598"/>
                  </a:lnTo>
                  <a:lnTo>
                    <a:pt x="4936566" y="1561109"/>
                  </a:lnTo>
                  <a:lnTo>
                    <a:pt x="4970259" y="1541640"/>
                  </a:lnTo>
                  <a:lnTo>
                    <a:pt x="4972596" y="1538452"/>
                  </a:lnTo>
                  <a:lnTo>
                    <a:pt x="4974006" y="1536522"/>
                  </a:lnTo>
                  <a:lnTo>
                    <a:pt x="4976342" y="1533347"/>
                  </a:lnTo>
                  <a:close/>
                </a:path>
                <a:path w="7632065" h="4413250">
                  <a:moveTo>
                    <a:pt x="5063363" y="1487817"/>
                  </a:moveTo>
                  <a:lnTo>
                    <a:pt x="5063325" y="1486014"/>
                  </a:lnTo>
                  <a:lnTo>
                    <a:pt x="5063312" y="1484922"/>
                  </a:lnTo>
                  <a:lnTo>
                    <a:pt x="5063274" y="1483118"/>
                  </a:lnTo>
                  <a:lnTo>
                    <a:pt x="5046942" y="1492554"/>
                  </a:lnTo>
                  <a:lnTo>
                    <a:pt x="5046967" y="1494358"/>
                  </a:lnTo>
                  <a:lnTo>
                    <a:pt x="5046992" y="1495450"/>
                  </a:lnTo>
                  <a:lnTo>
                    <a:pt x="5047018" y="1497266"/>
                  </a:lnTo>
                  <a:lnTo>
                    <a:pt x="5063363" y="1487817"/>
                  </a:lnTo>
                  <a:close/>
                </a:path>
                <a:path w="7632065" h="4413250">
                  <a:moveTo>
                    <a:pt x="5148326" y="1438719"/>
                  </a:moveTo>
                  <a:lnTo>
                    <a:pt x="5147424" y="1437424"/>
                  </a:lnTo>
                  <a:lnTo>
                    <a:pt x="5146878" y="1436636"/>
                  </a:lnTo>
                  <a:lnTo>
                    <a:pt x="5145976" y="1435341"/>
                  </a:lnTo>
                  <a:lnTo>
                    <a:pt x="5098453" y="1462798"/>
                  </a:lnTo>
                  <a:lnTo>
                    <a:pt x="5099367" y="1464094"/>
                  </a:lnTo>
                  <a:lnTo>
                    <a:pt x="5099913" y="1464868"/>
                  </a:lnTo>
                  <a:lnTo>
                    <a:pt x="5100828" y="1466164"/>
                  </a:lnTo>
                  <a:lnTo>
                    <a:pt x="5148326" y="1438719"/>
                  </a:lnTo>
                  <a:close/>
                </a:path>
                <a:path w="7632065" h="4413250">
                  <a:moveTo>
                    <a:pt x="5276888" y="1364411"/>
                  </a:moveTo>
                  <a:lnTo>
                    <a:pt x="5275897" y="1363179"/>
                  </a:lnTo>
                  <a:lnTo>
                    <a:pt x="5275300" y="1362430"/>
                  </a:lnTo>
                  <a:lnTo>
                    <a:pt x="5274322" y="1361198"/>
                  </a:lnTo>
                  <a:lnTo>
                    <a:pt x="5234698" y="1384096"/>
                  </a:lnTo>
                  <a:lnTo>
                    <a:pt x="5235194" y="1385608"/>
                  </a:lnTo>
                  <a:lnTo>
                    <a:pt x="5235486" y="1386522"/>
                  </a:lnTo>
                  <a:lnTo>
                    <a:pt x="5235981" y="1388046"/>
                  </a:lnTo>
                  <a:lnTo>
                    <a:pt x="5276888" y="1364411"/>
                  </a:lnTo>
                  <a:close/>
                </a:path>
                <a:path w="7632065" h="4413250">
                  <a:moveTo>
                    <a:pt x="5422798" y="1280071"/>
                  </a:moveTo>
                  <a:lnTo>
                    <a:pt x="5422290" y="1278572"/>
                  </a:lnTo>
                  <a:lnTo>
                    <a:pt x="5421985" y="1277683"/>
                  </a:lnTo>
                  <a:lnTo>
                    <a:pt x="5421477" y="1276184"/>
                  </a:lnTo>
                  <a:lnTo>
                    <a:pt x="5374208" y="1303502"/>
                  </a:lnTo>
                  <a:lnTo>
                    <a:pt x="5374703" y="1305001"/>
                  </a:lnTo>
                  <a:lnTo>
                    <a:pt x="5375008" y="1305902"/>
                  </a:lnTo>
                  <a:lnTo>
                    <a:pt x="5375503" y="1307401"/>
                  </a:lnTo>
                  <a:lnTo>
                    <a:pt x="5422798" y="1280071"/>
                  </a:lnTo>
                  <a:close/>
                </a:path>
                <a:path w="7632065" h="4413250">
                  <a:moveTo>
                    <a:pt x="5560580" y="1200442"/>
                  </a:moveTo>
                  <a:lnTo>
                    <a:pt x="5559780" y="1199121"/>
                  </a:lnTo>
                  <a:lnTo>
                    <a:pt x="5559310" y="1198333"/>
                  </a:lnTo>
                  <a:lnTo>
                    <a:pt x="5558866" y="1197571"/>
                  </a:lnTo>
                  <a:lnTo>
                    <a:pt x="5558472" y="1197051"/>
                  </a:lnTo>
                  <a:lnTo>
                    <a:pt x="5517997" y="1220431"/>
                  </a:lnTo>
                  <a:lnTo>
                    <a:pt x="5518480" y="1221930"/>
                  </a:lnTo>
                  <a:lnTo>
                    <a:pt x="5518772" y="1222832"/>
                  </a:lnTo>
                  <a:lnTo>
                    <a:pt x="5519255" y="1224318"/>
                  </a:lnTo>
                  <a:lnTo>
                    <a:pt x="5560580" y="1200442"/>
                  </a:lnTo>
                  <a:close/>
                </a:path>
                <a:path w="7632065" h="4413250">
                  <a:moveTo>
                    <a:pt x="5706478" y="1116101"/>
                  </a:moveTo>
                  <a:lnTo>
                    <a:pt x="5705983" y="1114640"/>
                  </a:lnTo>
                  <a:lnTo>
                    <a:pt x="5705678" y="1113764"/>
                  </a:lnTo>
                  <a:lnTo>
                    <a:pt x="5705183" y="1112304"/>
                  </a:lnTo>
                  <a:lnTo>
                    <a:pt x="5657481" y="1139863"/>
                  </a:lnTo>
                  <a:lnTo>
                    <a:pt x="5657964" y="1141336"/>
                  </a:lnTo>
                  <a:lnTo>
                    <a:pt x="5658256" y="1142212"/>
                  </a:lnTo>
                  <a:lnTo>
                    <a:pt x="5658751" y="1143685"/>
                  </a:lnTo>
                  <a:lnTo>
                    <a:pt x="5706478" y="1116101"/>
                  </a:lnTo>
                  <a:close/>
                </a:path>
                <a:path w="7632065" h="4413250">
                  <a:moveTo>
                    <a:pt x="5843854" y="1032979"/>
                  </a:moveTo>
                  <a:lnTo>
                    <a:pt x="5843587" y="1032344"/>
                  </a:lnTo>
                  <a:lnTo>
                    <a:pt x="5802312" y="1056195"/>
                  </a:lnTo>
                  <a:lnTo>
                    <a:pt x="5802858" y="1057617"/>
                  </a:lnTo>
                  <a:lnTo>
                    <a:pt x="5803176" y="1058468"/>
                  </a:lnTo>
                  <a:lnTo>
                    <a:pt x="5803722" y="1059903"/>
                  </a:lnTo>
                  <a:lnTo>
                    <a:pt x="5838825" y="1039609"/>
                  </a:lnTo>
                  <a:lnTo>
                    <a:pt x="5841162" y="1036523"/>
                  </a:lnTo>
                  <a:lnTo>
                    <a:pt x="5842571" y="1034669"/>
                  </a:lnTo>
                  <a:lnTo>
                    <a:pt x="5843854" y="1032979"/>
                  </a:lnTo>
                  <a:close/>
                </a:path>
                <a:path w="7632065" h="4413250">
                  <a:moveTo>
                    <a:pt x="5954534" y="972731"/>
                  </a:moveTo>
                  <a:lnTo>
                    <a:pt x="5954065" y="971283"/>
                  </a:lnTo>
                  <a:lnTo>
                    <a:pt x="5953785" y="970407"/>
                  </a:lnTo>
                  <a:lnTo>
                    <a:pt x="5953315" y="968959"/>
                  </a:lnTo>
                  <a:lnTo>
                    <a:pt x="5907773" y="995273"/>
                  </a:lnTo>
                  <a:lnTo>
                    <a:pt x="5908243" y="996721"/>
                  </a:lnTo>
                  <a:lnTo>
                    <a:pt x="5908535" y="997585"/>
                  </a:lnTo>
                  <a:lnTo>
                    <a:pt x="5909018" y="999045"/>
                  </a:lnTo>
                  <a:lnTo>
                    <a:pt x="5954534" y="972731"/>
                  </a:lnTo>
                  <a:close/>
                </a:path>
                <a:path w="7632065" h="4413250">
                  <a:moveTo>
                    <a:pt x="6164973" y="846683"/>
                  </a:moveTo>
                  <a:lnTo>
                    <a:pt x="6125692" y="869378"/>
                  </a:lnTo>
                  <a:lnTo>
                    <a:pt x="6126213" y="870788"/>
                  </a:lnTo>
                  <a:lnTo>
                    <a:pt x="6126531" y="871613"/>
                  </a:lnTo>
                  <a:lnTo>
                    <a:pt x="6127064" y="873010"/>
                  </a:lnTo>
                  <a:lnTo>
                    <a:pt x="6159360" y="854354"/>
                  </a:lnTo>
                  <a:lnTo>
                    <a:pt x="6161519" y="851395"/>
                  </a:lnTo>
                  <a:lnTo>
                    <a:pt x="6162802" y="849642"/>
                  </a:lnTo>
                  <a:lnTo>
                    <a:pt x="6164973" y="846683"/>
                  </a:lnTo>
                  <a:close/>
                </a:path>
                <a:path w="7632065" h="4413250">
                  <a:moveTo>
                    <a:pt x="6267932" y="791591"/>
                  </a:moveTo>
                  <a:lnTo>
                    <a:pt x="6267437" y="790181"/>
                  </a:lnTo>
                  <a:lnTo>
                    <a:pt x="6267145" y="789355"/>
                  </a:lnTo>
                  <a:lnTo>
                    <a:pt x="6266650" y="787946"/>
                  </a:lnTo>
                  <a:lnTo>
                    <a:pt x="6230963" y="808570"/>
                  </a:lnTo>
                  <a:lnTo>
                    <a:pt x="6231445" y="809980"/>
                  </a:lnTo>
                  <a:lnTo>
                    <a:pt x="6231737" y="810818"/>
                  </a:lnTo>
                  <a:lnTo>
                    <a:pt x="6232220" y="812241"/>
                  </a:lnTo>
                  <a:lnTo>
                    <a:pt x="6267932" y="791591"/>
                  </a:lnTo>
                  <a:close/>
                </a:path>
                <a:path w="7632065" h="4413250">
                  <a:moveTo>
                    <a:pt x="6334353" y="753198"/>
                  </a:moveTo>
                  <a:lnTo>
                    <a:pt x="6332956" y="752322"/>
                  </a:lnTo>
                  <a:lnTo>
                    <a:pt x="6332131" y="751801"/>
                  </a:lnTo>
                  <a:lnTo>
                    <a:pt x="6330734" y="750938"/>
                  </a:lnTo>
                  <a:lnTo>
                    <a:pt x="6280518" y="779932"/>
                  </a:lnTo>
                  <a:lnTo>
                    <a:pt x="6281775" y="780897"/>
                  </a:lnTo>
                  <a:lnTo>
                    <a:pt x="6282537" y="781456"/>
                  </a:lnTo>
                  <a:lnTo>
                    <a:pt x="6283871" y="782383"/>
                  </a:lnTo>
                  <a:lnTo>
                    <a:pt x="6334353" y="753198"/>
                  </a:lnTo>
                  <a:close/>
                </a:path>
                <a:path w="7632065" h="4413250">
                  <a:moveTo>
                    <a:pt x="6450673" y="685965"/>
                  </a:moveTo>
                  <a:lnTo>
                    <a:pt x="6450203" y="684568"/>
                  </a:lnTo>
                  <a:lnTo>
                    <a:pt x="6449923" y="683742"/>
                  </a:lnTo>
                  <a:lnTo>
                    <a:pt x="6449441" y="682358"/>
                  </a:lnTo>
                  <a:lnTo>
                    <a:pt x="6414960" y="702271"/>
                  </a:lnTo>
                  <a:lnTo>
                    <a:pt x="6415392" y="703694"/>
                  </a:lnTo>
                  <a:lnTo>
                    <a:pt x="6415633" y="704545"/>
                  </a:lnTo>
                  <a:lnTo>
                    <a:pt x="6416065" y="705980"/>
                  </a:lnTo>
                  <a:lnTo>
                    <a:pt x="6450673" y="685965"/>
                  </a:lnTo>
                  <a:close/>
                </a:path>
                <a:path w="7632065" h="4413250">
                  <a:moveTo>
                    <a:pt x="6545986" y="630885"/>
                  </a:moveTo>
                  <a:lnTo>
                    <a:pt x="6545072" y="629742"/>
                  </a:lnTo>
                  <a:lnTo>
                    <a:pt x="6544538" y="629081"/>
                  </a:lnTo>
                  <a:lnTo>
                    <a:pt x="6543637" y="627938"/>
                  </a:lnTo>
                  <a:lnTo>
                    <a:pt x="6504102" y="650773"/>
                  </a:lnTo>
                  <a:lnTo>
                    <a:pt x="6504559" y="652183"/>
                  </a:lnTo>
                  <a:lnTo>
                    <a:pt x="6504826" y="653008"/>
                  </a:lnTo>
                  <a:lnTo>
                    <a:pt x="6505283" y="654405"/>
                  </a:lnTo>
                  <a:lnTo>
                    <a:pt x="6545986" y="630885"/>
                  </a:lnTo>
                  <a:close/>
                </a:path>
                <a:path w="7632065" h="4413250">
                  <a:moveTo>
                    <a:pt x="6691020" y="547052"/>
                  </a:moveTo>
                  <a:lnTo>
                    <a:pt x="6690563" y="545668"/>
                  </a:lnTo>
                  <a:lnTo>
                    <a:pt x="6690284" y="544868"/>
                  </a:lnTo>
                  <a:lnTo>
                    <a:pt x="6689826" y="543483"/>
                  </a:lnTo>
                  <a:lnTo>
                    <a:pt x="6643611" y="570191"/>
                  </a:lnTo>
                  <a:lnTo>
                    <a:pt x="6644068" y="571576"/>
                  </a:lnTo>
                  <a:lnTo>
                    <a:pt x="6644335" y="572389"/>
                  </a:lnTo>
                  <a:lnTo>
                    <a:pt x="6644792" y="573760"/>
                  </a:lnTo>
                  <a:lnTo>
                    <a:pt x="6691020" y="547052"/>
                  </a:lnTo>
                  <a:close/>
                </a:path>
                <a:path w="7632065" h="4413250">
                  <a:moveTo>
                    <a:pt x="6904863" y="423456"/>
                  </a:moveTo>
                  <a:lnTo>
                    <a:pt x="6904393" y="422097"/>
                  </a:lnTo>
                  <a:lnTo>
                    <a:pt x="6904126" y="421309"/>
                  </a:lnTo>
                  <a:lnTo>
                    <a:pt x="6903656" y="419963"/>
                  </a:lnTo>
                  <a:lnTo>
                    <a:pt x="6855930" y="447535"/>
                  </a:lnTo>
                  <a:lnTo>
                    <a:pt x="6856387" y="448894"/>
                  </a:lnTo>
                  <a:lnTo>
                    <a:pt x="6856654" y="449694"/>
                  </a:lnTo>
                  <a:lnTo>
                    <a:pt x="6857111" y="451053"/>
                  </a:lnTo>
                  <a:lnTo>
                    <a:pt x="6904863" y="423456"/>
                  </a:lnTo>
                  <a:close/>
                </a:path>
                <a:path w="7632065" h="4413250">
                  <a:moveTo>
                    <a:pt x="7034225" y="348678"/>
                  </a:moveTo>
                  <a:lnTo>
                    <a:pt x="7033984" y="347218"/>
                  </a:lnTo>
                  <a:lnTo>
                    <a:pt x="7033844" y="346367"/>
                  </a:lnTo>
                  <a:lnTo>
                    <a:pt x="7033603" y="344893"/>
                  </a:lnTo>
                  <a:lnTo>
                    <a:pt x="6985876" y="372465"/>
                  </a:lnTo>
                  <a:lnTo>
                    <a:pt x="6985965" y="374027"/>
                  </a:lnTo>
                  <a:lnTo>
                    <a:pt x="6986003" y="374942"/>
                  </a:lnTo>
                  <a:lnTo>
                    <a:pt x="6986092" y="376504"/>
                  </a:lnTo>
                  <a:lnTo>
                    <a:pt x="7034225" y="348678"/>
                  </a:lnTo>
                  <a:close/>
                </a:path>
                <a:path w="7632065" h="4413250">
                  <a:moveTo>
                    <a:pt x="7246328" y="226085"/>
                  </a:moveTo>
                  <a:lnTo>
                    <a:pt x="7245934" y="225259"/>
                  </a:lnTo>
                  <a:lnTo>
                    <a:pt x="7245680" y="224878"/>
                  </a:lnTo>
                  <a:lnTo>
                    <a:pt x="7245236" y="224218"/>
                  </a:lnTo>
                  <a:lnTo>
                    <a:pt x="7244486" y="223075"/>
                  </a:lnTo>
                  <a:lnTo>
                    <a:pt x="7194918" y="251701"/>
                  </a:lnTo>
                  <a:lnTo>
                    <a:pt x="7195642" y="252691"/>
                  </a:lnTo>
                  <a:lnTo>
                    <a:pt x="7195706" y="252831"/>
                  </a:lnTo>
                  <a:lnTo>
                    <a:pt x="7196061" y="253555"/>
                  </a:lnTo>
                  <a:lnTo>
                    <a:pt x="7196683" y="254787"/>
                  </a:lnTo>
                  <a:lnTo>
                    <a:pt x="7246328" y="226085"/>
                  </a:lnTo>
                  <a:close/>
                </a:path>
                <a:path w="7632065" h="4413250">
                  <a:moveTo>
                    <a:pt x="7347394" y="163626"/>
                  </a:moveTo>
                  <a:lnTo>
                    <a:pt x="7306919" y="187007"/>
                  </a:lnTo>
                  <a:lnTo>
                    <a:pt x="7307415" y="188290"/>
                  </a:lnTo>
                  <a:lnTo>
                    <a:pt x="7307694" y="189039"/>
                  </a:lnTo>
                  <a:lnTo>
                    <a:pt x="7308189" y="190334"/>
                  </a:lnTo>
                  <a:lnTo>
                    <a:pt x="7341933" y="170827"/>
                  </a:lnTo>
                  <a:lnTo>
                    <a:pt x="7344054" y="168033"/>
                  </a:lnTo>
                  <a:lnTo>
                    <a:pt x="7345286" y="166408"/>
                  </a:lnTo>
                  <a:lnTo>
                    <a:pt x="7347394" y="163626"/>
                  </a:lnTo>
                  <a:close/>
                </a:path>
                <a:path w="7632065" h="4413250">
                  <a:moveTo>
                    <a:pt x="7449058" y="108915"/>
                  </a:moveTo>
                  <a:lnTo>
                    <a:pt x="7448601" y="107619"/>
                  </a:lnTo>
                  <a:lnTo>
                    <a:pt x="7448334" y="106870"/>
                  </a:lnTo>
                  <a:lnTo>
                    <a:pt x="7447877" y="105575"/>
                  </a:lnTo>
                  <a:lnTo>
                    <a:pt x="7412190" y="126187"/>
                  </a:lnTo>
                  <a:lnTo>
                    <a:pt x="7412634" y="127495"/>
                  </a:lnTo>
                  <a:lnTo>
                    <a:pt x="7412901" y="128257"/>
                  </a:lnTo>
                  <a:lnTo>
                    <a:pt x="7413345" y="129552"/>
                  </a:lnTo>
                  <a:lnTo>
                    <a:pt x="7449058" y="108915"/>
                  </a:lnTo>
                  <a:close/>
                </a:path>
                <a:path w="7632065" h="4413250">
                  <a:moveTo>
                    <a:pt x="7515530" y="70497"/>
                  </a:moveTo>
                  <a:lnTo>
                    <a:pt x="7514234" y="69684"/>
                  </a:lnTo>
                  <a:lnTo>
                    <a:pt x="7513485" y="69227"/>
                  </a:lnTo>
                  <a:lnTo>
                    <a:pt x="7512202" y="68414"/>
                  </a:lnTo>
                  <a:lnTo>
                    <a:pt x="7461936" y="97459"/>
                  </a:lnTo>
                  <a:lnTo>
                    <a:pt x="7463104" y="98336"/>
                  </a:lnTo>
                  <a:lnTo>
                    <a:pt x="7463815" y="98831"/>
                  </a:lnTo>
                  <a:lnTo>
                    <a:pt x="7465034" y="99669"/>
                  </a:lnTo>
                  <a:lnTo>
                    <a:pt x="7515530" y="70497"/>
                  </a:lnTo>
                  <a:close/>
                </a:path>
                <a:path w="7632065" h="4413250">
                  <a:moveTo>
                    <a:pt x="7631747" y="3314"/>
                  </a:moveTo>
                  <a:lnTo>
                    <a:pt x="7631316" y="2032"/>
                  </a:lnTo>
                  <a:lnTo>
                    <a:pt x="7631062" y="1295"/>
                  </a:lnTo>
                  <a:lnTo>
                    <a:pt x="7630630" y="0"/>
                  </a:lnTo>
                  <a:lnTo>
                    <a:pt x="7596175" y="19900"/>
                  </a:lnTo>
                  <a:lnTo>
                    <a:pt x="7596568" y="21221"/>
                  </a:lnTo>
                  <a:lnTo>
                    <a:pt x="7596797" y="21983"/>
                  </a:lnTo>
                  <a:lnTo>
                    <a:pt x="7597178" y="23291"/>
                  </a:lnTo>
                  <a:lnTo>
                    <a:pt x="7631747" y="3314"/>
                  </a:lnTo>
                  <a:close/>
                </a:path>
              </a:pathLst>
            </a:custGeom>
            <a:solidFill>
              <a:srgbClr val="424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01687" y="963853"/>
              <a:ext cx="7632065" cy="4413250"/>
            </a:xfrm>
            <a:custGeom>
              <a:avLst/>
              <a:gdLst/>
              <a:ahLst/>
              <a:cxnLst/>
              <a:rect l="l" t="t" r="r" b="b"/>
              <a:pathLst>
                <a:path w="7632065" h="4413250">
                  <a:moveTo>
                    <a:pt x="32512" y="4391139"/>
                  </a:moveTo>
                  <a:lnTo>
                    <a:pt x="0" y="4409935"/>
                  </a:lnTo>
                  <a:lnTo>
                    <a:pt x="444" y="4411078"/>
                  </a:lnTo>
                  <a:lnTo>
                    <a:pt x="1231" y="4413148"/>
                  </a:lnTo>
                  <a:lnTo>
                    <a:pt x="27508" y="4397959"/>
                  </a:lnTo>
                  <a:lnTo>
                    <a:pt x="30721" y="4393577"/>
                  </a:lnTo>
                  <a:lnTo>
                    <a:pt x="32512" y="4391139"/>
                  </a:lnTo>
                  <a:close/>
                </a:path>
                <a:path w="7632065" h="4413250">
                  <a:moveTo>
                    <a:pt x="140233" y="4332808"/>
                  </a:moveTo>
                  <a:lnTo>
                    <a:pt x="139471" y="4330738"/>
                  </a:lnTo>
                  <a:lnTo>
                    <a:pt x="139039" y="4329569"/>
                  </a:lnTo>
                  <a:lnTo>
                    <a:pt x="104660" y="4349432"/>
                  </a:lnTo>
                  <a:lnTo>
                    <a:pt x="105067" y="4350626"/>
                  </a:lnTo>
                  <a:lnTo>
                    <a:pt x="105765" y="4352734"/>
                  </a:lnTo>
                  <a:lnTo>
                    <a:pt x="140233" y="4332808"/>
                  </a:lnTo>
                  <a:close/>
                </a:path>
                <a:path w="7632065" h="4413250">
                  <a:moveTo>
                    <a:pt x="199212" y="4298721"/>
                  </a:moveTo>
                  <a:lnTo>
                    <a:pt x="197650" y="4297121"/>
                  </a:lnTo>
                  <a:lnTo>
                    <a:pt x="196761" y="4296207"/>
                  </a:lnTo>
                  <a:lnTo>
                    <a:pt x="153809" y="4321035"/>
                  </a:lnTo>
                  <a:lnTo>
                    <a:pt x="154711" y="4321937"/>
                  </a:lnTo>
                  <a:lnTo>
                    <a:pt x="156298" y="4323524"/>
                  </a:lnTo>
                  <a:lnTo>
                    <a:pt x="199212" y="4298721"/>
                  </a:lnTo>
                  <a:close/>
                </a:path>
                <a:path w="7632065" h="4413250">
                  <a:moveTo>
                    <a:pt x="293700" y="4240174"/>
                  </a:moveTo>
                  <a:lnTo>
                    <a:pt x="273837" y="4251655"/>
                  </a:lnTo>
                  <a:lnTo>
                    <a:pt x="273812" y="4253103"/>
                  </a:lnTo>
                  <a:lnTo>
                    <a:pt x="273773" y="4255617"/>
                  </a:lnTo>
                  <a:lnTo>
                    <a:pt x="293662" y="4244124"/>
                  </a:lnTo>
                  <a:lnTo>
                    <a:pt x="293687" y="4241622"/>
                  </a:lnTo>
                  <a:lnTo>
                    <a:pt x="293700" y="4240174"/>
                  </a:lnTo>
                  <a:close/>
                </a:path>
                <a:path w="7632065" h="4413250">
                  <a:moveTo>
                    <a:pt x="360603" y="4205440"/>
                  </a:moveTo>
                  <a:lnTo>
                    <a:pt x="359905" y="4203357"/>
                  </a:lnTo>
                  <a:lnTo>
                    <a:pt x="359498" y="4202150"/>
                  </a:lnTo>
                  <a:lnTo>
                    <a:pt x="314833" y="4227957"/>
                  </a:lnTo>
                  <a:lnTo>
                    <a:pt x="315252" y="4229163"/>
                  </a:lnTo>
                  <a:lnTo>
                    <a:pt x="315950" y="4231246"/>
                  </a:lnTo>
                  <a:lnTo>
                    <a:pt x="360603" y="4205440"/>
                  </a:lnTo>
                  <a:close/>
                </a:path>
                <a:path w="7632065" h="4413250">
                  <a:moveTo>
                    <a:pt x="458558" y="4148810"/>
                  </a:moveTo>
                  <a:lnTo>
                    <a:pt x="431114" y="4164838"/>
                  </a:lnTo>
                  <a:lnTo>
                    <a:pt x="458343" y="4149102"/>
                  </a:lnTo>
                  <a:lnTo>
                    <a:pt x="458558" y="4148810"/>
                  </a:lnTo>
                  <a:close/>
                </a:path>
                <a:path w="7632065" h="4413250">
                  <a:moveTo>
                    <a:pt x="463867" y="4141825"/>
                  </a:moveTo>
                  <a:lnTo>
                    <a:pt x="429831" y="4161485"/>
                  </a:lnTo>
                  <a:lnTo>
                    <a:pt x="430288" y="4162691"/>
                  </a:lnTo>
                  <a:lnTo>
                    <a:pt x="431063" y="4164711"/>
                  </a:lnTo>
                  <a:lnTo>
                    <a:pt x="458558" y="4148810"/>
                  </a:lnTo>
                  <a:lnTo>
                    <a:pt x="461886" y="4144429"/>
                  </a:lnTo>
                  <a:lnTo>
                    <a:pt x="463867" y="4141825"/>
                  </a:lnTo>
                  <a:close/>
                </a:path>
                <a:path w="7632065" h="4413250">
                  <a:moveTo>
                    <a:pt x="583145" y="4077004"/>
                  </a:moveTo>
                  <a:lnTo>
                    <a:pt x="583082" y="4076839"/>
                  </a:lnTo>
                  <a:lnTo>
                    <a:pt x="582383" y="4074795"/>
                  </a:lnTo>
                  <a:lnTo>
                    <a:pt x="581964" y="4073563"/>
                  </a:lnTo>
                  <a:lnTo>
                    <a:pt x="535076" y="4100652"/>
                  </a:lnTo>
                  <a:lnTo>
                    <a:pt x="535495" y="4101896"/>
                  </a:lnTo>
                  <a:lnTo>
                    <a:pt x="536168" y="4103954"/>
                  </a:lnTo>
                  <a:lnTo>
                    <a:pt x="536219" y="4104106"/>
                  </a:lnTo>
                  <a:lnTo>
                    <a:pt x="583145" y="4077004"/>
                  </a:lnTo>
                  <a:close/>
                </a:path>
                <a:path w="7632065" h="4413250">
                  <a:moveTo>
                    <a:pt x="759129" y="3971163"/>
                  </a:moveTo>
                  <a:lnTo>
                    <a:pt x="723595" y="3991699"/>
                  </a:lnTo>
                  <a:lnTo>
                    <a:pt x="724077" y="3992918"/>
                  </a:lnTo>
                  <a:lnTo>
                    <a:pt x="724839" y="3994912"/>
                  </a:lnTo>
                  <a:lnTo>
                    <a:pt x="724916" y="3995102"/>
                  </a:lnTo>
                  <a:lnTo>
                    <a:pt x="753491" y="3978605"/>
                  </a:lnTo>
                  <a:lnTo>
                    <a:pt x="753833" y="3978148"/>
                  </a:lnTo>
                  <a:lnTo>
                    <a:pt x="757110" y="3973830"/>
                  </a:lnTo>
                  <a:lnTo>
                    <a:pt x="759129" y="3971163"/>
                  </a:lnTo>
                  <a:close/>
                </a:path>
                <a:path w="7632065" h="4413250">
                  <a:moveTo>
                    <a:pt x="875944" y="3907866"/>
                  </a:moveTo>
                  <a:lnTo>
                    <a:pt x="875855" y="3907625"/>
                  </a:lnTo>
                  <a:lnTo>
                    <a:pt x="875182" y="3905605"/>
                  </a:lnTo>
                  <a:lnTo>
                    <a:pt x="874763" y="3904323"/>
                  </a:lnTo>
                  <a:lnTo>
                    <a:pt x="827913" y="3931412"/>
                  </a:lnTo>
                  <a:lnTo>
                    <a:pt x="828332" y="3932669"/>
                  </a:lnTo>
                  <a:lnTo>
                    <a:pt x="829005" y="3934701"/>
                  </a:lnTo>
                  <a:lnTo>
                    <a:pt x="829081" y="3934930"/>
                  </a:lnTo>
                  <a:lnTo>
                    <a:pt x="875944" y="3907866"/>
                  </a:lnTo>
                  <a:close/>
                </a:path>
                <a:path w="7632065" h="4413250">
                  <a:moveTo>
                    <a:pt x="994079" y="3835362"/>
                  </a:moveTo>
                  <a:lnTo>
                    <a:pt x="950709" y="3860431"/>
                  </a:lnTo>
                  <a:lnTo>
                    <a:pt x="950861" y="3861866"/>
                  </a:lnTo>
                  <a:lnTo>
                    <a:pt x="951090" y="3864127"/>
                  </a:lnTo>
                  <a:lnTo>
                    <a:pt x="951115" y="3864432"/>
                  </a:lnTo>
                  <a:lnTo>
                    <a:pt x="993736" y="3839807"/>
                  </a:lnTo>
                  <a:lnTo>
                    <a:pt x="993863" y="3839413"/>
                  </a:lnTo>
                  <a:lnTo>
                    <a:pt x="994003" y="3838968"/>
                  </a:lnTo>
                  <a:lnTo>
                    <a:pt x="994054" y="3836911"/>
                  </a:lnTo>
                  <a:lnTo>
                    <a:pt x="994079" y="3835362"/>
                  </a:lnTo>
                  <a:close/>
                </a:path>
                <a:path w="7632065" h="4413250">
                  <a:moveTo>
                    <a:pt x="1139672" y="3755504"/>
                  </a:moveTo>
                  <a:lnTo>
                    <a:pt x="1139634" y="3755161"/>
                  </a:lnTo>
                  <a:lnTo>
                    <a:pt x="1139355" y="3752951"/>
                  </a:lnTo>
                  <a:lnTo>
                    <a:pt x="1139164" y="3751503"/>
                  </a:lnTo>
                  <a:lnTo>
                    <a:pt x="1089634" y="3780129"/>
                  </a:lnTo>
                  <a:lnTo>
                    <a:pt x="1089723" y="3781628"/>
                  </a:lnTo>
                  <a:lnTo>
                    <a:pt x="1089863" y="3783927"/>
                  </a:lnTo>
                  <a:lnTo>
                    <a:pt x="1089888" y="3784269"/>
                  </a:lnTo>
                  <a:lnTo>
                    <a:pt x="1139672" y="3755504"/>
                  </a:lnTo>
                  <a:close/>
                </a:path>
                <a:path w="7632065" h="4413250">
                  <a:moveTo>
                    <a:pt x="1459522" y="3570732"/>
                  </a:moveTo>
                  <a:lnTo>
                    <a:pt x="1459395" y="3570338"/>
                  </a:lnTo>
                  <a:lnTo>
                    <a:pt x="1458734" y="3568382"/>
                  </a:lnTo>
                  <a:lnTo>
                    <a:pt x="1458290" y="3567049"/>
                  </a:lnTo>
                  <a:lnTo>
                    <a:pt x="1411211" y="3594265"/>
                  </a:lnTo>
                  <a:lnTo>
                    <a:pt x="1411655" y="3595598"/>
                  </a:lnTo>
                  <a:lnTo>
                    <a:pt x="1412316" y="3597554"/>
                  </a:lnTo>
                  <a:lnTo>
                    <a:pt x="1412443" y="3597935"/>
                  </a:lnTo>
                  <a:lnTo>
                    <a:pt x="1459522" y="3570732"/>
                  </a:lnTo>
                  <a:close/>
                </a:path>
                <a:path w="7632065" h="4413250">
                  <a:moveTo>
                    <a:pt x="1682229" y="3437623"/>
                  </a:moveTo>
                  <a:lnTo>
                    <a:pt x="1648993" y="3456825"/>
                  </a:lnTo>
                  <a:lnTo>
                    <a:pt x="1649488" y="3458159"/>
                  </a:lnTo>
                  <a:lnTo>
                    <a:pt x="1650187" y="3460064"/>
                  </a:lnTo>
                  <a:lnTo>
                    <a:pt x="1650352" y="3460496"/>
                  </a:lnTo>
                  <a:lnTo>
                    <a:pt x="1676552" y="3445370"/>
                  </a:lnTo>
                  <a:lnTo>
                    <a:pt x="1677225" y="3444443"/>
                  </a:lnTo>
                  <a:lnTo>
                    <a:pt x="1680159" y="3440430"/>
                  </a:lnTo>
                  <a:lnTo>
                    <a:pt x="1682229" y="3437623"/>
                  </a:lnTo>
                  <a:close/>
                </a:path>
                <a:path w="7632065" h="4413250">
                  <a:moveTo>
                    <a:pt x="1802676" y="3372497"/>
                  </a:moveTo>
                  <a:lnTo>
                    <a:pt x="1802523" y="3372015"/>
                  </a:lnTo>
                  <a:lnTo>
                    <a:pt x="1801876" y="3370097"/>
                  </a:lnTo>
                  <a:lnTo>
                    <a:pt x="1801418" y="3368725"/>
                  </a:lnTo>
                  <a:lnTo>
                    <a:pt x="1754543" y="3395827"/>
                  </a:lnTo>
                  <a:lnTo>
                    <a:pt x="1755000" y="3397186"/>
                  </a:lnTo>
                  <a:lnTo>
                    <a:pt x="1755648" y="3399117"/>
                  </a:lnTo>
                  <a:lnTo>
                    <a:pt x="1755800" y="3399586"/>
                  </a:lnTo>
                  <a:lnTo>
                    <a:pt x="1802676" y="3372497"/>
                  </a:lnTo>
                  <a:close/>
                </a:path>
                <a:path w="7632065" h="4413250">
                  <a:moveTo>
                    <a:pt x="1922272" y="3298875"/>
                  </a:moveTo>
                  <a:lnTo>
                    <a:pt x="1878711" y="3324047"/>
                  </a:lnTo>
                  <a:lnTo>
                    <a:pt x="1878774" y="3325660"/>
                  </a:lnTo>
                  <a:lnTo>
                    <a:pt x="1878863" y="3327895"/>
                  </a:lnTo>
                  <a:lnTo>
                    <a:pt x="1878888" y="3328479"/>
                  </a:lnTo>
                  <a:lnTo>
                    <a:pt x="1922208" y="3303447"/>
                  </a:lnTo>
                  <a:lnTo>
                    <a:pt x="1922221" y="3302838"/>
                  </a:lnTo>
                  <a:lnTo>
                    <a:pt x="1922246" y="3300539"/>
                  </a:lnTo>
                  <a:lnTo>
                    <a:pt x="1922272" y="3298875"/>
                  </a:lnTo>
                  <a:close/>
                </a:path>
                <a:path w="7632065" h="4413250">
                  <a:moveTo>
                    <a:pt x="2021560" y="3246056"/>
                  </a:moveTo>
                  <a:lnTo>
                    <a:pt x="2021459" y="3245472"/>
                  </a:lnTo>
                  <a:lnTo>
                    <a:pt x="2021116" y="3243415"/>
                  </a:lnTo>
                  <a:lnTo>
                    <a:pt x="2020862" y="3241891"/>
                  </a:lnTo>
                  <a:lnTo>
                    <a:pt x="1972602" y="3269780"/>
                  </a:lnTo>
                  <a:lnTo>
                    <a:pt x="1972691" y="3271393"/>
                  </a:lnTo>
                  <a:lnTo>
                    <a:pt x="1972818" y="3273590"/>
                  </a:lnTo>
                  <a:lnTo>
                    <a:pt x="1972843" y="3274199"/>
                  </a:lnTo>
                  <a:lnTo>
                    <a:pt x="2021560" y="3246056"/>
                  </a:lnTo>
                  <a:close/>
                </a:path>
                <a:path w="7632065" h="4413250">
                  <a:moveTo>
                    <a:pt x="2235390" y="3122536"/>
                  </a:moveTo>
                  <a:lnTo>
                    <a:pt x="2235123" y="3121977"/>
                  </a:lnTo>
                  <a:lnTo>
                    <a:pt x="2234298" y="3120225"/>
                  </a:lnTo>
                  <a:lnTo>
                    <a:pt x="2233663" y="3118891"/>
                  </a:lnTo>
                  <a:lnTo>
                    <a:pt x="2182812" y="3148279"/>
                  </a:lnTo>
                  <a:lnTo>
                    <a:pt x="2183460" y="3149600"/>
                  </a:lnTo>
                  <a:lnTo>
                    <a:pt x="2184311" y="3151352"/>
                  </a:lnTo>
                  <a:lnTo>
                    <a:pt x="2184577" y="3151886"/>
                  </a:lnTo>
                  <a:lnTo>
                    <a:pt x="2235390" y="3122536"/>
                  </a:lnTo>
                  <a:close/>
                </a:path>
                <a:path w="7632065" h="4413250">
                  <a:moveTo>
                    <a:pt x="2296972" y="3082302"/>
                  </a:moveTo>
                  <a:lnTo>
                    <a:pt x="2265007" y="3100781"/>
                  </a:lnTo>
                  <a:lnTo>
                    <a:pt x="2265527" y="3102178"/>
                  </a:lnTo>
                  <a:lnTo>
                    <a:pt x="2266188" y="3104019"/>
                  </a:lnTo>
                  <a:lnTo>
                    <a:pt x="2266404" y="3104616"/>
                  </a:lnTo>
                  <a:lnTo>
                    <a:pt x="2291042" y="3090380"/>
                  </a:lnTo>
                  <a:lnTo>
                    <a:pt x="2291969" y="3089122"/>
                  </a:lnTo>
                  <a:lnTo>
                    <a:pt x="2294801" y="3085261"/>
                  </a:lnTo>
                  <a:lnTo>
                    <a:pt x="2296972" y="3082302"/>
                  </a:lnTo>
                  <a:close/>
                </a:path>
                <a:path w="7632065" h="4413250">
                  <a:moveTo>
                    <a:pt x="2412073" y="3020466"/>
                  </a:moveTo>
                  <a:lnTo>
                    <a:pt x="2411869" y="3019818"/>
                  </a:lnTo>
                  <a:lnTo>
                    <a:pt x="2411260" y="3017964"/>
                  </a:lnTo>
                  <a:lnTo>
                    <a:pt x="2410790" y="3016516"/>
                  </a:lnTo>
                  <a:lnTo>
                    <a:pt x="2362860" y="3044215"/>
                  </a:lnTo>
                  <a:lnTo>
                    <a:pt x="2363330" y="3045663"/>
                  </a:lnTo>
                  <a:lnTo>
                    <a:pt x="2363914" y="3047530"/>
                  </a:lnTo>
                  <a:lnTo>
                    <a:pt x="2364117" y="3048165"/>
                  </a:lnTo>
                  <a:lnTo>
                    <a:pt x="2412073" y="3020466"/>
                  </a:lnTo>
                  <a:close/>
                </a:path>
                <a:path w="7632065" h="4413250">
                  <a:moveTo>
                    <a:pt x="2584539" y="2920835"/>
                  </a:moveTo>
                  <a:lnTo>
                    <a:pt x="2584297" y="2920161"/>
                  </a:lnTo>
                  <a:lnTo>
                    <a:pt x="2583675" y="2918333"/>
                  </a:lnTo>
                  <a:lnTo>
                    <a:pt x="2583180" y="2916885"/>
                  </a:lnTo>
                  <a:lnTo>
                    <a:pt x="2535948" y="2944177"/>
                  </a:lnTo>
                  <a:lnTo>
                    <a:pt x="2536444" y="2945625"/>
                  </a:lnTo>
                  <a:lnTo>
                    <a:pt x="2537053" y="2947466"/>
                  </a:lnTo>
                  <a:lnTo>
                    <a:pt x="2537282" y="2948127"/>
                  </a:lnTo>
                  <a:lnTo>
                    <a:pt x="2584539" y="2920835"/>
                  </a:lnTo>
                  <a:close/>
                </a:path>
                <a:path w="7632065" h="4413250">
                  <a:moveTo>
                    <a:pt x="2687980" y="2856306"/>
                  </a:moveTo>
                  <a:lnTo>
                    <a:pt x="2653207" y="2876397"/>
                  </a:lnTo>
                  <a:lnTo>
                    <a:pt x="2653754" y="2877832"/>
                  </a:lnTo>
                  <a:lnTo>
                    <a:pt x="2654439" y="2879623"/>
                  </a:lnTo>
                  <a:lnTo>
                    <a:pt x="2654706" y="2880309"/>
                  </a:lnTo>
                  <a:lnTo>
                    <a:pt x="2681528" y="2864802"/>
                  </a:lnTo>
                  <a:lnTo>
                    <a:pt x="2682671" y="2863304"/>
                  </a:lnTo>
                  <a:lnTo>
                    <a:pt x="2685605" y="2859430"/>
                  </a:lnTo>
                  <a:lnTo>
                    <a:pt x="2687980" y="2856306"/>
                  </a:lnTo>
                  <a:close/>
                </a:path>
                <a:path w="7632065" h="4413250">
                  <a:moveTo>
                    <a:pt x="2806890" y="2792387"/>
                  </a:moveTo>
                  <a:lnTo>
                    <a:pt x="2806636" y="2791650"/>
                  </a:lnTo>
                  <a:lnTo>
                    <a:pt x="2806039" y="2789834"/>
                  </a:lnTo>
                  <a:lnTo>
                    <a:pt x="2805544" y="2788348"/>
                  </a:lnTo>
                  <a:lnTo>
                    <a:pt x="2758681" y="2815437"/>
                  </a:lnTo>
                  <a:lnTo>
                    <a:pt x="2759176" y="2816910"/>
                  </a:lnTo>
                  <a:lnTo>
                    <a:pt x="2759773" y="2818727"/>
                  </a:lnTo>
                  <a:lnTo>
                    <a:pt x="2760027" y="2819463"/>
                  </a:lnTo>
                  <a:lnTo>
                    <a:pt x="2806890" y="2792387"/>
                  </a:lnTo>
                  <a:close/>
                </a:path>
                <a:path w="7632065" h="4413250">
                  <a:moveTo>
                    <a:pt x="2924987" y="2719311"/>
                  </a:moveTo>
                  <a:lnTo>
                    <a:pt x="2881096" y="2744686"/>
                  </a:lnTo>
                  <a:lnTo>
                    <a:pt x="2881249" y="2746375"/>
                  </a:lnTo>
                  <a:lnTo>
                    <a:pt x="2881439" y="2748419"/>
                  </a:lnTo>
                  <a:lnTo>
                    <a:pt x="2881376" y="2749359"/>
                  </a:lnTo>
                  <a:lnTo>
                    <a:pt x="2924606" y="2724391"/>
                  </a:lnTo>
                  <a:lnTo>
                    <a:pt x="2924860" y="2723311"/>
                  </a:lnTo>
                  <a:lnTo>
                    <a:pt x="2924962" y="2721114"/>
                  </a:lnTo>
                  <a:lnTo>
                    <a:pt x="2924987" y="2719311"/>
                  </a:lnTo>
                  <a:close/>
                </a:path>
                <a:path w="7632065" h="4413250">
                  <a:moveTo>
                    <a:pt x="3324682" y="2493264"/>
                  </a:moveTo>
                  <a:lnTo>
                    <a:pt x="3324148" y="2492527"/>
                  </a:lnTo>
                  <a:lnTo>
                    <a:pt x="3323082" y="2491054"/>
                  </a:lnTo>
                  <a:lnTo>
                    <a:pt x="3322142" y="2489758"/>
                  </a:lnTo>
                  <a:lnTo>
                    <a:pt x="3273018" y="2518156"/>
                  </a:lnTo>
                  <a:lnTo>
                    <a:pt x="3273996" y="2519413"/>
                  </a:lnTo>
                  <a:lnTo>
                    <a:pt x="3275126" y="2520873"/>
                  </a:lnTo>
                  <a:lnTo>
                    <a:pt x="3275673" y="2521585"/>
                  </a:lnTo>
                  <a:lnTo>
                    <a:pt x="3324682" y="2493264"/>
                  </a:lnTo>
                  <a:close/>
                </a:path>
                <a:path w="7632065" h="4413250">
                  <a:moveTo>
                    <a:pt x="3423018" y="2431453"/>
                  </a:moveTo>
                  <a:lnTo>
                    <a:pt x="3398253" y="2445778"/>
                  </a:lnTo>
                  <a:lnTo>
                    <a:pt x="3398202" y="2447645"/>
                  </a:lnTo>
                  <a:lnTo>
                    <a:pt x="3398139" y="2449766"/>
                  </a:lnTo>
                  <a:lnTo>
                    <a:pt x="3398113" y="2450846"/>
                  </a:lnTo>
                  <a:lnTo>
                    <a:pt x="3422815" y="2436584"/>
                  </a:lnTo>
                  <a:lnTo>
                    <a:pt x="3422853" y="2435479"/>
                  </a:lnTo>
                  <a:lnTo>
                    <a:pt x="3422942" y="2433345"/>
                  </a:lnTo>
                  <a:lnTo>
                    <a:pt x="3423018" y="2431453"/>
                  </a:lnTo>
                  <a:close/>
                </a:path>
                <a:path w="7632065" h="4413250">
                  <a:moveTo>
                    <a:pt x="3551110" y="2362466"/>
                  </a:moveTo>
                  <a:lnTo>
                    <a:pt x="3550932" y="2361450"/>
                  </a:lnTo>
                  <a:lnTo>
                    <a:pt x="3550615" y="2359571"/>
                  </a:lnTo>
                  <a:lnTo>
                    <a:pt x="3550310" y="2357882"/>
                  </a:lnTo>
                  <a:lnTo>
                    <a:pt x="3501745" y="2385949"/>
                  </a:lnTo>
                  <a:lnTo>
                    <a:pt x="3501847" y="2387752"/>
                  </a:lnTo>
                  <a:lnTo>
                    <a:pt x="3501948" y="2389771"/>
                  </a:lnTo>
                  <a:lnTo>
                    <a:pt x="3501999" y="2390838"/>
                  </a:lnTo>
                  <a:lnTo>
                    <a:pt x="3551110" y="2362466"/>
                  </a:lnTo>
                  <a:close/>
                </a:path>
                <a:path w="7632065" h="4413250">
                  <a:moveTo>
                    <a:pt x="3764267" y="2239327"/>
                  </a:moveTo>
                  <a:lnTo>
                    <a:pt x="3763822" y="2238400"/>
                  </a:lnTo>
                  <a:lnTo>
                    <a:pt x="3763073" y="2236800"/>
                  </a:lnTo>
                  <a:lnTo>
                    <a:pt x="3762375" y="2235314"/>
                  </a:lnTo>
                  <a:lnTo>
                    <a:pt x="3712730" y="2264003"/>
                  </a:lnTo>
                  <a:lnTo>
                    <a:pt x="3713454" y="2265476"/>
                  </a:lnTo>
                  <a:lnTo>
                    <a:pt x="3714229" y="2267064"/>
                  </a:lnTo>
                  <a:lnTo>
                    <a:pt x="3714673" y="2267978"/>
                  </a:lnTo>
                  <a:lnTo>
                    <a:pt x="3764267" y="2239327"/>
                  </a:lnTo>
                  <a:close/>
                </a:path>
                <a:path w="7632065" h="4413250">
                  <a:moveTo>
                    <a:pt x="3838727" y="2196312"/>
                  </a:moveTo>
                  <a:lnTo>
                    <a:pt x="3838067" y="2195487"/>
                  </a:lnTo>
                  <a:lnTo>
                    <a:pt x="3836962" y="2194102"/>
                  </a:lnTo>
                  <a:lnTo>
                    <a:pt x="3835920" y="2192807"/>
                  </a:lnTo>
                  <a:lnTo>
                    <a:pt x="3793909" y="2217089"/>
                  </a:lnTo>
                  <a:lnTo>
                    <a:pt x="3794429" y="2218677"/>
                  </a:lnTo>
                  <a:lnTo>
                    <a:pt x="3794988" y="2220391"/>
                  </a:lnTo>
                  <a:lnTo>
                    <a:pt x="3795306" y="2221395"/>
                  </a:lnTo>
                  <a:lnTo>
                    <a:pt x="3838727" y="2196312"/>
                  </a:lnTo>
                  <a:close/>
                </a:path>
                <a:path w="7632065" h="4413250">
                  <a:moveTo>
                    <a:pt x="3982377" y="2113330"/>
                  </a:moveTo>
                  <a:lnTo>
                    <a:pt x="3982034" y="2112289"/>
                  </a:lnTo>
                  <a:lnTo>
                    <a:pt x="3981462" y="2110600"/>
                  </a:lnTo>
                  <a:lnTo>
                    <a:pt x="3980916" y="2109000"/>
                  </a:lnTo>
                  <a:lnTo>
                    <a:pt x="3933418" y="2136457"/>
                  </a:lnTo>
                  <a:lnTo>
                    <a:pt x="3933952" y="2138057"/>
                  </a:lnTo>
                  <a:lnTo>
                    <a:pt x="3934510" y="2139746"/>
                  </a:lnTo>
                  <a:lnTo>
                    <a:pt x="3934853" y="2140775"/>
                  </a:lnTo>
                  <a:lnTo>
                    <a:pt x="3982377" y="2113330"/>
                  </a:lnTo>
                  <a:close/>
                </a:path>
                <a:path w="7632065" h="4413250">
                  <a:moveTo>
                    <a:pt x="4112095" y="2033181"/>
                  </a:moveTo>
                  <a:lnTo>
                    <a:pt x="4078097" y="2052828"/>
                  </a:lnTo>
                  <a:lnTo>
                    <a:pt x="4078681" y="2054415"/>
                  </a:lnTo>
                  <a:lnTo>
                    <a:pt x="4079290" y="2056066"/>
                  </a:lnTo>
                  <a:lnTo>
                    <a:pt x="4079684" y="2057120"/>
                  </a:lnTo>
                  <a:lnTo>
                    <a:pt x="4105465" y="2042223"/>
                  </a:lnTo>
                  <a:lnTo>
                    <a:pt x="4107103" y="2039988"/>
                  </a:lnTo>
                  <a:lnTo>
                    <a:pt x="4109631" y="2036533"/>
                  </a:lnTo>
                  <a:lnTo>
                    <a:pt x="4112095" y="2033181"/>
                  </a:lnTo>
                  <a:close/>
                </a:path>
                <a:path w="7632065" h="4413250">
                  <a:moveTo>
                    <a:pt x="4231767" y="1969262"/>
                  </a:moveTo>
                  <a:lnTo>
                    <a:pt x="4231398" y="1968157"/>
                  </a:lnTo>
                  <a:lnTo>
                    <a:pt x="4230840" y="1966493"/>
                  </a:lnTo>
                  <a:lnTo>
                    <a:pt x="4230294" y="1964855"/>
                  </a:lnTo>
                  <a:lnTo>
                    <a:pt x="4183443" y="1991944"/>
                  </a:lnTo>
                  <a:lnTo>
                    <a:pt x="4183989" y="1993569"/>
                  </a:lnTo>
                  <a:lnTo>
                    <a:pt x="4184535" y="1995233"/>
                  </a:lnTo>
                  <a:lnTo>
                    <a:pt x="4184904" y="1996325"/>
                  </a:lnTo>
                  <a:lnTo>
                    <a:pt x="4231767" y="1969262"/>
                  </a:lnTo>
                  <a:close/>
                </a:path>
                <a:path w="7632065" h="4413250">
                  <a:moveTo>
                    <a:pt x="4349940" y="1895703"/>
                  </a:moveTo>
                  <a:lnTo>
                    <a:pt x="4306532" y="1920798"/>
                  </a:lnTo>
                  <a:lnTo>
                    <a:pt x="4306722" y="1922640"/>
                  </a:lnTo>
                  <a:lnTo>
                    <a:pt x="4306925" y="1924494"/>
                  </a:lnTo>
                  <a:lnTo>
                    <a:pt x="4306849" y="1925891"/>
                  </a:lnTo>
                  <a:lnTo>
                    <a:pt x="4349547" y="1901215"/>
                  </a:lnTo>
                  <a:lnTo>
                    <a:pt x="4349864" y="1900262"/>
                  </a:lnTo>
                  <a:lnTo>
                    <a:pt x="4349864" y="1899678"/>
                  </a:lnTo>
                  <a:lnTo>
                    <a:pt x="4349902" y="1897697"/>
                  </a:lnTo>
                  <a:lnTo>
                    <a:pt x="4349940" y="1895703"/>
                  </a:lnTo>
                  <a:close/>
                </a:path>
                <a:path w="7632065" h="4413250">
                  <a:moveTo>
                    <a:pt x="4461789" y="1831060"/>
                  </a:moveTo>
                  <a:lnTo>
                    <a:pt x="4426775" y="1851291"/>
                  </a:lnTo>
                  <a:lnTo>
                    <a:pt x="4427398" y="1852917"/>
                  </a:lnTo>
                  <a:lnTo>
                    <a:pt x="4428007" y="1854517"/>
                  </a:lnTo>
                  <a:lnTo>
                    <a:pt x="4428439" y="1855647"/>
                  </a:lnTo>
                  <a:lnTo>
                    <a:pt x="4455020" y="1840293"/>
                  </a:lnTo>
                  <a:lnTo>
                    <a:pt x="4456798" y="1837880"/>
                  </a:lnTo>
                  <a:lnTo>
                    <a:pt x="4459275" y="1834489"/>
                  </a:lnTo>
                  <a:lnTo>
                    <a:pt x="4461789" y="1831060"/>
                  </a:lnTo>
                  <a:close/>
                </a:path>
                <a:path w="7632065" h="4413250">
                  <a:moveTo>
                    <a:pt x="4579429" y="1768424"/>
                  </a:moveTo>
                  <a:lnTo>
                    <a:pt x="4579036" y="1767217"/>
                  </a:lnTo>
                  <a:lnTo>
                    <a:pt x="4578502" y="1765592"/>
                  </a:lnTo>
                  <a:lnTo>
                    <a:pt x="4577956" y="1763915"/>
                  </a:lnTo>
                  <a:lnTo>
                    <a:pt x="4531626" y="1790700"/>
                  </a:lnTo>
                  <a:lnTo>
                    <a:pt x="4532185" y="1792351"/>
                  </a:lnTo>
                  <a:lnTo>
                    <a:pt x="4532744" y="1793976"/>
                  </a:lnTo>
                  <a:lnTo>
                    <a:pt x="4533150" y="1795157"/>
                  </a:lnTo>
                  <a:lnTo>
                    <a:pt x="4579429" y="1768424"/>
                  </a:lnTo>
                  <a:close/>
                </a:path>
                <a:path w="7632065" h="4413250">
                  <a:moveTo>
                    <a:pt x="4968265" y="1538325"/>
                  </a:moveTo>
                  <a:lnTo>
                    <a:pt x="4934572" y="1557794"/>
                  </a:lnTo>
                  <a:lnTo>
                    <a:pt x="4935207" y="1559471"/>
                  </a:lnTo>
                  <a:lnTo>
                    <a:pt x="4935791" y="1561020"/>
                  </a:lnTo>
                  <a:lnTo>
                    <a:pt x="4936274" y="1562277"/>
                  </a:lnTo>
                  <a:lnTo>
                    <a:pt x="4961293" y="1547825"/>
                  </a:lnTo>
                  <a:lnTo>
                    <a:pt x="4963261" y="1545145"/>
                  </a:lnTo>
                  <a:lnTo>
                    <a:pt x="4965649" y="1541868"/>
                  </a:lnTo>
                  <a:lnTo>
                    <a:pt x="4968265" y="1538325"/>
                  </a:lnTo>
                  <a:close/>
                </a:path>
                <a:path w="7632065" h="4413250">
                  <a:moveTo>
                    <a:pt x="5061458" y="1489964"/>
                  </a:moveTo>
                  <a:lnTo>
                    <a:pt x="5061432" y="1488401"/>
                  </a:lnTo>
                  <a:lnTo>
                    <a:pt x="5061407" y="1486547"/>
                  </a:lnTo>
                  <a:lnTo>
                    <a:pt x="5061369" y="1484503"/>
                  </a:lnTo>
                  <a:lnTo>
                    <a:pt x="5045024" y="1493951"/>
                  </a:lnTo>
                  <a:lnTo>
                    <a:pt x="5045062" y="1495983"/>
                  </a:lnTo>
                  <a:lnTo>
                    <a:pt x="5045100" y="1497838"/>
                  </a:lnTo>
                  <a:lnTo>
                    <a:pt x="5045126" y="1499400"/>
                  </a:lnTo>
                  <a:lnTo>
                    <a:pt x="5061458" y="1489964"/>
                  </a:lnTo>
                  <a:close/>
                </a:path>
                <a:path w="7632065" h="4413250">
                  <a:moveTo>
                    <a:pt x="5149075" y="1439341"/>
                  </a:moveTo>
                  <a:lnTo>
                    <a:pt x="5148275" y="1438198"/>
                  </a:lnTo>
                  <a:lnTo>
                    <a:pt x="5147361" y="1436878"/>
                  </a:lnTo>
                  <a:lnTo>
                    <a:pt x="5146332" y="1435404"/>
                  </a:lnTo>
                  <a:lnTo>
                    <a:pt x="5098834" y="1462849"/>
                  </a:lnTo>
                  <a:lnTo>
                    <a:pt x="5099863" y="1464322"/>
                  </a:lnTo>
                  <a:lnTo>
                    <a:pt x="5100802" y="1465643"/>
                  </a:lnTo>
                  <a:lnTo>
                    <a:pt x="5101590" y="1466773"/>
                  </a:lnTo>
                  <a:lnTo>
                    <a:pt x="5149075" y="1439341"/>
                  </a:lnTo>
                  <a:close/>
                </a:path>
                <a:path w="7632065" h="4413250">
                  <a:moveTo>
                    <a:pt x="5277942" y="1364907"/>
                  </a:moveTo>
                  <a:lnTo>
                    <a:pt x="5277040" y="1363776"/>
                  </a:lnTo>
                  <a:lnTo>
                    <a:pt x="5276024" y="1362519"/>
                  </a:lnTo>
                  <a:lnTo>
                    <a:pt x="5274894" y="1361097"/>
                  </a:lnTo>
                  <a:lnTo>
                    <a:pt x="5233987" y="1384731"/>
                  </a:lnTo>
                  <a:lnTo>
                    <a:pt x="5234559" y="1386484"/>
                  </a:lnTo>
                  <a:lnTo>
                    <a:pt x="5235067" y="1388046"/>
                  </a:lnTo>
                  <a:lnTo>
                    <a:pt x="5235511" y="1389418"/>
                  </a:lnTo>
                  <a:lnTo>
                    <a:pt x="5277942" y="1364907"/>
                  </a:lnTo>
                  <a:close/>
                </a:path>
                <a:path w="7632065" h="4413250">
                  <a:moveTo>
                    <a:pt x="5422404" y="1281442"/>
                  </a:moveTo>
                  <a:lnTo>
                    <a:pt x="5421922" y="1280033"/>
                  </a:lnTo>
                  <a:lnTo>
                    <a:pt x="5421414" y="1278509"/>
                  </a:lnTo>
                  <a:lnTo>
                    <a:pt x="5420804" y="1276756"/>
                  </a:lnTo>
                  <a:lnTo>
                    <a:pt x="5373509" y="1304086"/>
                  </a:lnTo>
                  <a:lnTo>
                    <a:pt x="5374094" y="1305852"/>
                  </a:lnTo>
                  <a:lnTo>
                    <a:pt x="5374614" y="1307388"/>
                  </a:lnTo>
                  <a:lnTo>
                    <a:pt x="5375072" y="1308785"/>
                  </a:lnTo>
                  <a:lnTo>
                    <a:pt x="5422404" y="1281442"/>
                  </a:lnTo>
                  <a:close/>
                </a:path>
                <a:path w="7632065" h="4413250">
                  <a:moveTo>
                    <a:pt x="5561101" y="1201331"/>
                  </a:moveTo>
                  <a:lnTo>
                    <a:pt x="5560326" y="1200035"/>
                  </a:lnTo>
                  <a:lnTo>
                    <a:pt x="5559526" y="1198702"/>
                  </a:lnTo>
                  <a:lnTo>
                    <a:pt x="5558587" y="1197127"/>
                  </a:lnTo>
                  <a:lnTo>
                    <a:pt x="5517261" y="1221003"/>
                  </a:lnTo>
                  <a:lnTo>
                    <a:pt x="5517832" y="1222794"/>
                  </a:lnTo>
                  <a:lnTo>
                    <a:pt x="5518328" y="1224318"/>
                  </a:lnTo>
                  <a:lnTo>
                    <a:pt x="5518797" y="1225765"/>
                  </a:lnTo>
                  <a:lnTo>
                    <a:pt x="5561101" y="1201331"/>
                  </a:lnTo>
                  <a:close/>
                </a:path>
                <a:path w="7632065" h="4413250">
                  <a:moveTo>
                    <a:pt x="5706110" y="1117561"/>
                  </a:moveTo>
                  <a:lnTo>
                    <a:pt x="5705602" y="1116076"/>
                  </a:lnTo>
                  <a:lnTo>
                    <a:pt x="5705094" y="1114577"/>
                  </a:lnTo>
                  <a:lnTo>
                    <a:pt x="5704484" y="1112786"/>
                  </a:lnTo>
                  <a:lnTo>
                    <a:pt x="5656758" y="1140371"/>
                  </a:lnTo>
                  <a:lnTo>
                    <a:pt x="5657354" y="1142161"/>
                  </a:lnTo>
                  <a:lnTo>
                    <a:pt x="5657862" y="1143673"/>
                  </a:lnTo>
                  <a:lnTo>
                    <a:pt x="5658345" y="1145146"/>
                  </a:lnTo>
                  <a:lnTo>
                    <a:pt x="5706110" y="1117561"/>
                  </a:lnTo>
                  <a:close/>
                </a:path>
                <a:path w="7632065" h="4413250">
                  <a:moveTo>
                    <a:pt x="5836831" y="1036294"/>
                  </a:moveTo>
                  <a:lnTo>
                    <a:pt x="5801728" y="1056589"/>
                  </a:lnTo>
                  <a:lnTo>
                    <a:pt x="5802401" y="1058354"/>
                  </a:lnTo>
                  <a:lnTo>
                    <a:pt x="5802960" y="1059802"/>
                  </a:lnTo>
                  <a:lnTo>
                    <a:pt x="5803519" y="1061288"/>
                  </a:lnTo>
                  <a:lnTo>
                    <a:pt x="5829058" y="1046530"/>
                  </a:lnTo>
                  <a:lnTo>
                    <a:pt x="5831522" y="1043292"/>
                  </a:lnTo>
                  <a:lnTo>
                    <a:pt x="5833910" y="1040142"/>
                  </a:lnTo>
                  <a:lnTo>
                    <a:pt x="5836831" y="1036294"/>
                  </a:lnTo>
                  <a:close/>
                </a:path>
                <a:path w="7632065" h="4413250">
                  <a:moveTo>
                    <a:pt x="5954128" y="974280"/>
                  </a:moveTo>
                  <a:lnTo>
                    <a:pt x="5953620" y="972718"/>
                  </a:lnTo>
                  <a:lnTo>
                    <a:pt x="5953137" y="971245"/>
                  </a:lnTo>
                  <a:lnTo>
                    <a:pt x="5952541" y="969416"/>
                  </a:lnTo>
                  <a:lnTo>
                    <a:pt x="5907024" y="995730"/>
                  </a:lnTo>
                  <a:lnTo>
                    <a:pt x="5907621" y="997546"/>
                  </a:lnTo>
                  <a:lnTo>
                    <a:pt x="5908116" y="999020"/>
                  </a:lnTo>
                  <a:lnTo>
                    <a:pt x="5908624" y="1000569"/>
                  </a:lnTo>
                  <a:lnTo>
                    <a:pt x="5954128" y="974280"/>
                  </a:lnTo>
                  <a:close/>
                </a:path>
                <a:path w="7632065" h="4413250">
                  <a:moveTo>
                    <a:pt x="6157366" y="851039"/>
                  </a:moveTo>
                  <a:lnTo>
                    <a:pt x="6125070" y="869696"/>
                  </a:lnTo>
                  <a:lnTo>
                    <a:pt x="6125756" y="871499"/>
                  </a:lnTo>
                  <a:lnTo>
                    <a:pt x="6126289" y="872921"/>
                  </a:lnTo>
                  <a:lnTo>
                    <a:pt x="6126886" y="874483"/>
                  </a:lnTo>
                  <a:lnTo>
                    <a:pt x="6149924" y="861174"/>
                  </a:lnTo>
                  <a:lnTo>
                    <a:pt x="6152362" y="857846"/>
                  </a:lnTo>
                  <a:lnTo>
                    <a:pt x="6154559" y="854849"/>
                  </a:lnTo>
                  <a:lnTo>
                    <a:pt x="6157366" y="851039"/>
                  </a:lnTo>
                  <a:close/>
                </a:path>
                <a:path w="7632065" h="4413250">
                  <a:moveTo>
                    <a:pt x="6267666" y="793153"/>
                  </a:moveTo>
                  <a:lnTo>
                    <a:pt x="6267094" y="791540"/>
                  </a:lnTo>
                  <a:lnTo>
                    <a:pt x="6266586" y="790117"/>
                  </a:lnTo>
                  <a:lnTo>
                    <a:pt x="6265938" y="788276"/>
                  </a:lnTo>
                  <a:lnTo>
                    <a:pt x="6230226" y="808926"/>
                  </a:lnTo>
                  <a:lnTo>
                    <a:pt x="6230848" y="810768"/>
                  </a:lnTo>
                  <a:lnTo>
                    <a:pt x="6231344" y="812203"/>
                  </a:lnTo>
                  <a:lnTo>
                    <a:pt x="6231890" y="813828"/>
                  </a:lnTo>
                  <a:lnTo>
                    <a:pt x="6267666" y="793153"/>
                  </a:lnTo>
                  <a:close/>
                </a:path>
                <a:path w="7632065" h="4413250">
                  <a:moveTo>
                    <a:pt x="6337274" y="752944"/>
                  </a:moveTo>
                  <a:lnTo>
                    <a:pt x="6335636" y="751928"/>
                  </a:lnTo>
                  <a:lnTo>
                    <a:pt x="6334214" y="751039"/>
                  </a:lnTo>
                  <a:lnTo>
                    <a:pt x="6332360" y="749884"/>
                  </a:lnTo>
                  <a:lnTo>
                    <a:pt x="6281877" y="779068"/>
                  </a:lnTo>
                  <a:lnTo>
                    <a:pt x="6283630" y="780275"/>
                  </a:lnTo>
                  <a:lnTo>
                    <a:pt x="6284976" y="781202"/>
                  </a:lnTo>
                  <a:lnTo>
                    <a:pt x="6286512" y="782269"/>
                  </a:lnTo>
                  <a:lnTo>
                    <a:pt x="6337274" y="752944"/>
                  </a:lnTo>
                  <a:close/>
                </a:path>
                <a:path w="7632065" h="4413250">
                  <a:moveTo>
                    <a:pt x="6450368" y="687616"/>
                  </a:moveTo>
                  <a:lnTo>
                    <a:pt x="6449796" y="685939"/>
                  </a:lnTo>
                  <a:lnTo>
                    <a:pt x="6449314" y="684530"/>
                  </a:lnTo>
                  <a:lnTo>
                    <a:pt x="6448679" y="682650"/>
                  </a:lnTo>
                  <a:lnTo>
                    <a:pt x="6414071" y="702665"/>
                  </a:lnTo>
                  <a:lnTo>
                    <a:pt x="6414630" y="704570"/>
                  </a:lnTo>
                  <a:lnTo>
                    <a:pt x="6415062" y="706018"/>
                  </a:lnTo>
                  <a:lnTo>
                    <a:pt x="6415557" y="707720"/>
                  </a:lnTo>
                  <a:lnTo>
                    <a:pt x="6450368" y="687616"/>
                  </a:lnTo>
                  <a:close/>
                </a:path>
                <a:path w="7632065" h="4413250">
                  <a:moveTo>
                    <a:pt x="6547256" y="631647"/>
                  </a:moveTo>
                  <a:lnTo>
                    <a:pt x="6546139" y="630250"/>
                  </a:lnTo>
                  <a:lnTo>
                    <a:pt x="6545224" y="629107"/>
                  </a:lnTo>
                  <a:lnTo>
                    <a:pt x="6543992" y="627570"/>
                  </a:lnTo>
                  <a:lnTo>
                    <a:pt x="6503289" y="651090"/>
                  </a:lnTo>
                  <a:lnTo>
                    <a:pt x="6503898" y="652983"/>
                  </a:lnTo>
                  <a:lnTo>
                    <a:pt x="6504356" y="654392"/>
                  </a:lnTo>
                  <a:lnTo>
                    <a:pt x="6504914" y="656107"/>
                  </a:lnTo>
                  <a:lnTo>
                    <a:pt x="6547256" y="631647"/>
                  </a:lnTo>
                  <a:close/>
                </a:path>
                <a:path w="7632065" h="4413250">
                  <a:moveTo>
                    <a:pt x="6690728" y="548767"/>
                  </a:moveTo>
                  <a:lnTo>
                    <a:pt x="6690144" y="547027"/>
                  </a:lnTo>
                  <a:lnTo>
                    <a:pt x="6689674" y="545630"/>
                  </a:lnTo>
                  <a:lnTo>
                    <a:pt x="6689026" y="543737"/>
                  </a:lnTo>
                  <a:lnTo>
                    <a:pt x="6642798" y="570445"/>
                  </a:lnTo>
                  <a:lnTo>
                    <a:pt x="6643433" y="572350"/>
                  </a:lnTo>
                  <a:lnTo>
                    <a:pt x="6643903" y="573747"/>
                  </a:lnTo>
                  <a:lnTo>
                    <a:pt x="6644475" y="575475"/>
                  </a:lnTo>
                  <a:lnTo>
                    <a:pt x="6690728" y="548767"/>
                  </a:lnTo>
                  <a:close/>
                </a:path>
                <a:path w="7632065" h="4413250">
                  <a:moveTo>
                    <a:pt x="6904609" y="425208"/>
                  </a:moveTo>
                  <a:lnTo>
                    <a:pt x="6903999" y="423418"/>
                  </a:lnTo>
                  <a:lnTo>
                    <a:pt x="6903529" y="422059"/>
                  </a:lnTo>
                  <a:lnTo>
                    <a:pt x="6902869" y="420141"/>
                  </a:lnTo>
                  <a:lnTo>
                    <a:pt x="6855117" y="447738"/>
                  </a:lnTo>
                  <a:lnTo>
                    <a:pt x="6855765" y="449656"/>
                  </a:lnTo>
                  <a:lnTo>
                    <a:pt x="6856222" y="451027"/>
                  </a:lnTo>
                  <a:lnTo>
                    <a:pt x="6856819" y="452818"/>
                  </a:lnTo>
                  <a:lnTo>
                    <a:pt x="6904609" y="425208"/>
                  </a:lnTo>
                  <a:close/>
                </a:path>
                <a:path w="7632065" h="4413250">
                  <a:moveTo>
                    <a:pt x="7033146" y="350951"/>
                  </a:moveTo>
                  <a:lnTo>
                    <a:pt x="7032815" y="348957"/>
                  </a:lnTo>
                  <a:lnTo>
                    <a:pt x="7032574" y="347484"/>
                  </a:lnTo>
                  <a:lnTo>
                    <a:pt x="7032231" y="345363"/>
                  </a:lnTo>
                  <a:lnTo>
                    <a:pt x="6984098" y="373189"/>
                  </a:lnTo>
                  <a:lnTo>
                    <a:pt x="6984212" y="375424"/>
                  </a:lnTo>
                  <a:lnTo>
                    <a:pt x="6984289" y="376999"/>
                  </a:lnTo>
                  <a:lnTo>
                    <a:pt x="6984403" y="379107"/>
                  </a:lnTo>
                  <a:lnTo>
                    <a:pt x="7033146" y="350951"/>
                  </a:lnTo>
                  <a:close/>
                </a:path>
                <a:path w="7632065" h="4413250">
                  <a:moveTo>
                    <a:pt x="7246645" y="227622"/>
                  </a:moveTo>
                  <a:lnTo>
                    <a:pt x="7245794" y="225856"/>
                  </a:lnTo>
                  <a:lnTo>
                    <a:pt x="7245210" y="224612"/>
                  </a:lnTo>
                  <a:lnTo>
                    <a:pt x="7244334" y="222770"/>
                  </a:lnTo>
                  <a:lnTo>
                    <a:pt x="7194690" y="251472"/>
                  </a:lnTo>
                  <a:lnTo>
                    <a:pt x="7195591" y="253276"/>
                  </a:lnTo>
                  <a:lnTo>
                    <a:pt x="7196214" y="254520"/>
                  </a:lnTo>
                  <a:lnTo>
                    <a:pt x="7197077" y="256247"/>
                  </a:lnTo>
                  <a:lnTo>
                    <a:pt x="7246645" y="227622"/>
                  </a:lnTo>
                  <a:close/>
                </a:path>
                <a:path w="7632065" h="4413250">
                  <a:moveTo>
                    <a:pt x="7339939" y="167513"/>
                  </a:moveTo>
                  <a:lnTo>
                    <a:pt x="7306196" y="187020"/>
                  </a:lnTo>
                  <a:lnTo>
                    <a:pt x="7306919" y="188950"/>
                  </a:lnTo>
                  <a:lnTo>
                    <a:pt x="7307415" y="190246"/>
                  </a:lnTo>
                  <a:lnTo>
                    <a:pt x="7308126" y="192100"/>
                  </a:lnTo>
                  <a:lnTo>
                    <a:pt x="7331545" y="178574"/>
                  </a:lnTo>
                  <a:lnTo>
                    <a:pt x="7334631" y="174510"/>
                  </a:lnTo>
                  <a:lnTo>
                    <a:pt x="7336752" y="171704"/>
                  </a:lnTo>
                  <a:lnTo>
                    <a:pt x="7339939" y="167513"/>
                  </a:lnTo>
                  <a:close/>
                </a:path>
                <a:path w="7632065" h="4413250">
                  <a:moveTo>
                    <a:pt x="7448893" y="110782"/>
                  </a:moveTo>
                  <a:lnTo>
                    <a:pt x="7448220" y="108864"/>
                  </a:lnTo>
                  <a:lnTo>
                    <a:pt x="7447762" y="107556"/>
                  </a:lnTo>
                  <a:lnTo>
                    <a:pt x="7447064" y="105600"/>
                  </a:lnTo>
                  <a:lnTo>
                    <a:pt x="7411352" y="126238"/>
                  </a:lnTo>
                  <a:lnTo>
                    <a:pt x="7412025" y="128219"/>
                  </a:lnTo>
                  <a:lnTo>
                    <a:pt x="7412469" y="129527"/>
                  </a:lnTo>
                  <a:lnTo>
                    <a:pt x="7413117" y="131445"/>
                  </a:lnTo>
                  <a:lnTo>
                    <a:pt x="7448893" y="110782"/>
                  </a:lnTo>
                  <a:close/>
                </a:path>
                <a:path w="7632065" h="4413250">
                  <a:moveTo>
                    <a:pt x="7518743" y="70434"/>
                  </a:moveTo>
                  <a:lnTo>
                    <a:pt x="7516800" y="69215"/>
                  </a:lnTo>
                  <a:lnTo>
                    <a:pt x="7515504" y="68414"/>
                  </a:lnTo>
                  <a:lnTo>
                    <a:pt x="7513536" y="67183"/>
                  </a:lnTo>
                  <a:lnTo>
                    <a:pt x="7463041" y="96354"/>
                  </a:lnTo>
                  <a:lnTo>
                    <a:pt x="7464907" y="97650"/>
                  </a:lnTo>
                  <a:lnTo>
                    <a:pt x="7466139" y="98501"/>
                  </a:lnTo>
                  <a:lnTo>
                    <a:pt x="7467968" y="99758"/>
                  </a:lnTo>
                  <a:lnTo>
                    <a:pt x="7518743" y="70434"/>
                  </a:lnTo>
                  <a:close/>
                </a:path>
                <a:path w="7632065" h="4413250">
                  <a:moveTo>
                    <a:pt x="7631531" y="5283"/>
                  </a:moveTo>
                  <a:lnTo>
                    <a:pt x="7630858" y="3289"/>
                  </a:lnTo>
                  <a:lnTo>
                    <a:pt x="7630427" y="2006"/>
                  </a:lnTo>
                  <a:lnTo>
                    <a:pt x="7629753" y="0"/>
                  </a:lnTo>
                  <a:lnTo>
                    <a:pt x="7595184" y="19977"/>
                  </a:lnTo>
                  <a:lnTo>
                    <a:pt x="7595794" y="22021"/>
                  </a:lnTo>
                  <a:lnTo>
                    <a:pt x="7596175" y="23342"/>
                  </a:lnTo>
                  <a:lnTo>
                    <a:pt x="7596772" y="25349"/>
                  </a:lnTo>
                  <a:lnTo>
                    <a:pt x="7631531" y="5283"/>
                  </a:lnTo>
                  <a:close/>
                </a:path>
              </a:pathLst>
            </a:custGeom>
            <a:solidFill>
              <a:srgbClr val="3F3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2932" y="969136"/>
              <a:ext cx="7631430" cy="4411345"/>
            </a:xfrm>
            <a:custGeom>
              <a:avLst/>
              <a:gdLst/>
              <a:ahLst/>
              <a:cxnLst/>
              <a:rect l="l" t="t" r="r" b="b"/>
              <a:pathLst>
                <a:path w="7631430" h="4411345">
                  <a:moveTo>
                    <a:pt x="26238" y="4392727"/>
                  </a:moveTo>
                  <a:lnTo>
                    <a:pt x="0" y="4407878"/>
                  </a:lnTo>
                  <a:lnTo>
                    <a:pt x="762" y="4409833"/>
                  </a:lnTo>
                  <a:lnTo>
                    <a:pt x="1244" y="4411091"/>
                  </a:lnTo>
                  <a:lnTo>
                    <a:pt x="21234" y="4399534"/>
                  </a:lnTo>
                  <a:lnTo>
                    <a:pt x="23190" y="4396879"/>
                  </a:lnTo>
                  <a:lnTo>
                    <a:pt x="26238" y="4392727"/>
                  </a:lnTo>
                  <a:close/>
                </a:path>
                <a:path w="7631430" h="4411345">
                  <a:moveTo>
                    <a:pt x="140208" y="4330801"/>
                  </a:moveTo>
                  <a:lnTo>
                    <a:pt x="139738" y="4329531"/>
                  </a:lnTo>
                  <a:lnTo>
                    <a:pt x="139014" y="4327576"/>
                  </a:lnTo>
                  <a:lnTo>
                    <a:pt x="104533" y="4347489"/>
                  </a:lnTo>
                  <a:lnTo>
                    <a:pt x="105194" y="4349483"/>
                  </a:lnTo>
                  <a:lnTo>
                    <a:pt x="105625" y="4350778"/>
                  </a:lnTo>
                  <a:lnTo>
                    <a:pt x="140208" y="4330801"/>
                  </a:lnTo>
                  <a:close/>
                </a:path>
                <a:path w="7631430" h="4411345">
                  <a:moveTo>
                    <a:pt x="200469" y="4296003"/>
                  </a:moveTo>
                  <a:lnTo>
                    <a:pt x="199491" y="4295000"/>
                  </a:lnTo>
                  <a:lnTo>
                    <a:pt x="198018" y="4293489"/>
                  </a:lnTo>
                  <a:lnTo>
                    <a:pt x="155092" y="4318279"/>
                  </a:lnTo>
                  <a:lnTo>
                    <a:pt x="156603" y="4319790"/>
                  </a:lnTo>
                  <a:lnTo>
                    <a:pt x="157581" y="4320768"/>
                  </a:lnTo>
                  <a:lnTo>
                    <a:pt x="200469" y="4296003"/>
                  </a:lnTo>
                  <a:close/>
                </a:path>
                <a:path w="7631430" h="4411345">
                  <a:moveTo>
                    <a:pt x="292417" y="4238955"/>
                  </a:moveTo>
                  <a:lnTo>
                    <a:pt x="272529" y="4250448"/>
                  </a:lnTo>
                  <a:lnTo>
                    <a:pt x="272478" y="4252836"/>
                  </a:lnTo>
                  <a:lnTo>
                    <a:pt x="272453" y="4254411"/>
                  </a:lnTo>
                  <a:lnTo>
                    <a:pt x="292366" y="4242905"/>
                  </a:lnTo>
                  <a:lnTo>
                    <a:pt x="292379" y="4241330"/>
                  </a:lnTo>
                  <a:lnTo>
                    <a:pt x="292417" y="4238955"/>
                  </a:lnTo>
                  <a:close/>
                </a:path>
                <a:path w="7631430" h="4411345">
                  <a:moveTo>
                    <a:pt x="360502" y="4203547"/>
                  </a:moveTo>
                  <a:lnTo>
                    <a:pt x="360057" y="4202239"/>
                  </a:lnTo>
                  <a:lnTo>
                    <a:pt x="359397" y="4200258"/>
                  </a:lnTo>
                  <a:lnTo>
                    <a:pt x="314731" y="4226052"/>
                  </a:lnTo>
                  <a:lnTo>
                    <a:pt x="315404" y="4228033"/>
                  </a:lnTo>
                  <a:lnTo>
                    <a:pt x="315849" y="4229341"/>
                  </a:lnTo>
                  <a:lnTo>
                    <a:pt x="360502" y="4203547"/>
                  </a:lnTo>
                  <a:close/>
                </a:path>
                <a:path w="7631430" h="4411345">
                  <a:moveTo>
                    <a:pt x="457098" y="4143819"/>
                  </a:moveTo>
                  <a:lnTo>
                    <a:pt x="429869" y="4159554"/>
                  </a:lnTo>
                  <a:lnTo>
                    <a:pt x="430593" y="4161472"/>
                  </a:lnTo>
                  <a:lnTo>
                    <a:pt x="431088" y="4162768"/>
                  </a:lnTo>
                  <a:lnTo>
                    <a:pt x="451789" y="4150804"/>
                  </a:lnTo>
                  <a:lnTo>
                    <a:pt x="453936" y="4147997"/>
                  </a:lnTo>
                  <a:lnTo>
                    <a:pt x="457098" y="4143819"/>
                  </a:lnTo>
                  <a:close/>
                </a:path>
                <a:path w="7631430" h="4411345">
                  <a:moveTo>
                    <a:pt x="583018" y="4074998"/>
                  </a:moveTo>
                  <a:lnTo>
                    <a:pt x="582561" y="4073664"/>
                  </a:lnTo>
                  <a:lnTo>
                    <a:pt x="581901" y="4071721"/>
                  </a:lnTo>
                  <a:lnTo>
                    <a:pt x="534974" y="4098823"/>
                  </a:lnTo>
                  <a:lnTo>
                    <a:pt x="535622" y="4100792"/>
                  </a:lnTo>
                  <a:lnTo>
                    <a:pt x="536067" y="4102125"/>
                  </a:lnTo>
                  <a:lnTo>
                    <a:pt x="583018" y="4074998"/>
                  </a:lnTo>
                  <a:close/>
                </a:path>
                <a:path w="7631430" h="4411345">
                  <a:moveTo>
                    <a:pt x="752246" y="3973322"/>
                  </a:moveTo>
                  <a:lnTo>
                    <a:pt x="723671" y="3989819"/>
                  </a:lnTo>
                  <a:lnTo>
                    <a:pt x="724408" y="3991711"/>
                  </a:lnTo>
                  <a:lnTo>
                    <a:pt x="724928" y="3993032"/>
                  </a:lnTo>
                  <a:lnTo>
                    <a:pt x="746937" y="3980307"/>
                  </a:lnTo>
                  <a:lnTo>
                    <a:pt x="749122" y="3977436"/>
                  </a:lnTo>
                  <a:lnTo>
                    <a:pt x="752246" y="3973322"/>
                  </a:lnTo>
                  <a:close/>
                </a:path>
                <a:path w="7631430" h="4411345">
                  <a:moveTo>
                    <a:pt x="875792" y="3905872"/>
                  </a:moveTo>
                  <a:lnTo>
                    <a:pt x="875334" y="3904513"/>
                  </a:lnTo>
                  <a:lnTo>
                    <a:pt x="874699" y="3902583"/>
                  </a:lnTo>
                  <a:lnTo>
                    <a:pt x="827836" y="3929646"/>
                  </a:lnTo>
                  <a:lnTo>
                    <a:pt x="828484" y="3931577"/>
                  </a:lnTo>
                  <a:lnTo>
                    <a:pt x="828941" y="3932948"/>
                  </a:lnTo>
                  <a:lnTo>
                    <a:pt x="875792" y="3905872"/>
                  </a:lnTo>
                  <a:close/>
                </a:path>
                <a:path w="7631430" h="4411345">
                  <a:moveTo>
                    <a:pt x="992492" y="3834523"/>
                  </a:moveTo>
                  <a:lnTo>
                    <a:pt x="949871" y="3859149"/>
                  </a:lnTo>
                  <a:lnTo>
                    <a:pt x="949299" y="3861778"/>
                  </a:lnTo>
                  <a:lnTo>
                    <a:pt x="948944" y="3863619"/>
                  </a:lnTo>
                  <a:lnTo>
                    <a:pt x="990955" y="3839349"/>
                  </a:lnTo>
                  <a:lnTo>
                    <a:pt x="991603" y="3837330"/>
                  </a:lnTo>
                  <a:lnTo>
                    <a:pt x="992492" y="3834523"/>
                  </a:lnTo>
                  <a:close/>
                </a:path>
                <a:path w="7631430" h="4411345">
                  <a:moveTo>
                    <a:pt x="1138897" y="3753878"/>
                  </a:moveTo>
                  <a:lnTo>
                    <a:pt x="1138694" y="3752342"/>
                  </a:lnTo>
                  <a:lnTo>
                    <a:pt x="1138428" y="3750221"/>
                  </a:lnTo>
                  <a:lnTo>
                    <a:pt x="1088644" y="3778986"/>
                  </a:lnTo>
                  <a:lnTo>
                    <a:pt x="1088771" y="3781183"/>
                  </a:lnTo>
                  <a:lnTo>
                    <a:pt x="1088859" y="3782784"/>
                  </a:lnTo>
                  <a:lnTo>
                    <a:pt x="1138897" y="3753878"/>
                  </a:lnTo>
                  <a:close/>
                </a:path>
                <a:path w="7631430" h="4411345">
                  <a:moveTo>
                    <a:pt x="1459382" y="3568750"/>
                  </a:moveTo>
                  <a:lnTo>
                    <a:pt x="1458899" y="3567328"/>
                  </a:lnTo>
                  <a:lnTo>
                    <a:pt x="1458277" y="3565448"/>
                  </a:lnTo>
                  <a:lnTo>
                    <a:pt x="1411198" y="3592652"/>
                  </a:lnTo>
                  <a:lnTo>
                    <a:pt x="1411833" y="3594519"/>
                  </a:lnTo>
                  <a:lnTo>
                    <a:pt x="1412303" y="3595941"/>
                  </a:lnTo>
                  <a:lnTo>
                    <a:pt x="1459382" y="3568750"/>
                  </a:lnTo>
                  <a:close/>
                </a:path>
                <a:path w="7631430" h="4411345">
                  <a:moveTo>
                    <a:pt x="1675307" y="3440087"/>
                  </a:moveTo>
                  <a:lnTo>
                    <a:pt x="1649107" y="3455212"/>
                  </a:lnTo>
                  <a:lnTo>
                    <a:pt x="1649780" y="3457041"/>
                  </a:lnTo>
                  <a:lnTo>
                    <a:pt x="1650314" y="3458451"/>
                  </a:lnTo>
                  <a:lnTo>
                    <a:pt x="1670304" y="3446894"/>
                  </a:lnTo>
                  <a:lnTo>
                    <a:pt x="1672488" y="3443909"/>
                  </a:lnTo>
                  <a:lnTo>
                    <a:pt x="1675307" y="3440087"/>
                  </a:lnTo>
                  <a:close/>
                </a:path>
                <a:path w="7631430" h="4411345">
                  <a:moveTo>
                    <a:pt x="1802549" y="3370503"/>
                  </a:moveTo>
                  <a:lnTo>
                    <a:pt x="1802053" y="3369056"/>
                  </a:lnTo>
                  <a:lnTo>
                    <a:pt x="1801431" y="3367214"/>
                  </a:lnTo>
                  <a:lnTo>
                    <a:pt x="1754555" y="3394303"/>
                  </a:lnTo>
                  <a:lnTo>
                    <a:pt x="1755178" y="3396145"/>
                  </a:lnTo>
                  <a:lnTo>
                    <a:pt x="1755660" y="3397593"/>
                  </a:lnTo>
                  <a:lnTo>
                    <a:pt x="1802549" y="3370503"/>
                  </a:lnTo>
                  <a:close/>
                </a:path>
                <a:path w="7631430" h="4411345">
                  <a:moveTo>
                    <a:pt x="1920963" y="3298164"/>
                  </a:moveTo>
                  <a:lnTo>
                    <a:pt x="1877644" y="3323196"/>
                  </a:lnTo>
                  <a:lnTo>
                    <a:pt x="1877733" y="3325330"/>
                  </a:lnTo>
                  <a:lnTo>
                    <a:pt x="1877796" y="3327031"/>
                  </a:lnTo>
                  <a:lnTo>
                    <a:pt x="1920913" y="3302127"/>
                  </a:lnTo>
                  <a:lnTo>
                    <a:pt x="1920938" y="3300361"/>
                  </a:lnTo>
                  <a:lnTo>
                    <a:pt x="1920963" y="3298164"/>
                  </a:lnTo>
                  <a:close/>
                </a:path>
                <a:path w="7631430" h="4411345">
                  <a:moveTo>
                    <a:pt x="2020912" y="3244354"/>
                  </a:moveTo>
                  <a:lnTo>
                    <a:pt x="2020646" y="3242754"/>
                  </a:lnTo>
                  <a:lnTo>
                    <a:pt x="2020316" y="3240773"/>
                  </a:lnTo>
                  <a:lnTo>
                    <a:pt x="1971598" y="3268916"/>
                  </a:lnTo>
                  <a:lnTo>
                    <a:pt x="1971713" y="3271024"/>
                  </a:lnTo>
                  <a:lnTo>
                    <a:pt x="1971802" y="3272726"/>
                  </a:lnTo>
                  <a:lnTo>
                    <a:pt x="2020912" y="3244354"/>
                  </a:lnTo>
                  <a:close/>
                </a:path>
                <a:path w="7631430" h="4411345">
                  <a:moveTo>
                    <a:pt x="2235606" y="3120326"/>
                  </a:moveTo>
                  <a:lnTo>
                    <a:pt x="2234946" y="3118929"/>
                  </a:lnTo>
                  <a:lnTo>
                    <a:pt x="2234146" y="3117253"/>
                  </a:lnTo>
                  <a:lnTo>
                    <a:pt x="2183333" y="3146602"/>
                  </a:lnTo>
                  <a:lnTo>
                    <a:pt x="2184146" y="3148279"/>
                  </a:lnTo>
                  <a:lnTo>
                    <a:pt x="2184819" y="3149663"/>
                  </a:lnTo>
                  <a:lnTo>
                    <a:pt x="2235606" y="3120326"/>
                  </a:lnTo>
                  <a:close/>
                </a:path>
                <a:path w="7631430" h="4411345">
                  <a:moveTo>
                    <a:pt x="2289797" y="3085096"/>
                  </a:moveTo>
                  <a:lnTo>
                    <a:pt x="2265159" y="3099333"/>
                  </a:lnTo>
                  <a:lnTo>
                    <a:pt x="2265807" y="3101098"/>
                  </a:lnTo>
                  <a:lnTo>
                    <a:pt x="2266340" y="3102572"/>
                  </a:lnTo>
                  <a:lnTo>
                    <a:pt x="2284806" y="3091916"/>
                  </a:lnTo>
                  <a:lnTo>
                    <a:pt x="2287079" y="3088805"/>
                  </a:lnTo>
                  <a:lnTo>
                    <a:pt x="2289797" y="3085096"/>
                  </a:lnTo>
                  <a:close/>
                </a:path>
                <a:path w="7631430" h="4411345">
                  <a:moveTo>
                    <a:pt x="2411907" y="3018485"/>
                  </a:moveTo>
                  <a:lnTo>
                    <a:pt x="2411412" y="3016974"/>
                  </a:lnTo>
                  <a:lnTo>
                    <a:pt x="2410828" y="3015183"/>
                  </a:lnTo>
                  <a:lnTo>
                    <a:pt x="2362873" y="3042882"/>
                  </a:lnTo>
                  <a:lnTo>
                    <a:pt x="2363444" y="3044685"/>
                  </a:lnTo>
                  <a:lnTo>
                    <a:pt x="2363927" y="3046209"/>
                  </a:lnTo>
                  <a:lnTo>
                    <a:pt x="2411907" y="3018485"/>
                  </a:lnTo>
                  <a:close/>
                </a:path>
                <a:path w="7631430" h="4411345">
                  <a:moveTo>
                    <a:pt x="2584412" y="2918828"/>
                  </a:moveTo>
                  <a:lnTo>
                    <a:pt x="2583891" y="2917317"/>
                  </a:lnTo>
                  <a:lnTo>
                    <a:pt x="2583294" y="2915551"/>
                  </a:lnTo>
                  <a:lnTo>
                    <a:pt x="2536037" y="2942844"/>
                  </a:lnTo>
                  <a:lnTo>
                    <a:pt x="2536634" y="2944622"/>
                  </a:lnTo>
                  <a:lnTo>
                    <a:pt x="2537155" y="2946133"/>
                  </a:lnTo>
                  <a:lnTo>
                    <a:pt x="2584412" y="2918828"/>
                  </a:lnTo>
                  <a:close/>
                </a:path>
                <a:path w="7631430" h="4411345">
                  <a:moveTo>
                    <a:pt x="2680284" y="2859519"/>
                  </a:moveTo>
                  <a:lnTo>
                    <a:pt x="2653461" y="2875026"/>
                  </a:lnTo>
                  <a:lnTo>
                    <a:pt x="2654109" y="2876740"/>
                  </a:lnTo>
                  <a:lnTo>
                    <a:pt x="2654681" y="2878239"/>
                  </a:lnTo>
                  <a:lnTo>
                    <a:pt x="2674975" y="2866517"/>
                  </a:lnTo>
                  <a:lnTo>
                    <a:pt x="2677452" y="2863253"/>
                  </a:lnTo>
                  <a:lnTo>
                    <a:pt x="2680284" y="2859519"/>
                  </a:lnTo>
                  <a:close/>
                </a:path>
                <a:path w="7631430" h="4411345">
                  <a:moveTo>
                    <a:pt x="2806738" y="2790393"/>
                  </a:moveTo>
                  <a:lnTo>
                    <a:pt x="2806230" y="2788843"/>
                  </a:lnTo>
                  <a:lnTo>
                    <a:pt x="2805646" y="2787104"/>
                  </a:lnTo>
                  <a:lnTo>
                    <a:pt x="2758783" y="2814180"/>
                  </a:lnTo>
                  <a:lnTo>
                    <a:pt x="2759367" y="2815933"/>
                  </a:lnTo>
                  <a:lnTo>
                    <a:pt x="2759875" y="2817469"/>
                  </a:lnTo>
                  <a:lnTo>
                    <a:pt x="2806738" y="2790393"/>
                  </a:lnTo>
                  <a:close/>
                </a:path>
                <a:path w="7631430" h="4411345">
                  <a:moveTo>
                    <a:pt x="2923362" y="2719108"/>
                  </a:moveTo>
                  <a:lnTo>
                    <a:pt x="2880131" y="2744076"/>
                  </a:lnTo>
                  <a:lnTo>
                    <a:pt x="2879610" y="2746451"/>
                  </a:lnTo>
                  <a:lnTo>
                    <a:pt x="2879140" y="2748572"/>
                  </a:lnTo>
                  <a:lnTo>
                    <a:pt x="2921812" y="2723921"/>
                  </a:lnTo>
                  <a:lnTo>
                    <a:pt x="2922549" y="2721635"/>
                  </a:lnTo>
                  <a:lnTo>
                    <a:pt x="2923362" y="2719108"/>
                  </a:lnTo>
                  <a:close/>
                </a:path>
                <a:path w="7631430" h="4411345">
                  <a:moveTo>
                    <a:pt x="3325457" y="2490749"/>
                  </a:moveTo>
                  <a:lnTo>
                    <a:pt x="3324479" y="2489403"/>
                  </a:lnTo>
                  <a:lnTo>
                    <a:pt x="3323437" y="2487980"/>
                  </a:lnTo>
                  <a:lnTo>
                    <a:pt x="3274428" y="2516301"/>
                  </a:lnTo>
                  <a:lnTo>
                    <a:pt x="3275507" y="2517698"/>
                  </a:lnTo>
                  <a:lnTo>
                    <a:pt x="3276523" y="2519007"/>
                  </a:lnTo>
                  <a:lnTo>
                    <a:pt x="3325457" y="2490749"/>
                  </a:lnTo>
                  <a:close/>
                </a:path>
                <a:path w="7631430" h="4411345">
                  <a:moveTo>
                    <a:pt x="3421570" y="2431300"/>
                  </a:moveTo>
                  <a:lnTo>
                    <a:pt x="3396869" y="2445562"/>
                  </a:lnTo>
                  <a:lnTo>
                    <a:pt x="3396818" y="2447607"/>
                  </a:lnTo>
                  <a:lnTo>
                    <a:pt x="3396767" y="2449550"/>
                  </a:lnTo>
                  <a:lnTo>
                    <a:pt x="3421392" y="2435326"/>
                  </a:lnTo>
                  <a:lnTo>
                    <a:pt x="3421481" y="2433358"/>
                  </a:lnTo>
                  <a:lnTo>
                    <a:pt x="3421570" y="2431300"/>
                  </a:lnTo>
                  <a:close/>
                </a:path>
                <a:path w="7631430" h="4411345">
                  <a:moveTo>
                    <a:pt x="3550501" y="2360739"/>
                  </a:moveTo>
                  <a:lnTo>
                    <a:pt x="3550183" y="2358987"/>
                  </a:lnTo>
                  <a:lnTo>
                    <a:pt x="3549866" y="2357183"/>
                  </a:lnTo>
                  <a:lnTo>
                    <a:pt x="3500755" y="2385555"/>
                  </a:lnTo>
                  <a:lnTo>
                    <a:pt x="3500856" y="2387498"/>
                  </a:lnTo>
                  <a:lnTo>
                    <a:pt x="3500958" y="2389365"/>
                  </a:lnTo>
                  <a:lnTo>
                    <a:pt x="3550501" y="2360739"/>
                  </a:lnTo>
                  <a:close/>
                </a:path>
                <a:path w="7631430" h="4411345">
                  <a:moveTo>
                    <a:pt x="3764470" y="2237143"/>
                  </a:moveTo>
                  <a:lnTo>
                    <a:pt x="3763746" y="2235606"/>
                  </a:lnTo>
                  <a:lnTo>
                    <a:pt x="3763022" y="2234044"/>
                  </a:lnTo>
                  <a:lnTo>
                    <a:pt x="3713429" y="2262695"/>
                  </a:lnTo>
                  <a:lnTo>
                    <a:pt x="3714178" y="2264232"/>
                  </a:lnTo>
                  <a:lnTo>
                    <a:pt x="3714927" y="2265756"/>
                  </a:lnTo>
                  <a:lnTo>
                    <a:pt x="3764470" y="2237143"/>
                  </a:lnTo>
                  <a:close/>
                </a:path>
                <a:path w="7631430" h="4411345">
                  <a:moveTo>
                    <a:pt x="3838079" y="2191766"/>
                  </a:moveTo>
                  <a:lnTo>
                    <a:pt x="3837482" y="2191029"/>
                  </a:lnTo>
                  <a:lnTo>
                    <a:pt x="3794061" y="2216112"/>
                  </a:lnTo>
                  <a:lnTo>
                    <a:pt x="3794607" y="2217775"/>
                  </a:lnTo>
                  <a:lnTo>
                    <a:pt x="3795141" y="2219426"/>
                  </a:lnTo>
                  <a:lnTo>
                    <a:pt x="3834092" y="2196922"/>
                  </a:lnTo>
                  <a:lnTo>
                    <a:pt x="3836835" y="2193366"/>
                  </a:lnTo>
                  <a:lnTo>
                    <a:pt x="3838079" y="2191766"/>
                  </a:lnTo>
                  <a:close/>
                </a:path>
                <a:path w="7631430" h="4411345">
                  <a:moveTo>
                    <a:pt x="3982237" y="2111337"/>
                  </a:moveTo>
                  <a:lnTo>
                    <a:pt x="3981691" y="2109673"/>
                  </a:lnTo>
                  <a:lnTo>
                    <a:pt x="3981132" y="2108047"/>
                  </a:lnTo>
                  <a:lnTo>
                    <a:pt x="3933609" y="2135492"/>
                  </a:lnTo>
                  <a:lnTo>
                    <a:pt x="3934155" y="2137130"/>
                  </a:lnTo>
                  <a:lnTo>
                    <a:pt x="3934714" y="2138794"/>
                  </a:lnTo>
                  <a:lnTo>
                    <a:pt x="3982237" y="2111337"/>
                  </a:lnTo>
                  <a:close/>
                </a:path>
                <a:path w="7631430" h="4411345">
                  <a:moveTo>
                    <a:pt x="4104221" y="2036940"/>
                  </a:moveTo>
                  <a:lnTo>
                    <a:pt x="4078440" y="2051837"/>
                  </a:lnTo>
                  <a:lnTo>
                    <a:pt x="4079036" y="2053424"/>
                  </a:lnTo>
                  <a:lnTo>
                    <a:pt x="4079646" y="2055063"/>
                  </a:lnTo>
                  <a:lnTo>
                    <a:pt x="4099217" y="2043760"/>
                  </a:lnTo>
                  <a:lnTo>
                    <a:pt x="4101757" y="2040293"/>
                  </a:lnTo>
                  <a:lnTo>
                    <a:pt x="4104221" y="2036940"/>
                  </a:lnTo>
                  <a:close/>
                </a:path>
                <a:path w="7631430" h="4411345">
                  <a:moveTo>
                    <a:pt x="4231614" y="1967268"/>
                  </a:moveTo>
                  <a:lnTo>
                    <a:pt x="4231056" y="1965591"/>
                  </a:lnTo>
                  <a:lnTo>
                    <a:pt x="4230522" y="1963978"/>
                  </a:lnTo>
                  <a:lnTo>
                    <a:pt x="4183659" y="1991042"/>
                  </a:lnTo>
                  <a:lnTo>
                    <a:pt x="4184205" y="1992668"/>
                  </a:lnTo>
                  <a:lnTo>
                    <a:pt x="4184764" y="1994344"/>
                  </a:lnTo>
                  <a:lnTo>
                    <a:pt x="4231614" y="1967268"/>
                  </a:lnTo>
                  <a:close/>
                </a:path>
                <a:path w="7631430" h="4411345">
                  <a:moveTo>
                    <a:pt x="4348302" y="1895932"/>
                  </a:moveTo>
                  <a:lnTo>
                    <a:pt x="4305605" y="1920608"/>
                  </a:lnTo>
                  <a:lnTo>
                    <a:pt x="4305135" y="1922780"/>
                  </a:lnTo>
                  <a:lnTo>
                    <a:pt x="4304652" y="1925091"/>
                  </a:lnTo>
                  <a:lnTo>
                    <a:pt x="4346765" y="1900745"/>
                  </a:lnTo>
                  <a:lnTo>
                    <a:pt x="4347565" y="1898269"/>
                  </a:lnTo>
                  <a:lnTo>
                    <a:pt x="4348302" y="1895932"/>
                  </a:lnTo>
                  <a:close/>
                </a:path>
                <a:path w="7631430" h="4411345">
                  <a:moveTo>
                    <a:pt x="4453775" y="1835010"/>
                  </a:moveTo>
                  <a:lnTo>
                    <a:pt x="4427194" y="1850364"/>
                  </a:lnTo>
                  <a:lnTo>
                    <a:pt x="4427779" y="1851926"/>
                  </a:lnTo>
                  <a:lnTo>
                    <a:pt x="4428414" y="1853590"/>
                  </a:lnTo>
                  <a:lnTo>
                    <a:pt x="4448784" y="1841817"/>
                  </a:lnTo>
                  <a:lnTo>
                    <a:pt x="4451362" y="1838299"/>
                  </a:lnTo>
                  <a:lnTo>
                    <a:pt x="4453775" y="1835010"/>
                  </a:lnTo>
                  <a:close/>
                </a:path>
                <a:path w="7631430" h="4411345">
                  <a:moveTo>
                    <a:pt x="4579277" y="1766443"/>
                  </a:moveTo>
                  <a:lnTo>
                    <a:pt x="4578705" y="1764715"/>
                  </a:lnTo>
                  <a:lnTo>
                    <a:pt x="4578185" y="1763141"/>
                  </a:lnTo>
                  <a:lnTo>
                    <a:pt x="4531906" y="1789874"/>
                  </a:lnTo>
                  <a:lnTo>
                    <a:pt x="4532439" y="1791449"/>
                  </a:lnTo>
                  <a:lnTo>
                    <a:pt x="4533023" y="1793151"/>
                  </a:lnTo>
                  <a:lnTo>
                    <a:pt x="4579277" y="1766443"/>
                  </a:lnTo>
                  <a:close/>
                </a:path>
                <a:path w="7631430" h="4411345">
                  <a:moveTo>
                    <a:pt x="4960048" y="1542542"/>
                  </a:moveTo>
                  <a:lnTo>
                    <a:pt x="4935029" y="1556994"/>
                  </a:lnTo>
                  <a:lnTo>
                    <a:pt x="4935601" y="1558505"/>
                  </a:lnTo>
                  <a:lnTo>
                    <a:pt x="4936248" y="1560220"/>
                  </a:lnTo>
                  <a:lnTo>
                    <a:pt x="4955044" y="1549361"/>
                  </a:lnTo>
                  <a:lnTo>
                    <a:pt x="4957699" y="1545729"/>
                  </a:lnTo>
                  <a:lnTo>
                    <a:pt x="4960048" y="1542542"/>
                  </a:lnTo>
                  <a:close/>
                </a:path>
                <a:path w="7631430" h="4411345">
                  <a:moveTo>
                    <a:pt x="5060289" y="1488567"/>
                  </a:moveTo>
                  <a:lnTo>
                    <a:pt x="5060251" y="1486484"/>
                  </a:lnTo>
                  <a:lnTo>
                    <a:pt x="5060213" y="1484680"/>
                  </a:lnTo>
                  <a:lnTo>
                    <a:pt x="5043881" y="1494116"/>
                  </a:lnTo>
                  <a:lnTo>
                    <a:pt x="5043906" y="1495920"/>
                  </a:lnTo>
                  <a:lnTo>
                    <a:pt x="5043944" y="1498003"/>
                  </a:lnTo>
                  <a:lnTo>
                    <a:pt x="5060289" y="1488567"/>
                  </a:lnTo>
                  <a:close/>
                </a:path>
                <a:path w="7631430" h="4411345">
                  <a:moveTo>
                    <a:pt x="5149774" y="1436865"/>
                  </a:moveTo>
                  <a:lnTo>
                    <a:pt x="5148732" y="1435366"/>
                  </a:lnTo>
                  <a:lnTo>
                    <a:pt x="5147830" y="1434058"/>
                  </a:lnTo>
                  <a:lnTo>
                    <a:pt x="5100345" y="1461490"/>
                  </a:lnTo>
                  <a:lnTo>
                    <a:pt x="5101260" y="1462786"/>
                  </a:lnTo>
                  <a:lnTo>
                    <a:pt x="5102314" y="1464284"/>
                  </a:lnTo>
                  <a:lnTo>
                    <a:pt x="5149774" y="1436865"/>
                  </a:lnTo>
                  <a:close/>
                </a:path>
                <a:path w="7631430" h="4411345">
                  <a:moveTo>
                    <a:pt x="5276697" y="1359623"/>
                  </a:moveTo>
                  <a:lnTo>
                    <a:pt x="5234267" y="1384134"/>
                  </a:lnTo>
                  <a:lnTo>
                    <a:pt x="5234762" y="1385658"/>
                  </a:lnTo>
                  <a:lnTo>
                    <a:pt x="5235346" y="1387436"/>
                  </a:lnTo>
                  <a:lnTo>
                    <a:pt x="5271719" y="1366431"/>
                  </a:lnTo>
                  <a:lnTo>
                    <a:pt x="5274475" y="1362710"/>
                  </a:lnTo>
                  <a:lnTo>
                    <a:pt x="5276697" y="1359623"/>
                  </a:lnTo>
                  <a:close/>
                </a:path>
                <a:path w="7631430" h="4411345">
                  <a:moveTo>
                    <a:pt x="5422277" y="1279448"/>
                  </a:moveTo>
                  <a:lnTo>
                    <a:pt x="5421668" y="1277658"/>
                  </a:lnTo>
                  <a:lnTo>
                    <a:pt x="5421160" y="1276159"/>
                  </a:lnTo>
                  <a:lnTo>
                    <a:pt x="5373827" y="1303502"/>
                  </a:lnTo>
                  <a:lnTo>
                    <a:pt x="5374335" y="1305013"/>
                  </a:lnTo>
                  <a:lnTo>
                    <a:pt x="5374932" y="1306804"/>
                  </a:lnTo>
                  <a:lnTo>
                    <a:pt x="5422277" y="1279448"/>
                  </a:lnTo>
                  <a:close/>
                </a:path>
                <a:path w="7631430" h="4411345">
                  <a:moveTo>
                    <a:pt x="5560199" y="1196594"/>
                  </a:moveTo>
                  <a:lnTo>
                    <a:pt x="5559857" y="1196047"/>
                  </a:lnTo>
                  <a:lnTo>
                    <a:pt x="5517553" y="1220482"/>
                  </a:lnTo>
                  <a:lnTo>
                    <a:pt x="5518048" y="1221968"/>
                  </a:lnTo>
                  <a:lnTo>
                    <a:pt x="5518632" y="1223784"/>
                  </a:lnTo>
                  <a:lnTo>
                    <a:pt x="5556072" y="1202156"/>
                  </a:lnTo>
                  <a:lnTo>
                    <a:pt x="5558866" y="1198384"/>
                  </a:lnTo>
                  <a:lnTo>
                    <a:pt x="5560199" y="1196594"/>
                  </a:lnTo>
                  <a:close/>
                </a:path>
                <a:path w="7631430" h="4411345">
                  <a:moveTo>
                    <a:pt x="5705983" y="1115555"/>
                  </a:moveTo>
                  <a:lnTo>
                    <a:pt x="5705360" y="1113739"/>
                  </a:lnTo>
                  <a:lnTo>
                    <a:pt x="5704865" y="1112278"/>
                  </a:lnTo>
                  <a:lnTo>
                    <a:pt x="5657100" y="1139863"/>
                  </a:lnTo>
                  <a:lnTo>
                    <a:pt x="5657596" y="1141336"/>
                  </a:lnTo>
                  <a:lnTo>
                    <a:pt x="5658205" y="1143165"/>
                  </a:lnTo>
                  <a:lnTo>
                    <a:pt x="5705983" y="1115555"/>
                  </a:lnTo>
                  <a:close/>
                </a:path>
                <a:path w="7631430" h="4411345">
                  <a:moveTo>
                    <a:pt x="5827814" y="1041247"/>
                  </a:moveTo>
                  <a:lnTo>
                    <a:pt x="5802274" y="1056005"/>
                  </a:lnTo>
                  <a:lnTo>
                    <a:pt x="5802820" y="1057427"/>
                  </a:lnTo>
                  <a:lnTo>
                    <a:pt x="5803506" y="1059218"/>
                  </a:lnTo>
                  <a:lnTo>
                    <a:pt x="5822518" y="1048245"/>
                  </a:lnTo>
                  <a:lnTo>
                    <a:pt x="5825464" y="1044346"/>
                  </a:lnTo>
                  <a:lnTo>
                    <a:pt x="5827814" y="1041247"/>
                  </a:lnTo>
                  <a:close/>
                </a:path>
                <a:path w="7631430" h="4411345">
                  <a:moveTo>
                    <a:pt x="5953950" y="972312"/>
                  </a:moveTo>
                  <a:lnTo>
                    <a:pt x="5953353" y="970457"/>
                  </a:lnTo>
                  <a:lnTo>
                    <a:pt x="5952883" y="968997"/>
                  </a:lnTo>
                  <a:lnTo>
                    <a:pt x="5907379" y="995286"/>
                  </a:lnTo>
                  <a:lnTo>
                    <a:pt x="5907862" y="996734"/>
                  </a:lnTo>
                  <a:lnTo>
                    <a:pt x="5908472" y="998588"/>
                  </a:lnTo>
                  <a:lnTo>
                    <a:pt x="5953950" y="972312"/>
                  </a:lnTo>
                  <a:close/>
                </a:path>
                <a:path w="7631430" h="4411345">
                  <a:moveTo>
                    <a:pt x="6148679" y="855891"/>
                  </a:moveTo>
                  <a:lnTo>
                    <a:pt x="6125642" y="869200"/>
                  </a:lnTo>
                  <a:lnTo>
                    <a:pt x="6126175" y="870597"/>
                  </a:lnTo>
                  <a:lnTo>
                    <a:pt x="6126861" y="872426"/>
                  </a:lnTo>
                  <a:lnTo>
                    <a:pt x="6143676" y="862711"/>
                  </a:lnTo>
                  <a:lnTo>
                    <a:pt x="6146508" y="858850"/>
                  </a:lnTo>
                  <a:lnTo>
                    <a:pt x="6148679" y="855891"/>
                  </a:lnTo>
                  <a:close/>
                </a:path>
                <a:path w="7631430" h="4411345">
                  <a:moveTo>
                    <a:pt x="6267577" y="791133"/>
                  </a:moveTo>
                  <a:lnTo>
                    <a:pt x="6266916" y="789279"/>
                  </a:lnTo>
                  <a:lnTo>
                    <a:pt x="6266421" y="787869"/>
                  </a:lnTo>
                  <a:lnTo>
                    <a:pt x="6230645" y="808545"/>
                  </a:lnTo>
                  <a:lnTo>
                    <a:pt x="6231128" y="809955"/>
                  </a:lnTo>
                  <a:lnTo>
                    <a:pt x="6231763" y="811822"/>
                  </a:lnTo>
                  <a:lnTo>
                    <a:pt x="6267577" y="791133"/>
                  </a:lnTo>
                  <a:close/>
                </a:path>
                <a:path w="7631430" h="4411345">
                  <a:moveTo>
                    <a:pt x="6339395" y="749642"/>
                  </a:moveTo>
                  <a:lnTo>
                    <a:pt x="6337427" y="748538"/>
                  </a:lnTo>
                  <a:lnTo>
                    <a:pt x="6336030" y="747661"/>
                  </a:lnTo>
                  <a:lnTo>
                    <a:pt x="6285268" y="776986"/>
                  </a:lnTo>
                  <a:lnTo>
                    <a:pt x="6286601" y="777900"/>
                  </a:lnTo>
                  <a:lnTo>
                    <a:pt x="6288367" y="779119"/>
                  </a:lnTo>
                  <a:lnTo>
                    <a:pt x="6339395" y="749642"/>
                  </a:lnTo>
                  <a:close/>
                </a:path>
                <a:path w="7631430" h="4411345">
                  <a:moveTo>
                    <a:pt x="6450241" y="685622"/>
                  </a:moveTo>
                  <a:lnTo>
                    <a:pt x="6449593" y="683729"/>
                  </a:lnTo>
                  <a:lnTo>
                    <a:pt x="6449123" y="682332"/>
                  </a:lnTo>
                  <a:lnTo>
                    <a:pt x="6414313" y="702437"/>
                  </a:lnTo>
                  <a:lnTo>
                    <a:pt x="6414744" y="703872"/>
                  </a:lnTo>
                  <a:lnTo>
                    <a:pt x="6415303" y="705789"/>
                  </a:lnTo>
                  <a:lnTo>
                    <a:pt x="6450241" y="685622"/>
                  </a:lnTo>
                  <a:close/>
                </a:path>
                <a:path w="7631430" h="4411345">
                  <a:moveTo>
                    <a:pt x="6546228" y="626618"/>
                  </a:moveTo>
                  <a:lnTo>
                    <a:pt x="6546012" y="626364"/>
                  </a:lnTo>
                  <a:lnTo>
                    <a:pt x="6503670" y="650824"/>
                  </a:lnTo>
                  <a:lnTo>
                    <a:pt x="6504127" y="652221"/>
                  </a:lnTo>
                  <a:lnTo>
                    <a:pt x="6504749" y="654126"/>
                  </a:lnTo>
                  <a:lnTo>
                    <a:pt x="6541617" y="632828"/>
                  </a:lnTo>
                  <a:lnTo>
                    <a:pt x="6544564" y="628853"/>
                  </a:lnTo>
                  <a:lnTo>
                    <a:pt x="6546228" y="626618"/>
                  </a:lnTo>
                  <a:close/>
                </a:path>
                <a:path w="7631430" h="4411345">
                  <a:moveTo>
                    <a:pt x="6690588" y="546773"/>
                  </a:moveTo>
                  <a:lnTo>
                    <a:pt x="6689941" y="544855"/>
                  </a:lnTo>
                  <a:lnTo>
                    <a:pt x="6689484" y="543483"/>
                  </a:lnTo>
                  <a:lnTo>
                    <a:pt x="6643230" y="570191"/>
                  </a:lnTo>
                  <a:lnTo>
                    <a:pt x="6643700" y="571576"/>
                  </a:lnTo>
                  <a:lnTo>
                    <a:pt x="6644335" y="573493"/>
                  </a:lnTo>
                  <a:lnTo>
                    <a:pt x="6690588" y="546773"/>
                  </a:lnTo>
                  <a:close/>
                </a:path>
                <a:path w="7631430" h="4411345">
                  <a:moveTo>
                    <a:pt x="6904495" y="423202"/>
                  </a:moveTo>
                  <a:lnTo>
                    <a:pt x="6903834" y="421271"/>
                  </a:lnTo>
                  <a:lnTo>
                    <a:pt x="6903364" y="419925"/>
                  </a:lnTo>
                  <a:lnTo>
                    <a:pt x="6855574" y="447535"/>
                  </a:lnTo>
                  <a:lnTo>
                    <a:pt x="6856031" y="448894"/>
                  </a:lnTo>
                  <a:lnTo>
                    <a:pt x="6856679" y="450824"/>
                  </a:lnTo>
                  <a:lnTo>
                    <a:pt x="6904495" y="423202"/>
                  </a:lnTo>
                  <a:close/>
                </a:path>
                <a:path w="7631430" h="4411345">
                  <a:moveTo>
                    <a:pt x="7032498" y="349262"/>
                  </a:moveTo>
                  <a:lnTo>
                    <a:pt x="7032142" y="347129"/>
                  </a:lnTo>
                  <a:lnTo>
                    <a:pt x="7031901" y="345668"/>
                  </a:lnTo>
                  <a:lnTo>
                    <a:pt x="6983158" y="373824"/>
                  </a:lnTo>
                  <a:lnTo>
                    <a:pt x="6983247" y="375386"/>
                  </a:lnTo>
                  <a:lnTo>
                    <a:pt x="6983362" y="377647"/>
                  </a:lnTo>
                  <a:lnTo>
                    <a:pt x="7032498" y="349262"/>
                  </a:lnTo>
                  <a:close/>
                </a:path>
                <a:path w="7631430" h="4411345">
                  <a:moveTo>
                    <a:pt x="7246874" y="225412"/>
                  </a:moveTo>
                  <a:lnTo>
                    <a:pt x="7245998" y="223570"/>
                  </a:lnTo>
                  <a:lnTo>
                    <a:pt x="7245401" y="222338"/>
                  </a:lnTo>
                  <a:lnTo>
                    <a:pt x="7195833" y="250964"/>
                  </a:lnTo>
                  <a:lnTo>
                    <a:pt x="7196442" y="252196"/>
                  </a:lnTo>
                  <a:lnTo>
                    <a:pt x="7197357" y="254012"/>
                  </a:lnTo>
                  <a:lnTo>
                    <a:pt x="7246874" y="225412"/>
                  </a:lnTo>
                  <a:close/>
                </a:path>
                <a:path w="7631430" h="4411345">
                  <a:moveTo>
                    <a:pt x="7330300" y="173291"/>
                  </a:moveTo>
                  <a:lnTo>
                    <a:pt x="7306881" y="186817"/>
                  </a:lnTo>
                  <a:lnTo>
                    <a:pt x="7307364" y="188112"/>
                  </a:lnTo>
                  <a:lnTo>
                    <a:pt x="7308101" y="190042"/>
                  </a:lnTo>
                  <a:lnTo>
                    <a:pt x="7325004" y="180276"/>
                  </a:lnTo>
                  <a:lnTo>
                    <a:pt x="7328179" y="176085"/>
                  </a:lnTo>
                  <a:lnTo>
                    <a:pt x="7330300" y="173291"/>
                  </a:lnTo>
                  <a:close/>
                </a:path>
                <a:path w="7631430" h="4411345">
                  <a:moveTo>
                    <a:pt x="7448804" y="108762"/>
                  </a:moveTo>
                  <a:lnTo>
                    <a:pt x="7448105" y="106794"/>
                  </a:lnTo>
                  <a:lnTo>
                    <a:pt x="7447648" y="105498"/>
                  </a:lnTo>
                  <a:lnTo>
                    <a:pt x="7411872" y="126161"/>
                  </a:lnTo>
                  <a:lnTo>
                    <a:pt x="7412317" y="127469"/>
                  </a:lnTo>
                  <a:lnTo>
                    <a:pt x="7413003" y="129451"/>
                  </a:lnTo>
                  <a:lnTo>
                    <a:pt x="7448804" y="108762"/>
                  </a:lnTo>
                  <a:close/>
                </a:path>
                <a:path w="7631430" h="4411345">
                  <a:moveTo>
                    <a:pt x="7520826" y="67157"/>
                  </a:moveTo>
                  <a:lnTo>
                    <a:pt x="7518794" y="65951"/>
                  </a:lnTo>
                  <a:lnTo>
                    <a:pt x="7517498" y="65151"/>
                  </a:lnTo>
                  <a:lnTo>
                    <a:pt x="7466724" y="94475"/>
                  </a:lnTo>
                  <a:lnTo>
                    <a:pt x="7467955" y="95326"/>
                  </a:lnTo>
                  <a:lnTo>
                    <a:pt x="7469822" y="96621"/>
                  </a:lnTo>
                  <a:lnTo>
                    <a:pt x="7520826" y="67157"/>
                  </a:lnTo>
                  <a:close/>
                </a:path>
                <a:path w="7631430" h="4411345">
                  <a:moveTo>
                    <a:pt x="7631392" y="3289"/>
                  </a:moveTo>
                  <a:lnTo>
                    <a:pt x="7630719" y="1282"/>
                  </a:lnTo>
                  <a:lnTo>
                    <a:pt x="7630287" y="0"/>
                  </a:lnTo>
                  <a:lnTo>
                    <a:pt x="7595527" y="20066"/>
                  </a:lnTo>
                  <a:lnTo>
                    <a:pt x="7595921" y="21386"/>
                  </a:lnTo>
                  <a:lnTo>
                    <a:pt x="7596518" y="23431"/>
                  </a:lnTo>
                  <a:lnTo>
                    <a:pt x="7631392" y="3289"/>
                  </a:lnTo>
                  <a:close/>
                </a:path>
              </a:pathLst>
            </a:custGeom>
            <a:solidFill>
              <a:srgbClr val="3D3D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04177" y="972416"/>
              <a:ext cx="7630795" cy="4410075"/>
            </a:xfrm>
            <a:custGeom>
              <a:avLst/>
              <a:gdLst/>
              <a:ahLst/>
              <a:cxnLst/>
              <a:rect l="l" t="t" r="r" b="b"/>
              <a:pathLst>
                <a:path w="7630795" h="4410075">
                  <a:moveTo>
                    <a:pt x="5059045" y="1485282"/>
                  </a:moveTo>
                  <a:lnTo>
                    <a:pt x="5042706" y="1494720"/>
                  </a:lnTo>
                  <a:lnTo>
                    <a:pt x="5042737" y="1496530"/>
                  </a:lnTo>
                  <a:lnTo>
                    <a:pt x="5059076" y="1487090"/>
                  </a:lnTo>
                  <a:lnTo>
                    <a:pt x="5059045" y="1485282"/>
                  </a:lnTo>
                  <a:close/>
                </a:path>
                <a:path w="7630795" h="4410075">
                  <a:moveTo>
                    <a:pt x="5148540" y="1433582"/>
                  </a:moveTo>
                  <a:lnTo>
                    <a:pt x="5101070" y="1461004"/>
                  </a:lnTo>
                  <a:lnTo>
                    <a:pt x="5101980" y="1462300"/>
                  </a:lnTo>
                  <a:lnTo>
                    <a:pt x="5149441" y="1434877"/>
                  </a:lnTo>
                  <a:lnTo>
                    <a:pt x="5148540" y="1433582"/>
                  </a:lnTo>
                  <a:close/>
                </a:path>
                <a:path w="7630795" h="4410075">
                  <a:moveTo>
                    <a:pt x="4230377" y="1963988"/>
                  </a:moveTo>
                  <a:lnTo>
                    <a:pt x="4183520" y="1991057"/>
                  </a:lnTo>
                  <a:lnTo>
                    <a:pt x="4184058" y="1992671"/>
                  </a:lnTo>
                  <a:lnTo>
                    <a:pt x="4230914" y="1965598"/>
                  </a:lnTo>
                  <a:lnTo>
                    <a:pt x="4230377" y="1963988"/>
                  </a:lnTo>
                  <a:close/>
                </a:path>
                <a:path w="7630795" h="4410075">
                  <a:moveTo>
                    <a:pt x="4345531" y="1897465"/>
                  </a:moveTo>
                  <a:lnTo>
                    <a:pt x="4303407" y="1921800"/>
                  </a:lnTo>
                  <a:lnTo>
                    <a:pt x="4302939" y="1923982"/>
                  </a:lnTo>
                  <a:lnTo>
                    <a:pt x="4344786" y="1899803"/>
                  </a:lnTo>
                  <a:lnTo>
                    <a:pt x="4345531" y="1897465"/>
                  </a:lnTo>
                  <a:close/>
                </a:path>
                <a:path w="7630795" h="4410075">
                  <a:moveTo>
                    <a:pt x="2805502" y="2787113"/>
                  </a:moveTo>
                  <a:lnTo>
                    <a:pt x="2758637" y="2814186"/>
                  </a:lnTo>
                  <a:lnTo>
                    <a:pt x="2759220" y="2815936"/>
                  </a:lnTo>
                  <a:lnTo>
                    <a:pt x="2806083" y="2788858"/>
                  </a:lnTo>
                  <a:lnTo>
                    <a:pt x="2805502" y="2787113"/>
                  </a:lnTo>
                  <a:close/>
                </a:path>
                <a:path w="7630795" h="4410075">
                  <a:moveTo>
                    <a:pt x="2920576" y="2720637"/>
                  </a:moveTo>
                  <a:lnTo>
                    <a:pt x="2877900" y="2745290"/>
                  </a:lnTo>
                  <a:lnTo>
                    <a:pt x="2877375" y="2747666"/>
                  </a:lnTo>
                  <a:lnTo>
                    <a:pt x="2919762" y="2723175"/>
                  </a:lnTo>
                  <a:lnTo>
                    <a:pt x="2920576" y="2720637"/>
                  </a:lnTo>
                  <a:close/>
                </a:path>
                <a:path w="7630795" h="4410075">
                  <a:moveTo>
                    <a:pt x="874553" y="3902588"/>
                  </a:moveTo>
                  <a:lnTo>
                    <a:pt x="827696" y="3929656"/>
                  </a:lnTo>
                  <a:lnTo>
                    <a:pt x="828340" y="3931589"/>
                  </a:lnTo>
                  <a:lnTo>
                    <a:pt x="875196" y="3904516"/>
                  </a:lnTo>
                  <a:lnTo>
                    <a:pt x="874553" y="3902588"/>
                  </a:lnTo>
                  <a:close/>
                </a:path>
                <a:path w="7630795" h="4410075">
                  <a:moveTo>
                    <a:pt x="989713" y="3836062"/>
                  </a:moveTo>
                  <a:lnTo>
                    <a:pt x="947702" y="3860331"/>
                  </a:lnTo>
                  <a:lnTo>
                    <a:pt x="947129" y="3862953"/>
                  </a:lnTo>
                  <a:lnTo>
                    <a:pt x="988814" y="3838867"/>
                  </a:lnTo>
                  <a:lnTo>
                    <a:pt x="989713" y="3836062"/>
                  </a:lnTo>
                  <a:close/>
                </a:path>
                <a:path w="7630795" h="4410075">
                  <a:moveTo>
                    <a:pt x="7031254" y="345971"/>
                  </a:moveTo>
                  <a:lnTo>
                    <a:pt x="6982120" y="374355"/>
                  </a:lnTo>
                  <a:lnTo>
                    <a:pt x="6982179" y="375498"/>
                  </a:lnTo>
                  <a:lnTo>
                    <a:pt x="6982273" y="375876"/>
                  </a:lnTo>
                  <a:lnTo>
                    <a:pt x="7031495" y="347436"/>
                  </a:lnTo>
                  <a:lnTo>
                    <a:pt x="7031254" y="345971"/>
                  </a:lnTo>
                  <a:close/>
                </a:path>
                <a:path w="7630795" h="4410075">
                  <a:moveTo>
                    <a:pt x="7245633" y="222128"/>
                  </a:moveTo>
                  <a:lnTo>
                    <a:pt x="7196117" y="250733"/>
                  </a:lnTo>
                  <a:lnTo>
                    <a:pt x="7196732" y="251963"/>
                  </a:lnTo>
                  <a:lnTo>
                    <a:pt x="7246225" y="223366"/>
                  </a:lnTo>
                  <a:lnTo>
                    <a:pt x="7245633" y="222128"/>
                  </a:lnTo>
                  <a:close/>
                </a:path>
                <a:path w="7630795" h="4410075">
                  <a:moveTo>
                    <a:pt x="3549257" y="2357459"/>
                  </a:moveTo>
                  <a:lnTo>
                    <a:pt x="3499714" y="2386079"/>
                  </a:lnTo>
                  <a:lnTo>
                    <a:pt x="3499814" y="2388024"/>
                  </a:lnTo>
                  <a:lnTo>
                    <a:pt x="3549575" y="2359272"/>
                  </a:lnTo>
                  <a:lnTo>
                    <a:pt x="3549257" y="2357459"/>
                  </a:lnTo>
                  <a:close/>
                </a:path>
                <a:path w="7630795" h="4410075">
                  <a:moveTo>
                    <a:pt x="3763225" y="2233854"/>
                  </a:moveTo>
                  <a:lnTo>
                    <a:pt x="3713686" y="2262472"/>
                  </a:lnTo>
                  <a:lnTo>
                    <a:pt x="3714438" y="2264015"/>
                  </a:lnTo>
                  <a:lnTo>
                    <a:pt x="3763952" y="2235406"/>
                  </a:lnTo>
                  <a:lnTo>
                    <a:pt x="3763225" y="2233854"/>
                  </a:lnTo>
                  <a:close/>
                </a:path>
                <a:path w="7630795" h="4410075">
                  <a:moveTo>
                    <a:pt x="2019670" y="3241074"/>
                  </a:moveTo>
                  <a:lnTo>
                    <a:pt x="1970566" y="3269441"/>
                  </a:lnTo>
                  <a:lnTo>
                    <a:pt x="1970679" y="3271551"/>
                  </a:lnTo>
                  <a:lnTo>
                    <a:pt x="2020000" y="3243053"/>
                  </a:lnTo>
                  <a:lnTo>
                    <a:pt x="2019670" y="3241074"/>
                  </a:lnTo>
                  <a:close/>
                </a:path>
                <a:path w="7630795" h="4410075">
                  <a:moveTo>
                    <a:pt x="2234373" y="3117044"/>
                  </a:moveTo>
                  <a:lnTo>
                    <a:pt x="2183585" y="3146383"/>
                  </a:lnTo>
                  <a:lnTo>
                    <a:pt x="2184404" y="3148061"/>
                  </a:lnTo>
                  <a:lnTo>
                    <a:pt x="2235173" y="3118727"/>
                  </a:lnTo>
                  <a:lnTo>
                    <a:pt x="2234373" y="3117044"/>
                  </a:lnTo>
                  <a:close/>
                </a:path>
                <a:path w="7630795" h="4410075">
                  <a:moveTo>
                    <a:pt x="6903252" y="419916"/>
                  </a:moveTo>
                  <a:lnTo>
                    <a:pt x="6855445" y="447533"/>
                  </a:lnTo>
                  <a:lnTo>
                    <a:pt x="6855902" y="448892"/>
                  </a:lnTo>
                  <a:lnTo>
                    <a:pt x="6903716" y="421266"/>
                  </a:lnTo>
                  <a:lnTo>
                    <a:pt x="6903252" y="419916"/>
                  </a:lnTo>
                  <a:close/>
                </a:path>
                <a:path w="7630795" h="4410075">
                  <a:moveTo>
                    <a:pt x="5952714" y="969025"/>
                  </a:moveTo>
                  <a:lnTo>
                    <a:pt x="5907232" y="995299"/>
                  </a:lnTo>
                  <a:lnTo>
                    <a:pt x="5907713" y="996752"/>
                  </a:lnTo>
                  <a:lnTo>
                    <a:pt x="5953186" y="970478"/>
                  </a:lnTo>
                  <a:lnTo>
                    <a:pt x="5952714" y="969025"/>
                  </a:lnTo>
                  <a:close/>
                </a:path>
                <a:path w="7630795" h="4410075">
                  <a:moveTo>
                    <a:pt x="5821275" y="1044954"/>
                  </a:moveTo>
                  <a:lnTo>
                    <a:pt x="5802269" y="1055934"/>
                  </a:lnTo>
                  <a:lnTo>
                    <a:pt x="5802814" y="1057362"/>
                  </a:lnTo>
                  <a:lnTo>
                    <a:pt x="5818925" y="1048053"/>
                  </a:lnTo>
                  <a:lnTo>
                    <a:pt x="5821275" y="1044954"/>
                  </a:lnTo>
                  <a:close/>
                </a:path>
                <a:path w="7630795" h="4410075">
                  <a:moveTo>
                    <a:pt x="4578034" y="1763153"/>
                  </a:moveTo>
                  <a:lnTo>
                    <a:pt x="4531784" y="1789870"/>
                  </a:lnTo>
                  <a:lnTo>
                    <a:pt x="4532322" y="1791446"/>
                  </a:lnTo>
                  <a:lnTo>
                    <a:pt x="4578554" y="1764733"/>
                  </a:lnTo>
                  <a:lnTo>
                    <a:pt x="4578034" y="1763153"/>
                  </a:lnTo>
                  <a:close/>
                </a:path>
                <a:path w="7630795" h="4410075">
                  <a:moveTo>
                    <a:pt x="4447539" y="1838537"/>
                  </a:moveTo>
                  <a:lnTo>
                    <a:pt x="4427180" y="1850298"/>
                  </a:lnTo>
                  <a:lnTo>
                    <a:pt x="4427773" y="1851854"/>
                  </a:lnTo>
                  <a:lnTo>
                    <a:pt x="4445127" y="1841827"/>
                  </a:lnTo>
                  <a:lnTo>
                    <a:pt x="4447539" y="1838537"/>
                  </a:lnTo>
                  <a:close/>
                </a:path>
                <a:path w="7630795" h="4410075">
                  <a:moveTo>
                    <a:pt x="4097982" y="2040470"/>
                  </a:moveTo>
                  <a:lnTo>
                    <a:pt x="4078404" y="2051780"/>
                  </a:lnTo>
                  <a:lnTo>
                    <a:pt x="4078997" y="2053375"/>
                  </a:lnTo>
                  <a:lnTo>
                    <a:pt x="4095520" y="2043828"/>
                  </a:lnTo>
                  <a:lnTo>
                    <a:pt x="4097982" y="2040470"/>
                  </a:lnTo>
                  <a:close/>
                </a:path>
                <a:path w="7630795" h="4410075">
                  <a:moveTo>
                    <a:pt x="2673738" y="2863231"/>
                  </a:moveTo>
                  <a:lnTo>
                    <a:pt x="2653445" y="2874954"/>
                  </a:lnTo>
                  <a:lnTo>
                    <a:pt x="2654101" y="2876673"/>
                  </a:lnTo>
                  <a:lnTo>
                    <a:pt x="2670907" y="2866962"/>
                  </a:lnTo>
                  <a:lnTo>
                    <a:pt x="2673738" y="2863231"/>
                  </a:lnTo>
                  <a:close/>
                </a:path>
                <a:path w="7630795" h="4410075">
                  <a:moveTo>
                    <a:pt x="1919684" y="3298834"/>
                  </a:moveTo>
                  <a:lnTo>
                    <a:pt x="1876563" y="3323744"/>
                  </a:lnTo>
                  <a:lnTo>
                    <a:pt x="1876650" y="3325880"/>
                  </a:lnTo>
                  <a:lnTo>
                    <a:pt x="1919656" y="3301031"/>
                  </a:lnTo>
                  <a:lnTo>
                    <a:pt x="1919684" y="3298834"/>
                  </a:lnTo>
                  <a:close/>
                </a:path>
                <a:path w="7630795" h="4410075">
                  <a:moveTo>
                    <a:pt x="1801304" y="3367220"/>
                  </a:moveTo>
                  <a:lnTo>
                    <a:pt x="1754425" y="3394301"/>
                  </a:lnTo>
                  <a:lnTo>
                    <a:pt x="1755045" y="3396143"/>
                  </a:lnTo>
                  <a:lnTo>
                    <a:pt x="1801922" y="3369058"/>
                  </a:lnTo>
                  <a:lnTo>
                    <a:pt x="1801304" y="3367220"/>
                  </a:lnTo>
                  <a:close/>
                </a:path>
                <a:path w="7630795" h="4410075">
                  <a:moveTo>
                    <a:pt x="1669065" y="3443613"/>
                  </a:moveTo>
                  <a:lnTo>
                    <a:pt x="1649069" y="3455164"/>
                  </a:lnTo>
                  <a:lnTo>
                    <a:pt x="1649745" y="3456985"/>
                  </a:lnTo>
                  <a:lnTo>
                    <a:pt x="1666253" y="3447446"/>
                  </a:lnTo>
                  <a:lnTo>
                    <a:pt x="1669065" y="3443613"/>
                  </a:lnTo>
                  <a:close/>
                </a:path>
                <a:path w="7630795" h="4410075">
                  <a:moveTo>
                    <a:pt x="1458138" y="3565461"/>
                  </a:moveTo>
                  <a:lnTo>
                    <a:pt x="1411065" y="3592654"/>
                  </a:lnTo>
                  <a:lnTo>
                    <a:pt x="1411696" y="3594529"/>
                  </a:lnTo>
                  <a:lnTo>
                    <a:pt x="1458762" y="3567334"/>
                  </a:lnTo>
                  <a:lnTo>
                    <a:pt x="1458138" y="3565461"/>
                  </a:lnTo>
                  <a:close/>
                </a:path>
                <a:path w="7630795" h="4410075">
                  <a:moveTo>
                    <a:pt x="745700" y="3977024"/>
                  </a:moveTo>
                  <a:lnTo>
                    <a:pt x="723684" y="3989742"/>
                  </a:lnTo>
                  <a:lnTo>
                    <a:pt x="724419" y="3991634"/>
                  </a:lnTo>
                  <a:lnTo>
                    <a:pt x="742576" y="3981143"/>
                  </a:lnTo>
                  <a:lnTo>
                    <a:pt x="745700" y="3977024"/>
                  </a:lnTo>
                  <a:close/>
                </a:path>
                <a:path w="7630795" h="4410075">
                  <a:moveTo>
                    <a:pt x="581782" y="4071716"/>
                  </a:moveTo>
                  <a:lnTo>
                    <a:pt x="534830" y="4098840"/>
                  </a:lnTo>
                  <a:lnTo>
                    <a:pt x="535479" y="4100802"/>
                  </a:lnTo>
                  <a:lnTo>
                    <a:pt x="582449" y="4073664"/>
                  </a:lnTo>
                  <a:lnTo>
                    <a:pt x="581782" y="4071716"/>
                  </a:lnTo>
                  <a:close/>
                </a:path>
                <a:path w="7630795" h="4410075">
                  <a:moveTo>
                    <a:pt x="450554" y="4147524"/>
                  </a:moveTo>
                  <a:lnTo>
                    <a:pt x="429852" y="4159484"/>
                  </a:lnTo>
                  <a:lnTo>
                    <a:pt x="430586" y="4161409"/>
                  </a:lnTo>
                  <a:lnTo>
                    <a:pt x="447385" y="4151703"/>
                  </a:lnTo>
                  <a:lnTo>
                    <a:pt x="450554" y="4147524"/>
                  </a:lnTo>
                  <a:close/>
                </a:path>
                <a:path w="7630795" h="4410075">
                  <a:moveTo>
                    <a:pt x="2583175" y="2915547"/>
                  </a:moveTo>
                  <a:lnTo>
                    <a:pt x="2535912" y="2942850"/>
                  </a:lnTo>
                  <a:lnTo>
                    <a:pt x="2536509" y="2944617"/>
                  </a:lnTo>
                  <a:lnTo>
                    <a:pt x="2583779" y="2917305"/>
                  </a:lnTo>
                  <a:lnTo>
                    <a:pt x="2583175" y="2915547"/>
                  </a:lnTo>
                  <a:close/>
                </a:path>
                <a:path w="7630795" h="4410075">
                  <a:moveTo>
                    <a:pt x="2410670" y="3015201"/>
                  </a:moveTo>
                  <a:lnTo>
                    <a:pt x="2362690" y="3042917"/>
                  </a:lnTo>
                  <a:lnTo>
                    <a:pt x="2363262" y="3044718"/>
                  </a:lnTo>
                  <a:lnTo>
                    <a:pt x="2411252" y="3016990"/>
                  </a:lnTo>
                  <a:lnTo>
                    <a:pt x="2410670" y="3015201"/>
                  </a:lnTo>
                  <a:close/>
                </a:path>
                <a:path w="7630795" h="4410075">
                  <a:moveTo>
                    <a:pt x="2283566" y="3088626"/>
                  </a:moveTo>
                  <a:lnTo>
                    <a:pt x="2265107" y="3099290"/>
                  </a:lnTo>
                  <a:lnTo>
                    <a:pt x="2265752" y="3101059"/>
                  </a:lnTo>
                  <a:lnTo>
                    <a:pt x="2280842" y="3092340"/>
                  </a:lnTo>
                  <a:lnTo>
                    <a:pt x="2283566" y="3088626"/>
                  </a:lnTo>
                  <a:close/>
                </a:path>
                <a:path w="7630795" h="4410075">
                  <a:moveTo>
                    <a:pt x="359260" y="4200263"/>
                  </a:moveTo>
                  <a:lnTo>
                    <a:pt x="314604" y="4226060"/>
                  </a:lnTo>
                  <a:lnTo>
                    <a:pt x="315271" y="4228038"/>
                  </a:lnTo>
                  <a:lnTo>
                    <a:pt x="359924" y="4202237"/>
                  </a:lnTo>
                  <a:lnTo>
                    <a:pt x="359260" y="4200263"/>
                  </a:lnTo>
                  <a:close/>
                </a:path>
                <a:path w="7630795" h="4410075">
                  <a:moveTo>
                    <a:pt x="291129" y="4239622"/>
                  </a:moveTo>
                  <a:lnTo>
                    <a:pt x="271217" y="4251125"/>
                  </a:lnTo>
                  <a:lnTo>
                    <a:pt x="271176" y="4253515"/>
                  </a:lnTo>
                  <a:lnTo>
                    <a:pt x="291103" y="4242002"/>
                  </a:lnTo>
                  <a:lnTo>
                    <a:pt x="291129" y="4239622"/>
                  </a:lnTo>
                  <a:close/>
                </a:path>
                <a:path w="7630795" h="4410075">
                  <a:moveTo>
                    <a:pt x="199225" y="4292713"/>
                  </a:moveTo>
                  <a:lnTo>
                    <a:pt x="156344" y="4317484"/>
                  </a:lnTo>
                  <a:lnTo>
                    <a:pt x="157853" y="4318993"/>
                  </a:lnTo>
                  <a:lnTo>
                    <a:pt x="200705" y="4294233"/>
                  </a:lnTo>
                  <a:lnTo>
                    <a:pt x="199225" y="4292713"/>
                  </a:lnTo>
                  <a:close/>
                </a:path>
                <a:path w="7630795" h="4410075">
                  <a:moveTo>
                    <a:pt x="138970" y="4327521"/>
                  </a:moveTo>
                  <a:lnTo>
                    <a:pt x="104392" y="4347496"/>
                  </a:lnTo>
                  <a:lnTo>
                    <a:pt x="105059" y="4349497"/>
                  </a:lnTo>
                  <a:lnTo>
                    <a:pt x="139697" y="4329483"/>
                  </a:lnTo>
                  <a:lnTo>
                    <a:pt x="138970" y="4327521"/>
                  </a:lnTo>
                  <a:close/>
                </a:path>
                <a:path w="7630795" h="4410075">
                  <a:moveTo>
                    <a:pt x="19996" y="4396251"/>
                  </a:moveTo>
                  <a:lnTo>
                    <a:pt x="0" y="4407802"/>
                  </a:lnTo>
                  <a:lnTo>
                    <a:pt x="756" y="4409763"/>
                  </a:lnTo>
                  <a:lnTo>
                    <a:pt x="16947" y="4400407"/>
                  </a:lnTo>
                  <a:lnTo>
                    <a:pt x="19996" y="4396251"/>
                  </a:lnTo>
                  <a:close/>
                </a:path>
                <a:path w="7630795" h="4410075">
                  <a:moveTo>
                    <a:pt x="7630150" y="0"/>
                  </a:moveTo>
                  <a:lnTo>
                    <a:pt x="7595283" y="20142"/>
                  </a:lnTo>
                  <a:lnTo>
                    <a:pt x="7595671" y="21458"/>
                  </a:lnTo>
                  <a:lnTo>
                    <a:pt x="7630583" y="1286"/>
                  </a:lnTo>
                  <a:lnTo>
                    <a:pt x="7630150" y="0"/>
                  </a:lnTo>
                  <a:close/>
                </a:path>
                <a:path w="7630795" h="4410075">
                  <a:moveTo>
                    <a:pt x="7519589" y="63869"/>
                  </a:moveTo>
                  <a:lnTo>
                    <a:pt x="7468585" y="93333"/>
                  </a:lnTo>
                  <a:lnTo>
                    <a:pt x="7469810" y="94179"/>
                  </a:lnTo>
                  <a:lnTo>
                    <a:pt x="7520911" y="64654"/>
                  </a:lnTo>
                  <a:lnTo>
                    <a:pt x="7519589" y="63869"/>
                  </a:lnTo>
                  <a:close/>
                </a:path>
                <a:path w="7630795" h="4410075">
                  <a:moveTo>
                    <a:pt x="7447564" y="105476"/>
                  </a:moveTo>
                  <a:lnTo>
                    <a:pt x="7411758" y="126161"/>
                  </a:lnTo>
                  <a:lnTo>
                    <a:pt x="7412202" y="127465"/>
                  </a:lnTo>
                  <a:lnTo>
                    <a:pt x="7448020" y="106769"/>
                  </a:lnTo>
                  <a:lnTo>
                    <a:pt x="7447564" y="105476"/>
                  </a:lnTo>
                  <a:close/>
                </a:path>
                <a:path w="7630795" h="4410075">
                  <a:moveTo>
                    <a:pt x="7323760" y="176996"/>
                  </a:moveTo>
                  <a:lnTo>
                    <a:pt x="7306863" y="186757"/>
                  </a:lnTo>
                  <a:lnTo>
                    <a:pt x="7307353" y="188046"/>
                  </a:lnTo>
                  <a:lnTo>
                    <a:pt x="7321638" y="179792"/>
                  </a:lnTo>
                  <a:lnTo>
                    <a:pt x="7323760" y="176996"/>
                  </a:lnTo>
                  <a:close/>
                </a:path>
                <a:path w="7630795" h="4410075">
                  <a:moveTo>
                    <a:pt x="6448997" y="682331"/>
                  </a:moveTo>
                  <a:lnTo>
                    <a:pt x="6414069" y="702508"/>
                  </a:lnTo>
                  <a:lnTo>
                    <a:pt x="6414491" y="703938"/>
                  </a:lnTo>
                  <a:lnTo>
                    <a:pt x="6449471" y="683726"/>
                  </a:lnTo>
                  <a:lnTo>
                    <a:pt x="6448997" y="682331"/>
                  </a:lnTo>
                  <a:close/>
                </a:path>
                <a:path w="7630795" h="4410075">
                  <a:moveTo>
                    <a:pt x="6338156" y="746362"/>
                  </a:moveTo>
                  <a:lnTo>
                    <a:pt x="6287129" y="775839"/>
                  </a:lnTo>
                  <a:lnTo>
                    <a:pt x="6288460" y="776758"/>
                  </a:lnTo>
                  <a:lnTo>
                    <a:pt x="6339631" y="747192"/>
                  </a:lnTo>
                  <a:lnTo>
                    <a:pt x="6338156" y="746362"/>
                  </a:lnTo>
                  <a:close/>
                </a:path>
                <a:path w="7630795" h="4410075">
                  <a:moveTo>
                    <a:pt x="6266332" y="787853"/>
                  </a:moveTo>
                  <a:lnTo>
                    <a:pt x="6230529" y="808536"/>
                  </a:lnTo>
                  <a:lnTo>
                    <a:pt x="6231012" y="809951"/>
                  </a:lnTo>
                  <a:lnTo>
                    <a:pt x="6266827" y="789257"/>
                  </a:lnTo>
                  <a:lnTo>
                    <a:pt x="6266332" y="787853"/>
                  </a:lnTo>
                  <a:close/>
                </a:path>
                <a:path w="7630795" h="4410075">
                  <a:moveTo>
                    <a:pt x="6142440" y="859423"/>
                  </a:moveTo>
                  <a:lnTo>
                    <a:pt x="6125625" y="869137"/>
                  </a:lnTo>
                  <a:lnTo>
                    <a:pt x="6126156" y="870536"/>
                  </a:lnTo>
                  <a:lnTo>
                    <a:pt x="6140272" y="862380"/>
                  </a:lnTo>
                  <a:lnTo>
                    <a:pt x="6142440" y="859423"/>
                  </a:lnTo>
                  <a:close/>
                </a:path>
                <a:path w="7630795" h="4410075">
                  <a:moveTo>
                    <a:pt x="4953806" y="1546076"/>
                  </a:moveTo>
                  <a:lnTo>
                    <a:pt x="4935005" y="1556937"/>
                  </a:lnTo>
                  <a:lnTo>
                    <a:pt x="4935575" y="1558448"/>
                  </a:lnTo>
                  <a:lnTo>
                    <a:pt x="4951467" y="1549266"/>
                  </a:lnTo>
                  <a:lnTo>
                    <a:pt x="4953806" y="1546076"/>
                  </a:lnTo>
                  <a:close/>
                </a:path>
                <a:path w="7630795" h="4410075">
                  <a:moveTo>
                    <a:pt x="1137655" y="3750599"/>
                  </a:moveTo>
                  <a:lnTo>
                    <a:pt x="1087625" y="3779500"/>
                  </a:lnTo>
                  <a:lnTo>
                    <a:pt x="1087728" y="3781257"/>
                  </a:lnTo>
                  <a:lnTo>
                    <a:pt x="1087832" y="3781655"/>
                  </a:lnTo>
                  <a:lnTo>
                    <a:pt x="1137991" y="3752674"/>
                  </a:lnTo>
                  <a:lnTo>
                    <a:pt x="1137830" y="3751983"/>
                  </a:lnTo>
                  <a:lnTo>
                    <a:pt x="1137655" y="3750599"/>
                  </a:lnTo>
                  <a:close/>
                </a:path>
                <a:path w="7630795" h="4410075">
                  <a:moveTo>
                    <a:pt x="6689349" y="543484"/>
                  </a:moveTo>
                  <a:lnTo>
                    <a:pt x="6643095" y="570204"/>
                  </a:lnTo>
                  <a:lnTo>
                    <a:pt x="6643555" y="571586"/>
                  </a:lnTo>
                  <a:lnTo>
                    <a:pt x="6689812" y="544858"/>
                  </a:lnTo>
                  <a:lnTo>
                    <a:pt x="6689349" y="543484"/>
                  </a:lnTo>
                  <a:close/>
                </a:path>
                <a:path w="7630795" h="4410075">
                  <a:moveTo>
                    <a:pt x="6540381" y="629540"/>
                  </a:moveTo>
                  <a:lnTo>
                    <a:pt x="6503508" y="650841"/>
                  </a:lnTo>
                  <a:lnTo>
                    <a:pt x="6503964" y="652241"/>
                  </a:lnTo>
                  <a:lnTo>
                    <a:pt x="6538226" y="632444"/>
                  </a:lnTo>
                  <a:lnTo>
                    <a:pt x="6540381" y="629540"/>
                  </a:lnTo>
                  <a:close/>
                </a:path>
                <a:path w="7630795" h="4410075">
                  <a:moveTo>
                    <a:pt x="5704744" y="1112272"/>
                  </a:moveTo>
                  <a:lnTo>
                    <a:pt x="5656964" y="1139874"/>
                  </a:lnTo>
                  <a:lnTo>
                    <a:pt x="5657456" y="1141349"/>
                  </a:lnTo>
                  <a:lnTo>
                    <a:pt x="5705243" y="1113738"/>
                  </a:lnTo>
                  <a:lnTo>
                    <a:pt x="5704744" y="1112272"/>
                  </a:lnTo>
                  <a:close/>
                </a:path>
                <a:path w="7630795" h="4410075">
                  <a:moveTo>
                    <a:pt x="5554827" y="1198877"/>
                  </a:moveTo>
                  <a:lnTo>
                    <a:pt x="5517392" y="1220502"/>
                  </a:lnTo>
                  <a:lnTo>
                    <a:pt x="5517878" y="1221997"/>
                  </a:lnTo>
                  <a:lnTo>
                    <a:pt x="5552528" y="1201976"/>
                  </a:lnTo>
                  <a:lnTo>
                    <a:pt x="5554827" y="1198877"/>
                  </a:lnTo>
                  <a:close/>
                </a:path>
                <a:path w="7630795" h="4410075">
                  <a:moveTo>
                    <a:pt x="5421042" y="1276162"/>
                  </a:moveTo>
                  <a:lnTo>
                    <a:pt x="5373692" y="1303516"/>
                  </a:lnTo>
                  <a:lnTo>
                    <a:pt x="5374192" y="1305017"/>
                  </a:lnTo>
                  <a:lnTo>
                    <a:pt x="5421549" y="1277654"/>
                  </a:lnTo>
                  <a:lnTo>
                    <a:pt x="5421042" y="1276162"/>
                  </a:lnTo>
                  <a:close/>
                </a:path>
                <a:path w="7630795" h="4410075">
                  <a:moveTo>
                    <a:pt x="5270475" y="1363142"/>
                  </a:moveTo>
                  <a:lnTo>
                    <a:pt x="5234103" y="1384153"/>
                  </a:lnTo>
                  <a:lnTo>
                    <a:pt x="5234598" y="1385674"/>
                  </a:lnTo>
                  <a:lnTo>
                    <a:pt x="5268134" y="1366297"/>
                  </a:lnTo>
                  <a:lnTo>
                    <a:pt x="5270475" y="1363142"/>
                  </a:lnTo>
                  <a:close/>
                </a:path>
                <a:path w="7630795" h="4410075">
                  <a:moveTo>
                    <a:pt x="3981004" y="2108046"/>
                  </a:moveTo>
                  <a:lnTo>
                    <a:pt x="3933473" y="2135504"/>
                  </a:lnTo>
                  <a:lnTo>
                    <a:pt x="3934019" y="2137142"/>
                  </a:lnTo>
                  <a:lnTo>
                    <a:pt x="3981553" y="2109677"/>
                  </a:lnTo>
                  <a:lnTo>
                    <a:pt x="3981004" y="2108046"/>
                  </a:lnTo>
                  <a:close/>
                </a:path>
                <a:path w="7630795" h="4410075">
                  <a:moveTo>
                    <a:pt x="3832850" y="2193632"/>
                  </a:moveTo>
                  <a:lnTo>
                    <a:pt x="3793898" y="2216134"/>
                  </a:lnTo>
                  <a:lnTo>
                    <a:pt x="3794436" y="2217793"/>
                  </a:lnTo>
                  <a:lnTo>
                    <a:pt x="3830097" y="2197188"/>
                  </a:lnTo>
                  <a:lnTo>
                    <a:pt x="3832850" y="2193632"/>
                  </a:lnTo>
                  <a:close/>
                </a:path>
                <a:path w="7630795" h="4410075">
                  <a:moveTo>
                    <a:pt x="3324212" y="2487463"/>
                  </a:moveTo>
                  <a:lnTo>
                    <a:pt x="3275286" y="2515727"/>
                  </a:lnTo>
                  <a:lnTo>
                    <a:pt x="3276370" y="2517129"/>
                  </a:lnTo>
                  <a:lnTo>
                    <a:pt x="3325247" y="2488888"/>
                  </a:lnTo>
                  <a:lnTo>
                    <a:pt x="3324212" y="2487463"/>
                  </a:lnTo>
                  <a:close/>
                </a:path>
                <a:path w="7630795" h="4410075">
                  <a:moveTo>
                    <a:pt x="3420159" y="2432037"/>
                  </a:moveTo>
                  <a:lnTo>
                    <a:pt x="3395523" y="2446268"/>
                  </a:lnTo>
                  <a:lnTo>
                    <a:pt x="3395468" y="2448315"/>
                  </a:lnTo>
                  <a:lnTo>
                    <a:pt x="3420073" y="2434098"/>
                  </a:lnTo>
                  <a:lnTo>
                    <a:pt x="3420159" y="2432037"/>
                  </a:lnTo>
                  <a:close/>
                </a:path>
              </a:pathLst>
            </a:custGeom>
            <a:solidFill>
              <a:srgbClr val="3A3A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4926" y="973708"/>
              <a:ext cx="7630795" cy="4411980"/>
            </a:xfrm>
            <a:custGeom>
              <a:avLst/>
              <a:gdLst/>
              <a:ahLst/>
              <a:cxnLst/>
              <a:rect l="l" t="t" r="r" b="b"/>
              <a:pathLst>
                <a:path w="7630795" h="4411980">
                  <a:moveTo>
                    <a:pt x="16192" y="4399127"/>
                  </a:moveTo>
                  <a:lnTo>
                    <a:pt x="0" y="4408475"/>
                  </a:lnTo>
                  <a:lnTo>
                    <a:pt x="482" y="4409719"/>
                  </a:lnTo>
                  <a:lnTo>
                    <a:pt x="1231" y="4411675"/>
                  </a:lnTo>
                  <a:lnTo>
                    <a:pt x="11214" y="4405909"/>
                  </a:lnTo>
                  <a:lnTo>
                    <a:pt x="14262" y="4401756"/>
                  </a:lnTo>
                  <a:lnTo>
                    <a:pt x="16192" y="4399127"/>
                  </a:lnTo>
                  <a:close/>
                </a:path>
                <a:path w="7630795" h="4411980">
                  <a:moveTo>
                    <a:pt x="140131" y="4331398"/>
                  </a:moveTo>
                  <a:lnTo>
                    <a:pt x="139407" y="4329442"/>
                  </a:lnTo>
                  <a:lnTo>
                    <a:pt x="138938" y="4328198"/>
                  </a:lnTo>
                  <a:lnTo>
                    <a:pt x="104305" y="4348213"/>
                  </a:lnTo>
                  <a:lnTo>
                    <a:pt x="104724" y="4349483"/>
                  </a:lnTo>
                  <a:lnTo>
                    <a:pt x="105397" y="4351477"/>
                  </a:lnTo>
                  <a:lnTo>
                    <a:pt x="140131" y="4331398"/>
                  </a:lnTo>
                  <a:close/>
                </a:path>
                <a:path w="7630795" h="4411980">
                  <a:moveTo>
                    <a:pt x="202361" y="4295432"/>
                  </a:moveTo>
                  <a:lnTo>
                    <a:pt x="200888" y="4293908"/>
                  </a:lnTo>
                  <a:lnTo>
                    <a:pt x="199948" y="4292943"/>
                  </a:lnTo>
                  <a:lnTo>
                    <a:pt x="157099" y="4317708"/>
                  </a:lnTo>
                  <a:lnTo>
                    <a:pt x="158051" y="4318660"/>
                  </a:lnTo>
                  <a:lnTo>
                    <a:pt x="159562" y="4320171"/>
                  </a:lnTo>
                  <a:lnTo>
                    <a:pt x="202361" y="4295432"/>
                  </a:lnTo>
                  <a:close/>
                </a:path>
                <a:path w="7630795" h="4411980">
                  <a:moveTo>
                    <a:pt x="290347" y="4240720"/>
                  </a:moveTo>
                  <a:lnTo>
                    <a:pt x="270421" y="4252226"/>
                  </a:lnTo>
                  <a:lnTo>
                    <a:pt x="270395" y="4253738"/>
                  </a:lnTo>
                  <a:lnTo>
                    <a:pt x="270357" y="4256138"/>
                  </a:lnTo>
                  <a:lnTo>
                    <a:pt x="290309" y="4244606"/>
                  </a:lnTo>
                  <a:lnTo>
                    <a:pt x="290334" y="4242219"/>
                  </a:lnTo>
                  <a:lnTo>
                    <a:pt x="290347" y="4240720"/>
                  </a:lnTo>
                  <a:close/>
                </a:path>
                <a:path w="7630795" h="4411980">
                  <a:moveTo>
                    <a:pt x="360248" y="4204170"/>
                  </a:moveTo>
                  <a:lnTo>
                    <a:pt x="359587" y="4202201"/>
                  </a:lnTo>
                  <a:lnTo>
                    <a:pt x="359168" y="4200956"/>
                  </a:lnTo>
                  <a:lnTo>
                    <a:pt x="314515" y="4226750"/>
                  </a:lnTo>
                  <a:lnTo>
                    <a:pt x="314934" y="4228008"/>
                  </a:lnTo>
                  <a:lnTo>
                    <a:pt x="315607" y="4229976"/>
                  </a:lnTo>
                  <a:lnTo>
                    <a:pt x="360248" y="4204170"/>
                  </a:lnTo>
                  <a:close/>
                </a:path>
                <a:path w="7630795" h="4411980">
                  <a:moveTo>
                    <a:pt x="446633" y="4150410"/>
                  </a:moveTo>
                  <a:lnTo>
                    <a:pt x="429831" y="4160126"/>
                  </a:lnTo>
                  <a:lnTo>
                    <a:pt x="430301" y="4161332"/>
                  </a:lnTo>
                  <a:lnTo>
                    <a:pt x="431025" y="4163263"/>
                  </a:lnTo>
                  <a:lnTo>
                    <a:pt x="441452" y="4157243"/>
                  </a:lnTo>
                  <a:lnTo>
                    <a:pt x="444627" y="4153052"/>
                  </a:lnTo>
                  <a:lnTo>
                    <a:pt x="446633" y="4150410"/>
                  </a:lnTo>
                  <a:close/>
                </a:path>
                <a:path w="7630795" h="4411980">
                  <a:moveTo>
                    <a:pt x="582777" y="4075557"/>
                  </a:moveTo>
                  <a:lnTo>
                    <a:pt x="582117" y="4073601"/>
                  </a:lnTo>
                  <a:lnTo>
                    <a:pt x="581698" y="4072382"/>
                  </a:lnTo>
                  <a:lnTo>
                    <a:pt x="534720" y="4099522"/>
                  </a:lnTo>
                  <a:lnTo>
                    <a:pt x="535139" y="4100753"/>
                  </a:lnTo>
                  <a:lnTo>
                    <a:pt x="535787" y="4102722"/>
                  </a:lnTo>
                  <a:lnTo>
                    <a:pt x="582777" y="4075557"/>
                  </a:lnTo>
                  <a:close/>
                </a:path>
                <a:path w="7630795" h="4411980">
                  <a:moveTo>
                    <a:pt x="741819" y="3979862"/>
                  </a:moveTo>
                  <a:lnTo>
                    <a:pt x="723658" y="3990352"/>
                  </a:lnTo>
                  <a:lnTo>
                    <a:pt x="724128" y="3991533"/>
                  </a:lnTo>
                  <a:lnTo>
                    <a:pt x="724865" y="3993426"/>
                  </a:lnTo>
                  <a:lnTo>
                    <a:pt x="736727" y="3986580"/>
                  </a:lnTo>
                  <a:lnTo>
                    <a:pt x="739851" y="3982453"/>
                  </a:lnTo>
                  <a:lnTo>
                    <a:pt x="741819" y="3979862"/>
                  </a:lnTo>
                  <a:close/>
                </a:path>
                <a:path w="7630795" h="4411980">
                  <a:moveTo>
                    <a:pt x="875487" y="3906367"/>
                  </a:moveTo>
                  <a:lnTo>
                    <a:pt x="874839" y="3904437"/>
                  </a:lnTo>
                  <a:lnTo>
                    <a:pt x="874445" y="3903230"/>
                  </a:lnTo>
                  <a:lnTo>
                    <a:pt x="827582" y="3930307"/>
                  </a:lnTo>
                  <a:lnTo>
                    <a:pt x="827989" y="3931513"/>
                  </a:lnTo>
                  <a:lnTo>
                    <a:pt x="828636" y="3933456"/>
                  </a:lnTo>
                  <a:lnTo>
                    <a:pt x="875487" y="3906367"/>
                  </a:lnTo>
                  <a:close/>
                </a:path>
                <a:path w="7630795" h="4411980">
                  <a:moveTo>
                    <a:pt x="988060" y="3837584"/>
                  </a:moveTo>
                  <a:lnTo>
                    <a:pt x="946378" y="3861663"/>
                  </a:lnTo>
                  <a:lnTo>
                    <a:pt x="946010" y="3863314"/>
                  </a:lnTo>
                  <a:lnTo>
                    <a:pt x="945438" y="3865943"/>
                  </a:lnTo>
                  <a:lnTo>
                    <a:pt x="986599" y="3842156"/>
                  </a:lnTo>
                  <a:lnTo>
                    <a:pt x="987488" y="3839349"/>
                  </a:lnTo>
                  <a:lnTo>
                    <a:pt x="988060" y="3837584"/>
                  </a:lnTo>
                  <a:close/>
                </a:path>
                <a:path w="7630795" h="4411980">
                  <a:moveTo>
                    <a:pt x="1137996" y="3754640"/>
                  </a:moveTo>
                  <a:lnTo>
                    <a:pt x="1137526" y="3752646"/>
                  </a:lnTo>
                  <a:lnTo>
                    <a:pt x="1137234" y="3751389"/>
                  </a:lnTo>
                  <a:lnTo>
                    <a:pt x="1087081" y="3780371"/>
                  </a:lnTo>
                  <a:lnTo>
                    <a:pt x="1087399" y="3781615"/>
                  </a:lnTo>
                  <a:lnTo>
                    <a:pt x="1087907" y="3783596"/>
                  </a:lnTo>
                  <a:lnTo>
                    <a:pt x="1137996" y="3754640"/>
                  </a:lnTo>
                  <a:close/>
                </a:path>
                <a:path w="7630795" h="4411980">
                  <a:moveTo>
                    <a:pt x="1459026" y="3569093"/>
                  </a:moveTo>
                  <a:lnTo>
                    <a:pt x="1458404" y="3567226"/>
                  </a:lnTo>
                  <a:lnTo>
                    <a:pt x="1458010" y="3566045"/>
                  </a:lnTo>
                  <a:lnTo>
                    <a:pt x="1410944" y="3593236"/>
                  </a:lnTo>
                  <a:lnTo>
                    <a:pt x="1411338" y="3594417"/>
                  </a:lnTo>
                  <a:lnTo>
                    <a:pt x="1411960" y="3596297"/>
                  </a:lnTo>
                  <a:lnTo>
                    <a:pt x="1459026" y="3569093"/>
                  </a:lnTo>
                  <a:close/>
                </a:path>
                <a:path w="7630795" h="4411980">
                  <a:moveTo>
                    <a:pt x="1665503" y="3446157"/>
                  </a:moveTo>
                  <a:lnTo>
                    <a:pt x="1648993" y="3455695"/>
                  </a:lnTo>
                  <a:lnTo>
                    <a:pt x="1649412" y="3456838"/>
                  </a:lnTo>
                  <a:lnTo>
                    <a:pt x="1650085" y="3458654"/>
                  </a:lnTo>
                  <a:lnTo>
                    <a:pt x="1660931" y="3452393"/>
                  </a:lnTo>
                  <a:lnTo>
                    <a:pt x="1663738" y="3448558"/>
                  </a:lnTo>
                  <a:lnTo>
                    <a:pt x="1665503" y="3446157"/>
                  </a:lnTo>
                  <a:close/>
                </a:path>
                <a:path w="7630795" h="4411980">
                  <a:moveTo>
                    <a:pt x="1802168" y="3370757"/>
                  </a:moveTo>
                  <a:lnTo>
                    <a:pt x="1801558" y="3368916"/>
                  </a:lnTo>
                  <a:lnTo>
                    <a:pt x="1801164" y="3367773"/>
                  </a:lnTo>
                  <a:lnTo>
                    <a:pt x="1754289" y="3394862"/>
                  </a:lnTo>
                  <a:lnTo>
                    <a:pt x="1754682" y="3396005"/>
                  </a:lnTo>
                  <a:lnTo>
                    <a:pt x="1755292" y="3397847"/>
                  </a:lnTo>
                  <a:lnTo>
                    <a:pt x="1802168" y="3370757"/>
                  </a:lnTo>
                  <a:close/>
                </a:path>
                <a:path w="7630795" h="4411980">
                  <a:moveTo>
                    <a:pt x="1918906" y="3299739"/>
                  </a:moveTo>
                  <a:lnTo>
                    <a:pt x="1875891" y="3324593"/>
                  </a:lnTo>
                  <a:lnTo>
                    <a:pt x="1875955" y="3325926"/>
                  </a:lnTo>
                  <a:lnTo>
                    <a:pt x="1875840" y="3328174"/>
                  </a:lnTo>
                  <a:lnTo>
                    <a:pt x="1918398" y="3303587"/>
                  </a:lnTo>
                  <a:lnTo>
                    <a:pt x="1918677" y="3301238"/>
                  </a:lnTo>
                  <a:lnTo>
                    <a:pt x="1918906" y="3299739"/>
                  </a:lnTo>
                  <a:close/>
                </a:path>
                <a:path w="7630795" h="4411980">
                  <a:moveTo>
                    <a:pt x="2019782" y="3244977"/>
                  </a:moveTo>
                  <a:lnTo>
                    <a:pt x="2019452" y="3242995"/>
                  </a:lnTo>
                  <a:lnTo>
                    <a:pt x="2019249" y="3241764"/>
                  </a:lnTo>
                  <a:lnTo>
                    <a:pt x="1969922" y="3270262"/>
                  </a:lnTo>
                  <a:lnTo>
                    <a:pt x="1969947" y="3270567"/>
                  </a:lnTo>
                  <a:lnTo>
                    <a:pt x="1970176" y="3271482"/>
                  </a:lnTo>
                  <a:lnTo>
                    <a:pt x="1970659" y="3273374"/>
                  </a:lnTo>
                  <a:lnTo>
                    <a:pt x="2019782" y="3244977"/>
                  </a:lnTo>
                  <a:close/>
                </a:path>
                <a:path w="7630795" h="4411980">
                  <a:moveTo>
                    <a:pt x="2235720" y="3120174"/>
                  </a:moveTo>
                  <a:lnTo>
                    <a:pt x="2234920" y="3118485"/>
                  </a:lnTo>
                  <a:lnTo>
                    <a:pt x="2234412" y="3117443"/>
                  </a:lnTo>
                  <a:lnTo>
                    <a:pt x="2183650" y="3146780"/>
                  </a:lnTo>
                  <a:lnTo>
                    <a:pt x="2184158" y="3147822"/>
                  </a:lnTo>
                  <a:lnTo>
                    <a:pt x="2184984" y="3149498"/>
                  </a:lnTo>
                  <a:lnTo>
                    <a:pt x="2235720" y="3120174"/>
                  </a:lnTo>
                  <a:close/>
                </a:path>
                <a:path w="7630795" h="4411980">
                  <a:moveTo>
                    <a:pt x="2280081" y="3091053"/>
                  </a:moveTo>
                  <a:lnTo>
                    <a:pt x="2264994" y="3099778"/>
                  </a:lnTo>
                  <a:lnTo>
                    <a:pt x="2265400" y="3100870"/>
                  </a:lnTo>
                  <a:lnTo>
                    <a:pt x="2266048" y="3102648"/>
                  </a:lnTo>
                  <a:lnTo>
                    <a:pt x="2275675" y="3097085"/>
                  </a:lnTo>
                  <a:lnTo>
                    <a:pt x="2278392" y="3093364"/>
                  </a:lnTo>
                  <a:lnTo>
                    <a:pt x="2280081" y="3091053"/>
                  </a:lnTo>
                  <a:close/>
                </a:path>
                <a:path w="7630795" h="4411980">
                  <a:moveTo>
                    <a:pt x="2411438" y="3018599"/>
                  </a:moveTo>
                  <a:lnTo>
                    <a:pt x="2410853" y="3016808"/>
                  </a:lnTo>
                  <a:lnTo>
                    <a:pt x="2410498" y="3015704"/>
                  </a:lnTo>
                  <a:lnTo>
                    <a:pt x="2362504" y="3043428"/>
                  </a:lnTo>
                  <a:lnTo>
                    <a:pt x="2362860" y="3044545"/>
                  </a:lnTo>
                  <a:lnTo>
                    <a:pt x="2363432" y="3046349"/>
                  </a:lnTo>
                  <a:lnTo>
                    <a:pt x="2411438" y="3018599"/>
                  </a:lnTo>
                  <a:close/>
                </a:path>
                <a:path w="7630795" h="4411980">
                  <a:moveTo>
                    <a:pt x="2584005" y="2918866"/>
                  </a:moveTo>
                  <a:lnTo>
                    <a:pt x="2583396" y="2917113"/>
                  </a:lnTo>
                  <a:lnTo>
                    <a:pt x="2583027" y="2916021"/>
                  </a:lnTo>
                  <a:lnTo>
                    <a:pt x="2535758" y="2943326"/>
                  </a:lnTo>
                  <a:lnTo>
                    <a:pt x="2536126" y="2944431"/>
                  </a:lnTo>
                  <a:lnTo>
                    <a:pt x="2536723" y="2946196"/>
                  </a:lnTo>
                  <a:lnTo>
                    <a:pt x="2584005" y="2918866"/>
                  </a:lnTo>
                  <a:close/>
                </a:path>
                <a:path w="7630795" h="4411980">
                  <a:moveTo>
                    <a:pt x="2670149" y="2865678"/>
                  </a:moveTo>
                  <a:lnTo>
                    <a:pt x="2653347" y="2875381"/>
                  </a:lnTo>
                  <a:lnTo>
                    <a:pt x="2653754" y="2876448"/>
                  </a:lnTo>
                  <a:lnTo>
                    <a:pt x="2654401" y="2878175"/>
                  </a:lnTo>
                  <a:lnTo>
                    <a:pt x="2665565" y="2871724"/>
                  </a:lnTo>
                  <a:lnTo>
                    <a:pt x="2668397" y="2867990"/>
                  </a:lnTo>
                  <a:lnTo>
                    <a:pt x="2670149" y="2865678"/>
                  </a:lnTo>
                  <a:close/>
                </a:path>
                <a:path w="7630795" h="4411980">
                  <a:moveTo>
                    <a:pt x="2806268" y="2790393"/>
                  </a:moveTo>
                  <a:lnTo>
                    <a:pt x="2805684" y="2788653"/>
                  </a:lnTo>
                  <a:lnTo>
                    <a:pt x="2805328" y="2787573"/>
                  </a:lnTo>
                  <a:lnTo>
                    <a:pt x="2758465" y="2814650"/>
                  </a:lnTo>
                  <a:lnTo>
                    <a:pt x="2758821" y="2815729"/>
                  </a:lnTo>
                  <a:lnTo>
                    <a:pt x="2759405" y="2817482"/>
                  </a:lnTo>
                  <a:lnTo>
                    <a:pt x="2806268" y="2790393"/>
                  </a:lnTo>
                  <a:close/>
                </a:path>
                <a:path w="7630795" h="4411980">
                  <a:moveTo>
                    <a:pt x="2919006" y="2721889"/>
                  </a:moveTo>
                  <a:lnTo>
                    <a:pt x="2876626" y="2746375"/>
                  </a:lnTo>
                  <a:lnTo>
                    <a:pt x="2876296" y="2747848"/>
                  </a:lnTo>
                  <a:lnTo>
                    <a:pt x="2875775" y="2750223"/>
                  </a:lnTo>
                  <a:lnTo>
                    <a:pt x="2917685" y="2725991"/>
                  </a:lnTo>
                  <a:lnTo>
                    <a:pt x="2918510" y="2723451"/>
                  </a:lnTo>
                  <a:lnTo>
                    <a:pt x="2919006" y="2721889"/>
                  </a:lnTo>
                  <a:close/>
                </a:path>
                <a:path w="7630795" h="4411980">
                  <a:moveTo>
                    <a:pt x="3326168" y="2489898"/>
                  </a:moveTo>
                  <a:lnTo>
                    <a:pt x="3325126" y="2488476"/>
                  </a:lnTo>
                  <a:lnTo>
                    <a:pt x="3324491" y="2487599"/>
                  </a:lnTo>
                  <a:lnTo>
                    <a:pt x="3275609" y="2515844"/>
                  </a:lnTo>
                  <a:lnTo>
                    <a:pt x="3276282" y="2516708"/>
                  </a:lnTo>
                  <a:lnTo>
                    <a:pt x="3277362" y="2518105"/>
                  </a:lnTo>
                  <a:lnTo>
                    <a:pt x="3326168" y="2489898"/>
                  </a:lnTo>
                  <a:close/>
                </a:path>
                <a:path w="7630795" h="4411980">
                  <a:moveTo>
                    <a:pt x="3419322" y="2432812"/>
                  </a:moveTo>
                  <a:lnTo>
                    <a:pt x="3394710" y="2447023"/>
                  </a:lnTo>
                  <a:lnTo>
                    <a:pt x="3394684" y="2448293"/>
                  </a:lnTo>
                  <a:lnTo>
                    <a:pt x="3394621" y="2450338"/>
                  </a:lnTo>
                  <a:lnTo>
                    <a:pt x="3419183" y="2436139"/>
                  </a:lnTo>
                  <a:lnTo>
                    <a:pt x="3419271" y="2434082"/>
                  </a:lnTo>
                  <a:lnTo>
                    <a:pt x="3419322" y="2432812"/>
                  </a:lnTo>
                  <a:close/>
                </a:path>
                <a:path w="7630795" h="4411980">
                  <a:moveTo>
                    <a:pt x="3549332" y="2360917"/>
                  </a:moveTo>
                  <a:lnTo>
                    <a:pt x="3549015" y="2359101"/>
                  </a:lnTo>
                  <a:lnTo>
                    <a:pt x="3548824" y="2357983"/>
                  </a:lnTo>
                  <a:lnTo>
                    <a:pt x="3499066" y="2386736"/>
                  </a:lnTo>
                  <a:lnTo>
                    <a:pt x="3499091" y="2387219"/>
                  </a:lnTo>
                  <a:lnTo>
                    <a:pt x="3499243" y="2387866"/>
                  </a:lnTo>
                  <a:lnTo>
                    <a:pt x="3499675" y="2389619"/>
                  </a:lnTo>
                  <a:lnTo>
                    <a:pt x="3549332" y="2360917"/>
                  </a:lnTo>
                  <a:close/>
                </a:path>
                <a:path w="7630795" h="4411980">
                  <a:moveTo>
                    <a:pt x="3764369" y="2236622"/>
                  </a:moveTo>
                  <a:lnTo>
                    <a:pt x="3763645" y="2235073"/>
                  </a:lnTo>
                  <a:lnTo>
                    <a:pt x="3763200" y="2234120"/>
                  </a:lnTo>
                  <a:lnTo>
                    <a:pt x="3713683" y="2262733"/>
                  </a:lnTo>
                  <a:lnTo>
                    <a:pt x="3714140" y="2263673"/>
                  </a:lnTo>
                  <a:lnTo>
                    <a:pt x="3714902" y="2265222"/>
                  </a:lnTo>
                  <a:lnTo>
                    <a:pt x="3764369" y="2236622"/>
                  </a:lnTo>
                  <a:close/>
                </a:path>
                <a:path w="7630795" h="4411980">
                  <a:moveTo>
                    <a:pt x="3829342" y="2195906"/>
                  </a:moveTo>
                  <a:lnTo>
                    <a:pt x="3793680" y="2216505"/>
                  </a:lnTo>
                  <a:lnTo>
                    <a:pt x="3794010" y="2217521"/>
                  </a:lnTo>
                  <a:lnTo>
                    <a:pt x="3794544" y="2219185"/>
                  </a:lnTo>
                  <a:lnTo>
                    <a:pt x="3824897" y="2201634"/>
                  </a:lnTo>
                  <a:lnTo>
                    <a:pt x="3827653" y="2198078"/>
                  </a:lnTo>
                  <a:lnTo>
                    <a:pt x="3829342" y="2195906"/>
                  </a:lnTo>
                  <a:close/>
                </a:path>
                <a:path w="7630795" h="4411980">
                  <a:moveTo>
                    <a:pt x="3981678" y="2111019"/>
                  </a:moveTo>
                  <a:lnTo>
                    <a:pt x="3981132" y="2109393"/>
                  </a:lnTo>
                  <a:lnTo>
                    <a:pt x="3980802" y="2108390"/>
                  </a:lnTo>
                  <a:lnTo>
                    <a:pt x="3933266" y="2135860"/>
                  </a:lnTo>
                  <a:lnTo>
                    <a:pt x="3933596" y="2136864"/>
                  </a:lnTo>
                  <a:lnTo>
                    <a:pt x="3934142" y="2138502"/>
                  </a:lnTo>
                  <a:lnTo>
                    <a:pt x="3981678" y="2111019"/>
                  </a:lnTo>
                  <a:close/>
                </a:path>
                <a:path w="7630795" h="4411980">
                  <a:moveTo>
                    <a:pt x="4094759" y="2042541"/>
                  </a:moveTo>
                  <a:lnTo>
                    <a:pt x="4078236" y="2052091"/>
                  </a:lnTo>
                  <a:lnTo>
                    <a:pt x="4078605" y="2053056"/>
                  </a:lnTo>
                  <a:lnTo>
                    <a:pt x="4079202" y="2054656"/>
                  </a:lnTo>
                  <a:lnTo>
                    <a:pt x="4090797" y="2047951"/>
                  </a:lnTo>
                  <a:lnTo>
                    <a:pt x="4093260" y="2044585"/>
                  </a:lnTo>
                  <a:lnTo>
                    <a:pt x="4094759" y="2042541"/>
                  </a:lnTo>
                  <a:close/>
                </a:path>
                <a:path w="7630795" h="4411980">
                  <a:moveTo>
                    <a:pt x="4231017" y="1966899"/>
                  </a:moveTo>
                  <a:lnTo>
                    <a:pt x="4230484" y="1965286"/>
                  </a:lnTo>
                  <a:lnTo>
                    <a:pt x="4230154" y="1964309"/>
                  </a:lnTo>
                  <a:lnTo>
                    <a:pt x="4183303" y="1991385"/>
                  </a:lnTo>
                  <a:lnTo>
                    <a:pt x="4183634" y="1992363"/>
                  </a:lnTo>
                  <a:lnTo>
                    <a:pt x="4184167" y="1993988"/>
                  </a:lnTo>
                  <a:lnTo>
                    <a:pt x="4231017" y="1966899"/>
                  </a:lnTo>
                  <a:close/>
                </a:path>
                <a:path w="7630795" h="4411980">
                  <a:moveTo>
                    <a:pt x="4344035" y="1898523"/>
                  </a:moveTo>
                  <a:lnTo>
                    <a:pt x="4302188" y="1922691"/>
                  </a:lnTo>
                  <a:lnTo>
                    <a:pt x="4301896" y="1924024"/>
                  </a:lnTo>
                  <a:lnTo>
                    <a:pt x="4301426" y="1926209"/>
                  </a:lnTo>
                  <a:lnTo>
                    <a:pt x="4342828" y="1902282"/>
                  </a:lnTo>
                  <a:lnTo>
                    <a:pt x="4343578" y="1899945"/>
                  </a:lnTo>
                  <a:lnTo>
                    <a:pt x="4344035" y="1898523"/>
                  </a:lnTo>
                  <a:close/>
                </a:path>
                <a:path w="7630795" h="4411980">
                  <a:moveTo>
                    <a:pt x="4444377" y="1840534"/>
                  </a:moveTo>
                  <a:lnTo>
                    <a:pt x="4427017" y="1850567"/>
                  </a:lnTo>
                  <a:lnTo>
                    <a:pt x="4427385" y="1851507"/>
                  </a:lnTo>
                  <a:lnTo>
                    <a:pt x="4427969" y="1853069"/>
                  </a:lnTo>
                  <a:lnTo>
                    <a:pt x="4440491" y="1845830"/>
                  </a:lnTo>
                  <a:lnTo>
                    <a:pt x="4442904" y="1842541"/>
                  </a:lnTo>
                  <a:lnTo>
                    <a:pt x="4444377" y="1840534"/>
                  </a:lnTo>
                  <a:close/>
                </a:path>
                <a:path w="7630795" h="4411980">
                  <a:moveTo>
                    <a:pt x="4578629" y="1765985"/>
                  </a:moveTo>
                  <a:lnTo>
                    <a:pt x="4578121" y="1764411"/>
                  </a:lnTo>
                  <a:lnTo>
                    <a:pt x="4577804" y="1763445"/>
                  </a:lnTo>
                  <a:lnTo>
                    <a:pt x="4531563" y="1790153"/>
                  </a:lnTo>
                  <a:lnTo>
                    <a:pt x="4531893" y="1791119"/>
                  </a:lnTo>
                  <a:lnTo>
                    <a:pt x="4532427" y="1792693"/>
                  </a:lnTo>
                  <a:lnTo>
                    <a:pt x="4578629" y="1765985"/>
                  </a:lnTo>
                  <a:close/>
                </a:path>
                <a:path w="7630795" h="4411980">
                  <a:moveTo>
                    <a:pt x="4950714" y="1547977"/>
                  </a:moveTo>
                  <a:lnTo>
                    <a:pt x="4934826" y="1557159"/>
                  </a:lnTo>
                  <a:lnTo>
                    <a:pt x="4935169" y="1558074"/>
                  </a:lnTo>
                  <a:lnTo>
                    <a:pt x="4935740" y="1559585"/>
                  </a:lnTo>
                  <a:lnTo>
                    <a:pt x="4946955" y="1553095"/>
                  </a:lnTo>
                  <a:lnTo>
                    <a:pt x="4949304" y="1549908"/>
                  </a:lnTo>
                  <a:lnTo>
                    <a:pt x="4950714" y="1547977"/>
                  </a:lnTo>
                  <a:close/>
                </a:path>
                <a:path w="7630795" h="4411980">
                  <a:moveTo>
                    <a:pt x="5058372" y="1488706"/>
                  </a:moveTo>
                  <a:lnTo>
                    <a:pt x="5058334" y="1486890"/>
                  </a:lnTo>
                  <a:lnTo>
                    <a:pt x="5058321" y="1485798"/>
                  </a:lnTo>
                  <a:lnTo>
                    <a:pt x="5041989" y="1495247"/>
                  </a:lnTo>
                  <a:lnTo>
                    <a:pt x="5042001" y="1496339"/>
                  </a:lnTo>
                  <a:lnTo>
                    <a:pt x="5042027" y="1498142"/>
                  </a:lnTo>
                  <a:lnTo>
                    <a:pt x="5058372" y="1488706"/>
                  </a:lnTo>
                  <a:close/>
                </a:path>
                <a:path w="7630795" h="4411980">
                  <a:moveTo>
                    <a:pt x="5150129" y="1435671"/>
                  </a:moveTo>
                  <a:lnTo>
                    <a:pt x="5149227" y="1434376"/>
                  </a:lnTo>
                  <a:lnTo>
                    <a:pt x="5148681" y="1433588"/>
                  </a:lnTo>
                  <a:lnTo>
                    <a:pt x="5101221" y="1461008"/>
                  </a:lnTo>
                  <a:lnTo>
                    <a:pt x="5101780" y="1461795"/>
                  </a:lnTo>
                  <a:lnTo>
                    <a:pt x="5102682" y="1463090"/>
                  </a:lnTo>
                  <a:lnTo>
                    <a:pt x="5150129" y="1435671"/>
                  </a:lnTo>
                  <a:close/>
                </a:path>
                <a:path w="7630795" h="4411980">
                  <a:moveTo>
                    <a:pt x="5267376" y="1365008"/>
                  </a:moveTo>
                  <a:lnTo>
                    <a:pt x="5233848" y="1384388"/>
                  </a:lnTo>
                  <a:lnTo>
                    <a:pt x="5234140" y="1385303"/>
                  </a:lnTo>
                  <a:lnTo>
                    <a:pt x="5234635" y="1386827"/>
                  </a:lnTo>
                  <a:lnTo>
                    <a:pt x="5263629" y="1370063"/>
                  </a:lnTo>
                  <a:lnTo>
                    <a:pt x="5265966" y="1366913"/>
                  </a:lnTo>
                  <a:lnTo>
                    <a:pt x="5267376" y="1365008"/>
                  </a:lnTo>
                  <a:close/>
                </a:path>
                <a:path w="7630795" h="4411980">
                  <a:moveTo>
                    <a:pt x="5421604" y="1278750"/>
                  </a:moveTo>
                  <a:lnTo>
                    <a:pt x="5421096" y="1277264"/>
                  </a:lnTo>
                  <a:lnTo>
                    <a:pt x="5420792" y="1276362"/>
                  </a:lnTo>
                  <a:lnTo>
                    <a:pt x="5373433" y="1303731"/>
                  </a:lnTo>
                  <a:lnTo>
                    <a:pt x="5373738" y="1304632"/>
                  </a:lnTo>
                  <a:lnTo>
                    <a:pt x="5374233" y="1306131"/>
                  </a:lnTo>
                  <a:lnTo>
                    <a:pt x="5421604" y="1278750"/>
                  </a:lnTo>
                  <a:close/>
                </a:path>
                <a:path w="7630795" h="4411980">
                  <a:moveTo>
                    <a:pt x="5551767" y="1200696"/>
                  </a:moveTo>
                  <a:lnTo>
                    <a:pt x="5517121" y="1220711"/>
                  </a:lnTo>
                  <a:lnTo>
                    <a:pt x="5517413" y="1221600"/>
                  </a:lnTo>
                  <a:lnTo>
                    <a:pt x="5517896" y="1223098"/>
                  </a:lnTo>
                  <a:lnTo>
                    <a:pt x="5548096" y="1205649"/>
                  </a:lnTo>
                  <a:lnTo>
                    <a:pt x="5550395" y="1202550"/>
                  </a:lnTo>
                  <a:lnTo>
                    <a:pt x="5551767" y="1200696"/>
                  </a:lnTo>
                  <a:close/>
                </a:path>
                <a:path w="7630795" h="4411980">
                  <a:moveTo>
                    <a:pt x="5705284" y="1114793"/>
                  </a:moveTo>
                  <a:lnTo>
                    <a:pt x="5704789" y="1113332"/>
                  </a:lnTo>
                  <a:lnTo>
                    <a:pt x="5704484" y="1112456"/>
                  </a:lnTo>
                  <a:lnTo>
                    <a:pt x="5656707" y="1140066"/>
                  </a:lnTo>
                  <a:lnTo>
                    <a:pt x="5656999" y="1140942"/>
                  </a:lnTo>
                  <a:lnTo>
                    <a:pt x="5657481" y="1142415"/>
                  </a:lnTo>
                  <a:lnTo>
                    <a:pt x="5705284" y="1114793"/>
                  </a:lnTo>
                  <a:close/>
                </a:path>
                <a:path w="7630795" h="4411980">
                  <a:moveTo>
                    <a:pt x="5818175" y="1046772"/>
                  </a:moveTo>
                  <a:lnTo>
                    <a:pt x="5802058" y="1056081"/>
                  </a:lnTo>
                  <a:lnTo>
                    <a:pt x="5802388" y="1056932"/>
                  </a:lnTo>
                  <a:lnTo>
                    <a:pt x="5802935" y="1058354"/>
                  </a:lnTo>
                  <a:lnTo>
                    <a:pt x="5814415" y="1051712"/>
                  </a:lnTo>
                  <a:lnTo>
                    <a:pt x="5816765" y="1048613"/>
                  </a:lnTo>
                  <a:lnTo>
                    <a:pt x="5818175" y="1046772"/>
                  </a:lnTo>
                  <a:close/>
                </a:path>
                <a:path w="7630795" h="4411980">
                  <a:moveTo>
                    <a:pt x="5953188" y="971511"/>
                  </a:moveTo>
                  <a:lnTo>
                    <a:pt x="5952718" y="970051"/>
                  </a:lnTo>
                  <a:lnTo>
                    <a:pt x="5952426" y="969187"/>
                  </a:lnTo>
                  <a:lnTo>
                    <a:pt x="5906960" y="995464"/>
                  </a:lnTo>
                  <a:lnTo>
                    <a:pt x="5907240" y="996327"/>
                  </a:lnTo>
                  <a:lnTo>
                    <a:pt x="5907722" y="997788"/>
                  </a:lnTo>
                  <a:lnTo>
                    <a:pt x="5953188" y="971511"/>
                  </a:lnTo>
                  <a:close/>
                </a:path>
                <a:path w="7630795" h="4411980">
                  <a:moveTo>
                    <a:pt x="6139523" y="861098"/>
                  </a:moveTo>
                  <a:lnTo>
                    <a:pt x="6125400" y="869251"/>
                  </a:lnTo>
                  <a:lnTo>
                    <a:pt x="6125718" y="870077"/>
                  </a:lnTo>
                  <a:lnTo>
                    <a:pt x="6126251" y="871486"/>
                  </a:lnTo>
                  <a:lnTo>
                    <a:pt x="6136056" y="865809"/>
                  </a:lnTo>
                  <a:lnTo>
                    <a:pt x="6138227" y="862850"/>
                  </a:lnTo>
                  <a:lnTo>
                    <a:pt x="6139523" y="861098"/>
                  </a:lnTo>
                  <a:close/>
                </a:path>
                <a:path w="7630795" h="4411980">
                  <a:moveTo>
                    <a:pt x="6266866" y="790206"/>
                  </a:moveTo>
                  <a:lnTo>
                    <a:pt x="6266370" y="788809"/>
                  </a:lnTo>
                  <a:lnTo>
                    <a:pt x="6266078" y="787971"/>
                  </a:lnTo>
                  <a:lnTo>
                    <a:pt x="6230251" y="808659"/>
                  </a:lnTo>
                  <a:lnTo>
                    <a:pt x="6230544" y="809510"/>
                  </a:lnTo>
                  <a:lnTo>
                    <a:pt x="6231026" y="810920"/>
                  </a:lnTo>
                  <a:lnTo>
                    <a:pt x="6266866" y="790206"/>
                  </a:lnTo>
                  <a:close/>
                </a:path>
                <a:path w="7630795" h="4411980">
                  <a:moveTo>
                    <a:pt x="6341224" y="747229"/>
                  </a:moveTo>
                  <a:lnTo>
                    <a:pt x="6339751" y="746391"/>
                  </a:lnTo>
                  <a:lnTo>
                    <a:pt x="6338875" y="745909"/>
                  </a:lnTo>
                  <a:lnTo>
                    <a:pt x="6287706" y="775474"/>
                  </a:lnTo>
                  <a:lnTo>
                    <a:pt x="6288494" y="776020"/>
                  </a:lnTo>
                  <a:lnTo>
                    <a:pt x="6289827" y="776935"/>
                  </a:lnTo>
                  <a:lnTo>
                    <a:pt x="6341224" y="747229"/>
                  </a:lnTo>
                  <a:close/>
                </a:path>
                <a:path w="7630795" h="4411980">
                  <a:moveTo>
                    <a:pt x="6449466" y="684657"/>
                  </a:moveTo>
                  <a:lnTo>
                    <a:pt x="6448996" y="683260"/>
                  </a:lnTo>
                  <a:lnTo>
                    <a:pt x="6448717" y="682434"/>
                  </a:lnTo>
                  <a:lnTo>
                    <a:pt x="6413741" y="702652"/>
                  </a:lnTo>
                  <a:lnTo>
                    <a:pt x="6413982" y="703491"/>
                  </a:lnTo>
                  <a:lnTo>
                    <a:pt x="6414414" y="704926"/>
                  </a:lnTo>
                  <a:lnTo>
                    <a:pt x="6449466" y="684657"/>
                  </a:lnTo>
                  <a:close/>
                </a:path>
                <a:path w="7630795" h="4411980">
                  <a:moveTo>
                    <a:pt x="6537477" y="631164"/>
                  </a:moveTo>
                  <a:lnTo>
                    <a:pt x="6503213" y="650951"/>
                  </a:lnTo>
                  <a:lnTo>
                    <a:pt x="6503479" y="651776"/>
                  </a:lnTo>
                  <a:lnTo>
                    <a:pt x="6503937" y="653186"/>
                  </a:lnTo>
                  <a:lnTo>
                    <a:pt x="6534048" y="635774"/>
                  </a:lnTo>
                  <a:lnTo>
                    <a:pt x="6536195" y="632879"/>
                  </a:lnTo>
                  <a:lnTo>
                    <a:pt x="6537477" y="631164"/>
                  </a:lnTo>
                  <a:close/>
                </a:path>
                <a:path w="7630795" h="4411980">
                  <a:moveTo>
                    <a:pt x="6689788" y="545757"/>
                  </a:moveTo>
                  <a:lnTo>
                    <a:pt x="6689331" y="544385"/>
                  </a:lnTo>
                  <a:lnTo>
                    <a:pt x="6689052" y="543572"/>
                  </a:lnTo>
                  <a:lnTo>
                    <a:pt x="6642798" y="570293"/>
                  </a:lnTo>
                  <a:lnTo>
                    <a:pt x="6643078" y="571119"/>
                  </a:lnTo>
                  <a:lnTo>
                    <a:pt x="6643535" y="572490"/>
                  </a:lnTo>
                  <a:lnTo>
                    <a:pt x="6689788" y="545757"/>
                  </a:lnTo>
                  <a:close/>
                </a:path>
                <a:path w="7630795" h="4411980">
                  <a:moveTo>
                    <a:pt x="6903694" y="422122"/>
                  </a:moveTo>
                  <a:lnTo>
                    <a:pt x="6903237" y="420776"/>
                  </a:lnTo>
                  <a:lnTo>
                    <a:pt x="6902958" y="419976"/>
                  </a:lnTo>
                  <a:lnTo>
                    <a:pt x="6855142" y="447611"/>
                  </a:lnTo>
                  <a:lnTo>
                    <a:pt x="6855422" y="448398"/>
                  </a:lnTo>
                  <a:lnTo>
                    <a:pt x="6855879" y="449770"/>
                  </a:lnTo>
                  <a:lnTo>
                    <a:pt x="6903694" y="422122"/>
                  </a:lnTo>
                  <a:close/>
                </a:path>
                <a:path w="7630795" h="4411980">
                  <a:moveTo>
                    <a:pt x="7031126" y="348475"/>
                  </a:moveTo>
                  <a:lnTo>
                    <a:pt x="7030885" y="347002"/>
                  </a:lnTo>
                  <a:lnTo>
                    <a:pt x="7030745" y="346151"/>
                  </a:lnTo>
                  <a:lnTo>
                    <a:pt x="6981520" y="374586"/>
                  </a:lnTo>
                  <a:lnTo>
                    <a:pt x="6981723" y="375412"/>
                  </a:lnTo>
                  <a:lnTo>
                    <a:pt x="6982066" y="376821"/>
                  </a:lnTo>
                  <a:lnTo>
                    <a:pt x="7031126" y="348475"/>
                  </a:lnTo>
                  <a:close/>
                </a:path>
                <a:path w="7630795" h="4411980">
                  <a:moveTo>
                    <a:pt x="7246404" y="224040"/>
                  </a:moveTo>
                  <a:lnTo>
                    <a:pt x="7245820" y="222796"/>
                  </a:lnTo>
                  <a:lnTo>
                    <a:pt x="7245464" y="222084"/>
                  </a:lnTo>
                  <a:lnTo>
                    <a:pt x="7195972" y="250672"/>
                  </a:lnTo>
                  <a:lnTo>
                    <a:pt x="7196341" y="251396"/>
                  </a:lnTo>
                  <a:lnTo>
                    <a:pt x="7196950" y="252628"/>
                  </a:lnTo>
                  <a:lnTo>
                    <a:pt x="7246404" y="224040"/>
                  </a:lnTo>
                  <a:close/>
                </a:path>
                <a:path w="7630795" h="4411980">
                  <a:moveTo>
                    <a:pt x="7320889" y="178511"/>
                  </a:moveTo>
                  <a:lnTo>
                    <a:pt x="7306602" y="186766"/>
                  </a:lnTo>
                  <a:lnTo>
                    <a:pt x="7306881" y="187515"/>
                  </a:lnTo>
                  <a:lnTo>
                    <a:pt x="7307377" y="188798"/>
                  </a:lnTo>
                  <a:lnTo>
                    <a:pt x="7317524" y="182930"/>
                  </a:lnTo>
                  <a:lnTo>
                    <a:pt x="7319645" y="180136"/>
                  </a:lnTo>
                  <a:lnTo>
                    <a:pt x="7320889" y="178511"/>
                  </a:lnTo>
                  <a:close/>
                </a:path>
                <a:path w="7630795" h="4411980">
                  <a:moveTo>
                    <a:pt x="7447991" y="107530"/>
                  </a:moveTo>
                  <a:lnTo>
                    <a:pt x="7447534" y="106235"/>
                  </a:lnTo>
                  <a:lnTo>
                    <a:pt x="7447267" y="105486"/>
                  </a:lnTo>
                  <a:lnTo>
                    <a:pt x="7411453" y="126174"/>
                  </a:lnTo>
                  <a:lnTo>
                    <a:pt x="7411707" y="126936"/>
                  </a:lnTo>
                  <a:lnTo>
                    <a:pt x="7412152" y="128244"/>
                  </a:lnTo>
                  <a:lnTo>
                    <a:pt x="7447991" y="107530"/>
                  </a:lnTo>
                  <a:close/>
                </a:path>
                <a:path w="7630795" h="4411980">
                  <a:moveTo>
                    <a:pt x="7522248" y="64604"/>
                  </a:moveTo>
                  <a:lnTo>
                    <a:pt x="7520927" y="63817"/>
                  </a:lnTo>
                  <a:lnTo>
                    <a:pt x="7520152" y="63373"/>
                  </a:lnTo>
                  <a:lnTo>
                    <a:pt x="7469060" y="92887"/>
                  </a:lnTo>
                  <a:lnTo>
                    <a:pt x="7469772" y="93383"/>
                  </a:lnTo>
                  <a:lnTo>
                    <a:pt x="7470991" y="94234"/>
                  </a:lnTo>
                  <a:lnTo>
                    <a:pt x="7522248" y="64604"/>
                  </a:lnTo>
                  <a:close/>
                </a:path>
                <a:path w="7630795" h="4411980">
                  <a:moveTo>
                    <a:pt x="7630515" y="2032"/>
                  </a:moveTo>
                  <a:lnTo>
                    <a:pt x="7630084" y="749"/>
                  </a:lnTo>
                  <a:lnTo>
                    <a:pt x="7629830" y="0"/>
                  </a:lnTo>
                  <a:lnTo>
                    <a:pt x="7594917" y="20167"/>
                  </a:lnTo>
                  <a:lnTo>
                    <a:pt x="7595146" y="20929"/>
                  </a:lnTo>
                  <a:lnTo>
                    <a:pt x="7595527" y="22250"/>
                  </a:lnTo>
                  <a:lnTo>
                    <a:pt x="7630515" y="2032"/>
                  </a:lnTo>
                  <a:close/>
                </a:path>
              </a:pathLst>
            </a:custGeom>
            <a:solidFill>
              <a:srgbClr val="3A3A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06158" y="975740"/>
              <a:ext cx="7630795" cy="4413250"/>
            </a:xfrm>
            <a:custGeom>
              <a:avLst/>
              <a:gdLst/>
              <a:ahLst/>
              <a:cxnLst/>
              <a:rect l="l" t="t" r="r" b="b"/>
              <a:pathLst>
                <a:path w="7630795" h="4413250">
                  <a:moveTo>
                    <a:pt x="9982" y="4403877"/>
                  </a:moveTo>
                  <a:lnTo>
                    <a:pt x="0" y="4409643"/>
                  </a:lnTo>
                  <a:lnTo>
                    <a:pt x="482" y="4410900"/>
                  </a:lnTo>
                  <a:lnTo>
                    <a:pt x="1244" y="4412856"/>
                  </a:lnTo>
                  <a:lnTo>
                    <a:pt x="4978" y="4410697"/>
                  </a:lnTo>
                  <a:lnTo>
                    <a:pt x="8026" y="4406544"/>
                  </a:lnTo>
                  <a:lnTo>
                    <a:pt x="9982" y="4403877"/>
                  </a:lnTo>
                  <a:close/>
                </a:path>
                <a:path w="7630795" h="4413250">
                  <a:moveTo>
                    <a:pt x="140093" y="4332605"/>
                  </a:moveTo>
                  <a:lnTo>
                    <a:pt x="139369" y="4330636"/>
                  </a:lnTo>
                  <a:lnTo>
                    <a:pt x="138899" y="4329366"/>
                  </a:lnTo>
                  <a:lnTo>
                    <a:pt x="104165" y="4349445"/>
                  </a:lnTo>
                  <a:lnTo>
                    <a:pt x="104597" y="4350740"/>
                  </a:lnTo>
                  <a:lnTo>
                    <a:pt x="105257" y="4352734"/>
                  </a:lnTo>
                  <a:lnTo>
                    <a:pt x="140093" y="4332605"/>
                  </a:lnTo>
                  <a:close/>
                </a:path>
                <a:path w="7630795" h="4413250">
                  <a:moveTo>
                    <a:pt x="203581" y="4295914"/>
                  </a:moveTo>
                  <a:lnTo>
                    <a:pt x="202095" y="4294390"/>
                  </a:lnTo>
                  <a:lnTo>
                    <a:pt x="201129" y="4293400"/>
                  </a:lnTo>
                  <a:lnTo>
                    <a:pt x="158330" y="4318139"/>
                  </a:lnTo>
                  <a:lnTo>
                    <a:pt x="159308" y="4319117"/>
                  </a:lnTo>
                  <a:lnTo>
                    <a:pt x="160820" y="4320629"/>
                  </a:lnTo>
                  <a:lnTo>
                    <a:pt x="203581" y="4295914"/>
                  </a:lnTo>
                  <a:close/>
                </a:path>
                <a:path w="7630795" h="4413250">
                  <a:moveTo>
                    <a:pt x="289077" y="4242574"/>
                  </a:moveTo>
                  <a:lnTo>
                    <a:pt x="269125" y="4254106"/>
                  </a:lnTo>
                  <a:lnTo>
                    <a:pt x="269100" y="4255668"/>
                  </a:lnTo>
                  <a:lnTo>
                    <a:pt x="269049" y="4258068"/>
                  </a:lnTo>
                  <a:lnTo>
                    <a:pt x="289026" y="4246524"/>
                  </a:lnTo>
                  <a:lnTo>
                    <a:pt x="289052" y="4244137"/>
                  </a:lnTo>
                  <a:lnTo>
                    <a:pt x="289077" y="4242574"/>
                  </a:lnTo>
                  <a:close/>
                </a:path>
                <a:path w="7630795" h="4413250">
                  <a:moveTo>
                    <a:pt x="360121" y="4205427"/>
                  </a:moveTo>
                  <a:lnTo>
                    <a:pt x="359460" y="4203446"/>
                  </a:lnTo>
                  <a:lnTo>
                    <a:pt x="359016" y="4202138"/>
                  </a:lnTo>
                  <a:lnTo>
                    <a:pt x="314375" y="4227944"/>
                  </a:lnTo>
                  <a:lnTo>
                    <a:pt x="314807" y="4229252"/>
                  </a:lnTo>
                  <a:lnTo>
                    <a:pt x="315480" y="4231233"/>
                  </a:lnTo>
                  <a:lnTo>
                    <a:pt x="360121" y="4205427"/>
                  </a:lnTo>
                  <a:close/>
                </a:path>
                <a:path w="7630795" h="4413250">
                  <a:moveTo>
                    <a:pt x="440220" y="4155211"/>
                  </a:moveTo>
                  <a:lnTo>
                    <a:pt x="429793" y="4161231"/>
                  </a:lnTo>
                  <a:lnTo>
                    <a:pt x="430288" y="4162514"/>
                  </a:lnTo>
                  <a:lnTo>
                    <a:pt x="431025" y="4164457"/>
                  </a:lnTo>
                  <a:lnTo>
                    <a:pt x="434911" y="4162196"/>
                  </a:lnTo>
                  <a:lnTo>
                    <a:pt x="438099" y="4158005"/>
                  </a:lnTo>
                  <a:lnTo>
                    <a:pt x="440220" y="4155211"/>
                  </a:lnTo>
                  <a:close/>
                </a:path>
                <a:path w="7630795" h="4413250">
                  <a:moveTo>
                    <a:pt x="582676" y="4076801"/>
                  </a:moveTo>
                  <a:lnTo>
                    <a:pt x="582002" y="4074845"/>
                  </a:lnTo>
                  <a:lnTo>
                    <a:pt x="581545" y="4073525"/>
                  </a:lnTo>
                  <a:lnTo>
                    <a:pt x="534555" y="4100690"/>
                  </a:lnTo>
                  <a:lnTo>
                    <a:pt x="534987" y="4102011"/>
                  </a:lnTo>
                  <a:lnTo>
                    <a:pt x="535647" y="4103979"/>
                  </a:lnTo>
                  <a:lnTo>
                    <a:pt x="582676" y="4076801"/>
                  </a:lnTo>
                  <a:close/>
                </a:path>
                <a:path w="7630795" h="4413250">
                  <a:moveTo>
                    <a:pt x="735495" y="3984548"/>
                  </a:moveTo>
                  <a:lnTo>
                    <a:pt x="723633" y="3991394"/>
                  </a:lnTo>
                  <a:lnTo>
                    <a:pt x="724141" y="3992702"/>
                  </a:lnTo>
                  <a:lnTo>
                    <a:pt x="724877" y="3994607"/>
                  </a:lnTo>
                  <a:lnTo>
                    <a:pt x="730186" y="3991533"/>
                  </a:lnTo>
                  <a:lnTo>
                    <a:pt x="733336" y="3987393"/>
                  </a:lnTo>
                  <a:lnTo>
                    <a:pt x="735495" y="3984548"/>
                  </a:lnTo>
                  <a:close/>
                </a:path>
                <a:path w="7630795" h="4413250">
                  <a:moveTo>
                    <a:pt x="875360" y="3907637"/>
                  </a:moveTo>
                  <a:lnTo>
                    <a:pt x="874712" y="3905694"/>
                  </a:lnTo>
                  <a:lnTo>
                    <a:pt x="874255" y="3904335"/>
                  </a:lnTo>
                  <a:lnTo>
                    <a:pt x="827405" y="3931424"/>
                  </a:lnTo>
                  <a:lnTo>
                    <a:pt x="827849" y="3932771"/>
                  </a:lnTo>
                  <a:lnTo>
                    <a:pt x="828497" y="3934714"/>
                  </a:lnTo>
                  <a:lnTo>
                    <a:pt x="875360" y="3907637"/>
                  </a:lnTo>
                  <a:close/>
                </a:path>
                <a:path w="7630795" h="4413250">
                  <a:moveTo>
                    <a:pt x="985367" y="3840124"/>
                  </a:moveTo>
                  <a:lnTo>
                    <a:pt x="944206" y="3863911"/>
                  </a:lnTo>
                  <a:lnTo>
                    <a:pt x="943800" y="3865765"/>
                  </a:lnTo>
                  <a:lnTo>
                    <a:pt x="943229" y="3868407"/>
                  </a:lnTo>
                  <a:lnTo>
                    <a:pt x="983818" y="3844937"/>
                  </a:lnTo>
                  <a:lnTo>
                    <a:pt x="984719" y="3842118"/>
                  </a:lnTo>
                  <a:lnTo>
                    <a:pt x="985367" y="3840124"/>
                  </a:lnTo>
                  <a:close/>
                </a:path>
                <a:path w="7630795" h="4413250">
                  <a:moveTo>
                    <a:pt x="1137564" y="3756075"/>
                  </a:moveTo>
                  <a:lnTo>
                    <a:pt x="1137094" y="3754056"/>
                  </a:lnTo>
                  <a:lnTo>
                    <a:pt x="1136764" y="3752608"/>
                  </a:lnTo>
                  <a:lnTo>
                    <a:pt x="1086675" y="3781564"/>
                  </a:lnTo>
                  <a:lnTo>
                    <a:pt x="1087056" y="3782974"/>
                  </a:lnTo>
                  <a:lnTo>
                    <a:pt x="1087564" y="3784981"/>
                  </a:lnTo>
                  <a:lnTo>
                    <a:pt x="1137564" y="3756075"/>
                  </a:lnTo>
                  <a:close/>
                </a:path>
                <a:path w="7630795" h="4413250">
                  <a:moveTo>
                    <a:pt x="1458887" y="3570351"/>
                  </a:moveTo>
                  <a:lnTo>
                    <a:pt x="1458252" y="3568458"/>
                  </a:lnTo>
                  <a:lnTo>
                    <a:pt x="1457794" y="3567061"/>
                  </a:lnTo>
                  <a:lnTo>
                    <a:pt x="1410728" y="3594265"/>
                  </a:lnTo>
                  <a:lnTo>
                    <a:pt x="1411198" y="3595649"/>
                  </a:lnTo>
                  <a:lnTo>
                    <a:pt x="1411846" y="3597554"/>
                  </a:lnTo>
                  <a:lnTo>
                    <a:pt x="1458887" y="3570351"/>
                  </a:lnTo>
                  <a:close/>
                </a:path>
                <a:path w="7630795" h="4413250">
                  <a:moveTo>
                    <a:pt x="1659699" y="3450361"/>
                  </a:moveTo>
                  <a:lnTo>
                    <a:pt x="1648853" y="3456622"/>
                  </a:lnTo>
                  <a:lnTo>
                    <a:pt x="1649374" y="3458019"/>
                  </a:lnTo>
                  <a:lnTo>
                    <a:pt x="1650060" y="3459861"/>
                  </a:lnTo>
                  <a:lnTo>
                    <a:pt x="1654695" y="3457181"/>
                  </a:lnTo>
                  <a:lnTo>
                    <a:pt x="1657540" y="3453295"/>
                  </a:lnTo>
                  <a:lnTo>
                    <a:pt x="1659699" y="3450361"/>
                  </a:lnTo>
                  <a:close/>
                </a:path>
                <a:path w="7630795" h="4413250">
                  <a:moveTo>
                    <a:pt x="1802041" y="3372015"/>
                  </a:moveTo>
                  <a:lnTo>
                    <a:pt x="1801418" y="3370148"/>
                  </a:lnTo>
                  <a:lnTo>
                    <a:pt x="1800936" y="3368725"/>
                  </a:lnTo>
                  <a:lnTo>
                    <a:pt x="1754060" y="3395815"/>
                  </a:lnTo>
                  <a:lnTo>
                    <a:pt x="1754543" y="3397237"/>
                  </a:lnTo>
                  <a:lnTo>
                    <a:pt x="1755165" y="3399104"/>
                  </a:lnTo>
                  <a:lnTo>
                    <a:pt x="1802041" y="3372015"/>
                  </a:lnTo>
                  <a:close/>
                </a:path>
                <a:path w="7630795" h="4413250">
                  <a:moveTo>
                    <a:pt x="1917166" y="3301555"/>
                  </a:moveTo>
                  <a:lnTo>
                    <a:pt x="1874608" y="3326142"/>
                  </a:lnTo>
                  <a:lnTo>
                    <a:pt x="1874316" y="3328022"/>
                  </a:lnTo>
                  <a:lnTo>
                    <a:pt x="1873948" y="3330460"/>
                  </a:lnTo>
                  <a:lnTo>
                    <a:pt x="1916620" y="3305797"/>
                  </a:lnTo>
                  <a:lnTo>
                    <a:pt x="1916925" y="3303397"/>
                  </a:lnTo>
                  <a:lnTo>
                    <a:pt x="1917166" y="3301555"/>
                  </a:lnTo>
                  <a:close/>
                </a:path>
                <a:path w="7630795" h="4413250">
                  <a:moveTo>
                    <a:pt x="2019147" y="3246526"/>
                  </a:moveTo>
                  <a:lnTo>
                    <a:pt x="2018804" y="3244519"/>
                  </a:lnTo>
                  <a:lnTo>
                    <a:pt x="2018550" y="3242945"/>
                  </a:lnTo>
                  <a:lnTo>
                    <a:pt x="1969427" y="3271342"/>
                  </a:lnTo>
                  <a:lnTo>
                    <a:pt x="1969808" y="3272840"/>
                  </a:lnTo>
                  <a:lnTo>
                    <a:pt x="1970290" y="3274771"/>
                  </a:lnTo>
                  <a:lnTo>
                    <a:pt x="2019147" y="3246526"/>
                  </a:lnTo>
                  <a:close/>
                </a:path>
                <a:path w="7630795" h="4413250">
                  <a:moveTo>
                    <a:pt x="2235949" y="3121215"/>
                  </a:moveTo>
                  <a:lnTo>
                    <a:pt x="2235136" y="3119513"/>
                  </a:lnTo>
                  <a:lnTo>
                    <a:pt x="2234488" y="3118142"/>
                  </a:lnTo>
                  <a:lnTo>
                    <a:pt x="2183752" y="3147466"/>
                  </a:lnTo>
                  <a:lnTo>
                    <a:pt x="2184412" y="3148825"/>
                  </a:lnTo>
                  <a:lnTo>
                    <a:pt x="2185238" y="3150527"/>
                  </a:lnTo>
                  <a:lnTo>
                    <a:pt x="2235949" y="3121215"/>
                  </a:lnTo>
                  <a:close/>
                </a:path>
                <a:path w="7630795" h="4413250">
                  <a:moveTo>
                    <a:pt x="2274443" y="3095053"/>
                  </a:moveTo>
                  <a:lnTo>
                    <a:pt x="2264816" y="3100616"/>
                  </a:lnTo>
                  <a:lnTo>
                    <a:pt x="2265337" y="3102051"/>
                  </a:lnTo>
                  <a:lnTo>
                    <a:pt x="2265997" y="3103854"/>
                  </a:lnTo>
                  <a:lnTo>
                    <a:pt x="2269439" y="3101860"/>
                  </a:lnTo>
                  <a:lnTo>
                    <a:pt x="2272207" y="3098088"/>
                  </a:lnTo>
                  <a:lnTo>
                    <a:pt x="2274443" y="3095053"/>
                  </a:lnTo>
                  <a:close/>
                </a:path>
                <a:path w="7630795" h="4413250">
                  <a:moveTo>
                    <a:pt x="2411285" y="3019882"/>
                  </a:moveTo>
                  <a:lnTo>
                    <a:pt x="2410688" y="3018053"/>
                  </a:lnTo>
                  <a:lnTo>
                    <a:pt x="2410206" y="3016567"/>
                  </a:lnTo>
                  <a:lnTo>
                    <a:pt x="2362200" y="3044317"/>
                  </a:lnTo>
                  <a:lnTo>
                    <a:pt x="2362670" y="3045803"/>
                  </a:lnTo>
                  <a:lnTo>
                    <a:pt x="2363254" y="3047644"/>
                  </a:lnTo>
                  <a:lnTo>
                    <a:pt x="2411285" y="3019882"/>
                  </a:lnTo>
                  <a:close/>
                </a:path>
                <a:path w="7630795" h="4413250">
                  <a:moveTo>
                    <a:pt x="2583891" y="2920111"/>
                  </a:moveTo>
                  <a:lnTo>
                    <a:pt x="2583281" y="2918320"/>
                  </a:lnTo>
                  <a:lnTo>
                    <a:pt x="2582773" y="2916834"/>
                  </a:lnTo>
                  <a:lnTo>
                    <a:pt x="2535491" y="2944164"/>
                  </a:lnTo>
                  <a:lnTo>
                    <a:pt x="2535986" y="2945650"/>
                  </a:lnTo>
                  <a:lnTo>
                    <a:pt x="2536596" y="2947454"/>
                  </a:lnTo>
                  <a:lnTo>
                    <a:pt x="2583891" y="2920111"/>
                  </a:lnTo>
                  <a:close/>
                </a:path>
                <a:path w="7630795" h="4413250">
                  <a:moveTo>
                    <a:pt x="2664333" y="2869692"/>
                  </a:moveTo>
                  <a:lnTo>
                    <a:pt x="2653169" y="2876143"/>
                  </a:lnTo>
                  <a:lnTo>
                    <a:pt x="2653728" y="2877604"/>
                  </a:lnTo>
                  <a:lnTo>
                    <a:pt x="2654401" y="2879356"/>
                  </a:lnTo>
                  <a:lnTo>
                    <a:pt x="2659024" y="2876689"/>
                  </a:lnTo>
                  <a:lnTo>
                    <a:pt x="2661920" y="2872879"/>
                  </a:lnTo>
                  <a:lnTo>
                    <a:pt x="2664333" y="2869692"/>
                  </a:lnTo>
                  <a:close/>
                </a:path>
                <a:path w="7630795" h="4413250">
                  <a:moveTo>
                    <a:pt x="2806128" y="2791663"/>
                  </a:moveTo>
                  <a:lnTo>
                    <a:pt x="2805544" y="2789872"/>
                  </a:lnTo>
                  <a:lnTo>
                    <a:pt x="2805036" y="2788361"/>
                  </a:lnTo>
                  <a:lnTo>
                    <a:pt x="2758173" y="2815450"/>
                  </a:lnTo>
                  <a:lnTo>
                    <a:pt x="2758681" y="2816961"/>
                  </a:lnTo>
                  <a:lnTo>
                    <a:pt x="2759278" y="2818739"/>
                  </a:lnTo>
                  <a:lnTo>
                    <a:pt x="2806128" y="2791663"/>
                  </a:lnTo>
                  <a:close/>
                </a:path>
                <a:path w="7630795" h="4413250">
                  <a:moveTo>
                    <a:pt x="2916453" y="2723959"/>
                  </a:moveTo>
                  <a:lnTo>
                    <a:pt x="2874543" y="2748191"/>
                  </a:lnTo>
                  <a:lnTo>
                    <a:pt x="2874073" y="2750261"/>
                  </a:lnTo>
                  <a:lnTo>
                    <a:pt x="2873540" y="2752699"/>
                  </a:lnTo>
                  <a:lnTo>
                    <a:pt x="2914916" y="2728785"/>
                  </a:lnTo>
                  <a:lnTo>
                    <a:pt x="2915742" y="2726182"/>
                  </a:lnTo>
                  <a:lnTo>
                    <a:pt x="2916453" y="2723959"/>
                  </a:lnTo>
                  <a:close/>
                </a:path>
                <a:path w="7630795" h="4413250">
                  <a:moveTo>
                    <a:pt x="3326942" y="2490635"/>
                  </a:moveTo>
                  <a:lnTo>
                    <a:pt x="3325876" y="2489174"/>
                  </a:lnTo>
                  <a:lnTo>
                    <a:pt x="3324936" y="2487866"/>
                  </a:lnTo>
                  <a:lnTo>
                    <a:pt x="3276130" y="2516073"/>
                  </a:lnTo>
                  <a:lnTo>
                    <a:pt x="3277120" y="2517356"/>
                  </a:lnTo>
                  <a:lnTo>
                    <a:pt x="3278238" y="2518791"/>
                  </a:lnTo>
                  <a:lnTo>
                    <a:pt x="3326942" y="2490635"/>
                  </a:lnTo>
                  <a:close/>
                </a:path>
                <a:path w="7630795" h="4413250">
                  <a:moveTo>
                    <a:pt x="3417951" y="2434107"/>
                  </a:moveTo>
                  <a:lnTo>
                    <a:pt x="3393389" y="2448306"/>
                  </a:lnTo>
                  <a:lnTo>
                    <a:pt x="3393338" y="2450185"/>
                  </a:lnTo>
                  <a:lnTo>
                    <a:pt x="3393287" y="2452293"/>
                  </a:lnTo>
                  <a:lnTo>
                    <a:pt x="3417786" y="2438133"/>
                  </a:lnTo>
                  <a:lnTo>
                    <a:pt x="3417874" y="2436012"/>
                  </a:lnTo>
                  <a:lnTo>
                    <a:pt x="3417951" y="2434107"/>
                  </a:lnTo>
                  <a:close/>
                </a:path>
                <a:path w="7630795" h="4413250">
                  <a:moveTo>
                    <a:pt x="3548723" y="2362454"/>
                  </a:moveTo>
                  <a:lnTo>
                    <a:pt x="3548405" y="2360587"/>
                  </a:lnTo>
                  <a:lnTo>
                    <a:pt x="3548100" y="2358885"/>
                  </a:lnTo>
                  <a:lnTo>
                    <a:pt x="3498443" y="2387587"/>
                  </a:lnTo>
                  <a:lnTo>
                    <a:pt x="3498837" y="2389225"/>
                  </a:lnTo>
                  <a:lnTo>
                    <a:pt x="3499281" y="2391029"/>
                  </a:lnTo>
                  <a:lnTo>
                    <a:pt x="3548723" y="2362454"/>
                  </a:lnTo>
                  <a:close/>
                </a:path>
                <a:path w="7630795" h="4413250">
                  <a:moveTo>
                    <a:pt x="3764584" y="2237689"/>
                  </a:moveTo>
                  <a:lnTo>
                    <a:pt x="3763835" y="2236089"/>
                  </a:lnTo>
                  <a:lnTo>
                    <a:pt x="3763137" y="2234590"/>
                  </a:lnTo>
                  <a:lnTo>
                    <a:pt x="3713670" y="2263190"/>
                  </a:lnTo>
                  <a:lnTo>
                    <a:pt x="3714381" y="2264664"/>
                  </a:lnTo>
                  <a:lnTo>
                    <a:pt x="3715156" y="2266251"/>
                  </a:lnTo>
                  <a:lnTo>
                    <a:pt x="3764584" y="2237689"/>
                  </a:lnTo>
                  <a:close/>
                </a:path>
                <a:path w="7630795" h="4413250">
                  <a:moveTo>
                    <a:pt x="3823665" y="2199602"/>
                  </a:moveTo>
                  <a:lnTo>
                    <a:pt x="3793312" y="2217153"/>
                  </a:lnTo>
                  <a:lnTo>
                    <a:pt x="3793833" y="2218740"/>
                  </a:lnTo>
                  <a:lnTo>
                    <a:pt x="3794391" y="2220455"/>
                  </a:lnTo>
                  <a:lnTo>
                    <a:pt x="3818166" y="2206714"/>
                  </a:lnTo>
                  <a:lnTo>
                    <a:pt x="3821011" y="2203043"/>
                  </a:lnTo>
                  <a:lnTo>
                    <a:pt x="3823665" y="2199602"/>
                  </a:lnTo>
                  <a:close/>
                </a:path>
                <a:path w="7630795" h="4413250">
                  <a:moveTo>
                    <a:pt x="3981564" y="2112276"/>
                  </a:moveTo>
                  <a:lnTo>
                    <a:pt x="3980992" y="2110587"/>
                  </a:lnTo>
                  <a:lnTo>
                    <a:pt x="3980446" y="2108987"/>
                  </a:lnTo>
                  <a:lnTo>
                    <a:pt x="3932910" y="2136470"/>
                  </a:lnTo>
                  <a:lnTo>
                    <a:pt x="3933444" y="2138070"/>
                  </a:lnTo>
                  <a:lnTo>
                    <a:pt x="3934015" y="2139759"/>
                  </a:lnTo>
                  <a:lnTo>
                    <a:pt x="3981564" y="2112276"/>
                  </a:lnTo>
                  <a:close/>
                </a:path>
                <a:path w="7630795" h="4413250">
                  <a:moveTo>
                    <a:pt x="4089565" y="2045919"/>
                  </a:moveTo>
                  <a:lnTo>
                    <a:pt x="4077970" y="2052624"/>
                  </a:lnTo>
                  <a:lnTo>
                    <a:pt x="4078554" y="2054212"/>
                  </a:lnTo>
                  <a:lnTo>
                    <a:pt x="4079163" y="2055863"/>
                  </a:lnTo>
                  <a:lnTo>
                    <a:pt x="4084561" y="2052739"/>
                  </a:lnTo>
                  <a:lnTo>
                    <a:pt x="4087114" y="2049259"/>
                  </a:lnTo>
                  <a:lnTo>
                    <a:pt x="4089565" y="2045919"/>
                  </a:lnTo>
                  <a:close/>
                </a:path>
                <a:path w="7630795" h="4413250">
                  <a:moveTo>
                    <a:pt x="4230890" y="1968169"/>
                  </a:moveTo>
                  <a:lnTo>
                    <a:pt x="4230332" y="1966493"/>
                  </a:lnTo>
                  <a:lnTo>
                    <a:pt x="4229786" y="1964867"/>
                  </a:lnTo>
                  <a:lnTo>
                    <a:pt x="4182935" y="1991956"/>
                  </a:lnTo>
                  <a:lnTo>
                    <a:pt x="4183481" y="1993569"/>
                  </a:lnTo>
                  <a:lnTo>
                    <a:pt x="4184040" y="1995246"/>
                  </a:lnTo>
                  <a:lnTo>
                    <a:pt x="4230890" y="1968169"/>
                  </a:lnTo>
                  <a:close/>
                </a:path>
                <a:path w="7630795" h="4413250">
                  <a:moveTo>
                    <a:pt x="4341596" y="1900250"/>
                  </a:moveTo>
                  <a:lnTo>
                    <a:pt x="4300194" y="1924177"/>
                  </a:lnTo>
                  <a:lnTo>
                    <a:pt x="4299724" y="1926399"/>
                  </a:lnTo>
                  <a:lnTo>
                    <a:pt x="4299242" y="1928660"/>
                  </a:lnTo>
                  <a:lnTo>
                    <a:pt x="4340060" y="1905063"/>
                  </a:lnTo>
                  <a:lnTo>
                    <a:pt x="4340834" y="1902637"/>
                  </a:lnTo>
                  <a:lnTo>
                    <a:pt x="4341596" y="1900250"/>
                  </a:lnTo>
                  <a:close/>
                </a:path>
                <a:path w="7630795" h="4413250">
                  <a:moveTo>
                    <a:pt x="4439259" y="1843798"/>
                  </a:moveTo>
                  <a:lnTo>
                    <a:pt x="4426737" y="1851037"/>
                  </a:lnTo>
                  <a:lnTo>
                    <a:pt x="4427347" y="1852637"/>
                  </a:lnTo>
                  <a:lnTo>
                    <a:pt x="4427969" y="1854250"/>
                  </a:lnTo>
                  <a:lnTo>
                    <a:pt x="4434256" y="1850618"/>
                  </a:lnTo>
                  <a:lnTo>
                    <a:pt x="4436770" y="1847202"/>
                  </a:lnTo>
                  <a:lnTo>
                    <a:pt x="4439259" y="1843798"/>
                  </a:lnTo>
                  <a:close/>
                </a:path>
                <a:path w="7630795" h="4413250">
                  <a:moveTo>
                    <a:pt x="4578489" y="1767255"/>
                  </a:moveTo>
                  <a:lnTo>
                    <a:pt x="4577943" y="1765617"/>
                  </a:lnTo>
                  <a:lnTo>
                    <a:pt x="4577397" y="1763953"/>
                  </a:lnTo>
                  <a:lnTo>
                    <a:pt x="4531195" y="1790661"/>
                  </a:lnTo>
                  <a:lnTo>
                    <a:pt x="4531766" y="1792300"/>
                  </a:lnTo>
                  <a:lnTo>
                    <a:pt x="4532325" y="1793938"/>
                  </a:lnTo>
                  <a:lnTo>
                    <a:pt x="4578489" y="1767255"/>
                  </a:lnTo>
                  <a:close/>
                </a:path>
                <a:path w="7630795" h="4413250">
                  <a:moveTo>
                    <a:pt x="4945723" y="1551063"/>
                  </a:moveTo>
                  <a:lnTo>
                    <a:pt x="4934509" y="1557553"/>
                  </a:lnTo>
                  <a:lnTo>
                    <a:pt x="4935118" y="1559204"/>
                  </a:lnTo>
                  <a:lnTo>
                    <a:pt x="4935715" y="1560779"/>
                  </a:lnTo>
                  <a:lnTo>
                    <a:pt x="4940719" y="1557883"/>
                  </a:lnTo>
                  <a:lnTo>
                    <a:pt x="4943170" y="1554556"/>
                  </a:lnTo>
                  <a:lnTo>
                    <a:pt x="4945723" y="1551063"/>
                  </a:lnTo>
                  <a:close/>
                </a:path>
                <a:path w="7630795" h="4413250">
                  <a:moveTo>
                    <a:pt x="5057203" y="1490560"/>
                  </a:moveTo>
                  <a:lnTo>
                    <a:pt x="5057178" y="1488668"/>
                  </a:lnTo>
                  <a:lnTo>
                    <a:pt x="5057140" y="1486674"/>
                  </a:lnTo>
                  <a:lnTo>
                    <a:pt x="5040795" y="1496110"/>
                  </a:lnTo>
                  <a:lnTo>
                    <a:pt x="5040833" y="1498117"/>
                  </a:lnTo>
                  <a:lnTo>
                    <a:pt x="5040871" y="1500009"/>
                  </a:lnTo>
                  <a:lnTo>
                    <a:pt x="5057203" y="1490560"/>
                  </a:lnTo>
                  <a:close/>
                </a:path>
                <a:path w="7630795" h="4413250">
                  <a:moveTo>
                    <a:pt x="5150840" y="1436433"/>
                  </a:moveTo>
                  <a:lnTo>
                    <a:pt x="5149901" y="1435087"/>
                  </a:lnTo>
                  <a:lnTo>
                    <a:pt x="5148897" y="1433639"/>
                  </a:lnTo>
                  <a:lnTo>
                    <a:pt x="5101450" y="1461058"/>
                  </a:lnTo>
                  <a:lnTo>
                    <a:pt x="5102466" y="1462493"/>
                  </a:lnTo>
                  <a:lnTo>
                    <a:pt x="5103419" y="1463852"/>
                  </a:lnTo>
                  <a:lnTo>
                    <a:pt x="5150840" y="1436433"/>
                  </a:lnTo>
                  <a:close/>
                </a:path>
                <a:path w="7630795" h="4413250">
                  <a:moveTo>
                    <a:pt x="5262397" y="1368031"/>
                  </a:moveTo>
                  <a:lnTo>
                    <a:pt x="5233403" y="1384795"/>
                  </a:lnTo>
                  <a:lnTo>
                    <a:pt x="5233962" y="1386509"/>
                  </a:lnTo>
                  <a:lnTo>
                    <a:pt x="5234483" y="1388097"/>
                  </a:lnTo>
                  <a:lnTo>
                    <a:pt x="5257292" y="1374914"/>
                  </a:lnTo>
                  <a:lnTo>
                    <a:pt x="5259743" y="1371600"/>
                  </a:lnTo>
                  <a:lnTo>
                    <a:pt x="5262397" y="1368031"/>
                  </a:lnTo>
                  <a:close/>
                </a:path>
                <a:path w="7630795" h="4413250">
                  <a:moveTo>
                    <a:pt x="5421490" y="1280007"/>
                  </a:moveTo>
                  <a:lnTo>
                    <a:pt x="5420957" y="1278445"/>
                  </a:lnTo>
                  <a:lnTo>
                    <a:pt x="5420372" y="1276718"/>
                  </a:lnTo>
                  <a:lnTo>
                    <a:pt x="5373001" y="1304099"/>
                  </a:lnTo>
                  <a:lnTo>
                    <a:pt x="5373586" y="1305826"/>
                  </a:lnTo>
                  <a:lnTo>
                    <a:pt x="5374106" y="1307401"/>
                  </a:lnTo>
                  <a:lnTo>
                    <a:pt x="5421490" y="1280007"/>
                  </a:lnTo>
                  <a:close/>
                </a:path>
                <a:path w="7630795" h="4413250">
                  <a:moveTo>
                    <a:pt x="5546864" y="1203617"/>
                  </a:moveTo>
                  <a:lnTo>
                    <a:pt x="5516664" y="1221066"/>
                  </a:lnTo>
                  <a:lnTo>
                    <a:pt x="5517235" y="1222806"/>
                  </a:lnTo>
                  <a:lnTo>
                    <a:pt x="5517743" y="1224381"/>
                  </a:lnTo>
                  <a:lnTo>
                    <a:pt x="5541759" y="1210500"/>
                  </a:lnTo>
                  <a:lnTo>
                    <a:pt x="5544185" y="1207236"/>
                  </a:lnTo>
                  <a:lnTo>
                    <a:pt x="5546864" y="1203617"/>
                  </a:lnTo>
                  <a:close/>
                </a:path>
                <a:path w="7630795" h="4413250">
                  <a:moveTo>
                    <a:pt x="5705170" y="1116037"/>
                  </a:moveTo>
                  <a:lnTo>
                    <a:pt x="5704649" y="1114501"/>
                  </a:lnTo>
                  <a:lnTo>
                    <a:pt x="5704052" y="1112761"/>
                  </a:lnTo>
                  <a:lnTo>
                    <a:pt x="5656250" y="1140383"/>
                  </a:lnTo>
                  <a:lnTo>
                    <a:pt x="5656834" y="1142123"/>
                  </a:lnTo>
                  <a:lnTo>
                    <a:pt x="5657354" y="1143685"/>
                  </a:lnTo>
                  <a:lnTo>
                    <a:pt x="5705170" y="1116037"/>
                  </a:lnTo>
                  <a:close/>
                </a:path>
                <a:path w="7630795" h="4413250">
                  <a:moveTo>
                    <a:pt x="5813183" y="1049680"/>
                  </a:moveTo>
                  <a:lnTo>
                    <a:pt x="5801703" y="1056322"/>
                  </a:lnTo>
                  <a:lnTo>
                    <a:pt x="5802350" y="1058037"/>
                  </a:lnTo>
                  <a:lnTo>
                    <a:pt x="5802922" y="1059548"/>
                  </a:lnTo>
                  <a:lnTo>
                    <a:pt x="5807875" y="1056678"/>
                  </a:lnTo>
                  <a:lnTo>
                    <a:pt x="5810351" y="1053414"/>
                  </a:lnTo>
                  <a:lnTo>
                    <a:pt x="5813183" y="1049680"/>
                  </a:lnTo>
                  <a:close/>
                </a:path>
                <a:path w="7630795" h="4413250">
                  <a:moveTo>
                    <a:pt x="5953023" y="972781"/>
                  </a:moveTo>
                  <a:lnTo>
                    <a:pt x="5952528" y="971245"/>
                  </a:lnTo>
                  <a:lnTo>
                    <a:pt x="5951956" y="969479"/>
                  </a:lnTo>
                  <a:lnTo>
                    <a:pt x="5906490" y="995756"/>
                  </a:lnTo>
                  <a:lnTo>
                    <a:pt x="5907075" y="997521"/>
                  </a:lnTo>
                  <a:lnTo>
                    <a:pt x="5907583" y="999045"/>
                  </a:lnTo>
                  <a:lnTo>
                    <a:pt x="5953023" y="972781"/>
                  </a:lnTo>
                  <a:close/>
                </a:path>
                <a:path w="7630795" h="4413250">
                  <a:moveTo>
                    <a:pt x="6134824" y="863777"/>
                  </a:moveTo>
                  <a:lnTo>
                    <a:pt x="6125019" y="869454"/>
                  </a:lnTo>
                  <a:lnTo>
                    <a:pt x="6125680" y="871194"/>
                  </a:lnTo>
                  <a:lnTo>
                    <a:pt x="6126238" y="872667"/>
                  </a:lnTo>
                  <a:lnTo>
                    <a:pt x="6129820" y="870597"/>
                  </a:lnTo>
                  <a:lnTo>
                    <a:pt x="6132131" y="867460"/>
                  </a:lnTo>
                  <a:lnTo>
                    <a:pt x="6134824" y="863777"/>
                  </a:lnTo>
                  <a:close/>
                </a:path>
                <a:path w="7630795" h="4413250">
                  <a:moveTo>
                    <a:pt x="6266777" y="791438"/>
                  </a:moveTo>
                  <a:lnTo>
                    <a:pt x="6266256" y="789952"/>
                  </a:lnTo>
                  <a:lnTo>
                    <a:pt x="6265634" y="788174"/>
                  </a:lnTo>
                  <a:lnTo>
                    <a:pt x="6229794" y="808888"/>
                  </a:lnTo>
                  <a:lnTo>
                    <a:pt x="6230404" y="810666"/>
                  </a:lnTo>
                  <a:lnTo>
                    <a:pt x="6230912" y="812165"/>
                  </a:lnTo>
                  <a:lnTo>
                    <a:pt x="6266777" y="791438"/>
                  </a:lnTo>
                  <a:close/>
                </a:path>
                <a:path w="7630795" h="4413250">
                  <a:moveTo>
                    <a:pt x="6343434" y="747128"/>
                  </a:moveTo>
                  <a:lnTo>
                    <a:pt x="6341872" y="746252"/>
                  </a:lnTo>
                  <a:lnTo>
                    <a:pt x="6339992" y="745197"/>
                  </a:lnTo>
                  <a:lnTo>
                    <a:pt x="6288595" y="774903"/>
                  </a:lnTo>
                  <a:lnTo>
                    <a:pt x="6290272" y="776071"/>
                  </a:lnTo>
                  <a:lnTo>
                    <a:pt x="6290894" y="776490"/>
                  </a:lnTo>
                  <a:lnTo>
                    <a:pt x="6291719" y="777024"/>
                  </a:lnTo>
                  <a:lnTo>
                    <a:pt x="6343434" y="747128"/>
                  </a:lnTo>
                  <a:close/>
                </a:path>
                <a:path w="7630795" h="4413250">
                  <a:moveTo>
                    <a:pt x="6449352" y="685914"/>
                  </a:moveTo>
                  <a:lnTo>
                    <a:pt x="6448857" y="684428"/>
                  </a:lnTo>
                  <a:lnTo>
                    <a:pt x="6448234" y="682625"/>
                  </a:lnTo>
                  <a:lnTo>
                    <a:pt x="6413182" y="702894"/>
                  </a:lnTo>
                  <a:lnTo>
                    <a:pt x="6413462" y="703834"/>
                  </a:lnTo>
                  <a:lnTo>
                    <a:pt x="6413754" y="704710"/>
                  </a:lnTo>
                  <a:lnTo>
                    <a:pt x="6414275" y="706183"/>
                  </a:lnTo>
                  <a:lnTo>
                    <a:pt x="6449352" y="685914"/>
                  </a:lnTo>
                  <a:close/>
                </a:path>
                <a:path w="7630795" h="4413250">
                  <a:moveTo>
                    <a:pt x="6532816" y="633742"/>
                  </a:moveTo>
                  <a:lnTo>
                    <a:pt x="6502705" y="651154"/>
                  </a:lnTo>
                  <a:lnTo>
                    <a:pt x="6503289" y="652970"/>
                  </a:lnTo>
                  <a:lnTo>
                    <a:pt x="6503771" y="654456"/>
                  </a:lnTo>
                  <a:lnTo>
                    <a:pt x="6527711" y="640626"/>
                  </a:lnTo>
                  <a:lnTo>
                    <a:pt x="6530010" y="637527"/>
                  </a:lnTo>
                  <a:lnTo>
                    <a:pt x="6532816" y="633742"/>
                  </a:lnTo>
                  <a:close/>
                </a:path>
                <a:path w="7630795" h="4413250">
                  <a:moveTo>
                    <a:pt x="6689674" y="547014"/>
                  </a:moveTo>
                  <a:lnTo>
                    <a:pt x="6689179" y="545541"/>
                  </a:lnTo>
                  <a:lnTo>
                    <a:pt x="6688556" y="543725"/>
                  </a:lnTo>
                  <a:lnTo>
                    <a:pt x="6642303" y="570458"/>
                  </a:lnTo>
                  <a:lnTo>
                    <a:pt x="6642913" y="572287"/>
                  </a:lnTo>
                  <a:lnTo>
                    <a:pt x="6643395" y="573760"/>
                  </a:lnTo>
                  <a:lnTo>
                    <a:pt x="6689674" y="547014"/>
                  </a:lnTo>
                  <a:close/>
                </a:path>
                <a:path w="7630795" h="4413250">
                  <a:moveTo>
                    <a:pt x="6903593" y="423367"/>
                  </a:moveTo>
                  <a:lnTo>
                    <a:pt x="6903098" y="421919"/>
                  </a:lnTo>
                  <a:lnTo>
                    <a:pt x="6902463" y="420090"/>
                  </a:lnTo>
                  <a:lnTo>
                    <a:pt x="6854647" y="447738"/>
                  </a:lnTo>
                  <a:lnTo>
                    <a:pt x="6855257" y="449567"/>
                  </a:lnTo>
                  <a:lnTo>
                    <a:pt x="6855752" y="451027"/>
                  </a:lnTo>
                  <a:lnTo>
                    <a:pt x="6903593" y="423367"/>
                  </a:lnTo>
                  <a:close/>
                </a:path>
                <a:path w="7630795" h="4413250">
                  <a:moveTo>
                    <a:pt x="7030479" y="350024"/>
                  </a:moveTo>
                  <a:lnTo>
                    <a:pt x="7030225" y="348462"/>
                  </a:lnTo>
                  <a:lnTo>
                    <a:pt x="7029894" y="346443"/>
                  </a:lnTo>
                  <a:lnTo>
                    <a:pt x="6980834" y="374789"/>
                  </a:lnTo>
                  <a:lnTo>
                    <a:pt x="6981317" y="376720"/>
                  </a:lnTo>
                  <a:lnTo>
                    <a:pt x="6981685" y="378231"/>
                  </a:lnTo>
                  <a:lnTo>
                    <a:pt x="7030479" y="350024"/>
                  </a:lnTo>
                  <a:close/>
                </a:path>
                <a:path w="7630795" h="4413250">
                  <a:moveTo>
                    <a:pt x="7246645" y="225082"/>
                  </a:moveTo>
                  <a:lnTo>
                    <a:pt x="7246010" y="223748"/>
                  </a:lnTo>
                  <a:lnTo>
                    <a:pt x="7245172" y="222008"/>
                  </a:lnTo>
                  <a:lnTo>
                    <a:pt x="7195718" y="250596"/>
                  </a:lnTo>
                  <a:lnTo>
                    <a:pt x="7196582" y="252323"/>
                  </a:lnTo>
                  <a:lnTo>
                    <a:pt x="7197242" y="253644"/>
                  </a:lnTo>
                  <a:lnTo>
                    <a:pt x="7246645" y="225082"/>
                  </a:lnTo>
                  <a:close/>
                </a:path>
                <a:path w="7630795" h="4413250">
                  <a:moveTo>
                    <a:pt x="7316292" y="180898"/>
                  </a:moveTo>
                  <a:lnTo>
                    <a:pt x="7306145" y="186766"/>
                  </a:lnTo>
                  <a:lnTo>
                    <a:pt x="7306843" y="188607"/>
                  </a:lnTo>
                  <a:lnTo>
                    <a:pt x="7307364" y="189992"/>
                  </a:lnTo>
                  <a:lnTo>
                    <a:pt x="7310983" y="187896"/>
                  </a:lnTo>
                  <a:lnTo>
                    <a:pt x="7313269" y="184886"/>
                  </a:lnTo>
                  <a:lnTo>
                    <a:pt x="7316292" y="180898"/>
                  </a:lnTo>
                  <a:close/>
                </a:path>
                <a:path w="7630795" h="4413250">
                  <a:moveTo>
                    <a:pt x="7447902" y="108762"/>
                  </a:moveTo>
                  <a:lnTo>
                    <a:pt x="7447420" y="107365"/>
                  </a:lnTo>
                  <a:lnTo>
                    <a:pt x="7446759" y="105498"/>
                  </a:lnTo>
                  <a:lnTo>
                    <a:pt x="7410920" y="126212"/>
                  </a:lnTo>
                  <a:lnTo>
                    <a:pt x="7411555" y="128079"/>
                  </a:lnTo>
                  <a:lnTo>
                    <a:pt x="7412037" y="129489"/>
                  </a:lnTo>
                  <a:lnTo>
                    <a:pt x="7447902" y="108762"/>
                  </a:lnTo>
                  <a:close/>
                </a:path>
                <a:path w="7630795" h="4413250">
                  <a:moveTo>
                    <a:pt x="7524369" y="64566"/>
                  </a:moveTo>
                  <a:lnTo>
                    <a:pt x="7522934" y="63715"/>
                  </a:lnTo>
                  <a:lnTo>
                    <a:pt x="7521016" y="62572"/>
                  </a:lnTo>
                  <a:lnTo>
                    <a:pt x="7469759" y="92202"/>
                  </a:lnTo>
                  <a:lnTo>
                    <a:pt x="7471537" y="93421"/>
                  </a:lnTo>
                  <a:lnTo>
                    <a:pt x="7472896" y="94322"/>
                  </a:lnTo>
                  <a:lnTo>
                    <a:pt x="7524369" y="64566"/>
                  </a:lnTo>
                  <a:close/>
                </a:path>
                <a:path w="7630795" h="4413250">
                  <a:moveTo>
                    <a:pt x="7630388" y="3289"/>
                  </a:moveTo>
                  <a:lnTo>
                    <a:pt x="7629919" y="1892"/>
                  </a:lnTo>
                  <a:lnTo>
                    <a:pt x="7629284" y="0"/>
                  </a:lnTo>
                  <a:lnTo>
                    <a:pt x="7594295" y="20218"/>
                  </a:lnTo>
                  <a:lnTo>
                    <a:pt x="7594562" y="21082"/>
                  </a:lnTo>
                  <a:lnTo>
                    <a:pt x="7594917" y="22123"/>
                  </a:lnTo>
                  <a:lnTo>
                    <a:pt x="7595400" y="23507"/>
                  </a:lnTo>
                  <a:lnTo>
                    <a:pt x="7630388" y="3289"/>
                  </a:lnTo>
                  <a:close/>
                </a:path>
              </a:pathLst>
            </a:custGeom>
            <a:solidFill>
              <a:srgbClr val="3838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7415" y="979029"/>
              <a:ext cx="7631430" cy="4411980"/>
            </a:xfrm>
            <a:custGeom>
              <a:avLst/>
              <a:gdLst/>
              <a:ahLst/>
              <a:cxnLst/>
              <a:rect l="l" t="t" r="r" b="b"/>
              <a:pathLst>
                <a:path w="7631430" h="4411980">
                  <a:moveTo>
                    <a:pt x="3797" y="4407382"/>
                  </a:moveTo>
                  <a:lnTo>
                    <a:pt x="0" y="4409579"/>
                  </a:lnTo>
                  <a:lnTo>
                    <a:pt x="762" y="4411535"/>
                  </a:lnTo>
                  <a:lnTo>
                    <a:pt x="3797" y="4407382"/>
                  </a:lnTo>
                  <a:close/>
                </a:path>
                <a:path w="7631430" h="4411980">
                  <a:moveTo>
                    <a:pt x="140055" y="4332605"/>
                  </a:moveTo>
                  <a:lnTo>
                    <a:pt x="139585" y="4331335"/>
                  </a:lnTo>
                  <a:lnTo>
                    <a:pt x="138861" y="4329366"/>
                  </a:lnTo>
                  <a:lnTo>
                    <a:pt x="104013" y="4349496"/>
                  </a:lnTo>
                  <a:lnTo>
                    <a:pt x="104686" y="4351490"/>
                  </a:lnTo>
                  <a:lnTo>
                    <a:pt x="105117" y="4352785"/>
                  </a:lnTo>
                  <a:lnTo>
                    <a:pt x="140055" y="4332605"/>
                  </a:lnTo>
                  <a:close/>
                </a:path>
                <a:path w="7631430" h="4411980">
                  <a:moveTo>
                    <a:pt x="204800" y="4295203"/>
                  </a:moveTo>
                  <a:lnTo>
                    <a:pt x="204355" y="4294721"/>
                  </a:lnTo>
                  <a:lnTo>
                    <a:pt x="203847" y="4294200"/>
                  </a:lnTo>
                  <a:lnTo>
                    <a:pt x="202374" y="4292676"/>
                  </a:lnTo>
                  <a:lnTo>
                    <a:pt x="159600" y="4317377"/>
                  </a:lnTo>
                  <a:lnTo>
                    <a:pt x="161112" y="4318889"/>
                  </a:lnTo>
                  <a:lnTo>
                    <a:pt x="162090" y="4319867"/>
                  </a:lnTo>
                  <a:lnTo>
                    <a:pt x="204800" y="4295203"/>
                  </a:lnTo>
                  <a:close/>
                </a:path>
                <a:path w="7631430" h="4411980">
                  <a:moveTo>
                    <a:pt x="287769" y="4243336"/>
                  </a:moveTo>
                  <a:lnTo>
                    <a:pt x="267792" y="4254881"/>
                  </a:lnTo>
                  <a:lnTo>
                    <a:pt x="267754" y="4257268"/>
                  </a:lnTo>
                  <a:lnTo>
                    <a:pt x="267728" y="4258843"/>
                  </a:lnTo>
                  <a:lnTo>
                    <a:pt x="287731" y="4247299"/>
                  </a:lnTo>
                  <a:lnTo>
                    <a:pt x="287743" y="4245724"/>
                  </a:lnTo>
                  <a:lnTo>
                    <a:pt x="287769" y="4243336"/>
                  </a:lnTo>
                  <a:close/>
                </a:path>
                <a:path w="7631430" h="4411980">
                  <a:moveTo>
                    <a:pt x="360006" y="4205541"/>
                  </a:moveTo>
                  <a:lnTo>
                    <a:pt x="359575" y="4204220"/>
                  </a:lnTo>
                  <a:lnTo>
                    <a:pt x="358902" y="4202252"/>
                  </a:lnTo>
                  <a:lnTo>
                    <a:pt x="314261" y="4228046"/>
                  </a:lnTo>
                  <a:lnTo>
                    <a:pt x="314921" y="4230014"/>
                  </a:lnTo>
                  <a:lnTo>
                    <a:pt x="315366" y="4231335"/>
                  </a:lnTo>
                  <a:lnTo>
                    <a:pt x="360006" y="4205541"/>
                  </a:lnTo>
                  <a:close/>
                </a:path>
                <a:path w="7631430" h="4411980">
                  <a:moveTo>
                    <a:pt x="433717" y="4159034"/>
                  </a:moveTo>
                  <a:lnTo>
                    <a:pt x="433451" y="4159186"/>
                  </a:lnTo>
                  <a:lnTo>
                    <a:pt x="433222" y="4159186"/>
                  </a:lnTo>
                  <a:lnTo>
                    <a:pt x="429945" y="4161205"/>
                  </a:lnTo>
                  <a:lnTo>
                    <a:pt x="430568" y="4163199"/>
                  </a:lnTo>
                  <a:lnTo>
                    <a:pt x="433717" y="4159034"/>
                  </a:lnTo>
                  <a:close/>
                </a:path>
                <a:path w="7631430" h="4411980">
                  <a:moveTo>
                    <a:pt x="582587" y="4076954"/>
                  </a:moveTo>
                  <a:lnTo>
                    <a:pt x="582129" y="4075620"/>
                  </a:lnTo>
                  <a:lnTo>
                    <a:pt x="581469" y="4073677"/>
                  </a:lnTo>
                  <a:lnTo>
                    <a:pt x="581418" y="4073512"/>
                  </a:lnTo>
                  <a:lnTo>
                    <a:pt x="534390" y="4100690"/>
                  </a:lnTo>
                  <a:lnTo>
                    <a:pt x="534441" y="4100842"/>
                  </a:lnTo>
                  <a:lnTo>
                    <a:pt x="535089" y="4102811"/>
                  </a:lnTo>
                  <a:lnTo>
                    <a:pt x="535520" y="4104144"/>
                  </a:lnTo>
                  <a:lnTo>
                    <a:pt x="582587" y="4076954"/>
                  </a:lnTo>
                  <a:close/>
                </a:path>
                <a:path w="7631430" h="4411980">
                  <a:moveTo>
                    <a:pt x="728929" y="3988244"/>
                  </a:moveTo>
                  <a:lnTo>
                    <a:pt x="723620" y="3991318"/>
                  </a:lnTo>
                  <a:lnTo>
                    <a:pt x="724027" y="3991318"/>
                  </a:lnTo>
                  <a:lnTo>
                    <a:pt x="723696" y="3991508"/>
                  </a:lnTo>
                  <a:lnTo>
                    <a:pt x="724433" y="3993400"/>
                  </a:lnTo>
                  <a:lnTo>
                    <a:pt x="725474" y="3992803"/>
                  </a:lnTo>
                  <a:lnTo>
                    <a:pt x="728599" y="3988689"/>
                  </a:lnTo>
                  <a:lnTo>
                    <a:pt x="728929" y="3988244"/>
                  </a:lnTo>
                  <a:close/>
                </a:path>
                <a:path w="7631430" h="4411980">
                  <a:moveTo>
                    <a:pt x="875271" y="3907879"/>
                  </a:moveTo>
                  <a:lnTo>
                    <a:pt x="874814" y="3906507"/>
                  </a:lnTo>
                  <a:lnTo>
                    <a:pt x="874179" y="3904589"/>
                  </a:lnTo>
                  <a:lnTo>
                    <a:pt x="874102" y="3904348"/>
                  </a:lnTo>
                  <a:lnTo>
                    <a:pt x="827239" y="3931424"/>
                  </a:lnTo>
                  <a:lnTo>
                    <a:pt x="827316" y="3931653"/>
                  </a:lnTo>
                  <a:lnTo>
                    <a:pt x="827963" y="3933583"/>
                  </a:lnTo>
                  <a:lnTo>
                    <a:pt x="828421" y="3934942"/>
                  </a:lnTo>
                  <a:lnTo>
                    <a:pt x="875271" y="3907879"/>
                  </a:lnTo>
                  <a:close/>
                </a:path>
                <a:path w="7631430" h="4411980">
                  <a:moveTo>
                    <a:pt x="982560" y="3841648"/>
                  </a:moveTo>
                  <a:lnTo>
                    <a:pt x="941971" y="3865118"/>
                  </a:lnTo>
                  <a:lnTo>
                    <a:pt x="941895" y="3865473"/>
                  </a:lnTo>
                  <a:lnTo>
                    <a:pt x="941311" y="3868089"/>
                  </a:lnTo>
                  <a:lnTo>
                    <a:pt x="940904" y="3869969"/>
                  </a:lnTo>
                  <a:lnTo>
                    <a:pt x="980884" y="3846868"/>
                  </a:lnTo>
                  <a:lnTo>
                    <a:pt x="981532" y="3844848"/>
                  </a:lnTo>
                  <a:lnTo>
                    <a:pt x="982433" y="3842042"/>
                  </a:lnTo>
                  <a:lnTo>
                    <a:pt x="982560" y="3841648"/>
                  </a:lnTo>
                  <a:close/>
                </a:path>
                <a:path w="7631430" h="4411980">
                  <a:moveTo>
                    <a:pt x="1137196" y="3756571"/>
                  </a:moveTo>
                  <a:lnTo>
                    <a:pt x="1136853" y="3755110"/>
                  </a:lnTo>
                  <a:lnTo>
                    <a:pt x="1136383" y="3753116"/>
                  </a:lnTo>
                  <a:lnTo>
                    <a:pt x="1136307" y="3752786"/>
                  </a:lnTo>
                  <a:lnTo>
                    <a:pt x="1086307" y="3781691"/>
                  </a:lnTo>
                  <a:lnTo>
                    <a:pt x="1086396" y="3781996"/>
                  </a:lnTo>
                  <a:lnTo>
                    <a:pt x="1086904" y="3783977"/>
                  </a:lnTo>
                  <a:lnTo>
                    <a:pt x="1087272" y="3785412"/>
                  </a:lnTo>
                  <a:lnTo>
                    <a:pt x="1137196" y="3756571"/>
                  </a:lnTo>
                  <a:close/>
                </a:path>
                <a:path w="7631430" h="4411980">
                  <a:moveTo>
                    <a:pt x="1458861" y="3570757"/>
                  </a:moveTo>
                  <a:lnTo>
                    <a:pt x="1458391" y="3569335"/>
                  </a:lnTo>
                  <a:lnTo>
                    <a:pt x="1457756" y="3567455"/>
                  </a:lnTo>
                  <a:lnTo>
                    <a:pt x="1457629" y="3567061"/>
                  </a:lnTo>
                  <a:lnTo>
                    <a:pt x="1410589" y="3594265"/>
                  </a:lnTo>
                  <a:lnTo>
                    <a:pt x="1410716" y="3594633"/>
                  </a:lnTo>
                  <a:lnTo>
                    <a:pt x="1411338" y="3596513"/>
                  </a:lnTo>
                  <a:lnTo>
                    <a:pt x="1411820" y="3597922"/>
                  </a:lnTo>
                  <a:lnTo>
                    <a:pt x="1458861" y="3570757"/>
                  </a:lnTo>
                  <a:close/>
                </a:path>
                <a:path w="7631430" h="4411980">
                  <a:moveTo>
                    <a:pt x="1653438" y="3453892"/>
                  </a:moveTo>
                  <a:lnTo>
                    <a:pt x="1648802" y="3456571"/>
                  </a:lnTo>
                  <a:lnTo>
                    <a:pt x="1648955" y="3457003"/>
                  </a:lnTo>
                  <a:lnTo>
                    <a:pt x="1649564" y="3458641"/>
                  </a:lnTo>
                  <a:lnTo>
                    <a:pt x="1649945" y="3458641"/>
                  </a:lnTo>
                  <a:lnTo>
                    <a:pt x="1652765" y="3454806"/>
                  </a:lnTo>
                  <a:lnTo>
                    <a:pt x="1653438" y="3453892"/>
                  </a:lnTo>
                  <a:close/>
                </a:path>
                <a:path w="7631430" h="4411980">
                  <a:moveTo>
                    <a:pt x="1802053" y="3372497"/>
                  </a:moveTo>
                  <a:lnTo>
                    <a:pt x="1801571" y="3371037"/>
                  </a:lnTo>
                  <a:lnTo>
                    <a:pt x="1800948" y="3369208"/>
                  </a:lnTo>
                  <a:lnTo>
                    <a:pt x="1800783" y="3368725"/>
                  </a:lnTo>
                  <a:lnTo>
                    <a:pt x="1753908" y="3395815"/>
                  </a:lnTo>
                  <a:lnTo>
                    <a:pt x="1754073" y="3396284"/>
                  </a:lnTo>
                  <a:lnTo>
                    <a:pt x="1754695" y="3398126"/>
                  </a:lnTo>
                  <a:lnTo>
                    <a:pt x="1755178" y="3399574"/>
                  </a:lnTo>
                  <a:lnTo>
                    <a:pt x="1802053" y="3372497"/>
                  </a:lnTo>
                  <a:close/>
                </a:path>
                <a:path w="7631430" h="4411980">
                  <a:moveTo>
                    <a:pt x="1915363" y="3302508"/>
                  </a:moveTo>
                  <a:lnTo>
                    <a:pt x="1872691" y="3327171"/>
                  </a:lnTo>
                  <a:lnTo>
                    <a:pt x="1872589" y="3327819"/>
                  </a:lnTo>
                  <a:lnTo>
                    <a:pt x="1872208" y="3330219"/>
                  </a:lnTo>
                  <a:lnTo>
                    <a:pt x="1871916" y="3332137"/>
                  </a:lnTo>
                  <a:lnTo>
                    <a:pt x="1914740" y="3307397"/>
                  </a:lnTo>
                  <a:lnTo>
                    <a:pt x="1914982" y="3305518"/>
                  </a:lnTo>
                  <a:lnTo>
                    <a:pt x="1915274" y="3303155"/>
                  </a:lnTo>
                  <a:lnTo>
                    <a:pt x="1915363" y="3302508"/>
                  </a:lnTo>
                  <a:close/>
                </a:path>
                <a:path w="7631430" h="4411980">
                  <a:moveTo>
                    <a:pt x="2019134" y="3247098"/>
                  </a:moveTo>
                  <a:lnTo>
                    <a:pt x="2018639" y="3245624"/>
                  </a:lnTo>
                  <a:lnTo>
                    <a:pt x="2018030" y="3243796"/>
                  </a:lnTo>
                  <a:lnTo>
                    <a:pt x="2017928" y="3243516"/>
                  </a:lnTo>
                  <a:lnTo>
                    <a:pt x="2017890" y="3243237"/>
                  </a:lnTo>
                  <a:lnTo>
                    <a:pt x="1969033" y="3271482"/>
                  </a:lnTo>
                  <a:lnTo>
                    <a:pt x="1969173" y="3272028"/>
                  </a:lnTo>
                  <a:lnTo>
                    <a:pt x="1969655" y="3273920"/>
                  </a:lnTo>
                  <a:lnTo>
                    <a:pt x="1970049" y="3275444"/>
                  </a:lnTo>
                  <a:lnTo>
                    <a:pt x="2019134" y="3247098"/>
                  </a:lnTo>
                  <a:close/>
                </a:path>
                <a:path w="7631430" h="4411980">
                  <a:moveTo>
                    <a:pt x="2236419" y="3121571"/>
                  </a:moveTo>
                  <a:lnTo>
                    <a:pt x="2235758" y="3120174"/>
                  </a:lnTo>
                  <a:lnTo>
                    <a:pt x="2234958" y="3118485"/>
                  </a:lnTo>
                  <a:lnTo>
                    <a:pt x="2234692" y="3117926"/>
                  </a:lnTo>
                  <a:lnTo>
                    <a:pt x="2183981" y="3147237"/>
                  </a:lnTo>
                  <a:lnTo>
                    <a:pt x="2184247" y="3147784"/>
                  </a:lnTo>
                  <a:lnTo>
                    <a:pt x="2185060" y="3149460"/>
                  </a:lnTo>
                  <a:lnTo>
                    <a:pt x="2185746" y="3150844"/>
                  </a:lnTo>
                  <a:lnTo>
                    <a:pt x="2236419" y="3121571"/>
                  </a:lnTo>
                  <a:close/>
                </a:path>
                <a:path w="7631430" h="4411980">
                  <a:moveTo>
                    <a:pt x="2268182" y="3098571"/>
                  </a:moveTo>
                  <a:lnTo>
                    <a:pt x="2264740" y="3100565"/>
                  </a:lnTo>
                  <a:lnTo>
                    <a:pt x="2264956" y="3101162"/>
                  </a:lnTo>
                  <a:lnTo>
                    <a:pt x="2265400" y="3102368"/>
                  </a:lnTo>
                  <a:lnTo>
                    <a:pt x="2267267" y="3099828"/>
                  </a:lnTo>
                  <a:lnTo>
                    <a:pt x="2268182" y="3098571"/>
                  </a:lnTo>
                  <a:close/>
                </a:path>
                <a:path w="7631430" h="4411980">
                  <a:moveTo>
                    <a:pt x="2411336" y="3020517"/>
                  </a:moveTo>
                  <a:lnTo>
                    <a:pt x="2410841" y="3019006"/>
                  </a:lnTo>
                  <a:lnTo>
                    <a:pt x="2410244" y="3017228"/>
                  </a:lnTo>
                  <a:lnTo>
                    <a:pt x="2410028" y="3016593"/>
                  </a:lnTo>
                  <a:lnTo>
                    <a:pt x="2361996" y="3044355"/>
                  </a:lnTo>
                  <a:lnTo>
                    <a:pt x="2362200" y="3044977"/>
                  </a:lnTo>
                  <a:lnTo>
                    <a:pt x="2362771" y="3046780"/>
                  </a:lnTo>
                  <a:lnTo>
                    <a:pt x="2363254" y="3048304"/>
                  </a:lnTo>
                  <a:lnTo>
                    <a:pt x="2411336" y="3020517"/>
                  </a:lnTo>
                  <a:close/>
                </a:path>
                <a:path w="7631430" h="4411980">
                  <a:moveTo>
                    <a:pt x="2583992" y="2920784"/>
                  </a:moveTo>
                  <a:lnTo>
                    <a:pt x="2583472" y="2919260"/>
                  </a:lnTo>
                  <a:lnTo>
                    <a:pt x="2582875" y="2917507"/>
                  </a:lnTo>
                  <a:lnTo>
                    <a:pt x="2582634" y="2916821"/>
                  </a:lnTo>
                  <a:lnTo>
                    <a:pt x="2535339" y="2944164"/>
                  </a:lnTo>
                  <a:lnTo>
                    <a:pt x="2535567" y="2944825"/>
                  </a:lnTo>
                  <a:lnTo>
                    <a:pt x="2536164" y="2946590"/>
                  </a:lnTo>
                  <a:lnTo>
                    <a:pt x="2536685" y="2948114"/>
                  </a:lnTo>
                  <a:lnTo>
                    <a:pt x="2583992" y="2920784"/>
                  </a:lnTo>
                  <a:close/>
                </a:path>
                <a:path w="7631430" h="4411980">
                  <a:moveTo>
                    <a:pt x="2657767" y="2873400"/>
                  </a:moveTo>
                  <a:lnTo>
                    <a:pt x="2653144" y="2876067"/>
                  </a:lnTo>
                  <a:lnTo>
                    <a:pt x="2653411" y="2876753"/>
                  </a:lnTo>
                  <a:lnTo>
                    <a:pt x="2654084" y="2878467"/>
                  </a:lnTo>
                  <a:lnTo>
                    <a:pt x="2656890" y="2874746"/>
                  </a:lnTo>
                  <a:lnTo>
                    <a:pt x="2656636" y="2874886"/>
                  </a:lnTo>
                  <a:lnTo>
                    <a:pt x="2657767" y="2873400"/>
                  </a:lnTo>
                  <a:close/>
                </a:path>
                <a:path w="7631430" h="4411980">
                  <a:moveTo>
                    <a:pt x="2806217" y="2792399"/>
                  </a:moveTo>
                  <a:lnTo>
                    <a:pt x="2805709" y="2790863"/>
                  </a:lnTo>
                  <a:lnTo>
                    <a:pt x="2805125" y="2789110"/>
                  </a:lnTo>
                  <a:lnTo>
                    <a:pt x="2804871" y="2788374"/>
                  </a:lnTo>
                  <a:lnTo>
                    <a:pt x="2758021" y="2815450"/>
                  </a:lnTo>
                  <a:lnTo>
                    <a:pt x="2758262" y="2816187"/>
                  </a:lnTo>
                  <a:lnTo>
                    <a:pt x="2758846" y="2817926"/>
                  </a:lnTo>
                  <a:lnTo>
                    <a:pt x="2759354" y="2819476"/>
                  </a:lnTo>
                  <a:lnTo>
                    <a:pt x="2806217" y="2792399"/>
                  </a:lnTo>
                  <a:close/>
                </a:path>
                <a:path w="7631430" h="4411980">
                  <a:moveTo>
                    <a:pt x="2913659" y="2725496"/>
                  </a:moveTo>
                  <a:lnTo>
                    <a:pt x="2872282" y="2749410"/>
                  </a:lnTo>
                  <a:lnTo>
                    <a:pt x="2872054" y="2750451"/>
                  </a:lnTo>
                  <a:lnTo>
                    <a:pt x="2871533" y="2752826"/>
                  </a:lnTo>
                  <a:lnTo>
                    <a:pt x="2871063" y="2754947"/>
                  </a:lnTo>
                  <a:lnTo>
                    <a:pt x="2911754" y="2731439"/>
                  </a:lnTo>
                  <a:lnTo>
                    <a:pt x="2912478" y="2729166"/>
                  </a:lnTo>
                  <a:lnTo>
                    <a:pt x="2913291" y="2726626"/>
                  </a:lnTo>
                  <a:lnTo>
                    <a:pt x="2913659" y="2725496"/>
                  </a:lnTo>
                  <a:close/>
                </a:path>
                <a:path w="7631430" h="4411980">
                  <a:moveTo>
                    <a:pt x="3328225" y="2490851"/>
                  </a:moveTo>
                  <a:lnTo>
                    <a:pt x="3327260" y="2489504"/>
                  </a:lnTo>
                  <a:lnTo>
                    <a:pt x="3326219" y="2488082"/>
                  </a:lnTo>
                  <a:lnTo>
                    <a:pt x="3325685" y="2487345"/>
                  </a:lnTo>
                  <a:lnTo>
                    <a:pt x="3276981" y="2515501"/>
                  </a:lnTo>
                  <a:lnTo>
                    <a:pt x="3277527" y="2516213"/>
                  </a:lnTo>
                  <a:lnTo>
                    <a:pt x="3278606" y="2517610"/>
                  </a:lnTo>
                  <a:lnTo>
                    <a:pt x="3279622" y="2518930"/>
                  </a:lnTo>
                  <a:lnTo>
                    <a:pt x="3328225" y="2490851"/>
                  </a:lnTo>
                  <a:close/>
                </a:path>
                <a:path w="7631430" h="4411980">
                  <a:moveTo>
                    <a:pt x="3416528" y="2434844"/>
                  </a:moveTo>
                  <a:lnTo>
                    <a:pt x="3392030" y="2449004"/>
                  </a:lnTo>
                  <a:lnTo>
                    <a:pt x="3392005" y="2450084"/>
                  </a:lnTo>
                  <a:lnTo>
                    <a:pt x="3391941" y="2452128"/>
                  </a:lnTo>
                  <a:lnTo>
                    <a:pt x="3391890" y="2454071"/>
                  </a:lnTo>
                  <a:lnTo>
                    <a:pt x="3416312" y="2439974"/>
                  </a:lnTo>
                  <a:lnTo>
                    <a:pt x="3416389" y="2438006"/>
                  </a:lnTo>
                  <a:lnTo>
                    <a:pt x="3416477" y="2435949"/>
                  </a:lnTo>
                  <a:lnTo>
                    <a:pt x="3416528" y="2434844"/>
                  </a:lnTo>
                  <a:close/>
                </a:path>
                <a:path w="7631430" h="4411980">
                  <a:moveTo>
                    <a:pt x="3548735" y="2363470"/>
                  </a:moveTo>
                  <a:lnTo>
                    <a:pt x="3548202" y="2361844"/>
                  </a:lnTo>
                  <a:lnTo>
                    <a:pt x="3547643" y="2360168"/>
                  </a:lnTo>
                  <a:lnTo>
                    <a:pt x="3547465" y="2359164"/>
                  </a:lnTo>
                  <a:lnTo>
                    <a:pt x="3498024" y="2387739"/>
                  </a:lnTo>
                  <a:lnTo>
                    <a:pt x="3498265" y="2388692"/>
                  </a:lnTo>
                  <a:lnTo>
                    <a:pt x="3498697" y="2390457"/>
                  </a:lnTo>
                  <a:lnTo>
                    <a:pt x="3499104" y="2392134"/>
                  </a:lnTo>
                  <a:lnTo>
                    <a:pt x="3548735" y="2363470"/>
                  </a:lnTo>
                  <a:close/>
                </a:path>
                <a:path w="7631430" h="4411980">
                  <a:moveTo>
                    <a:pt x="3765207" y="2238413"/>
                  </a:moveTo>
                  <a:lnTo>
                    <a:pt x="3764483" y="2236876"/>
                  </a:lnTo>
                  <a:lnTo>
                    <a:pt x="3763759" y="2235327"/>
                  </a:lnTo>
                  <a:lnTo>
                    <a:pt x="3763327" y="2234400"/>
                  </a:lnTo>
                  <a:lnTo>
                    <a:pt x="3713899" y="2262962"/>
                  </a:lnTo>
                  <a:lnTo>
                    <a:pt x="3714343" y="2263864"/>
                  </a:lnTo>
                  <a:lnTo>
                    <a:pt x="3715105" y="2265413"/>
                  </a:lnTo>
                  <a:lnTo>
                    <a:pt x="3715842" y="2266937"/>
                  </a:lnTo>
                  <a:lnTo>
                    <a:pt x="3765207" y="2238413"/>
                  </a:lnTo>
                  <a:close/>
                </a:path>
                <a:path w="7631430" h="4411980">
                  <a:moveTo>
                    <a:pt x="3816908" y="2203424"/>
                  </a:moveTo>
                  <a:lnTo>
                    <a:pt x="3793134" y="2217166"/>
                  </a:lnTo>
                  <a:lnTo>
                    <a:pt x="3793464" y="2218169"/>
                  </a:lnTo>
                  <a:lnTo>
                    <a:pt x="3793998" y="2219820"/>
                  </a:lnTo>
                  <a:lnTo>
                    <a:pt x="3794531" y="2221471"/>
                  </a:lnTo>
                  <a:lnTo>
                    <a:pt x="3809733" y="2212695"/>
                  </a:lnTo>
                  <a:lnTo>
                    <a:pt x="3812476" y="2209152"/>
                  </a:lnTo>
                  <a:lnTo>
                    <a:pt x="3815232" y="2205583"/>
                  </a:lnTo>
                  <a:lnTo>
                    <a:pt x="3816908" y="2203424"/>
                  </a:lnTo>
                  <a:close/>
                </a:path>
                <a:path w="7631430" h="4411980">
                  <a:moveTo>
                    <a:pt x="3981767" y="2113318"/>
                  </a:moveTo>
                  <a:lnTo>
                    <a:pt x="3981208" y="2111654"/>
                  </a:lnTo>
                  <a:lnTo>
                    <a:pt x="3980650" y="2110028"/>
                  </a:lnTo>
                  <a:lnTo>
                    <a:pt x="3980307" y="2108987"/>
                  </a:lnTo>
                  <a:lnTo>
                    <a:pt x="3932758" y="2136470"/>
                  </a:lnTo>
                  <a:lnTo>
                    <a:pt x="3933101" y="2137499"/>
                  </a:lnTo>
                  <a:lnTo>
                    <a:pt x="3933647" y="2139137"/>
                  </a:lnTo>
                  <a:lnTo>
                    <a:pt x="3934193" y="2140801"/>
                  </a:lnTo>
                  <a:lnTo>
                    <a:pt x="3981767" y="2113318"/>
                  </a:lnTo>
                  <a:close/>
                </a:path>
                <a:path w="7631430" h="4411980">
                  <a:moveTo>
                    <a:pt x="4083304" y="2049449"/>
                  </a:moveTo>
                  <a:lnTo>
                    <a:pt x="4077906" y="2052574"/>
                  </a:lnTo>
                  <a:lnTo>
                    <a:pt x="4078300" y="2053615"/>
                  </a:lnTo>
                  <a:lnTo>
                    <a:pt x="4078821" y="2055025"/>
                  </a:lnTo>
                  <a:lnTo>
                    <a:pt x="4079214" y="2055025"/>
                  </a:lnTo>
                  <a:lnTo>
                    <a:pt x="4081678" y="2051672"/>
                  </a:lnTo>
                  <a:lnTo>
                    <a:pt x="4083304" y="2049449"/>
                  </a:lnTo>
                  <a:close/>
                </a:path>
                <a:path w="7631430" h="4411980">
                  <a:moveTo>
                    <a:pt x="4231094" y="1969274"/>
                  </a:moveTo>
                  <a:lnTo>
                    <a:pt x="4230535" y="1967598"/>
                  </a:lnTo>
                  <a:lnTo>
                    <a:pt x="4230001" y="1965985"/>
                  </a:lnTo>
                  <a:lnTo>
                    <a:pt x="4229633" y="1964880"/>
                  </a:lnTo>
                  <a:lnTo>
                    <a:pt x="4182783" y="1991956"/>
                  </a:lnTo>
                  <a:lnTo>
                    <a:pt x="4183138" y="1993049"/>
                  </a:lnTo>
                  <a:lnTo>
                    <a:pt x="4183684" y="1994662"/>
                  </a:lnTo>
                  <a:lnTo>
                    <a:pt x="4184243" y="1996351"/>
                  </a:lnTo>
                  <a:lnTo>
                    <a:pt x="4231094" y="1969274"/>
                  </a:lnTo>
                  <a:close/>
                </a:path>
                <a:path w="7631430" h="4411980">
                  <a:moveTo>
                    <a:pt x="4338802" y="1901774"/>
                  </a:moveTo>
                  <a:lnTo>
                    <a:pt x="4297985" y="1925370"/>
                  </a:lnTo>
                  <a:lnTo>
                    <a:pt x="4297654" y="1926907"/>
                  </a:lnTo>
                  <a:lnTo>
                    <a:pt x="4297184" y="1929091"/>
                  </a:lnTo>
                  <a:lnTo>
                    <a:pt x="4296689" y="1931390"/>
                  </a:lnTo>
                  <a:lnTo>
                    <a:pt x="4336745" y="1908251"/>
                  </a:lnTo>
                  <a:lnTo>
                    <a:pt x="4337532" y="1905774"/>
                  </a:lnTo>
                  <a:lnTo>
                    <a:pt x="4338282" y="1903437"/>
                  </a:lnTo>
                  <a:lnTo>
                    <a:pt x="4338802" y="1901774"/>
                  </a:lnTo>
                  <a:close/>
                </a:path>
                <a:path w="7631430" h="4411980">
                  <a:moveTo>
                    <a:pt x="4432998" y="1847329"/>
                  </a:moveTo>
                  <a:lnTo>
                    <a:pt x="4426712" y="1850961"/>
                  </a:lnTo>
                  <a:lnTo>
                    <a:pt x="4427144" y="1852104"/>
                  </a:lnTo>
                  <a:lnTo>
                    <a:pt x="4427740" y="1853653"/>
                  </a:lnTo>
                  <a:lnTo>
                    <a:pt x="4428820" y="1853031"/>
                  </a:lnTo>
                  <a:lnTo>
                    <a:pt x="4431246" y="1849729"/>
                  </a:lnTo>
                  <a:lnTo>
                    <a:pt x="4432998" y="1847329"/>
                  </a:lnTo>
                  <a:close/>
                </a:path>
                <a:path w="7631430" h="4411980">
                  <a:moveTo>
                    <a:pt x="4578718" y="1768475"/>
                  </a:moveTo>
                  <a:lnTo>
                    <a:pt x="4578147" y="1766747"/>
                  </a:lnTo>
                  <a:lnTo>
                    <a:pt x="4577626" y="1765173"/>
                  </a:lnTo>
                  <a:lnTo>
                    <a:pt x="4577232" y="1763966"/>
                  </a:lnTo>
                  <a:lnTo>
                    <a:pt x="4531068" y="1790649"/>
                  </a:lnTo>
                  <a:lnTo>
                    <a:pt x="4531461" y="1791830"/>
                  </a:lnTo>
                  <a:lnTo>
                    <a:pt x="4532007" y="1793405"/>
                  </a:lnTo>
                  <a:lnTo>
                    <a:pt x="4532592" y="1795119"/>
                  </a:lnTo>
                  <a:lnTo>
                    <a:pt x="4578718" y="1768475"/>
                  </a:lnTo>
                  <a:close/>
                </a:path>
                <a:path w="7631430" h="4411980">
                  <a:moveTo>
                    <a:pt x="4939462" y="1554594"/>
                  </a:moveTo>
                  <a:lnTo>
                    <a:pt x="4934458" y="1557489"/>
                  </a:lnTo>
                  <a:lnTo>
                    <a:pt x="4934940" y="1558759"/>
                  </a:lnTo>
                  <a:lnTo>
                    <a:pt x="4935448" y="1560080"/>
                  </a:lnTo>
                  <a:lnTo>
                    <a:pt x="4937506" y="1557274"/>
                  </a:lnTo>
                  <a:lnTo>
                    <a:pt x="4939462" y="1554594"/>
                  </a:lnTo>
                  <a:close/>
                </a:path>
                <a:path w="7631430" h="4411980">
                  <a:moveTo>
                    <a:pt x="5056048" y="1492719"/>
                  </a:moveTo>
                  <a:lnTo>
                    <a:pt x="5056009" y="1490637"/>
                  </a:lnTo>
                  <a:lnTo>
                    <a:pt x="5055971" y="1488833"/>
                  </a:lnTo>
                  <a:lnTo>
                    <a:pt x="5055946" y="1487271"/>
                  </a:lnTo>
                  <a:lnTo>
                    <a:pt x="5039614" y="1496720"/>
                  </a:lnTo>
                  <a:lnTo>
                    <a:pt x="5039639" y="1498269"/>
                  </a:lnTo>
                  <a:lnTo>
                    <a:pt x="5039665" y="1500085"/>
                  </a:lnTo>
                  <a:lnTo>
                    <a:pt x="5039703" y="1502156"/>
                  </a:lnTo>
                  <a:lnTo>
                    <a:pt x="5056048" y="1492719"/>
                  </a:lnTo>
                  <a:close/>
                </a:path>
                <a:path w="7631430" h="4411980">
                  <a:moveTo>
                    <a:pt x="5152339" y="1437093"/>
                  </a:moveTo>
                  <a:lnTo>
                    <a:pt x="5151285" y="1435595"/>
                  </a:lnTo>
                  <a:lnTo>
                    <a:pt x="5150383" y="1434299"/>
                  </a:lnTo>
                  <a:lnTo>
                    <a:pt x="5149583" y="1433144"/>
                  </a:lnTo>
                  <a:lnTo>
                    <a:pt x="5102161" y="1460563"/>
                  </a:lnTo>
                  <a:lnTo>
                    <a:pt x="5102949" y="1461693"/>
                  </a:lnTo>
                  <a:lnTo>
                    <a:pt x="5103863" y="1462989"/>
                  </a:lnTo>
                  <a:lnTo>
                    <a:pt x="5104917" y="1464487"/>
                  </a:lnTo>
                  <a:lnTo>
                    <a:pt x="5152339" y="1437093"/>
                  </a:lnTo>
                  <a:close/>
                </a:path>
                <a:path w="7631430" h="4411980">
                  <a:moveTo>
                    <a:pt x="5256034" y="1371625"/>
                  </a:moveTo>
                  <a:lnTo>
                    <a:pt x="5233225" y="1384808"/>
                  </a:lnTo>
                  <a:lnTo>
                    <a:pt x="5233670" y="1386179"/>
                  </a:lnTo>
                  <a:lnTo>
                    <a:pt x="5234165" y="1387703"/>
                  </a:lnTo>
                  <a:lnTo>
                    <a:pt x="5234749" y="1389494"/>
                  </a:lnTo>
                  <a:lnTo>
                    <a:pt x="5248808" y="1381366"/>
                  </a:lnTo>
                  <a:lnTo>
                    <a:pt x="5251564" y="1377657"/>
                  </a:lnTo>
                  <a:lnTo>
                    <a:pt x="5253901" y="1374495"/>
                  </a:lnTo>
                  <a:lnTo>
                    <a:pt x="5256034" y="1371625"/>
                  </a:lnTo>
                  <a:close/>
                </a:path>
                <a:path w="7631430" h="4411980">
                  <a:moveTo>
                    <a:pt x="5421833" y="1281417"/>
                  </a:moveTo>
                  <a:lnTo>
                    <a:pt x="5421223" y="1279626"/>
                  </a:lnTo>
                  <a:lnTo>
                    <a:pt x="5420715" y="1278128"/>
                  </a:lnTo>
                  <a:lnTo>
                    <a:pt x="5420233" y="1276718"/>
                  </a:lnTo>
                  <a:lnTo>
                    <a:pt x="5372849" y="1304112"/>
                  </a:lnTo>
                  <a:lnTo>
                    <a:pt x="5373319" y="1305509"/>
                  </a:lnTo>
                  <a:lnTo>
                    <a:pt x="5373814" y="1307020"/>
                  </a:lnTo>
                  <a:lnTo>
                    <a:pt x="5374411" y="1308811"/>
                  </a:lnTo>
                  <a:lnTo>
                    <a:pt x="5421833" y="1281417"/>
                  </a:lnTo>
                  <a:close/>
                </a:path>
                <a:path w="7631430" h="4411980">
                  <a:moveTo>
                    <a:pt x="5540502" y="1207211"/>
                  </a:moveTo>
                  <a:lnTo>
                    <a:pt x="5516486" y="1221092"/>
                  </a:lnTo>
                  <a:lnTo>
                    <a:pt x="5516956" y="1222540"/>
                  </a:lnTo>
                  <a:lnTo>
                    <a:pt x="5517439" y="1224026"/>
                  </a:lnTo>
                  <a:lnTo>
                    <a:pt x="5518023" y="1225842"/>
                  </a:lnTo>
                  <a:lnTo>
                    <a:pt x="5533161" y="1217104"/>
                  </a:lnTo>
                  <a:lnTo>
                    <a:pt x="5535955" y="1213332"/>
                  </a:lnTo>
                  <a:lnTo>
                    <a:pt x="5538254" y="1210233"/>
                  </a:lnTo>
                  <a:lnTo>
                    <a:pt x="5540502" y="1207211"/>
                  </a:lnTo>
                  <a:close/>
                </a:path>
                <a:path w="7631430" h="4411980">
                  <a:moveTo>
                    <a:pt x="5705538" y="1117523"/>
                  </a:moveTo>
                  <a:lnTo>
                    <a:pt x="5704916" y="1115707"/>
                  </a:lnTo>
                  <a:lnTo>
                    <a:pt x="5704421" y="1114234"/>
                  </a:lnTo>
                  <a:lnTo>
                    <a:pt x="5703913" y="1112748"/>
                  </a:lnTo>
                  <a:lnTo>
                    <a:pt x="5656097" y="1140396"/>
                  </a:lnTo>
                  <a:lnTo>
                    <a:pt x="5656592" y="1141869"/>
                  </a:lnTo>
                  <a:lnTo>
                    <a:pt x="5657075" y="1143342"/>
                  </a:lnTo>
                  <a:lnTo>
                    <a:pt x="5657685" y="1145159"/>
                  </a:lnTo>
                  <a:lnTo>
                    <a:pt x="5705538" y="1117523"/>
                  </a:lnTo>
                  <a:close/>
                </a:path>
                <a:path w="7631430" h="4411980">
                  <a:moveTo>
                    <a:pt x="5806618" y="1053388"/>
                  </a:moveTo>
                  <a:lnTo>
                    <a:pt x="5801665" y="1056259"/>
                  </a:lnTo>
                  <a:lnTo>
                    <a:pt x="5802236" y="1057732"/>
                  </a:lnTo>
                  <a:lnTo>
                    <a:pt x="5802604" y="1058684"/>
                  </a:lnTo>
                  <a:lnTo>
                    <a:pt x="5804179" y="1056614"/>
                  </a:lnTo>
                  <a:lnTo>
                    <a:pt x="5806618" y="1053388"/>
                  </a:lnTo>
                  <a:close/>
                </a:path>
                <a:path w="7631430" h="4411980">
                  <a:moveTo>
                    <a:pt x="5953353" y="974369"/>
                  </a:moveTo>
                  <a:lnTo>
                    <a:pt x="5952744" y="972515"/>
                  </a:lnTo>
                  <a:lnTo>
                    <a:pt x="5952274" y="971054"/>
                  </a:lnTo>
                  <a:lnTo>
                    <a:pt x="5951766" y="969492"/>
                  </a:lnTo>
                  <a:lnTo>
                    <a:pt x="5906325" y="995756"/>
                  </a:lnTo>
                  <a:lnTo>
                    <a:pt x="5906833" y="997305"/>
                  </a:lnTo>
                  <a:lnTo>
                    <a:pt x="5907316" y="998753"/>
                  </a:lnTo>
                  <a:lnTo>
                    <a:pt x="5907925" y="1000607"/>
                  </a:lnTo>
                  <a:lnTo>
                    <a:pt x="5953353" y="974369"/>
                  </a:lnTo>
                  <a:close/>
                </a:path>
                <a:path w="7631430" h="4411980">
                  <a:moveTo>
                    <a:pt x="6128563" y="867308"/>
                  </a:moveTo>
                  <a:lnTo>
                    <a:pt x="6124981" y="869378"/>
                  </a:lnTo>
                  <a:lnTo>
                    <a:pt x="6125451" y="870623"/>
                  </a:lnTo>
                  <a:lnTo>
                    <a:pt x="6126137" y="870623"/>
                  </a:lnTo>
                  <a:lnTo>
                    <a:pt x="6128563" y="867308"/>
                  </a:lnTo>
                  <a:close/>
                </a:path>
                <a:path w="7631430" h="4411980">
                  <a:moveTo>
                    <a:pt x="6267247" y="793026"/>
                  </a:moveTo>
                  <a:lnTo>
                    <a:pt x="6266586" y="791171"/>
                  </a:lnTo>
                  <a:lnTo>
                    <a:pt x="6266091" y="789774"/>
                  </a:lnTo>
                  <a:lnTo>
                    <a:pt x="6265519" y="788149"/>
                  </a:lnTo>
                  <a:lnTo>
                    <a:pt x="6229655" y="808875"/>
                  </a:lnTo>
                  <a:lnTo>
                    <a:pt x="6230213" y="810501"/>
                  </a:lnTo>
                  <a:lnTo>
                    <a:pt x="6230696" y="811911"/>
                  </a:lnTo>
                  <a:lnTo>
                    <a:pt x="6231331" y="813777"/>
                  </a:lnTo>
                  <a:lnTo>
                    <a:pt x="6267247" y="793026"/>
                  </a:lnTo>
                  <a:close/>
                </a:path>
                <a:path w="7631430" h="4411980">
                  <a:moveTo>
                    <a:pt x="6347358" y="746760"/>
                  </a:moveTo>
                  <a:lnTo>
                    <a:pt x="6345390" y="745642"/>
                  </a:lnTo>
                  <a:lnTo>
                    <a:pt x="6343917" y="744816"/>
                  </a:lnTo>
                  <a:lnTo>
                    <a:pt x="6342177" y="743839"/>
                  </a:lnTo>
                  <a:lnTo>
                    <a:pt x="6290462" y="773734"/>
                  </a:lnTo>
                  <a:lnTo>
                    <a:pt x="6292075" y="774763"/>
                  </a:lnTo>
                  <a:lnTo>
                    <a:pt x="6293459" y="775652"/>
                  </a:lnTo>
                  <a:lnTo>
                    <a:pt x="6295288" y="776833"/>
                  </a:lnTo>
                  <a:lnTo>
                    <a:pt x="6347358" y="746760"/>
                  </a:lnTo>
                  <a:close/>
                </a:path>
                <a:path w="7631430" h="4411980">
                  <a:moveTo>
                    <a:pt x="6449784" y="687590"/>
                  </a:moveTo>
                  <a:lnTo>
                    <a:pt x="6449136" y="685698"/>
                  </a:lnTo>
                  <a:lnTo>
                    <a:pt x="6448666" y="684301"/>
                  </a:lnTo>
                  <a:lnTo>
                    <a:pt x="6448095" y="682625"/>
                  </a:lnTo>
                  <a:lnTo>
                    <a:pt x="6413017" y="702894"/>
                  </a:lnTo>
                  <a:lnTo>
                    <a:pt x="6413601" y="704557"/>
                  </a:lnTo>
                  <a:lnTo>
                    <a:pt x="6414097" y="705954"/>
                  </a:lnTo>
                  <a:lnTo>
                    <a:pt x="6414744" y="707821"/>
                  </a:lnTo>
                  <a:lnTo>
                    <a:pt x="6449784" y="687590"/>
                  </a:lnTo>
                  <a:close/>
                </a:path>
                <a:path w="7631430" h="4411980">
                  <a:moveTo>
                    <a:pt x="6526454" y="637336"/>
                  </a:moveTo>
                  <a:lnTo>
                    <a:pt x="6502514" y="651167"/>
                  </a:lnTo>
                  <a:lnTo>
                    <a:pt x="6503073" y="652868"/>
                  </a:lnTo>
                  <a:lnTo>
                    <a:pt x="6503530" y="654265"/>
                  </a:lnTo>
                  <a:lnTo>
                    <a:pt x="6504152" y="656183"/>
                  </a:lnTo>
                  <a:lnTo>
                    <a:pt x="6518707" y="647763"/>
                  </a:lnTo>
                  <a:lnTo>
                    <a:pt x="6521653" y="643801"/>
                  </a:lnTo>
                  <a:lnTo>
                    <a:pt x="6523812" y="640892"/>
                  </a:lnTo>
                  <a:lnTo>
                    <a:pt x="6526454" y="637336"/>
                  </a:lnTo>
                  <a:close/>
                </a:path>
                <a:path w="7631430" h="4411980">
                  <a:moveTo>
                    <a:pt x="6690106" y="548754"/>
                  </a:moveTo>
                  <a:lnTo>
                    <a:pt x="6689458" y="546836"/>
                  </a:lnTo>
                  <a:lnTo>
                    <a:pt x="6689001" y="545465"/>
                  </a:lnTo>
                  <a:lnTo>
                    <a:pt x="6688417" y="543725"/>
                  </a:lnTo>
                  <a:lnTo>
                    <a:pt x="6642138" y="570471"/>
                  </a:lnTo>
                  <a:lnTo>
                    <a:pt x="6642722" y="572198"/>
                  </a:lnTo>
                  <a:lnTo>
                    <a:pt x="6643179" y="573582"/>
                  </a:lnTo>
                  <a:lnTo>
                    <a:pt x="6643814" y="575500"/>
                  </a:lnTo>
                  <a:lnTo>
                    <a:pt x="6690106" y="548754"/>
                  </a:lnTo>
                  <a:close/>
                </a:path>
                <a:path w="7631430" h="4411980">
                  <a:moveTo>
                    <a:pt x="6904075" y="425145"/>
                  </a:moveTo>
                  <a:lnTo>
                    <a:pt x="6903415" y="423214"/>
                  </a:lnTo>
                  <a:lnTo>
                    <a:pt x="6902945" y="421868"/>
                  </a:lnTo>
                  <a:lnTo>
                    <a:pt x="6902336" y="420077"/>
                  </a:lnTo>
                  <a:lnTo>
                    <a:pt x="6854495" y="447738"/>
                  </a:lnTo>
                  <a:lnTo>
                    <a:pt x="6855092" y="449516"/>
                  </a:lnTo>
                  <a:lnTo>
                    <a:pt x="6855549" y="450875"/>
                  </a:lnTo>
                  <a:lnTo>
                    <a:pt x="6856196" y="452805"/>
                  </a:lnTo>
                  <a:lnTo>
                    <a:pt x="6904075" y="425145"/>
                  </a:lnTo>
                  <a:close/>
                </a:path>
                <a:path w="7631430" h="4411980">
                  <a:moveTo>
                    <a:pt x="7030733" y="351980"/>
                  </a:moveTo>
                  <a:lnTo>
                    <a:pt x="7030098" y="350024"/>
                  </a:lnTo>
                  <a:lnTo>
                    <a:pt x="7029666" y="348665"/>
                  </a:lnTo>
                  <a:lnTo>
                    <a:pt x="7029424" y="347916"/>
                  </a:lnTo>
                  <a:lnTo>
                    <a:pt x="7029221" y="346735"/>
                  </a:lnTo>
                  <a:lnTo>
                    <a:pt x="6980428" y="374942"/>
                  </a:lnTo>
                  <a:lnTo>
                    <a:pt x="6980898" y="376847"/>
                  </a:lnTo>
                  <a:lnTo>
                    <a:pt x="6981241" y="378256"/>
                  </a:lnTo>
                  <a:lnTo>
                    <a:pt x="6981736" y="380276"/>
                  </a:lnTo>
                  <a:lnTo>
                    <a:pt x="7030733" y="351980"/>
                  </a:lnTo>
                  <a:close/>
                </a:path>
                <a:path w="7631430" h="4411980">
                  <a:moveTo>
                    <a:pt x="7247712" y="226644"/>
                  </a:moveTo>
                  <a:lnTo>
                    <a:pt x="7246823" y="224802"/>
                  </a:lnTo>
                  <a:lnTo>
                    <a:pt x="7246239" y="223558"/>
                  </a:lnTo>
                  <a:lnTo>
                    <a:pt x="7245388" y="221792"/>
                  </a:lnTo>
                  <a:lnTo>
                    <a:pt x="7195985" y="250355"/>
                  </a:lnTo>
                  <a:lnTo>
                    <a:pt x="7196849" y="252082"/>
                  </a:lnTo>
                  <a:lnTo>
                    <a:pt x="7197471" y="253314"/>
                  </a:lnTo>
                  <a:lnTo>
                    <a:pt x="7198373" y="255130"/>
                  </a:lnTo>
                  <a:lnTo>
                    <a:pt x="7247712" y="226644"/>
                  </a:lnTo>
                  <a:close/>
                </a:path>
                <a:path w="7631430" h="4411980">
                  <a:moveTo>
                    <a:pt x="7309879" y="184518"/>
                  </a:moveTo>
                  <a:lnTo>
                    <a:pt x="7306119" y="186690"/>
                  </a:lnTo>
                  <a:lnTo>
                    <a:pt x="7306831" y="188556"/>
                  </a:lnTo>
                  <a:lnTo>
                    <a:pt x="7309879" y="184518"/>
                  </a:lnTo>
                  <a:close/>
                </a:path>
                <a:path w="7631430" h="4411980">
                  <a:moveTo>
                    <a:pt x="7448486" y="110655"/>
                  </a:moveTo>
                  <a:lnTo>
                    <a:pt x="7447788" y="108686"/>
                  </a:lnTo>
                  <a:lnTo>
                    <a:pt x="7447331" y="107391"/>
                  </a:lnTo>
                  <a:lnTo>
                    <a:pt x="7446645" y="105473"/>
                  </a:lnTo>
                  <a:lnTo>
                    <a:pt x="7410780" y="126199"/>
                  </a:lnTo>
                  <a:lnTo>
                    <a:pt x="7411440" y="128130"/>
                  </a:lnTo>
                  <a:lnTo>
                    <a:pt x="7411885" y="129425"/>
                  </a:lnTo>
                  <a:lnTo>
                    <a:pt x="7412558" y="131406"/>
                  </a:lnTo>
                  <a:lnTo>
                    <a:pt x="7448486" y="110655"/>
                  </a:lnTo>
                  <a:close/>
                </a:path>
                <a:path w="7631430" h="4411980">
                  <a:moveTo>
                    <a:pt x="7528458" y="64452"/>
                  </a:moveTo>
                  <a:lnTo>
                    <a:pt x="7526426" y="63246"/>
                  </a:lnTo>
                  <a:lnTo>
                    <a:pt x="7525105" y="62458"/>
                  </a:lnTo>
                  <a:lnTo>
                    <a:pt x="7523112" y="61277"/>
                  </a:lnTo>
                  <a:lnTo>
                    <a:pt x="7471638" y="91033"/>
                  </a:lnTo>
                  <a:lnTo>
                    <a:pt x="7473543" y="92252"/>
                  </a:lnTo>
                  <a:lnTo>
                    <a:pt x="7474813" y="93065"/>
                  </a:lnTo>
                  <a:lnTo>
                    <a:pt x="7476757" y="94322"/>
                  </a:lnTo>
                  <a:lnTo>
                    <a:pt x="7528458" y="64452"/>
                  </a:lnTo>
                  <a:close/>
                </a:path>
                <a:path w="7631430" h="4411980">
                  <a:moveTo>
                    <a:pt x="7630909" y="5270"/>
                  </a:moveTo>
                  <a:lnTo>
                    <a:pt x="7630236" y="3263"/>
                  </a:lnTo>
                  <a:lnTo>
                    <a:pt x="7629792" y="1981"/>
                  </a:lnTo>
                  <a:lnTo>
                    <a:pt x="7629131" y="0"/>
                  </a:lnTo>
                  <a:lnTo>
                    <a:pt x="7594143" y="20218"/>
                  </a:lnTo>
                  <a:lnTo>
                    <a:pt x="7594828" y="22186"/>
                  </a:lnTo>
                  <a:lnTo>
                    <a:pt x="7595286" y="23456"/>
                  </a:lnTo>
                  <a:lnTo>
                    <a:pt x="7595984" y="25450"/>
                  </a:lnTo>
                  <a:lnTo>
                    <a:pt x="7630909" y="5270"/>
                  </a:lnTo>
                  <a:close/>
                </a:path>
              </a:pathLst>
            </a:custGeom>
            <a:solidFill>
              <a:srgbClr val="3535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12536" y="1205776"/>
              <a:ext cx="7143115" cy="4128135"/>
            </a:xfrm>
            <a:custGeom>
              <a:avLst/>
              <a:gdLst/>
              <a:ahLst/>
              <a:cxnLst/>
              <a:rect l="l" t="t" r="r" b="b"/>
              <a:pathLst>
                <a:path w="7143115" h="4128135">
                  <a:moveTo>
                    <a:pt x="4950928" y="1265970"/>
                  </a:moveTo>
                  <a:lnTo>
                    <a:pt x="4934590" y="1275409"/>
                  </a:lnTo>
                  <a:lnTo>
                    <a:pt x="4934604" y="1276234"/>
                  </a:lnTo>
                  <a:lnTo>
                    <a:pt x="4950942" y="1266790"/>
                  </a:lnTo>
                  <a:lnTo>
                    <a:pt x="4950928" y="1265970"/>
                  </a:lnTo>
                  <a:close/>
                </a:path>
                <a:path w="7143115" h="4128135">
                  <a:moveTo>
                    <a:pt x="5047219" y="1210345"/>
                  </a:moveTo>
                  <a:lnTo>
                    <a:pt x="4999801" y="1237737"/>
                  </a:lnTo>
                  <a:lnTo>
                    <a:pt x="5000208" y="1238315"/>
                  </a:lnTo>
                  <a:lnTo>
                    <a:pt x="5047615" y="1210914"/>
                  </a:lnTo>
                  <a:lnTo>
                    <a:pt x="5047219" y="1210345"/>
                  </a:lnTo>
                  <a:close/>
                </a:path>
                <a:path w="7143115" h="4128135">
                  <a:moveTo>
                    <a:pt x="4125985" y="1742526"/>
                  </a:moveTo>
                  <a:lnTo>
                    <a:pt x="4079128" y="1769594"/>
                  </a:lnTo>
                  <a:lnTo>
                    <a:pt x="4079434" y="1770514"/>
                  </a:lnTo>
                  <a:lnTo>
                    <a:pt x="4126287" y="1743433"/>
                  </a:lnTo>
                  <a:lnTo>
                    <a:pt x="4125985" y="1742526"/>
                  </a:lnTo>
                  <a:close/>
                </a:path>
                <a:path w="7143115" h="4128135">
                  <a:moveTo>
                    <a:pt x="4231626" y="1681498"/>
                  </a:moveTo>
                  <a:lnTo>
                    <a:pt x="4191579" y="1704633"/>
                  </a:lnTo>
                  <a:lnTo>
                    <a:pt x="4191319" y="1705845"/>
                  </a:lnTo>
                  <a:lnTo>
                    <a:pt x="4231216" y="1682785"/>
                  </a:lnTo>
                  <a:lnTo>
                    <a:pt x="4231626" y="1681498"/>
                  </a:lnTo>
                  <a:close/>
                </a:path>
                <a:path w="7143115" h="4128135">
                  <a:moveTo>
                    <a:pt x="2701106" y="2565652"/>
                  </a:moveTo>
                  <a:lnTo>
                    <a:pt x="2654244" y="2592724"/>
                  </a:lnTo>
                  <a:lnTo>
                    <a:pt x="2654674" y="2594012"/>
                  </a:lnTo>
                  <a:lnTo>
                    <a:pt x="2701531" y="2566929"/>
                  </a:lnTo>
                  <a:lnTo>
                    <a:pt x="2701106" y="2565652"/>
                  </a:lnTo>
                  <a:close/>
                </a:path>
                <a:path w="7143115" h="4128135">
                  <a:moveTo>
                    <a:pt x="2806637" y="2504689"/>
                  </a:moveTo>
                  <a:lnTo>
                    <a:pt x="2765944" y="2528197"/>
                  </a:lnTo>
                  <a:lnTo>
                    <a:pt x="2765564" y="2529919"/>
                  </a:lnTo>
                  <a:lnTo>
                    <a:pt x="2806051" y="2506517"/>
                  </a:lnTo>
                  <a:lnTo>
                    <a:pt x="2806637" y="2504689"/>
                  </a:lnTo>
                  <a:close/>
                </a:path>
                <a:path w="7143115" h="4128135">
                  <a:moveTo>
                    <a:pt x="770161" y="3681126"/>
                  </a:moveTo>
                  <a:lnTo>
                    <a:pt x="723304" y="3708194"/>
                  </a:lnTo>
                  <a:lnTo>
                    <a:pt x="723899" y="3709981"/>
                  </a:lnTo>
                  <a:lnTo>
                    <a:pt x="770752" y="3682901"/>
                  </a:lnTo>
                  <a:lnTo>
                    <a:pt x="770161" y="3681126"/>
                  </a:lnTo>
                  <a:close/>
                </a:path>
                <a:path w="7143115" h="4128135">
                  <a:moveTo>
                    <a:pt x="875775" y="3620114"/>
                  </a:moveTo>
                  <a:lnTo>
                    <a:pt x="835793" y="3643211"/>
                  </a:lnTo>
                  <a:lnTo>
                    <a:pt x="835268" y="3645611"/>
                  </a:lnTo>
                  <a:lnTo>
                    <a:pt x="874955" y="3622673"/>
                  </a:lnTo>
                  <a:lnTo>
                    <a:pt x="875775" y="3620114"/>
                  </a:lnTo>
                  <a:close/>
                </a:path>
                <a:path w="7143115" h="4128135">
                  <a:moveTo>
                    <a:pt x="6925623" y="125224"/>
                  </a:moveTo>
                  <a:lnTo>
                    <a:pt x="6876627" y="153529"/>
                  </a:lnTo>
                  <a:lnTo>
                    <a:pt x="6876677" y="153734"/>
                  </a:lnTo>
                  <a:lnTo>
                    <a:pt x="6925683" y="125408"/>
                  </a:lnTo>
                  <a:lnTo>
                    <a:pt x="6925623" y="125224"/>
                  </a:lnTo>
                  <a:close/>
                </a:path>
                <a:path w="7143115" h="4128135">
                  <a:moveTo>
                    <a:pt x="7142657" y="0"/>
                  </a:moveTo>
                  <a:lnTo>
                    <a:pt x="7142394" y="0"/>
                  </a:lnTo>
                  <a:lnTo>
                    <a:pt x="7093039" y="28511"/>
                  </a:lnTo>
                  <a:lnTo>
                    <a:pt x="7093328" y="28511"/>
                  </a:lnTo>
                  <a:lnTo>
                    <a:pt x="7142657" y="0"/>
                  </a:lnTo>
                  <a:close/>
                </a:path>
                <a:path w="7143115" h="4128135">
                  <a:moveTo>
                    <a:pt x="3443621" y="2136715"/>
                  </a:moveTo>
                  <a:lnTo>
                    <a:pt x="3393991" y="2165385"/>
                  </a:lnTo>
                  <a:lnTo>
                    <a:pt x="3394272" y="2166531"/>
                  </a:lnTo>
                  <a:lnTo>
                    <a:pt x="3443980" y="2137801"/>
                  </a:lnTo>
                  <a:lnTo>
                    <a:pt x="3443621" y="2136715"/>
                  </a:lnTo>
                  <a:close/>
                </a:path>
                <a:path w="7143115" h="4128135">
                  <a:moveTo>
                    <a:pt x="3660095" y="2011662"/>
                  </a:moveTo>
                  <a:lnTo>
                    <a:pt x="3610728" y="2040181"/>
                  </a:lnTo>
                  <a:lnTo>
                    <a:pt x="3611200" y="2041149"/>
                  </a:lnTo>
                  <a:lnTo>
                    <a:pt x="3660546" y="2012627"/>
                  </a:lnTo>
                  <a:lnTo>
                    <a:pt x="3660095" y="2011662"/>
                  </a:lnTo>
                  <a:close/>
                </a:path>
                <a:path w="7143115" h="4128135">
                  <a:moveTo>
                    <a:pt x="1914018" y="3020339"/>
                  </a:moveTo>
                  <a:lnTo>
                    <a:pt x="1864933" y="3048695"/>
                  </a:lnTo>
                  <a:lnTo>
                    <a:pt x="1865328" y="3050246"/>
                  </a:lnTo>
                  <a:lnTo>
                    <a:pt x="1914514" y="3021817"/>
                  </a:lnTo>
                  <a:lnTo>
                    <a:pt x="1914018" y="3020339"/>
                  </a:lnTo>
                  <a:close/>
                </a:path>
                <a:path w="7143115" h="4128135">
                  <a:moveTo>
                    <a:pt x="2131309" y="2894814"/>
                  </a:moveTo>
                  <a:lnTo>
                    <a:pt x="2080627" y="2924092"/>
                  </a:lnTo>
                  <a:lnTo>
                    <a:pt x="2081279" y="2925428"/>
                  </a:lnTo>
                  <a:lnTo>
                    <a:pt x="2131942" y="2896146"/>
                  </a:lnTo>
                  <a:lnTo>
                    <a:pt x="2131309" y="2894814"/>
                  </a:lnTo>
                  <a:close/>
                </a:path>
                <a:path w="7143115" h="4128135">
                  <a:moveTo>
                    <a:pt x="6798963" y="198394"/>
                  </a:moveTo>
                  <a:lnTo>
                    <a:pt x="6751083" y="226053"/>
                  </a:lnTo>
                  <a:lnTo>
                    <a:pt x="6751160" y="226282"/>
                  </a:lnTo>
                  <a:lnTo>
                    <a:pt x="6799037" y="198609"/>
                  </a:lnTo>
                  <a:lnTo>
                    <a:pt x="6798963" y="198394"/>
                  </a:lnTo>
                  <a:close/>
                </a:path>
                <a:path w="7143115" h="4128135">
                  <a:moveTo>
                    <a:pt x="5848235" y="747612"/>
                  </a:moveTo>
                  <a:lnTo>
                    <a:pt x="5802815" y="773850"/>
                  </a:lnTo>
                  <a:lnTo>
                    <a:pt x="5802972" y="774325"/>
                  </a:lnTo>
                  <a:lnTo>
                    <a:pt x="5848386" y="748076"/>
                  </a:lnTo>
                  <a:lnTo>
                    <a:pt x="5848235" y="747612"/>
                  </a:lnTo>
                  <a:close/>
                </a:path>
                <a:path w="7143115" h="4128135">
                  <a:moveTo>
                    <a:pt x="4473598" y="1541716"/>
                  </a:moveTo>
                  <a:lnTo>
                    <a:pt x="4427473" y="1568361"/>
                  </a:lnTo>
                  <a:lnTo>
                    <a:pt x="4427755" y="1569188"/>
                  </a:lnTo>
                  <a:lnTo>
                    <a:pt x="4473867" y="1542535"/>
                  </a:lnTo>
                  <a:lnTo>
                    <a:pt x="4473598" y="1541716"/>
                  </a:lnTo>
                  <a:close/>
                </a:path>
                <a:path w="7143115" h="4128135">
                  <a:moveTo>
                    <a:pt x="1809621" y="3080648"/>
                  </a:moveTo>
                  <a:lnTo>
                    <a:pt x="1766802" y="3105384"/>
                  </a:lnTo>
                  <a:lnTo>
                    <a:pt x="1766493" y="3107372"/>
                  </a:lnTo>
                  <a:lnTo>
                    <a:pt x="1809373" y="3082588"/>
                  </a:lnTo>
                  <a:lnTo>
                    <a:pt x="1809621" y="3080648"/>
                  </a:lnTo>
                  <a:close/>
                </a:path>
                <a:path w="7143115" h="4128135">
                  <a:moveTo>
                    <a:pt x="1696942" y="3145740"/>
                  </a:moveTo>
                  <a:lnTo>
                    <a:pt x="1650062" y="3172822"/>
                  </a:lnTo>
                  <a:lnTo>
                    <a:pt x="1650581" y="3174368"/>
                  </a:lnTo>
                  <a:lnTo>
                    <a:pt x="1697458" y="3147274"/>
                  </a:lnTo>
                  <a:lnTo>
                    <a:pt x="1696942" y="3145740"/>
                  </a:lnTo>
                  <a:close/>
                </a:path>
                <a:path w="7143115" h="4128135">
                  <a:moveTo>
                    <a:pt x="1353745" y="3343999"/>
                  </a:moveTo>
                  <a:lnTo>
                    <a:pt x="1306703" y="3371175"/>
                  </a:lnTo>
                  <a:lnTo>
                    <a:pt x="1307252" y="3372809"/>
                  </a:lnTo>
                  <a:lnTo>
                    <a:pt x="1354287" y="3345623"/>
                  </a:lnTo>
                  <a:lnTo>
                    <a:pt x="1353745" y="3343999"/>
                  </a:lnTo>
                  <a:close/>
                </a:path>
                <a:path w="7143115" h="4128135">
                  <a:moveTo>
                    <a:pt x="477477" y="3850204"/>
                  </a:moveTo>
                  <a:lnTo>
                    <a:pt x="430411" y="3877393"/>
                  </a:lnTo>
                  <a:lnTo>
                    <a:pt x="431028" y="3879259"/>
                  </a:lnTo>
                  <a:lnTo>
                    <a:pt x="478108" y="3852047"/>
                  </a:lnTo>
                  <a:lnTo>
                    <a:pt x="477477" y="3850204"/>
                  </a:lnTo>
                  <a:close/>
                </a:path>
                <a:path w="7143115" h="4128135">
                  <a:moveTo>
                    <a:pt x="2478883" y="2694027"/>
                  </a:moveTo>
                  <a:lnTo>
                    <a:pt x="2431566" y="2721361"/>
                  </a:lnTo>
                  <a:lnTo>
                    <a:pt x="2432020" y="2722704"/>
                  </a:lnTo>
                  <a:lnTo>
                    <a:pt x="2479339" y="2695354"/>
                  </a:lnTo>
                  <a:lnTo>
                    <a:pt x="2478883" y="2694027"/>
                  </a:lnTo>
                  <a:close/>
                </a:path>
                <a:path w="7143115" h="4128135">
                  <a:moveTo>
                    <a:pt x="2306227" y="2793767"/>
                  </a:moveTo>
                  <a:lnTo>
                    <a:pt x="2258139" y="2821547"/>
                  </a:lnTo>
                  <a:lnTo>
                    <a:pt x="2258583" y="2822948"/>
                  </a:lnTo>
                  <a:lnTo>
                    <a:pt x="2306688" y="2795144"/>
                  </a:lnTo>
                  <a:lnTo>
                    <a:pt x="2306227" y="2793767"/>
                  </a:lnTo>
                  <a:close/>
                </a:path>
                <a:path w="7143115" h="4128135">
                  <a:moveTo>
                    <a:pt x="254897" y="3978784"/>
                  </a:moveTo>
                  <a:lnTo>
                    <a:pt x="210248" y="4004577"/>
                  </a:lnTo>
                  <a:lnTo>
                    <a:pt x="210894" y="4006493"/>
                  </a:lnTo>
                  <a:lnTo>
                    <a:pt x="255538" y="3980690"/>
                  </a:lnTo>
                  <a:lnTo>
                    <a:pt x="254897" y="3978784"/>
                  </a:lnTo>
                  <a:close/>
                </a:path>
                <a:path w="7143115" h="4128135">
                  <a:moveTo>
                    <a:pt x="182614" y="4020541"/>
                  </a:moveTo>
                  <a:lnTo>
                    <a:pt x="162614" y="4032094"/>
                  </a:lnTo>
                  <a:lnTo>
                    <a:pt x="162574" y="4034422"/>
                  </a:lnTo>
                  <a:lnTo>
                    <a:pt x="182589" y="4022854"/>
                  </a:lnTo>
                  <a:lnTo>
                    <a:pt x="182614" y="4020541"/>
                  </a:lnTo>
                  <a:close/>
                </a:path>
                <a:path w="7143115" h="4128135">
                  <a:moveTo>
                    <a:pt x="99684" y="4068448"/>
                  </a:moveTo>
                  <a:lnTo>
                    <a:pt x="56979" y="4093118"/>
                  </a:lnTo>
                  <a:lnTo>
                    <a:pt x="58183" y="4094321"/>
                  </a:lnTo>
                  <a:lnTo>
                    <a:pt x="58441" y="4094610"/>
                  </a:lnTo>
                  <a:lnTo>
                    <a:pt x="101060" y="4069977"/>
                  </a:lnTo>
                  <a:lnTo>
                    <a:pt x="99684" y="4068448"/>
                  </a:lnTo>
                  <a:close/>
                </a:path>
                <a:path w="7143115" h="4128135">
                  <a:moveTo>
                    <a:pt x="34941" y="4105849"/>
                  </a:moveTo>
                  <a:lnTo>
                    <a:pt x="0" y="4126034"/>
                  </a:lnTo>
                  <a:lnTo>
                    <a:pt x="658" y="4128008"/>
                  </a:lnTo>
                  <a:lnTo>
                    <a:pt x="35656" y="4107780"/>
                  </a:lnTo>
                  <a:lnTo>
                    <a:pt x="34941" y="4105849"/>
                  </a:lnTo>
                  <a:close/>
                </a:path>
                <a:path w="7143115" h="4128135">
                  <a:moveTo>
                    <a:pt x="6344669" y="460831"/>
                  </a:moveTo>
                  <a:lnTo>
                    <a:pt x="6309634" y="481070"/>
                  </a:lnTo>
                  <a:lnTo>
                    <a:pt x="6309753" y="481411"/>
                  </a:lnTo>
                  <a:lnTo>
                    <a:pt x="6344782" y="461164"/>
                  </a:lnTo>
                  <a:lnTo>
                    <a:pt x="6344669" y="460831"/>
                  </a:lnTo>
                  <a:close/>
                </a:path>
                <a:path w="7143115" h="4128135">
                  <a:moveTo>
                    <a:pt x="6242242" y="520001"/>
                  </a:moveTo>
                  <a:lnTo>
                    <a:pt x="6190177" y="550079"/>
                  </a:lnTo>
                  <a:lnTo>
                    <a:pt x="6190542" y="550313"/>
                  </a:lnTo>
                  <a:lnTo>
                    <a:pt x="6242619" y="520213"/>
                  </a:lnTo>
                  <a:lnTo>
                    <a:pt x="6242242" y="520001"/>
                  </a:lnTo>
                  <a:close/>
                </a:path>
                <a:path w="7143115" h="4128135">
                  <a:moveTo>
                    <a:pt x="6162133" y="566279"/>
                  </a:moveTo>
                  <a:lnTo>
                    <a:pt x="6126213" y="587029"/>
                  </a:lnTo>
                  <a:lnTo>
                    <a:pt x="6126346" y="587418"/>
                  </a:lnTo>
                  <a:lnTo>
                    <a:pt x="6162266" y="566656"/>
                  </a:lnTo>
                  <a:lnTo>
                    <a:pt x="6162133" y="566279"/>
                  </a:lnTo>
                  <a:close/>
                </a:path>
                <a:path w="7143115" h="4128135">
                  <a:moveTo>
                    <a:pt x="1032078" y="3529821"/>
                  </a:moveTo>
                  <a:lnTo>
                    <a:pt x="982163" y="3558656"/>
                  </a:lnTo>
                  <a:lnTo>
                    <a:pt x="982626" y="3560440"/>
                  </a:lnTo>
                  <a:lnTo>
                    <a:pt x="1032495" y="3531616"/>
                  </a:lnTo>
                  <a:lnTo>
                    <a:pt x="1032078" y="3529821"/>
                  </a:lnTo>
                  <a:close/>
                </a:path>
                <a:path w="7143115" h="4128135">
                  <a:moveTo>
                    <a:pt x="6584992" y="322001"/>
                  </a:moveTo>
                  <a:lnTo>
                    <a:pt x="6538702" y="348742"/>
                  </a:lnTo>
                  <a:lnTo>
                    <a:pt x="6538797" y="349025"/>
                  </a:lnTo>
                  <a:lnTo>
                    <a:pt x="6585083" y="322272"/>
                  </a:lnTo>
                  <a:lnTo>
                    <a:pt x="6584992" y="322001"/>
                  </a:lnTo>
                  <a:close/>
                </a:path>
                <a:path w="7143115" h="4128135">
                  <a:moveTo>
                    <a:pt x="6413598" y="421012"/>
                  </a:moveTo>
                  <a:lnTo>
                    <a:pt x="6399035" y="429425"/>
                  </a:lnTo>
                  <a:lnTo>
                    <a:pt x="6399140" y="429746"/>
                  </a:lnTo>
                  <a:lnTo>
                    <a:pt x="6413108" y="421672"/>
                  </a:lnTo>
                  <a:lnTo>
                    <a:pt x="6413598" y="421012"/>
                  </a:lnTo>
                  <a:close/>
                </a:path>
                <a:path w="7143115" h="4128135">
                  <a:moveTo>
                    <a:pt x="5600423" y="890769"/>
                  </a:moveTo>
                  <a:lnTo>
                    <a:pt x="5552572" y="918411"/>
                  </a:lnTo>
                  <a:lnTo>
                    <a:pt x="5552752" y="918950"/>
                  </a:lnTo>
                  <a:lnTo>
                    <a:pt x="5600601" y="891294"/>
                  </a:lnTo>
                  <a:lnTo>
                    <a:pt x="5600423" y="890769"/>
                  </a:lnTo>
                  <a:close/>
                </a:path>
                <a:path w="7143115" h="4128135">
                  <a:moveTo>
                    <a:pt x="5428044" y="990349"/>
                  </a:moveTo>
                  <a:lnTo>
                    <a:pt x="5412912" y="999090"/>
                  </a:lnTo>
                  <a:lnTo>
                    <a:pt x="5413099" y="999668"/>
                  </a:lnTo>
                  <a:lnTo>
                    <a:pt x="5427159" y="991541"/>
                  </a:lnTo>
                  <a:lnTo>
                    <a:pt x="5428044" y="990349"/>
                  </a:lnTo>
                  <a:close/>
                </a:path>
                <a:path w="7143115" h="4128135">
                  <a:moveTo>
                    <a:pt x="5316720" y="1054659"/>
                  </a:moveTo>
                  <a:lnTo>
                    <a:pt x="5269299" y="1082053"/>
                  </a:lnTo>
                  <a:lnTo>
                    <a:pt x="5269503" y="1082665"/>
                  </a:lnTo>
                  <a:lnTo>
                    <a:pt x="5316923" y="1055257"/>
                  </a:lnTo>
                  <a:lnTo>
                    <a:pt x="5316720" y="1054659"/>
                  </a:lnTo>
                  <a:close/>
                </a:path>
                <a:path w="7143115" h="4128135">
                  <a:moveTo>
                    <a:pt x="5143691" y="1154614"/>
                  </a:moveTo>
                  <a:lnTo>
                    <a:pt x="5129630" y="1162737"/>
                  </a:lnTo>
                  <a:lnTo>
                    <a:pt x="5129842" y="1163388"/>
                  </a:lnTo>
                  <a:lnTo>
                    <a:pt x="5142693" y="1155960"/>
                  </a:lnTo>
                  <a:lnTo>
                    <a:pt x="5143691" y="1154614"/>
                  </a:lnTo>
                  <a:close/>
                </a:path>
                <a:path w="7143115" h="4128135">
                  <a:moveTo>
                    <a:pt x="3876646" y="1886564"/>
                  </a:moveTo>
                  <a:lnTo>
                    <a:pt x="3829081" y="1914042"/>
                  </a:lnTo>
                  <a:lnTo>
                    <a:pt x="3829409" y="1915026"/>
                  </a:lnTo>
                  <a:lnTo>
                    <a:pt x="3876973" y="1887534"/>
                  </a:lnTo>
                  <a:lnTo>
                    <a:pt x="3876646" y="1886564"/>
                  </a:lnTo>
                  <a:close/>
                </a:path>
                <a:path w="7143115" h="4128135">
                  <a:moveTo>
                    <a:pt x="3704618" y="1985942"/>
                  </a:moveTo>
                  <a:lnTo>
                    <a:pt x="3689417" y="1994723"/>
                  </a:lnTo>
                  <a:lnTo>
                    <a:pt x="3689750" y="1995748"/>
                  </a:lnTo>
                  <a:lnTo>
                    <a:pt x="3702919" y="1988136"/>
                  </a:lnTo>
                  <a:lnTo>
                    <a:pt x="3704618" y="1985942"/>
                  </a:lnTo>
                  <a:close/>
                </a:path>
                <a:path w="7143115" h="4128135">
                  <a:moveTo>
                    <a:pt x="3223116" y="2264097"/>
                  </a:moveTo>
                  <a:lnTo>
                    <a:pt x="3174510" y="2292176"/>
                  </a:lnTo>
                  <a:lnTo>
                    <a:pt x="3175245" y="2293127"/>
                  </a:lnTo>
                  <a:lnTo>
                    <a:pt x="3223813" y="2265055"/>
                  </a:lnTo>
                  <a:lnTo>
                    <a:pt x="3223116" y="2264097"/>
                  </a:lnTo>
                  <a:close/>
                </a:path>
                <a:path w="7143115" h="4128135">
                  <a:moveTo>
                    <a:pt x="3311195" y="2213215"/>
                  </a:moveTo>
                  <a:lnTo>
                    <a:pt x="3286777" y="2227321"/>
                  </a:lnTo>
                  <a:lnTo>
                    <a:pt x="3286741" y="2228683"/>
                  </a:lnTo>
                  <a:lnTo>
                    <a:pt x="3311138" y="2214582"/>
                  </a:lnTo>
                  <a:lnTo>
                    <a:pt x="3311195" y="2213215"/>
                  </a:lnTo>
                  <a:close/>
                </a:path>
              </a:pathLst>
            </a:custGeom>
            <a:solidFill>
              <a:srgbClr val="333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3194" y="984324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4950284" y="1488243"/>
                  </a:moveTo>
                  <a:lnTo>
                    <a:pt x="4933946" y="1497686"/>
                  </a:lnTo>
                  <a:lnTo>
                    <a:pt x="4933982" y="1499765"/>
                  </a:lnTo>
                  <a:lnTo>
                    <a:pt x="4950320" y="1490323"/>
                  </a:lnTo>
                  <a:lnTo>
                    <a:pt x="4950284" y="1488243"/>
                  </a:lnTo>
                  <a:close/>
                </a:path>
                <a:path w="7526020" h="4351020">
                  <a:moveTo>
                    <a:pt x="5046957" y="1432367"/>
                  </a:moveTo>
                  <a:lnTo>
                    <a:pt x="4999549" y="1459768"/>
                  </a:lnTo>
                  <a:lnTo>
                    <a:pt x="5000602" y="1461266"/>
                  </a:lnTo>
                  <a:lnTo>
                    <a:pt x="5048004" y="1433874"/>
                  </a:lnTo>
                  <a:lnTo>
                    <a:pt x="5046957" y="1432367"/>
                  </a:lnTo>
                  <a:close/>
                </a:path>
                <a:path w="7526020" h="4351020">
                  <a:moveTo>
                    <a:pt x="4125629" y="1964886"/>
                  </a:moveTo>
                  <a:lnTo>
                    <a:pt x="4078776" y="1991966"/>
                  </a:lnTo>
                  <a:lnTo>
                    <a:pt x="4079336" y="1993646"/>
                  </a:lnTo>
                  <a:lnTo>
                    <a:pt x="4126190" y="1966569"/>
                  </a:lnTo>
                  <a:lnTo>
                    <a:pt x="4125629" y="1964886"/>
                  </a:lnTo>
                  <a:close/>
                </a:path>
                <a:path w="7526020" h="4351020">
                  <a:moveTo>
                    <a:pt x="4230558" y="1904238"/>
                  </a:moveTo>
                  <a:lnTo>
                    <a:pt x="4190661" y="1927298"/>
                  </a:lnTo>
                  <a:lnTo>
                    <a:pt x="4190168" y="1929598"/>
                  </a:lnTo>
                  <a:lnTo>
                    <a:pt x="4229768" y="1906714"/>
                  </a:lnTo>
                  <a:lnTo>
                    <a:pt x="4230558" y="1904238"/>
                  </a:lnTo>
                  <a:close/>
                </a:path>
                <a:path w="7526020" h="4351020">
                  <a:moveTo>
                    <a:pt x="2700873" y="2788381"/>
                  </a:moveTo>
                  <a:lnTo>
                    <a:pt x="2654015" y="2815464"/>
                  </a:lnTo>
                  <a:lnTo>
                    <a:pt x="2654530" y="2817009"/>
                  </a:lnTo>
                  <a:lnTo>
                    <a:pt x="2701389" y="2789930"/>
                  </a:lnTo>
                  <a:lnTo>
                    <a:pt x="2700873" y="2788381"/>
                  </a:lnTo>
                  <a:close/>
                </a:path>
                <a:path w="7526020" h="4351020">
                  <a:moveTo>
                    <a:pt x="2805393" y="2727970"/>
                  </a:moveTo>
                  <a:lnTo>
                    <a:pt x="2764905" y="2751371"/>
                  </a:lnTo>
                  <a:lnTo>
                    <a:pt x="2764435" y="2753497"/>
                  </a:lnTo>
                  <a:lnTo>
                    <a:pt x="2804662" y="2730251"/>
                  </a:lnTo>
                  <a:lnTo>
                    <a:pt x="2805393" y="2727970"/>
                  </a:lnTo>
                  <a:close/>
                </a:path>
                <a:path w="7526020" h="4351020">
                  <a:moveTo>
                    <a:pt x="770094" y="3904353"/>
                  </a:moveTo>
                  <a:lnTo>
                    <a:pt x="723241" y="3931434"/>
                  </a:lnTo>
                  <a:lnTo>
                    <a:pt x="723695" y="3932795"/>
                  </a:lnTo>
                  <a:lnTo>
                    <a:pt x="770550" y="3905719"/>
                  </a:lnTo>
                  <a:lnTo>
                    <a:pt x="770094" y="3904353"/>
                  </a:lnTo>
                  <a:close/>
                </a:path>
                <a:path w="7526020" h="4351020">
                  <a:moveTo>
                    <a:pt x="874297" y="3844125"/>
                  </a:moveTo>
                  <a:lnTo>
                    <a:pt x="834610" y="3867064"/>
                  </a:lnTo>
                  <a:lnTo>
                    <a:pt x="834201" y="3868937"/>
                  </a:lnTo>
                  <a:lnTo>
                    <a:pt x="873651" y="3846139"/>
                  </a:lnTo>
                  <a:lnTo>
                    <a:pt x="874297" y="3844125"/>
                  </a:lnTo>
                  <a:close/>
                </a:path>
                <a:path w="7526020" h="4351020">
                  <a:moveTo>
                    <a:pt x="6925025" y="346861"/>
                  </a:moveTo>
                  <a:lnTo>
                    <a:pt x="6876019" y="375186"/>
                  </a:lnTo>
                  <a:lnTo>
                    <a:pt x="6876519" y="377216"/>
                  </a:lnTo>
                  <a:lnTo>
                    <a:pt x="6925662" y="348817"/>
                  </a:lnTo>
                  <a:lnTo>
                    <a:pt x="6925025" y="346861"/>
                  </a:lnTo>
                  <a:close/>
                </a:path>
                <a:path w="7526020" h="4351020">
                  <a:moveTo>
                    <a:pt x="7141990" y="221457"/>
                  </a:moveTo>
                  <a:lnTo>
                    <a:pt x="7092670" y="249964"/>
                  </a:lnTo>
                  <a:lnTo>
                    <a:pt x="7093579" y="251782"/>
                  </a:lnTo>
                  <a:lnTo>
                    <a:pt x="7142871" y="223297"/>
                  </a:lnTo>
                  <a:lnTo>
                    <a:pt x="7141990" y="221457"/>
                  </a:lnTo>
                  <a:close/>
                </a:path>
                <a:path w="7526020" h="4351020">
                  <a:moveTo>
                    <a:pt x="3443321" y="2359253"/>
                  </a:moveTo>
                  <a:lnTo>
                    <a:pt x="3393614" y="2387983"/>
                  </a:lnTo>
                  <a:lnTo>
                    <a:pt x="3394028" y="2389670"/>
                  </a:lnTo>
                  <a:lnTo>
                    <a:pt x="3443858" y="2360874"/>
                  </a:lnTo>
                  <a:lnTo>
                    <a:pt x="3443321" y="2359253"/>
                  </a:lnTo>
                  <a:close/>
                </a:path>
                <a:path w="7526020" h="4351020">
                  <a:moveTo>
                    <a:pt x="3659888" y="2234079"/>
                  </a:moveTo>
                  <a:lnTo>
                    <a:pt x="3610542" y="2262601"/>
                  </a:lnTo>
                  <a:lnTo>
                    <a:pt x="3611284" y="2264122"/>
                  </a:lnTo>
                  <a:lnTo>
                    <a:pt x="3660609" y="2235619"/>
                  </a:lnTo>
                  <a:lnTo>
                    <a:pt x="3659888" y="2234079"/>
                  </a:lnTo>
                  <a:close/>
                </a:path>
                <a:path w="7526020" h="4351020">
                  <a:moveTo>
                    <a:pt x="1913856" y="3243270"/>
                  </a:moveTo>
                  <a:lnTo>
                    <a:pt x="1864670" y="3271699"/>
                  </a:lnTo>
                  <a:lnTo>
                    <a:pt x="1865059" y="3273227"/>
                  </a:lnTo>
                  <a:lnTo>
                    <a:pt x="1914350" y="3244742"/>
                  </a:lnTo>
                  <a:lnTo>
                    <a:pt x="1913856" y="3243270"/>
                  </a:lnTo>
                  <a:close/>
                </a:path>
                <a:path w="7526020" h="4351020">
                  <a:moveTo>
                    <a:pt x="2131284" y="3117598"/>
                  </a:moveTo>
                  <a:lnTo>
                    <a:pt x="2080621" y="3146881"/>
                  </a:lnTo>
                  <a:lnTo>
                    <a:pt x="2081298" y="3148267"/>
                  </a:lnTo>
                  <a:lnTo>
                    <a:pt x="2131949" y="3118997"/>
                  </a:lnTo>
                  <a:lnTo>
                    <a:pt x="2131284" y="3117598"/>
                  </a:lnTo>
                  <a:close/>
                </a:path>
                <a:path w="7526020" h="4351020">
                  <a:moveTo>
                    <a:pt x="6798379" y="420061"/>
                  </a:moveTo>
                  <a:lnTo>
                    <a:pt x="6750502" y="447734"/>
                  </a:lnTo>
                  <a:lnTo>
                    <a:pt x="6751151" y="449664"/>
                  </a:lnTo>
                  <a:lnTo>
                    <a:pt x="6799041" y="421989"/>
                  </a:lnTo>
                  <a:lnTo>
                    <a:pt x="6798379" y="420061"/>
                  </a:lnTo>
                  <a:close/>
                </a:path>
                <a:path w="7526020" h="4351020">
                  <a:moveTo>
                    <a:pt x="5847727" y="969529"/>
                  </a:moveTo>
                  <a:lnTo>
                    <a:pt x="5802314" y="995777"/>
                  </a:lnTo>
                  <a:lnTo>
                    <a:pt x="5802924" y="997622"/>
                  </a:lnTo>
                  <a:lnTo>
                    <a:pt x="5848330" y="971384"/>
                  </a:lnTo>
                  <a:lnTo>
                    <a:pt x="5847727" y="969529"/>
                  </a:lnTo>
                  <a:close/>
                </a:path>
                <a:path w="7526020" h="4351020">
                  <a:moveTo>
                    <a:pt x="4473209" y="1763987"/>
                  </a:moveTo>
                  <a:lnTo>
                    <a:pt x="4427097" y="1790640"/>
                  </a:lnTo>
                  <a:lnTo>
                    <a:pt x="4427679" y="1792346"/>
                  </a:lnTo>
                  <a:lnTo>
                    <a:pt x="4473775" y="1765708"/>
                  </a:lnTo>
                  <a:lnTo>
                    <a:pt x="4473209" y="1763987"/>
                  </a:lnTo>
                  <a:close/>
                </a:path>
                <a:path w="7526020" h="4351020">
                  <a:moveTo>
                    <a:pt x="1808715" y="3304040"/>
                  </a:moveTo>
                  <a:lnTo>
                    <a:pt x="1765835" y="3328824"/>
                  </a:lnTo>
                  <a:lnTo>
                    <a:pt x="1765538" y="3330738"/>
                  </a:lnTo>
                  <a:lnTo>
                    <a:pt x="1808474" y="3305926"/>
                  </a:lnTo>
                  <a:lnTo>
                    <a:pt x="1808715" y="3304040"/>
                  </a:lnTo>
                  <a:close/>
                </a:path>
                <a:path w="7526020" h="4351020">
                  <a:moveTo>
                    <a:pt x="1696800" y="3368726"/>
                  </a:moveTo>
                  <a:lnTo>
                    <a:pt x="1649923" y="3395820"/>
                  </a:lnTo>
                  <a:lnTo>
                    <a:pt x="1650410" y="3397268"/>
                  </a:lnTo>
                  <a:lnTo>
                    <a:pt x="1697288" y="3370178"/>
                  </a:lnTo>
                  <a:lnTo>
                    <a:pt x="1696800" y="3368726"/>
                  </a:lnTo>
                  <a:close/>
                </a:path>
                <a:path w="7526020" h="4351020">
                  <a:moveTo>
                    <a:pt x="1353629" y="3567076"/>
                  </a:moveTo>
                  <a:lnTo>
                    <a:pt x="1306594" y="3594261"/>
                  </a:lnTo>
                  <a:lnTo>
                    <a:pt x="1307070" y="3595676"/>
                  </a:lnTo>
                  <a:lnTo>
                    <a:pt x="1354102" y="3568497"/>
                  </a:lnTo>
                  <a:lnTo>
                    <a:pt x="1353629" y="3567076"/>
                  </a:lnTo>
                  <a:close/>
                </a:path>
                <a:path w="7526020" h="4351020">
                  <a:moveTo>
                    <a:pt x="477450" y="4073499"/>
                  </a:moveTo>
                  <a:lnTo>
                    <a:pt x="430370" y="4100711"/>
                  </a:lnTo>
                  <a:lnTo>
                    <a:pt x="430811" y="4102047"/>
                  </a:lnTo>
                  <a:lnTo>
                    <a:pt x="477905" y="4074832"/>
                  </a:lnTo>
                  <a:lnTo>
                    <a:pt x="477450" y="4073499"/>
                  </a:lnTo>
                  <a:close/>
                </a:path>
                <a:path w="7526020" h="4351020">
                  <a:moveTo>
                    <a:pt x="2478680" y="2916806"/>
                  </a:moveTo>
                  <a:lnTo>
                    <a:pt x="2431362" y="2944156"/>
                  </a:lnTo>
                  <a:lnTo>
                    <a:pt x="2431876" y="2945676"/>
                  </a:lnTo>
                  <a:lnTo>
                    <a:pt x="2479203" y="2918327"/>
                  </a:lnTo>
                  <a:lnTo>
                    <a:pt x="2478680" y="2916806"/>
                  </a:lnTo>
                  <a:close/>
                </a:path>
                <a:path w="7526020" h="4351020">
                  <a:moveTo>
                    <a:pt x="2306030" y="3016597"/>
                  </a:moveTo>
                  <a:lnTo>
                    <a:pt x="2257925" y="3044401"/>
                  </a:lnTo>
                  <a:lnTo>
                    <a:pt x="2258407" y="3045919"/>
                  </a:lnTo>
                  <a:lnTo>
                    <a:pt x="2306535" y="3018107"/>
                  </a:lnTo>
                  <a:lnTo>
                    <a:pt x="2306030" y="3016597"/>
                  </a:lnTo>
                  <a:close/>
                </a:path>
                <a:path w="7526020" h="4351020">
                  <a:moveTo>
                    <a:pt x="254880" y="4202142"/>
                  </a:moveTo>
                  <a:lnTo>
                    <a:pt x="210236" y="4227946"/>
                  </a:lnTo>
                  <a:lnTo>
                    <a:pt x="210678" y="4229257"/>
                  </a:lnTo>
                  <a:lnTo>
                    <a:pt x="255322" y="4203458"/>
                  </a:lnTo>
                  <a:lnTo>
                    <a:pt x="254880" y="4202142"/>
                  </a:lnTo>
                  <a:close/>
                </a:path>
                <a:path w="7526020" h="4351020">
                  <a:moveTo>
                    <a:pt x="181930" y="4244306"/>
                  </a:moveTo>
                  <a:lnTo>
                    <a:pt x="161916" y="4255874"/>
                  </a:lnTo>
                  <a:lnTo>
                    <a:pt x="161889" y="4257451"/>
                  </a:lnTo>
                  <a:lnTo>
                    <a:pt x="181913" y="4245879"/>
                  </a:lnTo>
                  <a:lnTo>
                    <a:pt x="181930" y="4244306"/>
                  </a:lnTo>
                  <a:close/>
                </a:path>
                <a:path w="7526020" h="4351020">
                  <a:moveTo>
                    <a:pt x="100402" y="4291429"/>
                  </a:moveTo>
                  <a:lnTo>
                    <a:pt x="57782" y="4316063"/>
                  </a:lnTo>
                  <a:lnTo>
                    <a:pt x="58693" y="4317085"/>
                  </a:lnTo>
                  <a:lnTo>
                    <a:pt x="101322" y="4292451"/>
                  </a:lnTo>
                  <a:lnTo>
                    <a:pt x="100402" y="4291429"/>
                  </a:lnTo>
                  <a:close/>
                </a:path>
                <a:path w="7526020" h="4351020">
                  <a:moveTo>
                    <a:pt x="34997" y="4329232"/>
                  </a:moveTo>
                  <a:lnTo>
                    <a:pt x="0" y="4349461"/>
                  </a:lnTo>
                  <a:lnTo>
                    <a:pt x="431" y="4350754"/>
                  </a:lnTo>
                  <a:lnTo>
                    <a:pt x="35469" y="4330506"/>
                  </a:lnTo>
                  <a:lnTo>
                    <a:pt x="34997" y="4329232"/>
                  </a:lnTo>
                  <a:close/>
                </a:path>
                <a:path w="7526020" h="4351020">
                  <a:moveTo>
                    <a:pt x="7525141" y="0"/>
                  </a:moveTo>
                  <a:lnTo>
                    <a:pt x="7490220" y="20183"/>
                  </a:lnTo>
                  <a:lnTo>
                    <a:pt x="7490917" y="22169"/>
                  </a:lnTo>
                  <a:lnTo>
                    <a:pt x="7525815" y="2002"/>
                  </a:lnTo>
                  <a:lnTo>
                    <a:pt x="7525141" y="0"/>
                  </a:lnTo>
                  <a:close/>
                </a:path>
                <a:path w="7526020" h="4351020">
                  <a:moveTo>
                    <a:pt x="7422741" y="59186"/>
                  </a:moveTo>
                  <a:lnTo>
                    <a:pt x="7371056" y="89059"/>
                  </a:lnTo>
                  <a:lnTo>
                    <a:pt x="7373003" y="90309"/>
                  </a:lnTo>
                  <a:lnTo>
                    <a:pt x="7424773" y="60392"/>
                  </a:lnTo>
                  <a:lnTo>
                    <a:pt x="7422741" y="59186"/>
                  </a:lnTo>
                  <a:close/>
                </a:path>
                <a:path w="7526020" h="4351020">
                  <a:moveTo>
                    <a:pt x="7342734" y="105429"/>
                  </a:moveTo>
                  <a:lnTo>
                    <a:pt x="7306813" y="126191"/>
                  </a:lnTo>
                  <a:lnTo>
                    <a:pt x="7307487" y="128169"/>
                  </a:lnTo>
                  <a:lnTo>
                    <a:pt x="7343429" y="107399"/>
                  </a:lnTo>
                  <a:lnTo>
                    <a:pt x="7342734" y="105429"/>
                  </a:lnTo>
                  <a:close/>
                </a:path>
                <a:path w="7526020" h="4351020">
                  <a:moveTo>
                    <a:pt x="6344124" y="682616"/>
                  </a:moveTo>
                  <a:lnTo>
                    <a:pt x="6309095" y="702863"/>
                  </a:lnTo>
                  <a:lnTo>
                    <a:pt x="6309752" y="704738"/>
                  </a:lnTo>
                  <a:lnTo>
                    <a:pt x="6344765" y="684505"/>
                  </a:lnTo>
                  <a:lnTo>
                    <a:pt x="6344124" y="682616"/>
                  </a:lnTo>
                  <a:close/>
                </a:path>
                <a:path w="7526020" h="4351020">
                  <a:moveTo>
                    <a:pt x="6241961" y="741666"/>
                  </a:moveTo>
                  <a:lnTo>
                    <a:pt x="6189884" y="771765"/>
                  </a:lnTo>
                  <a:lnTo>
                    <a:pt x="6191722" y="772945"/>
                  </a:lnTo>
                  <a:lnTo>
                    <a:pt x="6243931" y="742774"/>
                  </a:lnTo>
                  <a:lnTo>
                    <a:pt x="6241961" y="741666"/>
                  </a:lnTo>
                  <a:close/>
                </a:path>
                <a:path w="7526020" h="4351020">
                  <a:moveTo>
                    <a:pt x="6161608" y="788109"/>
                  </a:moveTo>
                  <a:lnTo>
                    <a:pt x="6125688" y="808870"/>
                  </a:lnTo>
                  <a:lnTo>
                    <a:pt x="6126325" y="810737"/>
                  </a:lnTo>
                  <a:lnTo>
                    <a:pt x="6162264" y="789968"/>
                  </a:lnTo>
                  <a:lnTo>
                    <a:pt x="6161608" y="788109"/>
                  </a:lnTo>
                  <a:close/>
                </a:path>
                <a:path w="7526020" h="4351020">
                  <a:moveTo>
                    <a:pt x="1031837" y="3753068"/>
                  </a:moveTo>
                  <a:lnTo>
                    <a:pt x="981968" y="3781892"/>
                  </a:lnTo>
                  <a:lnTo>
                    <a:pt x="982341" y="3783330"/>
                  </a:lnTo>
                  <a:lnTo>
                    <a:pt x="1032178" y="3754530"/>
                  </a:lnTo>
                  <a:lnTo>
                    <a:pt x="1031837" y="3753068"/>
                  </a:lnTo>
                  <a:close/>
                </a:path>
                <a:path w="7526020" h="4351020">
                  <a:moveTo>
                    <a:pt x="6584425" y="543725"/>
                  </a:moveTo>
                  <a:lnTo>
                    <a:pt x="6538139" y="570478"/>
                  </a:lnTo>
                  <a:lnTo>
                    <a:pt x="6538776" y="572390"/>
                  </a:lnTo>
                  <a:lnTo>
                    <a:pt x="6585069" y="545638"/>
                  </a:lnTo>
                  <a:lnTo>
                    <a:pt x="6584425" y="543725"/>
                  </a:lnTo>
                  <a:close/>
                </a:path>
                <a:path w="7526020" h="4351020">
                  <a:moveTo>
                    <a:pt x="6412450" y="643125"/>
                  </a:moveTo>
                  <a:lnTo>
                    <a:pt x="6398481" y="651198"/>
                  </a:lnTo>
                  <a:lnTo>
                    <a:pt x="6399102" y="653105"/>
                  </a:lnTo>
                  <a:lnTo>
                    <a:pt x="6409506" y="647092"/>
                  </a:lnTo>
                  <a:lnTo>
                    <a:pt x="6412450" y="643125"/>
                  </a:lnTo>
                  <a:close/>
                </a:path>
                <a:path w="7526020" h="4351020">
                  <a:moveTo>
                    <a:pt x="5599943" y="1112746"/>
                  </a:moveTo>
                  <a:lnTo>
                    <a:pt x="5552093" y="1140403"/>
                  </a:lnTo>
                  <a:lnTo>
                    <a:pt x="5552700" y="1142222"/>
                  </a:lnTo>
                  <a:lnTo>
                    <a:pt x="5600562" y="1114563"/>
                  </a:lnTo>
                  <a:lnTo>
                    <a:pt x="5599943" y="1112746"/>
                  </a:lnTo>
                  <a:close/>
                </a:path>
                <a:path w="7526020" h="4351020">
                  <a:moveTo>
                    <a:pt x="5426501" y="1212994"/>
                  </a:moveTo>
                  <a:lnTo>
                    <a:pt x="5412441" y="1221120"/>
                  </a:lnTo>
                  <a:lnTo>
                    <a:pt x="5413030" y="1222934"/>
                  </a:lnTo>
                  <a:lnTo>
                    <a:pt x="5423702" y="1216766"/>
                  </a:lnTo>
                  <a:lnTo>
                    <a:pt x="5426501" y="1212994"/>
                  </a:lnTo>
                  <a:close/>
                </a:path>
                <a:path w="7526020" h="4351020">
                  <a:moveTo>
                    <a:pt x="5316265" y="1276709"/>
                  </a:moveTo>
                  <a:lnTo>
                    <a:pt x="5268845" y="1304117"/>
                  </a:lnTo>
                  <a:lnTo>
                    <a:pt x="5269442" y="1305910"/>
                  </a:lnTo>
                  <a:lnTo>
                    <a:pt x="5316874" y="1278500"/>
                  </a:lnTo>
                  <a:lnTo>
                    <a:pt x="5316265" y="1276709"/>
                  </a:lnTo>
                  <a:close/>
                </a:path>
                <a:path w="7526020" h="4351020">
                  <a:moveTo>
                    <a:pt x="5142035" y="1377413"/>
                  </a:moveTo>
                  <a:lnTo>
                    <a:pt x="5129184" y="1384840"/>
                  </a:lnTo>
                  <a:lnTo>
                    <a:pt x="5129765" y="1386626"/>
                  </a:lnTo>
                  <a:lnTo>
                    <a:pt x="5139278" y="1381129"/>
                  </a:lnTo>
                  <a:lnTo>
                    <a:pt x="5142035" y="1377413"/>
                  </a:lnTo>
                  <a:close/>
                </a:path>
                <a:path w="7526020" h="4351020">
                  <a:moveTo>
                    <a:pt x="3876315" y="2108987"/>
                  </a:moveTo>
                  <a:lnTo>
                    <a:pt x="3828751" y="2136478"/>
                  </a:lnTo>
                  <a:lnTo>
                    <a:pt x="3829303" y="2138134"/>
                  </a:lnTo>
                  <a:lnTo>
                    <a:pt x="3876873" y="2110644"/>
                  </a:lnTo>
                  <a:lnTo>
                    <a:pt x="3876315" y="2108987"/>
                  </a:lnTo>
                  <a:close/>
                </a:path>
                <a:path w="7526020" h="4351020">
                  <a:moveTo>
                    <a:pt x="3702261" y="2209589"/>
                  </a:moveTo>
                  <a:lnTo>
                    <a:pt x="3689092" y="2217200"/>
                  </a:lnTo>
                  <a:lnTo>
                    <a:pt x="3689627" y="2218849"/>
                  </a:lnTo>
                  <a:lnTo>
                    <a:pt x="3699514" y="2213136"/>
                  </a:lnTo>
                  <a:lnTo>
                    <a:pt x="3702261" y="2209589"/>
                  </a:lnTo>
                  <a:close/>
                </a:path>
                <a:path w="7526020" h="4351020">
                  <a:moveTo>
                    <a:pt x="3223155" y="2486507"/>
                  </a:moveTo>
                  <a:lnTo>
                    <a:pt x="3174586" y="2514579"/>
                  </a:lnTo>
                  <a:lnTo>
                    <a:pt x="3175602" y="2515893"/>
                  </a:lnTo>
                  <a:lnTo>
                    <a:pt x="3224130" y="2487850"/>
                  </a:lnTo>
                  <a:lnTo>
                    <a:pt x="3223155" y="2486507"/>
                  </a:lnTo>
                  <a:close/>
                </a:path>
                <a:path w="7526020" h="4351020">
                  <a:moveTo>
                    <a:pt x="3310480" y="2436034"/>
                  </a:moveTo>
                  <a:lnTo>
                    <a:pt x="3286082" y="2450136"/>
                  </a:lnTo>
                  <a:lnTo>
                    <a:pt x="3286030" y="2452079"/>
                  </a:lnTo>
                  <a:lnTo>
                    <a:pt x="3310398" y="2437998"/>
                  </a:lnTo>
                  <a:lnTo>
                    <a:pt x="3310480" y="2436034"/>
                  </a:lnTo>
                  <a:close/>
                </a:path>
              </a:pathLst>
            </a:custGeom>
            <a:solidFill>
              <a:srgbClr val="3333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3612" y="986332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6512" y="4332478"/>
                  </a:moveTo>
                  <a:lnTo>
                    <a:pt x="36245" y="4331741"/>
                  </a:lnTo>
                  <a:lnTo>
                    <a:pt x="35775" y="4330471"/>
                  </a:lnTo>
                  <a:lnTo>
                    <a:pt x="35039" y="4328503"/>
                  </a:lnTo>
                  <a:lnTo>
                    <a:pt x="0" y="4348746"/>
                  </a:lnTo>
                  <a:lnTo>
                    <a:pt x="673" y="4350753"/>
                  </a:lnTo>
                  <a:lnTo>
                    <a:pt x="1104" y="4352048"/>
                  </a:lnTo>
                  <a:lnTo>
                    <a:pt x="1358" y="4352798"/>
                  </a:lnTo>
                  <a:lnTo>
                    <a:pt x="36512" y="4332478"/>
                  </a:lnTo>
                  <a:close/>
                </a:path>
                <a:path w="7527290" h="4352925">
                  <a:moveTo>
                    <a:pt x="103759" y="4293628"/>
                  </a:moveTo>
                  <a:lnTo>
                    <a:pt x="103225" y="4293032"/>
                  </a:lnTo>
                  <a:lnTo>
                    <a:pt x="102311" y="4292016"/>
                  </a:lnTo>
                  <a:lnTo>
                    <a:pt x="100901" y="4290453"/>
                  </a:lnTo>
                  <a:lnTo>
                    <a:pt x="58267" y="4315079"/>
                  </a:lnTo>
                  <a:lnTo>
                    <a:pt x="59664" y="4316654"/>
                  </a:lnTo>
                  <a:lnTo>
                    <a:pt x="60579" y="4317682"/>
                  </a:lnTo>
                  <a:lnTo>
                    <a:pt x="61112" y="4318266"/>
                  </a:lnTo>
                  <a:lnTo>
                    <a:pt x="103759" y="4293628"/>
                  </a:lnTo>
                  <a:close/>
                </a:path>
                <a:path w="7527290" h="4352925">
                  <a:moveTo>
                    <a:pt x="181483" y="4243883"/>
                  </a:moveTo>
                  <a:lnTo>
                    <a:pt x="161467" y="4255452"/>
                  </a:lnTo>
                  <a:lnTo>
                    <a:pt x="161429" y="4257840"/>
                  </a:lnTo>
                  <a:lnTo>
                    <a:pt x="161391" y="4259415"/>
                  </a:lnTo>
                  <a:lnTo>
                    <a:pt x="161378" y="4260329"/>
                  </a:lnTo>
                  <a:lnTo>
                    <a:pt x="181432" y="4248747"/>
                  </a:lnTo>
                  <a:lnTo>
                    <a:pt x="181444" y="4247832"/>
                  </a:lnTo>
                  <a:lnTo>
                    <a:pt x="181457" y="4246257"/>
                  </a:lnTo>
                  <a:lnTo>
                    <a:pt x="181483" y="4243883"/>
                  </a:lnTo>
                  <a:close/>
                </a:path>
                <a:path w="7527290" h="4352925">
                  <a:moveTo>
                    <a:pt x="256260" y="4205516"/>
                  </a:moveTo>
                  <a:lnTo>
                    <a:pt x="256006" y="4204741"/>
                  </a:lnTo>
                  <a:lnTo>
                    <a:pt x="255562" y="4203433"/>
                  </a:lnTo>
                  <a:lnTo>
                    <a:pt x="254901" y="4201452"/>
                  </a:lnTo>
                  <a:lnTo>
                    <a:pt x="210248" y="4227258"/>
                  </a:lnTo>
                  <a:lnTo>
                    <a:pt x="210921" y="4229227"/>
                  </a:lnTo>
                  <a:lnTo>
                    <a:pt x="211366" y="4230548"/>
                  </a:lnTo>
                  <a:lnTo>
                    <a:pt x="211620" y="4231310"/>
                  </a:lnTo>
                  <a:lnTo>
                    <a:pt x="256260" y="4205516"/>
                  </a:lnTo>
                  <a:close/>
                </a:path>
                <a:path w="7527290" h="4352925">
                  <a:moveTo>
                    <a:pt x="562063" y="4026268"/>
                  </a:moveTo>
                  <a:lnTo>
                    <a:pt x="478231" y="4074998"/>
                  </a:lnTo>
                  <a:lnTo>
                    <a:pt x="478142" y="4074782"/>
                  </a:lnTo>
                  <a:lnTo>
                    <a:pt x="477481" y="4072826"/>
                  </a:lnTo>
                  <a:lnTo>
                    <a:pt x="430390" y="4100042"/>
                  </a:lnTo>
                  <a:lnTo>
                    <a:pt x="431038" y="4102011"/>
                  </a:lnTo>
                  <a:lnTo>
                    <a:pt x="431482" y="4103344"/>
                  </a:lnTo>
                  <a:lnTo>
                    <a:pt x="480517" y="4074998"/>
                  </a:lnTo>
                  <a:lnTo>
                    <a:pt x="517283" y="4053763"/>
                  </a:lnTo>
                  <a:lnTo>
                    <a:pt x="431482" y="4103344"/>
                  </a:lnTo>
                  <a:lnTo>
                    <a:pt x="431736" y="4104119"/>
                  </a:lnTo>
                  <a:lnTo>
                    <a:pt x="561619" y="4029075"/>
                  </a:lnTo>
                  <a:lnTo>
                    <a:pt x="561759" y="4028059"/>
                  </a:lnTo>
                  <a:lnTo>
                    <a:pt x="562063" y="4026268"/>
                  </a:lnTo>
                  <a:close/>
                </a:path>
                <a:path w="7527290" h="4352925">
                  <a:moveTo>
                    <a:pt x="771486" y="3907815"/>
                  </a:moveTo>
                  <a:lnTo>
                    <a:pt x="771220" y="3907015"/>
                  </a:lnTo>
                  <a:lnTo>
                    <a:pt x="770763" y="3905643"/>
                  </a:lnTo>
                  <a:lnTo>
                    <a:pt x="770128" y="3903713"/>
                  </a:lnTo>
                  <a:lnTo>
                    <a:pt x="723265" y="3930789"/>
                  </a:lnTo>
                  <a:lnTo>
                    <a:pt x="723912" y="3932732"/>
                  </a:lnTo>
                  <a:lnTo>
                    <a:pt x="724369" y="3934091"/>
                  </a:lnTo>
                  <a:lnTo>
                    <a:pt x="724636" y="3934891"/>
                  </a:lnTo>
                  <a:lnTo>
                    <a:pt x="771486" y="3907815"/>
                  </a:lnTo>
                  <a:close/>
                </a:path>
                <a:path w="7527290" h="4352925">
                  <a:moveTo>
                    <a:pt x="873226" y="3844137"/>
                  </a:moveTo>
                  <a:lnTo>
                    <a:pt x="833780" y="3866934"/>
                  </a:lnTo>
                  <a:lnTo>
                    <a:pt x="833628" y="3867620"/>
                  </a:lnTo>
                  <a:lnTo>
                    <a:pt x="832307" y="3870083"/>
                  </a:lnTo>
                  <a:lnTo>
                    <a:pt x="831024" y="3872458"/>
                  </a:lnTo>
                  <a:lnTo>
                    <a:pt x="830262" y="3873855"/>
                  </a:lnTo>
                  <a:lnTo>
                    <a:pt x="871296" y="3850144"/>
                  </a:lnTo>
                  <a:lnTo>
                    <a:pt x="871677" y="3848963"/>
                  </a:lnTo>
                  <a:lnTo>
                    <a:pt x="872324" y="3846944"/>
                  </a:lnTo>
                  <a:lnTo>
                    <a:pt x="873226" y="3844137"/>
                  </a:lnTo>
                  <a:close/>
                </a:path>
                <a:path w="7527290" h="4352925">
                  <a:moveTo>
                    <a:pt x="1032764" y="3756850"/>
                  </a:moveTo>
                  <a:lnTo>
                    <a:pt x="1032560" y="3755987"/>
                  </a:lnTo>
                  <a:lnTo>
                    <a:pt x="1032217" y="3754526"/>
                  </a:lnTo>
                  <a:lnTo>
                    <a:pt x="1031748" y="3752532"/>
                  </a:lnTo>
                  <a:lnTo>
                    <a:pt x="981913" y="3781323"/>
                  </a:lnTo>
                  <a:lnTo>
                    <a:pt x="982433" y="3783304"/>
                  </a:lnTo>
                  <a:lnTo>
                    <a:pt x="982802" y="3784739"/>
                  </a:lnTo>
                  <a:lnTo>
                    <a:pt x="983018" y="3785590"/>
                  </a:lnTo>
                  <a:lnTo>
                    <a:pt x="1032764" y="3756850"/>
                  </a:lnTo>
                  <a:close/>
                </a:path>
                <a:path w="7527290" h="4352925">
                  <a:moveTo>
                    <a:pt x="1355051" y="3570630"/>
                  </a:moveTo>
                  <a:lnTo>
                    <a:pt x="1354772" y="3569792"/>
                  </a:lnTo>
                  <a:lnTo>
                    <a:pt x="1354302" y="3568369"/>
                  </a:lnTo>
                  <a:lnTo>
                    <a:pt x="1353680" y="3566490"/>
                  </a:lnTo>
                  <a:lnTo>
                    <a:pt x="1306652" y="3593681"/>
                  </a:lnTo>
                  <a:lnTo>
                    <a:pt x="1307274" y="3595547"/>
                  </a:lnTo>
                  <a:lnTo>
                    <a:pt x="1307757" y="3596970"/>
                  </a:lnTo>
                  <a:lnTo>
                    <a:pt x="1308036" y="3597808"/>
                  </a:lnTo>
                  <a:lnTo>
                    <a:pt x="1355051" y="3570630"/>
                  </a:lnTo>
                  <a:close/>
                </a:path>
                <a:path w="7527290" h="4352925">
                  <a:moveTo>
                    <a:pt x="1698256" y="3372332"/>
                  </a:moveTo>
                  <a:lnTo>
                    <a:pt x="1697964" y="3371469"/>
                  </a:lnTo>
                  <a:lnTo>
                    <a:pt x="1697482" y="3370008"/>
                  </a:lnTo>
                  <a:lnTo>
                    <a:pt x="1696859" y="3368179"/>
                  </a:lnTo>
                  <a:lnTo>
                    <a:pt x="1649984" y="3395268"/>
                  </a:lnTo>
                  <a:lnTo>
                    <a:pt x="1650606" y="3397110"/>
                  </a:lnTo>
                  <a:lnTo>
                    <a:pt x="1651088" y="3398558"/>
                  </a:lnTo>
                  <a:lnTo>
                    <a:pt x="1651381" y="3399421"/>
                  </a:lnTo>
                  <a:lnTo>
                    <a:pt x="1698256" y="3372332"/>
                  </a:lnTo>
                  <a:close/>
                </a:path>
                <a:path w="7527290" h="4352925">
                  <a:moveTo>
                    <a:pt x="1808048" y="3303930"/>
                  </a:moveTo>
                  <a:lnTo>
                    <a:pt x="1765109" y="3328733"/>
                  </a:lnTo>
                  <a:lnTo>
                    <a:pt x="1764741" y="3331133"/>
                  </a:lnTo>
                  <a:lnTo>
                    <a:pt x="1764487" y="3332810"/>
                  </a:lnTo>
                  <a:lnTo>
                    <a:pt x="1764360" y="3333102"/>
                  </a:lnTo>
                  <a:lnTo>
                    <a:pt x="1763763" y="3334486"/>
                  </a:lnTo>
                  <a:lnTo>
                    <a:pt x="1806613" y="3309721"/>
                  </a:lnTo>
                  <a:lnTo>
                    <a:pt x="1806943" y="3308489"/>
                  </a:lnTo>
                  <a:lnTo>
                    <a:pt x="1807502" y="3306419"/>
                  </a:lnTo>
                  <a:lnTo>
                    <a:pt x="1807933" y="3304794"/>
                  </a:lnTo>
                  <a:lnTo>
                    <a:pt x="1808048" y="3303930"/>
                  </a:lnTo>
                  <a:close/>
                </a:path>
                <a:path w="7527290" h="4352925">
                  <a:moveTo>
                    <a:pt x="1915325" y="3246907"/>
                  </a:moveTo>
                  <a:lnTo>
                    <a:pt x="1915033" y="3246031"/>
                  </a:lnTo>
                  <a:lnTo>
                    <a:pt x="1914537" y="3244558"/>
                  </a:lnTo>
                  <a:lnTo>
                    <a:pt x="1913928" y="3242741"/>
                  </a:lnTo>
                  <a:lnTo>
                    <a:pt x="1864639" y="3271228"/>
                  </a:lnTo>
                  <a:lnTo>
                    <a:pt x="1865122" y="3273120"/>
                  </a:lnTo>
                  <a:lnTo>
                    <a:pt x="1865503" y="3274644"/>
                  </a:lnTo>
                  <a:lnTo>
                    <a:pt x="1865744" y="3275558"/>
                  </a:lnTo>
                  <a:lnTo>
                    <a:pt x="1915325" y="3246907"/>
                  </a:lnTo>
                  <a:close/>
                </a:path>
                <a:path w="7527290" h="4352925">
                  <a:moveTo>
                    <a:pt x="2133384" y="3120910"/>
                  </a:moveTo>
                  <a:lnTo>
                    <a:pt x="2132990" y="3120072"/>
                  </a:lnTo>
                  <a:lnTo>
                    <a:pt x="2132330" y="3118675"/>
                  </a:lnTo>
                  <a:lnTo>
                    <a:pt x="2131530" y="3116999"/>
                  </a:lnTo>
                  <a:lnTo>
                    <a:pt x="2080869" y="3146260"/>
                  </a:lnTo>
                  <a:lnTo>
                    <a:pt x="2081695" y="3147949"/>
                  </a:lnTo>
                  <a:lnTo>
                    <a:pt x="2082368" y="3149333"/>
                  </a:lnTo>
                  <a:lnTo>
                    <a:pt x="2082774" y="3150158"/>
                  </a:lnTo>
                  <a:lnTo>
                    <a:pt x="2133384" y="3120910"/>
                  </a:lnTo>
                  <a:close/>
                </a:path>
                <a:path w="7527290" h="4352925">
                  <a:moveTo>
                    <a:pt x="2307513" y="3020301"/>
                  </a:moveTo>
                  <a:lnTo>
                    <a:pt x="2307209" y="3019399"/>
                  </a:lnTo>
                  <a:lnTo>
                    <a:pt x="2306701" y="3017888"/>
                  </a:lnTo>
                  <a:lnTo>
                    <a:pt x="2306116" y="3016110"/>
                  </a:lnTo>
                  <a:lnTo>
                    <a:pt x="2257983" y="3043923"/>
                  </a:lnTo>
                  <a:lnTo>
                    <a:pt x="2258263" y="3044774"/>
                  </a:lnTo>
                  <a:lnTo>
                    <a:pt x="2258580" y="3045701"/>
                  </a:lnTo>
                  <a:lnTo>
                    <a:pt x="2259101" y="3047200"/>
                  </a:lnTo>
                  <a:lnTo>
                    <a:pt x="2259419" y="3048101"/>
                  </a:lnTo>
                  <a:lnTo>
                    <a:pt x="2307513" y="3020301"/>
                  </a:lnTo>
                  <a:close/>
                </a:path>
                <a:path w="7527290" h="4352925">
                  <a:moveTo>
                    <a:pt x="2480221" y="2920517"/>
                  </a:moveTo>
                  <a:lnTo>
                    <a:pt x="2479903" y="2919603"/>
                  </a:lnTo>
                  <a:lnTo>
                    <a:pt x="2479383" y="2918079"/>
                  </a:lnTo>
                  <a:lnTo>
                    <a:pt x="2478773" y="2916326"/>
                  </a:lnTo>
                  <a:lnTo>
                    <a:pt x="2431453" y="2943669"/>
                  </a:lnTo>
                  <a:lnTo>
                    <a:pt x="2432050" y="2945447"/>
                  </a:lnTo>
                  <a:lnTo>
                    <a:pt x="2432558" y="2946958"/>
                  </a:lnTo>
                  <a:lnTo>
                    <a:pt x="2432875" y="2947873"/>
                  </a:lnTo>
                  <a:lnTo>
                    <a:pt x="2480221" y="2920517"/>
                  </a:lnTo>
                  <a:close/>
                </a:path>
                <a:path w="7527290" h="4352925">
                  <a:moveTo>
                    <a:pt x="2702369" y="2792158"/>
                  </a:moveTo>
                  <a:lnTo>
                    <a:pt x="2702064" y="2791218"/>
                  </a:lnTo>
                  <a:lnTo>
                    <a:pt x="2701544" y="2789669"/>
                  </a:lnTo>
                  <a:lnTo>
                    <a:pt x="2700959" y="2787929"/>
                  </a:lnTo>
                  <a:lnTo>
                    <a:pt x="2654109" y="2815005"/>
                  </a:lnTo>
                  <a:lnTo>
                    <a:pt x="2654693" y="2816758"/>
                  </a:lnTo>
                  <a:lnTo>
                    <a:pt x="2655201" y="2818307"/>
                  </a:lnTo>
                  <a:lnTo>
                    <a:pt x="2655519" y="2819235"/>
                  </a:lnTo>
                  <a:lnTo>
                    <a:pt x="2702369" y="2792158"/>
                  </a:lnTo>
                  <a:close/>
                </a:path>
                <a:path w="7527290" h="4352925">
                  <a:moveTo>
                    <a:pt x="2804236" y="2728252"/>
                  </a:moveTo>
                  <a:lnTo>
                    <a:pt x="2764015" y="2751493"/>
                  </a:lnTo>
                  <a:lnTo>
                    <a:pt x="2763888" y="2752039"/>
                  </a:lnTo>
                  <a:lnTo>
                    <a:pt x="2762720" y="2754312"/>
                  </a:lnTo>
                  <a:lnTo>
                    <a:pt x="2761361" y="2756954"/>
                  </a:lnTo>
                  <a:lnTo>
                    <a:pt x="2760548" y="2758554"/>
                  </a:lnTo>
                  <a:lnTo>
                    <a:pt x="2802255" y="2734449"/>
                  </a:lnTo>
                  <a:lnTo>
                    <a:pt x="2802686" y="2733065"/>
                  </a:lnTo>
                  <a:lnTo>
                    <a:pt x="2803423" y="2730792"/>
                  </a:lnTo>
                  <a:lnTo>
                    <a:pt x="2804236" y="2728252"/>
                  </a:lnTo>
                  <a:close/>
                </a:path>
                <a:path w="7527290" h="4352925">
                  <a:moveTo>
                    <a:pt x="3226308" y="2489428"/>
                  </a:moveTo>
                  <a:lnTo>
                    <a:pt x="3225711" y="2488615"/>
                  </a:lnTo>
                  <a:lnTo>
                    <a:pt x="3224746" y="2487269"/>
                  </a:lnTo>
                  <a:lnTo>
                    <a:pt x="3223704" y="2485847"/>
                  </a:lnTo>
                  <a:lnTo>
                    <a:pt x="3175177" y="2513888"/>
                  </a:lnTo>
                  <a:lnTo>
                    <a:pt x="3176257" y="2515298"/>
                  </a:lnTo>
                  <a:lnTo>
                    <a:pt x="3177273" y="2516606"/>
                  </a:lnTo>
                  <a:lnTo>
                    <a:pt x="3177895" y="2517406"/>
                  </a:lnTo>
                  <a:lnTo>
                    <a:pt x="3226308" y="2489428"/>
                  </a:lnTo>
                  <a:close/>
                </a:path>
                <a:path w="7527290" h="4352925">
                  <a:moveTo>
                    <a:pt x="3309975" y="2435999"/>
                  </a:moveTo>
                  <a:lnTo>
                    <a:pt x="3285604" y="2450084"/>
                  </a:lnTo>
                  <a:lnTo>
                    <a:pt x="3285553" y="2452128"/>
                  </a:lnTo>
                  <a:lnTo>
                    <a:pt x="3285502" y="2454071"/>
                  </a:lnTo>
                  <a:lnTo>
                    <a:pt x="3285464" y="2455253"/>
                  </a:lnTo>
                  <a:lnTo>
                    <a:pt x="3309759" y="2441219"/>
                  </a:lnTo>
                  <a:lnTo>
                    <a:pt x="3309810" y="2440025"/>
                  </a:lnTo>
                  <a:lnTo>
                    <a:pt x="3309886" y="2438057"/>
                  </a:lnTo>
                  <a:lnTo>
                    <a:pt x="3309975" y="2435999"/>
                  </a:lnTo>
                  <a:close/>
                </a:path>
                <a:path w="7527290" h="4352925">
                  <a:moveTo>
                    <a:pt x="3444849" y="2363165"/>
                  </a:moveTo>
                  <a:lnTo>
                    <a:pt x="3444519" y="2362174"/>
                  </a:lnTo>
                  <a:lnTo>
                    <a:pt x="3443986" y="2360549"/>
                  </a:lnTo>
                  <a:lnTo>
                    <a:pt x="3443427" y="2358872"/>
                  </a:lnTo>
                  <a:lnTo>
                    <a:pt x="3393605" y="2387663"/>
                  </a:lnTo>
                  <a:lnTo>
                    <a:pt x="3394037" y="2389428"/>
                  </a:lnTo>
                  <a:lnTo>
                    <a:pt x="3394443" y="2391105"/>
                  </a:lnTo>
                  <a:lnTo>
                    <a:pt x="3394697" y="2392134"/>
                  </a:lnTo>
                  <a:lnTo>
                    <a:pt x="3444849" y="2363165"/>
                  </a:lnTo>
                  <a:close/>
                </a:path>
                <a:path w="7527290" h="4352925">
                  <a:moveTo>
                    <a:pt x="3662070" y="2237651"/>
                  </a:moveTo>
                  <a:lnTo>
                    <a:pt x="3661626" y="2236711"/>
                  </a:lnTo>
                  <a:lnTo>
                    <a:pt x="3660914" y="2235174"/>
                  </a:lnTo>
                  <a:lnTo>
                    <a:pt x="3660178" y="2233612"/>
                  </a:lnTo>
                  <a:lnTo>
                    <a:pt x="3610864" y="2262124"/>
                  </a:lnTo>
                  <a:lnTo>
                    <a:pt x="3611613" y="2263660"/>
                  </a:lnTo>
                  <a:lnTo>
                    <a:pt x="3612350" y="2265184"/>
                  </a:lnTo>
                  <a:lnTo>
                    <a:pt x="3612807" y="2266111"/>
                  </a:lnTo>
                  <a:lnTo>
                    <a:pt x="3662070" y="2237651"/>
                  </a:lnTo>
                  <a:close/>
                </a:path>
                <a:path w="7527290" h="4352925">
                  <a:moveTo>
                    <a:pt x="3699091" y="2211133"/>
                  </a:moveTo>
                  <a:lnTo>
                    <a:pt x="3689197" y="2216848"/>
                  </a:lnTo>
                  <a:lnTo>
                    <a:pt x="3689743" y="2218512"/>
                  </a:lnTo>
                  <a:lnTo>
                    <a:pt x="3690277" y="2220150"/>
                  </a:lnTo>
                  <a:lnTo>
                    <a:pt x="3690607" y="2221166"/>
                  </a:lnTo>
                  <a:lnTo>
                    <a:pt x="3691902" y="2220417"/>
                  </a:lnTo>
                  <a:lnTo>
                    <a:pt x="3693591" y="2218245"/>
                  </a:lnTo>
                  <a:lnTo>
                    <a:pt x="3696335" y="2214702"/>
                  </a:lnTo>
                  <a:lnTo>
                    <a:pt x="3699091" y="2211133"/>
                  </a:lnTo>
                  <a:close/>
                </a:path>
                <a:path w="7527290" h="4352925">
                  <a:moveTo>
                    <a:pt x="3877894" y="2112949"/>
                  </a:moveTo>
                  <a:lnTo>
                    <a:pt x="3877551" y="2111933"/>
                  </a:lnTo>
                  <a:lnTo>
                    <a:pt x="3876992" y="2110270"/>
                  </a:lnTo>
                  <a:lnTo>
                    <a:pt x="3876446" y="2108644"/>
                  </a:lnTo>
                  <a:lnTo>
                    <a:pt x="3828872" y="2136127"/>
                  </a:lnTo>
                  <a:lnTo>
                    <a:pt x="3829418" y="2137765"/>
                  </a:lnTo>
                  <a:lnTo>
                    <a:pt x="3829977" y="2139429"/>
                  </a:lnTo>
                  <a:lnTo>
                    <a:pt x="3830320" y="2140445"/>
                  </a:lnTo>
                  <a:lnTo>
                    <a:pt x="3877894" y="2112949"/>
                  </a:lnTo>
                  <a:close/>
                </a:path>
                <a:path w="7527290" h="4352925">
                  <a:moveTo>
                    <a:pt x="4127208" y="1968893"/>
                  </a:moveTo>
                  <a:lnTo>
                    <a:pt x="4126865" y="1967865"/>
                  </a:lnTo>
                  <a:lnTo>
                    <a:pt x="4126306" y="1966175"/>
                  </a:lnTo>
                  <a:lnTo>
                    <a:pt x="4125760" y="1964563"/>
                  </a:lnTo>
                  <a:lnTo>
                    <a:pt x="4078909" y="1991639"/>
                  </a:lnTo>
                  <a:lnTo>
                    <a:pt x="4079456" y="1993265"/>
                  </a:lnTo>
                  <a:lnTo>
                    <a:pt x="4080014" y="1994941"/>
                  </a:lnTo>
                  <a:lnTo>
                    <a:pt x="4080357" y="1995970"/>
                  </a:lnTo>
                  <a:lnTo>
                    <a:pt x="4127208" y="1968893"/>
                  </a:lnTo>
                  <a:close/>
                </a:path>
                <a:path w="7527290" h="4352925">
                  <a:moveTo>
                    <a:pt x="4229341" y="1904707"/>
                  </a:moveTo>
                  <a:lnTo>
                    <a:pt x="4189742" y="1927593"/>
                  </a:lnTo>
                  <a:lnTo>
                    <a:pt x="4189476" y="1928850"/>
                  </a:lnTo>
                  <a:lnTo>
                    <a:pt x="4188853" y="1930031"/>
                  </a:lnTo>
                  <a:lnTo>
                    <a:pt x="4187291" y="1932940"/>
                  </a:lnTo>
                  <a:lnTo>
                    <a:pt x="4186339" y="1934730"/>
                  </a:lnTo>
                  <a:lnTo>
                    <a:pt x="4227322" y="1911057"/>
                  </a:lnTo>
                  <a:lnTo>
                    <a:pt x="4227804" y="1909533"/>
                  </a:lnTo>
                  <a:lnTo>
                    <a:pt x="4228592" y="1907057"/>
                  </a:lnTo>
                  <a:lnTo>
                    <a:pt x="4229341" y="1904707"/>
                  </a:lnTo>
                  <a:close/>
                </a:path>
                <a:path w="7527290" h="4352925">
                  <a:moveTo>
                    <a:pt x="4559414" y="1717903"/>
                  </a:moveTo>
                  <a:lnTo>
                    <a:pt x="4428375" y="1793621"/>
                  </a:lnTo>
                  <a:lnTo>
                    <a:pt x="4428731" y="1794675"/>
                  </a:lnTo>
                  <a:lnTo>
                    <a:pt x="4559198" y="1719300"/>
                  </a:lnTo>
                  <a:lnTo>
                    <a:pt x="4559414" y="1717903"/>
                  </a:lnTo>
                  <a:close/>
                </a:path>
                <a:path w="7527290" h="4352925">
                  <a:moveTo>
                    <a:pt x="4559503" y="1717370"/>
                  </a:moveTo>
                  <a:lnTo>
                    <a:pt x="4474159" y="1766138"/>
                  </a:lnTo>
                  <a:lnTo>
                    <a:pt x="4473867" y="1765287"/>
                  </a:lnTo>
                  <a:lnTo>
                    <a:pt x="4473346" y="1763712"/>
                  </a:lnTo>
                  <a:lnTo>
                    <a:pt x="4427258" y="1790344"/>
                  </a:lnTo>
                  <a:lnTo>
                    <a:pt x="4427791" y="1791919"/>
                  </a:lnTo>
                  <a:lnTo>
                    <a:pt x="4428375" y="1793621"/>
                  </a:lnTo>
                  <a:lnTo>
                    <a:pt x="4475924" y="1766138"/>
                  </a:lnTo>
                  <a:lnTo>
                    <a:pt x="4559414" y="1717903"/>
                  </a:lnTo>
                  <a:lnTo>
                    <a:pt x="4559503" y="1717370"/>
                  </a:lnTo>
                  <a:close/>
                </a:path>
                <a:path w="7527290" h="4352925">
                  <a:moveTo>
                    <a:pt x="4949990" y="1493507"/>
                  </a:moveTo>
                  <a:lnTo>
                    <a:pt x="4949964" y="1492211"/>
                  </a:lnTo>
                  <a:lnTo>
                    <a:pt x="4949926" y="1490129"/>
                  </a:lnTo>
                  <a:lnTo>
                    <a:pt x="4949901" y="1488325"/>
                  </a:lnTo>
                  <a:lnTo>
                    <a:pt x="4933556" y="1497761"/>
                  </a:lnTo>
                  <a:lnTo>
                    <a:pt x="4933594" y="1499577"/>
                  </a:lnTo>
                  <a:lnTo>
                    <a:pt x="4933620" y="1501648"/>
                  </a:lnTo>
                  <a:lnTo>
                    <a:pt x="4933645" y="1502943"/>
                  </a:lnTo>
                  <a:lnTo>
                    <a:pt x="4949990" y="1493507"/>
                  </a:lnTo>
                  <a:close/>
                </a:path>
                <a:path w="7527290" h="4352925">
                  <a:moveTo>
                    <a:pt x="5050180" y="1435608"/>
                  </a:moveTo>
                  <a:lnTo>
                    <a:pt x="5049532" y="1434680"/>
                  </a:lnTo>
                  <a:lnTo>
                    <a:pt x="5048478" y="1433169"/>
                  </a:lnTo>
                  <a:lnTo>
                    <a:pt x="5047577" y="1431874"/>
                  </a:lnTo>
                  <a:lnTo>
                    <a:pt x="5000180" y="1459268"/>
                  </a:lnTo>
                  <a:lnTo>
                    <a:pt x="5001082" y="1460563"/>
                  </a:lnTo>
                  <a:lnTo>
                    <a:pt x="5002136" y="1462062"/>
                  </a:lnTo>
                  <a:lnTo>
                    <a:pt x="5002796" y="1462989"/>
                  </a:lnTo>
                  <a:lnTo>
                    <a:pt x="5050180" y="1435608"/>
                  </a:lnTo>
                  <a:close/>
                </a:path>
                <a:path w="7527290" h="4352925">
                  <a:moveTo>
                    <a:pt x="5138852" y="1379131"/>
                  </a:moveTo>
                  <a:lnTo>
                    <a:pt x="5129339" y="1384630"/>
                  </a:lnTo>
                  <a:lnTo>
                    <a:pt x="5129835" y="1386141"/>
                  </a:lnTo>
                  <a:lnTo>
                    <a:pt x="5130419" y="1387932"/>
                  </a:lnTo>
                  <a:lnTo>
                    <a:pt x="5130774" y="1389037"/>
                  </a:lnTo>
                  <a:lnTo>
                    <a:pt x="5132044" y="1388313"/>
                  </a:lnTo>
                  <a:lnTo>
                    <a:pt x="5133746" y="1386001"/>
                  </a:lnTo>
                  <a:lnTo>
                    <a:pt x="5136502" y="1382293"/>
                  </a:lnTo>
                  <a:lnTo>
                    <a:pt x="5138852" y="1379131"/>
                  </a:lnTo>
                  <a:close/>
                </a:path>
                <a:path w="7527290" h="4352925">
                  <a:moveTo>
                    <a:pt x="5317947" y="1280896"/>
                  </a:moveTo>
                  <a:lnTo>
                    <a:pt x="5317566" y="1279779"/>
                  </a:lnTo>
                  <a:lnTo>
                    <a:pt x="5316956" y="1277988"/>
                  </a:lnTo>
                  <a:lnTo>
                    <a:pt x="5316448" y="1276502"/>
                  </a:lnTo>
                  <a:lnTo>
                    <a:pt x="5269014" y="1303909"/>
                  </a:lnTo>
                  <a:lnTo>
                    <a:pt x="5269522" y="1305407"/>
                  </a:lnTo>
                  <a:lnTo>
                    <a:pt x="5270119" y="1307198"/>
                  </a:lnTo>
                  <a:lnTo>
                    <a:pt x="5270487" y="1308315"/>
                  </a:lnTo>
                  <a:lnTo>
                    <a:pt x="5317947" y="1280896"/>
                  </a:lnTo>
                  <a:close/>
                </a:path>
                <a:path w="7527290" h="4352925">
                  <a:moveTo>
                    <a:pt x="5423281" y="1214767"/>
                  </a:moveTo>
                  <a:lnTo>
                    <a:pt x="5412600" y="1220927"/>
                  </a:lnTo>
                  <a:lnTo>
                    <a:pt x="5413095" y="1222425"/>
                  </a:lnTo>
                  <a:lnTo>
                    <a:pt x="5413680" y="1224241"/>
                  </a:lnTo>
                  <a:lnTo>
                    <a:pt x="5414048" y="1225372"/>
                  </a:lnTo>
                  <a:lnTo>
                    <a:pt x="5416435" y="1223987"/>
                  </a:lnTo>
                  <a:lnTo>
                    <a:pt x="5418175" y="1221638"/>
                  </a:lnTo>
                  <a:lnTo>
                    <a:pt x="5420969" y="1217866"/>
                  </a:lnTo>
                  <a:lnTo>
                    <a:pt x="5423281" y="1214767"/>
                  </a:lnTo>
                  <a:close/>
                </a:path>
                <a:path w="7527290" h="4352925">
                  <a:moveTo>
                    <a:pt x="5601640" y="1116977"/>
                  </a:moveTo>
                  <a:lnTo>
                    <a:pt x="5601259" y="1115847"/>
                  </a:lnTo>
                  <a:lnTo>
                    <a:pt x="5600636" y="1114031"/>
                  </a:lnTo>
                  <a:lnTo>
                    <a:pt x="5600141" y="1112558"/>
                  </a:lnTo>
                  <a:lnTo>
                    <a:pt x="5552275" y="1140218"/>
                  </a:lnTo>
                  <a:lnTo>
                    <a:pt x="5552770" y="1141691"/>
                  </a:lnTo>
                  <a:lnTo>
                    <a:pt x="5553367" y="1143508"/>
                  </a:lnTo>
                  <a:lnTo>
                    <a:pt x="5553748" y="1144651"/>
                  </a:lnTo>
                  <a:lnTo>
                    <a:pt x="5601640" y="1116977"/>
                  </a:lnTo>
                  <a:close/>
                </a:path>
                <a:path w="7527290" h="4352925">
                  <a:moveTo>
                    <a:pt x="5934189" y="923455"/>
                  </a:moveTo>
                  <a:lnTo>
                    <a:pt x="5848807" y="972134"/>
                  </a:lnTo>
                  <a:lnTo>
                    <a:pt x="5848375" y="970838"/>
                  </a:lnTo>
                  <a:lnTo>
                    <a:pt x="5847905" y="969378"/>
                  </a:lnTo>
                  <a:lnTo>
                    <a:pt x="5802503" y="995616"/>
                  </a:lnTo>
                  <a:lnTo>
                    <a:pt x="5802985" y="997077"/>
                  </a:lnTo>
                  <a:lnTo>
                    <a:pt x="5803595" y="998918"/>
                  </a:lnTo>
                  <a:lnTo>
                    <a:pt x="5849925" y="972134"/>
                  </a:lnTo>
                  <a:lnTo>
                    <a:pt x="5934189" y="923455"/>
                  </a:lnTo>
                  <a:close/>
                </a:path>
                <a:path w="7527290" h="4352925">
                  <a:moveTo>
                    <a:pt x="5934189" y="923455"/>
                  </a:moveTo>
                  <a:lnTo>
                    <a:pt x="5803595" y="998918"/>
                  </a:lnTo>
                  <a:lnTo>
                    <a:pt x="5803976" y="1000074"/>
                  </a:lnTo>
                  <a:lnTo>
                    <a:pt x="5933948" y="924966"/>
                  </a:lnTo>
                  <a:lnTo>
                    <a:pt x="5934189" y="923455"/>
                  </a:lnTo>
                  <a:close/>
                </a:path>
                <a:path w="7527290" h="4352925">
                  <a:moveTo>
                    <a:pt x="6163399" y="792391"/>
                  </a:moveTo>
                  <a:lnTo>
                    <a:pt x="6162992" y="791235"/>
                  </a:lnTo>
                  <a:lnTo>
                    <a:pt x="6162332" y="789368"/>
                  </a:lnTo>
                  <a:lnTo>
                    <a:pt x="6161837" y="787971"/>
                  </a:lnTo>
                  <a:lnTo>
                    <a:pt x="6125896" y="808736"/>
                  </a:lnTo>
                  <a:lnTo>
                    <a:pt x="6126378" y="810145"/>
                  </a:lnTo>
                  <a:lnTo>
                    <a:pt x="6127013" y="812012"/>
                  </a:lnTo>
                  <a:lnTo>
                    <a:pt x="6127420" y="813181"/>
                  </a:lnTo>
                  <a:lnTo>
                    <a:pt x="6163399" y="792391"/>
                  </a:lnTo>
                  <a:close/>
                </a:path>
                <a:path w="7527290" h="4352925">
                  <a:moveTo>
                    <a:pt x="6248184" y="743407"/>
                  </a:moveTo>
                  <a:lnTo>
                    <a:pt x="6246952" y="742708"/>
                  </a:lnTo>
                  <a:lnTo>
                    <a:pt x="6244983" y="741603"/>
                  </a:lnTo>
                  <a:lnTo>
                    <a:pt x="6243510" y="740778"/>
                  </a:lnTo>
                  <a:lnTo>
                    <a:pt x="6191301" y="770940"/>
                  </a:lnTo>
                  <a:lnTo>
                    <a:pt x="6192685" y="771829"/>
                  </a:lnTo>
                  <a:lnTo>
                    <a:pt x="6194514" y="773010"/>
                  </a:lnTo>
                  <a:lnTo>
                    <a:pt x="6195669" y="773747"/>
                  </a:lnTo>
                  <a:lnTo>
                    <a:pt x="6248184" y="743407"/>
                  </a:lnTo>
                  <a:close/>
                </a:path>
                <a:path w="7527290" h="4352925">
                  <a:moveTo>
                    <a:pt x="6345860" y="686968"/>
                  </a:moveTo>
                  <a:lnTo>
                    <a:pt x="6345453" y="685787"/>
                  </a:lnTo>
                  <a:lnTo>
                    <a:pt x="6344818" y="683895"/>
                  </a:lnTo>
                  <a:lnTo>
                    <a:pt x="6344336" y="682498"/>
                  </a:lnTo>
                  <a:lnTo>
                    <a:pt x="6309322" y="702741"/>
                  </a:lnTo>
                  <a:lnTo>
                    <a:pt x="6309817" y="704126"/>
                  </a:lnTo>
                  <a:lnTo>
                    <a:pt x="6310477" y="706005"/>
                  </a:lnTo>
                  <a:lnTo>
                    <a:pt x="6310884" y="707174"/>
                  </a:lnTo>
                  <a:lnTo>
                    <a:pt x="6345860" y="686968"/>
                  </a:lnTo>
                  <a:close/>
                </a:path>
                <a:path w="7527290" h="4352925">
                  <a:moveTo>
                    <a:pt x="6403975" y="651967"/>
                  </a:moveTo>
                  <a:lnTo>
                    <a:pt x="6399771" y="654456"/>
                  </a:lnTo>
                  <a:lnTo>
                    <a:pt x="6400139" y="655612"/>
                  </a:lnTo>
                  <a:lnTo>
                    <a:pt x="6402133" y="654456"/>
                  </a:lnTo>
                  <a:lnTo>
                    <a:pt x="6403975" y="651967"/>
                  </a:lnTo>
                  <a:close/>
                </a:path>
                <a:path w="7527290" h="4352925">
                  <a:moveTo>
                    <a:pt x="6409080" y="645096"/>
                  </a:moveTo>
                  <a:lnTo>
                    <a:pt x="6398679" y="651103"/>
                  </a:lnTo>
                  <a:lnTo>
                    <a:pt x="6399136" y="652500"/>
                  </a:lnTo>
                  <a:lnTo>
                    <a:pt x="6399758" y="654405"/>
                  </a:lnTo>
                  <a:lnTo>
                    <a:pt x="6403975" y="651967"/>
                  </a:lnTo>
                  <a:lnTo>
                    <a:pt x="6406921" y="648004"/>
                  </a:lnTo>
                  <a:lnTo>
                    <a:pt x="6409080" y="645096"/>
                  </a:lnTo>
                  <a:close/>
                </a:path>
                <a:path w="7527290" h="4352925">
                  <a:moveTo>
                    <a:pt x="6586156" y="548132"/>
                  </a:moveTo>
                  <a:lnTo>
                    <a:pt x="6585750" y="546925"/>
                  </a:lnTo>
                  <a:lnTo>
                    <a:pt x="6585102" y="545007"/>
                  </a:lnTo>
                  <a:lnTo>
                    <a:pt x="6584645" y="543636"/>
                  </a:lnTo>
                  <a:lnTo>
                    <a:pt x="6538354" y="570382"/>
                  </a:lnTo>
                  <a:lnTo>
                    <a:pt x="6538811" y="571766"/>
                  </a:lnTo>
                  <a:lnTo>
                    <a:pt x="6539446" y="573684"/>
                  </a:lnTo>
                  <a:lnTo>
                    <a:pt x="6539852" y="574890"/>
                  </a:lnTo>
                  <a:lnTo>
                    <a:pt x="6586156" y="548132"/>
                  </a:lnTo>
                  <a:close/>
                </a:path>
                <a:path w="7527290" h="4352925">
                  <a:moveTo>
                    <a:pt x="6800164" y="424484"/>
                  </a:moveTo>
                  <a:lnTo>
                    <a:pt x="6799745" y="423265"/>
                  </a:lnTo>
                  <a:lnTo>
                    <a:pt x="6799085" y="421335"/>
                  </a:lnTo>
                  <a:lnTo>
                    <a:pt x="6798615" y="419989"/>
                  </a:lnTo>
                  <a:lnTo>
                    <a:pt x="6750723" y="447662"/>
                  </a:lnTo>
                  <a:lnTo>
                    <a:pt x="6751180" y="449021"/>
                  </a:lnTo>
                  <a:lnTo>
                    <a:pt x="6751828" y="450951"/>
                  </a:lnTo>
                  <a:lnTo>
                    <a:pt x="6752247" y="452170"/>
                  </a:lnTo>
                  <a:lnTo>
                    <a:pt x="6800164" y="424484"/>
                  </a:lnTo>
                  <a:close/>
                </a:path>
                <a:path w="7527290" h="4352925">
                  <a:moveTo>
                    <a:pt x="6926720" y="351358"/>
                  </a:moveTo>
                  <a:lnTo>
                    <a:pt x="6926313" y="350126"/>
                  </a:lnTo>
                  <a:lnTo>
                    <a:pt x="6925678" y="348170"/>
                  </a:lnTo>
                  <a:lnTo>
                    <a:pt x="6925234" y="346811"/>
                  </a:lnTo>
                  <a:lnTo>
                    <a:pt x="6876097" y="375208"/>
                  </a:lnTo>
                  <a:lnTo>
                    <a:pt x="6876440" y="376618"/>
                  </a:lnTo>
                  <a:lnTo>
                    <a:pt x="6876936" y="378650"/>
                  </a:lnTo>
                  <a:lnTo>
                    <a:pt x="6877253" y="379933"/>
                  </a:lnTo>
                  <a:lnTo>
                    <a:pt x="6926720" y="351358"/>
                  </a:lnTo>
                  <a:close/>
                </a:path>
                <a:path w="7527290" h="4352925">
                  <a:moveTo>
                    <a:pt x="7144474" y="225539"/>
                  </a:moveTo>
                  <a:lnTo>
                    <a:pt x="7143915" y="224370"/>
                  </a:lnTo>
                  <a:lnTo>
                    <a:pt x="7143039" y="222529"/>
                  </a:lnTo>
                  <a:lnTo>
                    <a:pt x="7142442" y="221297"/>
                  </a:lnTo>
                  <a:lnTo>
                    <a:pt x="7093153" y="249783"/>
                  </a:lnTo>
                  <a:lnTo>
                    <a:pt x="7093775" y="251015"/>
                  </a:lnTo>
                  <a:lnTo>
                    <a:pt x="7094677" y="252831"/>
                  </a:lnTo>
                  <a:lnTo>
                    <a:pt x="7095249" y="253974"/>
                  </a:lnTo>
                  <a:lnTo>
                    <a:pt x="7144474" y="225539"/>
                  </a:lnTo>
                  <a:close/>
                </a:path>
                <a:path w="7527290" h="4352925">
                  <a:moveTo>
                    <a:pt x="7344600" y="109905"/>
                  </a:moveTo>
                  <a:lnTo>
                    <a:pt x="7344156" y="108661"/>
                  </a:lnTo>
                  <a:lnTo>
                    <a:pt x="7343457" y="106692"/>
                  </a:lnTo>
                  <a:lnTo>
                    <a:pt x="7343000" y="105397"/>
                  </a:lnTo>
                  <a:lnTo>
                    <a:pt x="7307059" y="126161"/>
                  </a:lnTo>
                  <a:lnTo>
                    <a:pt x="7307504" y="127469"/>
                  </a:lnTo>
                  <a:lnTo>
                    <a:pt x="7308177" y="129451"/>
                  </a:lnTo>
                  <a:lnTo>
                    <a:pt x="7308609" y="130695"/>
                  </a:lnTo>
                  <a:lnTo>
                    <a:pt x="7344600" y="109905"/>
                  </a:lnTo>
                  <a:close/>
                </a:path>
                <a:path w="7527290" h="4352925">
                  <a:moveTo>
                    <a:pt x="7428992" y="61150"/>
                  </a:moveTo>
                  <a:lnTo>
                    <a:pt x="7427696" y="60375"/>
                  </a:lnTo>
                  <a:lnTo>
                    <a:pt x="7425664" y="59169"/>
                  </a:lnTo>
                  <a:lnTo>
                    <a:pt x="7424344" y="58394"/>
                  </a:lnTo>
                  <a:lnTo>
                    <a:pt x="7372578" y="88303"/>
                  </a:lnTo>
                  <a:lnTo>
                    <a:pt x="7373848" y="89128"/>
                  </a:lnTo>
                  <a:lnTo>
                    <a:pt x="7375804" y="90373"/>
                  </a:lnTo>
                  <a:lnTo>
                    <a:pt x="7377036" y="91160"/>
                  </a:lnTo>
                  <a:lnTo>
                    <a:pt x="7428992" y="61150"/>
                  </a:lnTo>
                  <a:close/>
                </a:path>
                <a:path w="7527290" h="4352925">
                  <a:moveTo>
                    <a:pt x="7526922" y="4559"/>
                  </a:moveTo>
                  <a:lnTo>
                    <a:pt x="7526502" y="3289"/>
                  </a:lnTo>
                  <a:lnTo>
                    <a:pt x="7525829" y="1282"/>
                  </a:lnTo>
                  <a:lnTo>
                    <a:pt x="7525385" y="0"/>
                  </a:lnTo>
                  <a:lnTo>
                    <a:pt x="7490498" y="20167"/>
                  </a:lnTo>
                  <a:lnTo>
                    <a:pt x="7490942" y="21450"/>
                  </a:lnTo>
                  <a:lnTo>
                    <a:pt x="7491641" y="23431"/>
                  </a:lnTo>
                  <a:lnTo>
                    <a:pt x="7492073" y="24688"/>
                  </a:lnTo>
                  <a:lnTo>
                    <a:pt x="7526922" y="4559"/>
                  </a:lnTo>
                  <a:close/>
                </a:path>
              </a:pathLst>
            </a:custGeom>
            <a:solidFill>
              <a:srgbClr val="303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14971" y="990891"/>
              <a:ext cx="7527290" cy="4351655"/>
            </a:xfrm>
            <a:custGeom>
              <a:avLst/>
              <a:gdLst/>
              <a:ahLst/>
              <a:cxnLst/>
              <a:rect l="l" t="t" r="r" b="b"/>
              <a:pathLst>
                <a:path w="7527290" h="4351655">
                  <a:moveTo>
                    <a:pt x="36360" y="4331157"/>
                  </a:moveTo>
                  <a:lnTo>
                    <a:pt x="35623" y="4329188"/>
                  </a:lnTo>
                  <a:lnTo>
                    <a:pt x="35153" y="4327918"/>
                  </a:lnTo>
                  <a:lnTo>
                    <a:pt x="0" y="4348238"/>
                  </a:lnTo>
                  <a:lnTo>
                    <a:pt x="431" y="4349534"/>
                  </a:lnTo>
                  <a:lnTo>
                    <a:pt x="1092" y="4351528"/>
                  </a:lnTo>
                  <a:lnTo>
                    <a:pt x="36360" y="4331157"/>
                  </a:lnTo>
                  <a:close/>
                </a:path>
                <a:path w="7527290" h="4351655">
                  <a:moveTo>
                    <a:pt x="104724" y="4291647"/>
                  </a:moveTo>
                  <a:lnTo>
                    <a:pt x="103327" y="4290085"/>
                  </a:lnTo>
                  <a:lnTo>
                    <a:pt x="102400" y="4289069"/>
                  </a:lnTo>
                  <a:lnTo>
                    <a:pt x="59753" y="4313707"/>
                  </a:lnTo>
                  <a:lnTo>
                    <a:pt x="60655" y="4314736"/>
                  </a:lnTo>
                  <a:lnTo>
                    <a:pt x="62064" y="4316311"/>
                  </a:lnTo>
                  <a:lnTo>
                    <a:pt x="104724" y="4291647"/>
                  </a:lnTo>
                  <a:close/>
                </a:path>
                <a:path w="7527290" h="4351655">
                  <a:moveTo>
                    <a:pt x="180073" y="4244187"/>
                  </a:moveTo>
                  <a:lnTo>
                    <a:pt x="160020" y="4255770"/>
                  </a:lnTo>
                  <a:lnTo>
                    <a:pt x="159994" y="4257345"/>
                  </a:lnTo>
                  <a:lnTo>
                    <a:pt x="159956" y="4259745"/>
                  </a:lnTo>
                  <a:lnTo>
                    <a:pt x="180035" y="4248137"/>
                  </a:lnTo>
                  <a:lnTo>
                    <a:pt x="180060" y="4245762"/>
                  </a:lnTo>
                  <a:lnTo>
                    <a:pt x="180073" y="4244187"/>
                  </a:lnTo>
                  <a:close/>
                </a:path>
                <a:path w="7527290" h="4351655">
                  <a:moveTo>
                    <a:pt x="256006" y="4204246"/>
                  </a:moveTo>
                  <a:lnTo>
                    <a:pt x="255346" y="4202265"/>
                  </a:lnTo>
                  <a:lnTo>
                    <a:pt x="254901" y="4200956"/>
                  </a:lnTo>
                  <a:lnTo>
                    <a:pt x="210261" y="4226750"/>
                  </a:lnTo>
                  <a:lnTo>
                    <a:pt x="210705" y="4228058"/>
                  </a:lnTo>
                  <a:lnTo>
                    <a:pt x="211366" y="4230040"/>
                  </a:lnTo>
                  <a:lnTo>
                    <a:pt x="256006" y="4204246"/>
                  </a:lnTo>
                  <a:close/>
                </a:path>
                <a:path w="7527290" h="4351655">
                  <a:moveTo>
                    <a:pt x="560260" y="4024515"/>
                  </a:moveTo>
                  <a:lnTo>
                    <a:pt x="430377" y="4099560"/>
                  </a:lnTo>
                  <a:lnTo>
                    <a:pt x="430822" y="4100906"/>
                  </a:lnTo>
                  <a:lnTo>
                    <a:pt x="431469" y="4102862"/>
                  </a:lnTo>
                  <a:lnTo>
                    <a:pt x="559625" y="4028808"/>
                  </a:lnTo>
                  <a:lnTo>
                    <a:pt x="560006" y="4026268"/>
                  </a:lnTo>
                  <a:lnTo>
                    <a:pt x="560260" y="4024515"/>
                  </a:lnTo>
                  <a:close/>
                </a:path>
                <a:path w="7527290" h="4351655">
                  <a:moveTo>
                    <a:pt x="771232" y="3906545"/>
                  </a:moveTo>
                  <a:lnTo>
                    <a:pt x="770585" y="3904627"/>
                  </a:lnTo>
                  <a:lnTo>
                    <a:pt x="770128" y="3903256"/>
                  </a:lnTo>
                  <a:lnTo>
                    <a:pt x="723277" y="3930332"/>
                  </a:lnTo>
                  <a:lnTo>
                    <a:pt x="723734" y="3931691"/>
                  </a:lnTo>
                  <a:lnTo>
                    <a:pt x="724369" y="3933621"/>
                  </a:lnTo>
                  <a:lnTo>
                    <a:pt x="771232" y="3906545"/>
                  </a:lnTo>
                  <a:close/>
                </a:path>
                <a:path w="7527290" h="4351655">
                  <a:moveTo>
                    <a:pt x="869937" y="3845585"/>
                  </a:moveTo>
                  <a:lnTo>
                    <a:pt x="828903" y="3869296"/>
                  </a:lnTo>
                  <a:lnTo>
                    <a:pt x="827633" y="3871671"/>
                  </a:lnTo>
                  <a:lnTo>
                    <a:pt x="825830" y="3874998"/>
                  </a:lnTo>
                  <a:lnTo>
                    <a:pt x="866698" y="3851389"/>
                  </a:lnTo>
                  <a:lnTo>
                    <a:pt x="868641" y="3847973"/>
                  </a:lnTo>
                  <a:lnTo>
                    <a:pt x="869861" y="3845826"/>
                  </a:lnTo>
                  <a:lnTo>
                    <a:pt x="869937" y="3845585"/>
                  </a:lnTo>
                  <a:close/>
                </a:path>
                <a:path w="7527290" h="4351655">
                  <a:moveTo>
                    <a:pt x="1031735" y="3753751"/>
                  </a:moveTo>
                  <a:lnTo>
                    <a:pt x="1031405" y="3752291"/>
                  </a:lnTo>
                  <a:lnTo>
                    <a:pt x="981659" y="3781031"/>
                  </a:lnTo>
                  <a:lnTo>
                    <a:pt x="982040" y="3782466"/>
                  </a:lnTo>
                  <a:lnTo>
                    <a:pt x="1031735" y="3753751"/>
                  </a:lnTo>
                  <a:close/>
                </a:path>
                <a:path w="7527290" h="4351655">
                  <a:moveTo>
                    <a:pt x="1032243" y="3755733"/>
                  </a:moveTo>
                  <a:lnTo>
                    <a:pt x="1031773" y="3753739"/>
                  </a:lnTo>
                  <a:lnTo>
                    <a:pt x="982040" y="3782466"/>
                  </a:lnTo>
                  <a:lnTo>
                    <a:pt x="982548" y="3784447"/>
                  </a:lnTo>
                  <a:lnTo>
                    <a:pt x="1032243" y="3755733"/>
                  </a:lnTo>
                  <a:close/>
                </a:path>
                <a:path w="7527290" h="4351655">
                  <a:moveTo>
                    <a:pt x="1354797" y="3569373"/>
                  </a:moveTo>
                  <a:lnTo>
                    <a:pt x="1354175" y="3567493"/>
                  </a:lnTo>
                  <a:lnTo>
                    <a:pt x="1353693" y="3566071"/>
                  </a:lnTo>
                  <a:lnTo>
                    <a:pt x="1306677" y="3593249"/>
                  </a:lnTo>
                  <a:lnTo>
                    <a:pt x="1307147" y="3594658"/>
                  </a:lnTo>
                  <a:lnTo>
                    <a:pt x="1307782" y="3596538"/>
                  </a:lnTo>
                  <a:lnTo>
                    <a:pt x="1354797" y="3569373"/>
                  </a:lnTo>
                  <a:close/>
                </a:path>
                <a:path w="7527290" h="4351655">
                  <a:moveTo>
                    <a:pt x="1698002" y="3371062"/>
                  </a:moveTo>
                  <a:lnTo>
                    <a:pt x="1697393" y="3369221"/>
                  </a:lnTo>
                  <a:lnTo>
                    <a:pt x="1696897" y="3367773"/>
                  </a:lnTo>
                  <a:lnTo>
                    <a:pt x="1650022" y="3394862"/>
                  </a:lnTo>
                  <a:lnTo>
                    <a:pt x="1650504" y="3396310"/>
                  </a:lnTo>
                  <a:lnTo>
                    <a:pt x="1651127" y="3398151"/>
                  </a:lnTo>
                  <a:lnTo>
                    <a:pt x="1698002" y="3371062"/>
                  </a:lnTo>
                  <a:close/>
                </a:path>
                <a:path w="7527290" h="4351655">
                  <a:moveTo>
                    <a:pt x="1805254" y="3305162"/>
                  </a:moveTo>
                  <a:lnTo>
                    <a:pt x="1762404" y="3329927"/>
                  </a:lnTo>
                  <a:lnTo>
                    <a:pt x="1761401" y="3332251"/>
                  </a:lnTo>
                  <a:lnTo>
                    <a:pt x="1760131" y="3335159"/>
                  </a:lnTo>
                  <a:lnTo>
                    <a:pt x="1804009" y="3309823"/>
                  </a:lnTo>
                  <a:lnTo>
                    <a:pt x="1804695" y="3307232"/>
                  </a:lnTo>
                  <a:lnTo>
                    <a:pt x="1805254" y="3305162"/>
                  </a:lnTo>
                  <a:close/>
                </a:path>
                <a:path w="7527290" h="4351655">
                  <a:moveTo>
                    <a:pt x="1915071" y="3245650"/>
                  </a:moveTo>
                  <a:lnTo>
                    <a:pt x="1914461" y="3243821"/>
                  </a:lnTo>
                  <a:lnTo>
                    <a:pt x="1913966" y="3242348"/>
                  </a:lnTo>
                  <a:lnTo>
                    <a:pt x="1864385" y="3270999"/>
                  </a:lnTo>
                  <a:lnTo>
                    <a:pt x="1864766" y="3272536"/>
                  </a:lnTo>
                  <a:lnTo>
                    <a:pt x="1865249" y="3274428"/>
                  </a:lnTo>
                  <a:lnTo>
                    <a:pt x="1915071" y="3245650"/>
                  </a:lnTo>
                  <a:close/>
                </a:path>
                <a:path w="7527290" h="4351655">
                  <a:moveTo>
                    <a:pt x="2133498" y="3119437"/>
                  </a:moveTo>
                  <a:lnTo>
                    <a:pt x="2132698" y="3117761"/>
                  </a:lnTo>
                  <a:lnTo>
                    <a:pt x="2132025" y="3116351"/>
                  </a:lnTo>
                  <a:lnTo>
                    <a:pt x="2081415" y="3145599"/>
                  </a:lnTo>
                  <a:lnTo>
                    <a:pt x="2082088" y="3146983"/>
                  </a:lnTo>
                  <a:lnTo>
                    <a:pt x="2082914" y="3148673"/>
                  </a:lnTo>
                  <a:lnTo>
                    <a:pt x="2133498" y="3119437"/>
                  </a:lnTo>
                  <a:close/>
                </a:path>
                <a:path w="7527290" h="4351655">
                  <a:moveTo>
                    <a:pt x="2307259" y="3019044"/>
                  </a:moveTo>
                  <a:lnTo>
                    <a:pt x="2306663" y="3017253"/>
                  </a:lnTo>
                  <a:lnTo>
                    <a:pt x="2306155" y="3015742"/>
                  </a:lnTo>
                  <a:lnTo>
                    <a:pt x="2258060" y="3043542"/>
                  </a:lnTo>
                  <a:lnTo>
                    <a:pt x="2258580" y="3045041"/>
                  </a:lnTo>
                  <a:lnTo>
                    <a:pt x="2259203" y="3046806"/>
                  </a:lnTo>
                  <a:lnTo>
                    <a:pt x="2307259" y="3019044"/>
                  </a:lnTo>
                  <a:close/>
                </a:path>
                <a:path w="7527290" h="4351655">
                  <a:moveTo>
                    <a:pt x="2479979" y="2919234"/>
                  </a:moveTo>
                  <a:lnTo>
                    <a:pt x="2479383" y="2917482"/>
                  </a:lnTo>
                  <a:lnTo>
                    <a:pt x="2478862" y="2915958"/>
                  </a:lnTo>
                  <a:lnTo>
                    <a:pt x="2431516" y="2943314"/>
                  </a:lnTo>
                  <a:lnTo>
                    <a:pt x="2432024" y="2944838"/>
                  </a:lnTo>
                  <a:lnTo>
                    <a:pt x="2432621" y="2946603"/>
                  </a:lnTo>
                  <a:lnTo>
                    <a:pt x="2479979" y="2919234"/>
                  </a:lnTo>
                  <a:close/>
                </a:path>
                <a:path w="7527290" h="4351655">
                  <a:moveTo>
                    <a:pt x="2702115" y="2790901"/>
                  </a:moveTo>
                  <a:lnTo>
                    <a:pt x="2701531" y="2789148"/>
                  </a:lnTo>
                  <a:lnTo>
                    <a:pt x="2701010" y="2787599"/>
                  </a:lnTo>
                  <a:lnTo>
                    <a:pt x="2654160" y="2814675"/>
                  </a:lnTo>
                  <a:lnTo>
                    <a:pt x="2654668" y="2816225"/>
                  </a:lnTo>
                  <a:lnTo>
                    <a:pt x="2655252" y="2817965"/>
                  </a:lnTo>
                  <a:lnTo>
                    <a:pt x="2702115" y="2790901"/>
                  </a:lnTo>
                  <a:close/>
                </a:path>
                <a:path w="7527290" h="4351655">
                  <a:moveTo>
                    <a:pt x="2800896" y="2729890"/>
                  </a:moveTo>
                  <a:lnTo>
                    <a:pt x="2759189" y="2753995"/>
                  </a:lnTo>
                  <a:lnTo>
                    <a:pt x="2757830" y="2756624"/>
                  </a:lnTo>
                  <a:lnTo>
                    <a:pt x="2756319" y="2759583"/>
                  </a:lnTo>
                  <a:lnTo>
                    <a:pt x="2797695" y="2735669"/>
                  </a:lnTo>
                  <a:lnTo>
                    <a:pt x="2799448" y="2732582"/>
                  </a:lnTo>
                  <a:lnTo>
                    <a:pt x="2800781" y="2730258"/>
                  </a:lnTo>
                  <a:lnTo>
                    <a:pt x="2800896" y="2729890"/>
                  </a:lnTo>
                  <a:close/>
                </a:path>
                <a:path w="7527290" h="4351655">
                  <a:moveTo>
                    <a:pt x="3226955" y="2487638"/>
                  </a:moveTo>
                  <a:lnTo>
                    <a:pt x="3225927" y="2486215"/>
                  </a:lnTo>
                  <a:lnTo>
                    <a:pt x="3224949" y="2484869"/>
                  </a:lnTo>
                  <a:lnTo>
                    <a:pt x="3176536" y="2512847"/>
                  </a:lnTo>
                  <a:lnTo>
                    <a:pt x="3177552" y="2514155"/>
                  </a:lnTo>
                  <a:lnTo>
                    <a:pt x="3178632" y="2515565"/>
                  </a:lnTo>
                  <a:lnTo>
                    <a:pt x="3226955" y="2487638"/>
                  </a:lnTo>
                  <a:close/>
                </a:path>
                <a:path w="7527290" h="4351655">
                  <a:moveTo>
                    <a:pt x="3308400" y="2436660"/>
                  </a:moveTo>
                  <a:lnTo>
                    <a:pt x="3284105" y="2450693"/>
                  </a:lnTo>
                  <a:lnTo>
                    <a:pt x="3284080" y="2452624"/>
                  </a:lnTo>
                  <a:lnTo>
                    <a:pt x="3284080" y="2454643"/>
                  </a:lnTo>
                  <a:lnTo>
                    <a:pt x="3308223" y="2440686"/>
                  </a:lnTo>
                  <a:lnTo>
                    <a:pt x="3308312" y="2438616"/>
                  </a:lnTo>
                  <a:lnTo>
                    <a:pt x="3308400" y="2436660"/>
                  </a:lnTo>
                  <a:close/>
                </a:path>
                <a:path w="7527290" h="4351655">
                  <a:moveTo>
                    <a:pt x="3444583" y="2361895"/>
                  </a:moveTo>
                  <a:lnTo>
                    <a:pt x="3444024" y="2360218"/>
                  </a:lnTo>
                  <a:lnTo>
                    <a:pt x="3443490" y="2358606"/>
                  </a:lnTo>
                  <a:lnTo>
                    <a:pt x="3393338" y="2387574"/>
                  </a:lnTo>
                  <a:lnTo>
                    <a:pt x="3393757" y="2389263"/>
                  </a:lnTo>
                  <a:lnTo>
                    <a:pt x="3394189" y="2391016"/>
                  </a:lnTo>
                  <a:lnTo>
                    <a:pt x="3444583" y="2361895"/>
                  </a:lnTo>
                  <a:close/>
                </a:path>
                <a:path w="7527290" h="4351655">
                  <a:moveTo>
                    <a:pt x="3662159" y="2236178"/>
                  </a:moveTo>
                  <a:lnTo>
                    <a:pt x="3661435" y="2234628"/>
                  </a:lnTo>
                  <a:lnTo>
                    <a:pt x="3660711" y="2233091"/>
                  </a:lnTo>
                  <a:lnTo>
                    <a:pt x="3611448" y="2261552"/>
                  </a:lnTo>
                  <a:lnTo>
                    <a:pt x="3612197" y="2263076"/>
                  </a:lnTo>
                  <a:lnTo>
                    <a:pt x="3612946" y="2264626"/>
                  </a:lnTo>
                  <a:lnTo>
                    <a:pt x="3662159" y="2236178"/>
                  </a:lnTo>
                  <a:close/>
                </a:path>
                <a:path w="7527290" h="4351655">
                  <a:moveTo>
                    <a:pt x="3877653" y="2111679"/>
                  </a:moveTo>
                  <a:lnTo>
                    <a:pt x="3877094" y="2110041"/>
                  </a:lnTo>
                  <a:lnTo>
                    <a:pt x="3876535" y="2108390"/>
                  </a:lnTo>
                  <a:lnTo>
                    <a:pt x="3828961" y="2135886"/>
                  </a:lnTo>
                  <a:lnTo>
                    <a:pt x="3829507" y="2137537"/>
                  </a:lnTo>
                  <a:lnTo>
                    <a:pt x="3830053" y="2139175"/>
                  </a:lnTo>
                  <a:lnTo>
                    <a:pt x="3877653" y="2111679"/>
                  </a:lnTo>
                  <a:close/>
                </a:path>
                <a:path w="7527290" h="4351655">
                  <a:moveTo>
                    <a:pt x="4126954" y="1967636"/>
                  </a:moveTo>
                  <a:lnTo>
                    <a:pt x="4126407" y="1966023"/>
                  </a:lnTo>
                  <a:lnTo>
                    <a:pt x="4125849" y="1964334"/>
                  </a:lnTo>
                  <a:lnTo>
                    <a:pt x="4078998" y="1991410"/>
                  </a:lnTo>
                  <a:lnTo>
                    <a:pt x="4079557" y="1993087"/>
                  </a:lnTo>
                  <a:lnTo>
                    <a:pt x="4080091" y="1994700"/>
                  </a:lnTo>
                  <a:lnTo>
                    <a:pt x="4126954" y="1967636"/>
                  </a:lnTo>
                  <a:close/>
                </a:path>
                <a:path w="7527290" h="4351655">
                  <a:moveTo>
                    <a:pt x="4225963" y="1906498"/>
                  </a:moveTo>
                  <a:lnTo>
                    <a:pt x="4184980" y="1930171"/>
                  </a:lnTo>
                  <a:lnTo>
                    <a:pt x="4183418" y="1933092"/>
                  </a:lnTo>
                  <a:lnTo>
                    <a:pt x="4181945" y="1935861"/>
                  </a:lnTo>
                  <a:lnTo>
                    <a:pt x="4222928" y="1912175"/>
                  </a:lnTo>
                  <a:lnTo>
                    <a:pt x="4224540" y="1909330"/>
                  </a:lnTo>
                  <a:lnTo>
                    <a:pt x="4225722" y="1907273"/>
                  </a:lnTo>
                  <a:lnTo>
                    <a:pt x="4225963" y="1906498"/>
                  </a:lnTo>
                  <a:close/>
                </a:path>
                <a:path w="7527290" h="4351655">
                  <a:moveTo>
                    <a:pt x="4557839" y="1714741"/>
                  </a:moveTo>
                  <a:lnTo>
                    <a:pt x="4427372" y="1790115"/>
                  </a:lnTo>
                  <a:lnTo>
                    <a:pt x="4427956" y="1791817"/>
                  </a:lnTo>
                  <a:lnTo>
                    <a:pt x="4428490" y="1793405"/>
                  </a:lnTo>
                  <a:lnTo>
                    <a:pt x="4557179" y="1719046"/>
                  </a:lnTo>
                  <a:lnTo>
                    <a:pt x="4557496" y="1716989"/>
                  </a:lnTo>
                  <a:lnTo>
                    <a:pt x="4557839" y="1714741"/>
                  </a:lnTo>
                  <a:close/>
                </a:path>
                <a:path w="7527290" h="4351655">
                  <a:moveTo>
                    <a:pt x="4948694" y="1492834"/>
                  </a:moveTo>
                  <a:lnTo>
                    <a:pt x="4948656" y="1491018"/>
                  </a:lnTo>
                  <a:lnTo>
                    <a:pt x="4948631" y="1488948"/>
                  </a:lnTo>
                  <a:lnTo>
                    <a:pt x="4932286" y="1498384"/>
                  </a:lnTo>
                  <a:lnTo>
                    <a:pt x="4932324" y="1500454"/>
                  </a:lnTo>
                  <a:lnTo>
                    <a:pt x="4932350" y="1502270"/>
                  </a:lnTo>
                  <a:lnTo>
                    <a:pt x="4948694" y="1492834"/>
                  </a:lnTo>
                  <a:close/>
                </a:path>
                <a:path w="7527290" h="4351655">
                  <a:moveTo>
                    <a:pt x="5050764" y="1433855"/>
                  </a:moveTo>
                  <a:lnTo>
                    <a:pt x="5049863" y="1432560"/>
                  </a:lnTo>
                  <a:lnTo>
                    <a:pt x="5048821" y="1431048"/>
                  </a:lnTo>
                  <a:lnTo>
                    <a:pt x="5001438" y="1458429"/>
                  </a:lnTo>
                  <a:lnTo>
                    <a:pt x="5002492" y="1459928"/>
                  </a:lnTo>
                  <a:lnTo>
                    <a:pt x="5003393" y="1461223"/>
                  </a:lnTo>
                  <a:lnTo>
                    <a:pt x="5050764" y="1433855"/>
                  </a:lnTo>
                  <a:close/>
                </a:path>
                <a:path w="7527290" h="4351655">
                  <a:moveTo>
                    <a:pt x="5317706" y="1279613"/>
                  </a:moveTo>
                  <a:lnTo>
                    <a:pt x="5317198" y="1278128"/>
                  </a:lnTo>
                  <a:lnTo>
                    <a:pt x="5316588" y="1276337"/>
                  </a:lnTo>
                  <a:lnTo>
                    <a:pt x="5269128" y="1303756"/>
                  </a:lnTo>
                  <a:lnTo>
                    <a:pt x="5269725" y="1305547"/>
                  </a:lnTo>
                  <a:lnTo>
                    <a:pt x="5270220" y="1307045"/>
                  </a:lnTo>
                  <a:lnTo>
                    <a:pt x="5317706" y="1279613"/>
                  </a:lnTo>
                  <a:close/>
                </a:path>
                <a:path w="7527290" h="4351655">
                  <a:moveTo>
                    <a:pt x="5415077" y="1219428"/>
                  </a:moveTo>
                  <a:lnTo>
                    <a:pt x="5412689" y="1220812"/>
                  </a:lnTo>
                  <a:lnTo>
                    <a:pt x="5413108" y="1222082"/>
                  </a:lnTo>
                  <a:lnTo>
                    <a:pt x="5415077" y="1219428"/>
                  </a:lnTo>
                  <a:close/>
                </a:path>
                <a:path w="7527290" h="4351655">
                  <a:moveTo>
                    <a:pt x="5601398" y="1115707"/>
                  </a:moveTo>
                  <a:lnTo>
                    <a:pt x="5600903" y="1114234"/>
                  </a:lnTo>
                  <a:lnTo>
                    <a:pt x="5600281" y="1112418"/>
                  </a:lnTo>
                  <a:lnTo>
                    <a:pt x="5552389" y="1140091"/>
                  </a:lnTo>
                  <a:lnTo>
                    <a:pt x="5552999" y="1141907"/>
                  </a:lnTo>
                  <a:lnTo>
                    <a:pt x="5553494" y="1143381"/>
                  </a:lnTo>
                  <a:lnTo>
                    <a:pt x="5601398" y="1115707"/>
                  </a:lnTo>
                  <a:close/>
                </a:path>
                <a:path w="7527290" h="4351655">
                  <a:moveTo>
                    <a:pt x="5932538" y="920445"/>
                  </a:moveTo>
                  <a:lnTo>
                    <a:pt x="5802617" y="995514"/>
                  </a:lnTo>
                  <a:lnTo>
                    <a:pt x="5803227" y="997356"/>
                  </a:lnTo>
                  <a:lnTo>
                    <a:pt x="5803709" y="998804"/>
                  </a:lnTo>
                  <a:lnTo>
                    <a:pt x="5931878" y="924750"/>
                  </a:lnTo>
                  <a:lnTo>
                    <a:pt x="5932157" y="922870"/>
                  </a:lnTo>
                  <a:lnTo>
                    <a:pt x="5932538" y="920445"/>
                  </a:lnTo>
                  <a:close/>
                </a:path>
                <a:path w="7527290" h="4351655">
                  <a:moveTo>
                    <a:pt x="6163195" y="791095"/>
                  </a:moveTo>
                  <a:lnTo>
                    <a:pt x="6162700" y="789698"/>
                  </a:lnTo>
                  <a:lnTo>
                    <a:pt x="6162040" y="787831"/>
                  </a:lnTo>
                  <a:lnTo>
                    <a:pt x="6126061" y="808621"/>
                  </a:lnTo>
                  <a:lnTo>
                    <a:pt x="6126696" y="810488"/>
                  </a:lnTo>
                  <a:lnTo>
                    <a:pt x="6127178" y="811911"/>
                  </a:lnTo>
                  <a:lnTo>
                    <a:pt x="6163195" y="791095"/>
                  </a:lnTo>
                  <a:close/>
                </a:path>
                <a:path w="7527290" h="4351655">
                  <a:moveTo>
                    <a:pt x="6250279" y="740778"/>
                  </a:moveTo>
                  <a:lnTo>
                    <a:pt x="6248806" y="739952"/>
                  </a:lnTo>
                  <a:lnTo>
                    <a:pt x="6246825" y="738847"/>
                  </a:lnTo>
                  <a:lnTo>
                    <a:pt x="6194310" y="769188"/>
                  </a:lnTo>
                  <a:lnTo>
                    <a:pt x="6196152" y="770369"/>
                  </a:lnTo>
                  <a:lnTo>
                    <a:pt x="6197536" y="771258"/>
                  </a:lnTo>
                  <a:lnTo>
                    <a:pt x="6250279" y="740778"/>
                  </a:lnTo>
                  <a:close/>
                </a:path>
                <a:path w="7527290" h="4351655">
                  <a:moveTo>
                    <a:pt x="6345618" y="685698"/>
                  </a:moveTo>
                  <a:lnTo>
                    <a:pt x="6345136" y="684301"/>
                  </a:lnTo>
                  <a:lnTo>
                    <a:pt x="6344501" y="682409"/>
                  </a:lnTo>
                  <a:lnTo>
                    <a:pt x="6309525" y="702614"/>
                  </a:lnTo>
                  <a:lnTo>
                    <a:pt x="6310185" y="704494"/>
                  </a:lnTo>
                  <a:lnTo>
                    <a:pt x="6310668" y="705891"/>
                  </a:lnTo>
                  <a:lnTo>
                    <a:pt x="6345618" y="685698"/>
                  </a:lnTo>
                  <a:close/>
                </a:path>
                <a:path w="7527290" h="4351655">
                  <a:moveTo>
                    <a:pt x="6400774" y="649897"/>
                  </a:moveTo>
                  <a:lnTo>
                    <a:pt x="6398781" y="651052"/>
                  </a:lnTo>
                  <a:lnTo>
                    <a:pt x="6399136" y="652106"/>
                  </a:lnTo>
                  <a:lnTo>
                    <a:pt x="6400774" y="649897"/>
                  </a:lnTo>
                  <a:close/>
                </a:path>
                <a:path w="7527290" h="4351655">
                  <a:moveTo>
                    <a:pt x="6585902" y="546862"/>
                  </a:moveTo>
                  <a:lnTo>
                    <a:pt x="6585445" y="545477"/>
                  </a:lnTo>
                  <a:lnTo>
                    <a:pt x="6584797" y="543572"/>
                  </a:lnTo>
                  <a:lnTo>
                    <a:pt x="6538493" y="570331"/>
                  </a:lnTo>
                  <a:lnTo>
                    <a:pt x="6539128" y="572236"/>
                  </a:lnTo>
                  <a:lnTo>
                    <a:pt x="6539585" y="573620"/>
                  </a:lnTo>
                  <a:lnTo>
                    <a:pt x="6585902" y="546862"/>
                  </a:lnTo>
                  <a:close/>
                </a:path>
                <a:path w="7527290" h="4351655">
                  <a:moveTo>
                    <a:pt x="6799923" y="423202"/>
                  </a:moveTo>
                  <a:lnTo>
                    <a:pt x="6799466" y="421843"/>
                  </a:lnTo>
                  <a:lnTo>
                    <a:pt x="6798805" y="419925"/>
                  </a:lnTo>
                  <a:lnTo>
                    <a:pt x="6750888" y="447611"/>
                  </a:lnTo>
                  <a:lnTo>
                    <a:pt x="6751536" y="449541"/>
                  </a:lnTo>
                  <a:lnTo>
                    <a:pt x="6751993" y="450900"/>
                  </a:lnTo>
                  <a:lnTo>
                    <a:pt x="6799923" y="423202"/>
                  </a:lnTo>
                  <a:close/>
                </a:path>
                <a:path w="7527290" h="4351655">
                  <a:moveTo>
                    <a:pt x="6926427" y="350100"/>
                  </a:moveTo>
                  <a:lnTo>
                    <a:pt x="6925996" y="348754"/>
                  </a:lnTo>
                  <a:lnTo>
                    <a:pt x="6925361" y="346798"/>
                  </a:lnTo>
                  <a:lnTo>
                    <a:pt x="6875894" y="375373"/>
                  </a:lnTo>
                  <a:lnTo>
                    <a:pt x="6876402" y="377405"/>
                  </a:lnTo>
                  <a:lnTo>
                    <a:pt x="6876745" y="378815"/>
                  </a:lnTo>
                  <a:lnTo>
                    <a:pt x="6926427" y="350100"/>
                  </a:lnTo>
                  <a:close/>
                </a:path>
                <a:path w="7527290" h="4351655">
                  <a:moveTo>
                    <a:pt x="7144588" y="224053"/>
                  </a:moveTo>
                  <a:lnTo>
                    <a:pt x="7143991" y="222821"/>
                  </a:lnTo>
                  <a:lnTo>
                    <a:pt x="7143115" y="220980"/>
                  </a:lnTo>
                  <a:lnTo>
                    <a:pt x="7093890" y="249415"/>
                  </a:lnTo>
                  <a:lnTo>
                    <a:pt x="7094804" y="251231"/>
                  </a:lnTo>
                  <a:lnTo>
                    <a:pt x="7095414" y="252463"/>
                  </a:lnTo>
                  <a:lnTo>
                    <a:pt x="7144588" y="224053"/>
                  </a:lnTo>
                  <a:close/>
                </a:path>
                <a:path w="7527290" h="4351655">
                  <a:moveTo>
                    <a:pt x="7344384" y="108610"/>
                  </a:moveTo>
                  <a:lnTo>
                    <a:pt x="7343927" y="107315"/>
                  </a:lnTo>
                  <a:lnTo>
                    <a:pt x="7343241" y="105346"/>
                  </a:lnTo>
                  <a:lnTo>
                    <a:pt x="7307250" y="126136"/>
                  </a:lnTo>
                  <a:lnTo>
                    <a:pt x="7307923" y="128117"/>
                  </a:lnTo>
                  <a:lnTo>
                    <a:pt x="7308367" y="129425"/>
                  </a:lnTo>
                  <a:lnTo>
                    <a:pt x="7344384" y="108610"/>
                  </a:lnTo>
                  <a:close/>
                </a:path>
                <a:path w="7527290" h="4351655">
                  <a:moveTo>
                    <a:pt x="7430986" y="58572"/>
                  </a:moveTo>
                  <a:lnTo>
                    <a:pt x="7429665" y="57797"/>
                  </a:lnTo>
                  <a:lnTo>
                    <a:pt x="7427633" y="56591"/>
                  </a:lnTo>
                  <a:lnTo>
                    <a:pt x="7375677" y="86601"/>
                  </a:lnTo>
                  <a:lnTo>
                    <a:pt x="7377620" y="87858"/>
                  </a:lnTo>
                  <a:lnTo>
                    <a:pt x="7378890" y="88671"/>
                  </a:lnTo>
                  <a:lnTo>
                    <a:pt x="7430986" y="58572"/>
                  </a:lnTo>
                  <a:close/>
                </a:path>
                <a:path w="7527290" h="4351655">
                  <a:moveTo>
                    <a:pt x="7526668" y="3289"/>
                  </a:moveTo>
                  <a:lnTo>
                    <a:pt x="7526236" y="2006"/>
                  </a:lnTo>
                  <a:lnTo>
                    <a:pt x="7525563" y="0"/>
                  </a:lnTo>
                  <a:lnTo>
                    <a:pt x="7490714" y="20129"/>
                  </a:lnTo>
                  <a:lnTo>
                    <a:pt x="7491412" y="22123"/>
                  </a:lnTo>
                  <a:lnTo>
                    <a:pt x="7491870" y="23393"/>
                  </a:lnTo>
                  <a:lnTo>
                    <a:pt x="7526668" y="3289"/>
                  </a:lnTo>
                  <a:close/>
                </a:path>
              </a:pathLst>
            </a:custGeom>
            <a:solidFill>
              <a:srgbClr val="2D2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16063" y="994181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6918" y="4332351"/>
                  </a:moveTo>
                  <a:lnTo>
                    <a:pt x="36449" y="4331068"/>
                  </a:lnTo>
                  <a:lnTo>
                    <a:pt x="35737" y="4329138"/>
                  </a:lnTo>
                  <a:lnTo>
                    <a:pt x="35267" y="4327868"/>
                  </a:lnTo>
                  <a:lnTo>
                    <a:pt x="0" y="4348238"/>
                  </a:lnTo>
                  <a:lnTo>
                    <a:pt x="431" y="4349534"/>
                  </a:lnTo>
                  <a:lnTo>
                    <a:pt x="1092" y="4351515"/>
                  </a:lnTo>
                  <a:lnTo>
                    <a:pt x="1524" y="4352798"/>
                  </a:lnTo>
                  <a:lnTo>
                    <a:pt x="36918" y="4332351"/>
                  </a:lnTo>
                  <a:close/>
                </a:path>
                <a:path w="7527290" h="4352925">
                  <a:moveTo>
                    <a:pt x="106857" y="4291939"/>
                  </a:moveTo>
                  <a:lnTo>
                    <a:pt x="105930" y="4290911"/>
                  </a:lnTo>
                  <a:lnTo>
                    <a:pt x="104559" y="4289387"/>
                  </a:lnTo>
                  <a:lnTo>
                    <a:pt x="103632" y="4288358"/>
                  </a:lnTo>
                  <a:lnTo>
                    <a:pt x="60972" y="4313021"/>
                  </a:lnTo>
                  <a:lnTo>
                    <a:pt x="61874" y="4314037"/>
                  </a:lnTo>
                  <a:lnTo>
                    <a:pt x="63246" y="4315587"/>
                  </a:lnTo>
                  <a:lnTo>
                    <a:pt x="64160" y="4316603"/>
                  </a:lnTo>
                  <a:lnTo>
                    <a:pt x="106857" y="4291939"/>
                  </a:lnTo>
                  <a:close/>
                </a:path>
                <a:path w="7527290" h="4352925">
                  <a:moveTo>
                    <a:pt x="178943" y="4244848"/>
                  </a:moveTo>
                  <a:lnTo>
                    <a:pt x="158864" y="4256456"/>
                  </a:lnTo>
                  <a:lnTo>
                    <a:pt x="158838" y="4258030"/>
                  </a:lnTo>
                  <a:lnTo>
                    <a:pt x="158800" y="4260354"/>
                  </a:lnTo>
                  <a:lnTo>
                    <a:pt x="158775" y="4261929"/>
                  </a:lnTo>
                  <a:lnTo>
                    <a:pt x="178879" y="4250309"/>
                  </a:lnTo>
                  <a:lnTo>
                    <a:pt x="178904" y="4248734"/>
                  </a:lnTo>
                  <a:lnTo>
                    <a:pt x="178930" y="4246423"/>
                  </a:lnTo>
                  <a:lnTo>
                    <a:pt x="178943" y="4244848"/>
                  </a:lnTo>
                  <a:close/>
                </a:path>
                <a:path w="7527290" h="4352925">
                  <a:moveTo>
                    <a:pt x="256438" y="4205490"/>
                  </a:moveTo>
                  <a:lnTo>
                    <a:pt x="256006" y="4204170"/>
                  </a:lnTo>
                  <a:lnTo>
                    <a:pt x="255358" y="4202265"/>
                  </a:lnTo>
                  <a:lnTo>
                    <a:pt x="254914" y="4200956"/>
                  </a:lnTo>
                  <a:lnTo>
                    <a:pt x="210273" y="4226750"/>
                  </a:lnTo>
                  <a:lnTo>
                    <a:pt x="210718" y="4228058"/>
                  </a:lnTo>
                  <a:lnTo>
                    <a:pt x="211366" y="4229976"/>
                  </a:lnTo>
                  <a:lnTo>
                    <a:pt x="211810" y="4231284"/>
                  </a:lnTo>
                  <a:lnTo>
                    <a:pt x="256438" y="4205490"/>
                  </a:lnTo>
                  <a:close/>
                </a:path>
                <a:path w="7527290" h="4352925">
                  <a:moveTo>
                    <a:pt x="558533" y="4025519"/>
                  </a:moveTo>
                  <a:lnTo>
                    <a:pt x="430377" y="4099572"/>
                  </a:lnTo>
                  <a:lnTo>
                    <a:pt x="430822" y="4100906"/>
                  </a:lnTo>
                  <a:lnTo>
                    <a:pt x="431431" y="4102773"/>
                  </a:lnTo>
                  <a:lnTo>
                    <a:pt x="431876" y="4104106"/>
                  </a:lnTo>
                  <a:lnTo>
                    <a:pt x="557657" y="4031424"/>
                  </a:lnTo>
                  <a:lnTo>
                    <a:pt x="557923" y="4029672"/>
                  </a:lnTo>
                  <a:lnTo>
                    <a:pt x="558279" y="4027271"/>
                  </a:lnTo>
                  <a:lnTo>
                    <a:pt x="558533" y="4025519"/>
                  </a:lnTo>
                  <a:close/>
                </a:path>
                <a:path w="7527290" h="4352925">
                  <a:moveTo>
                    <a:pt x="771639" y="3907764"/>
                  </a:moveTo>
                  <a:lnTo>
                    <a:pt x="771182" y="3906405"/>
                  </a:lnTo>
                  <a:lnTo>
                    <a:pt x="770597" y="3904627"/>
                  </a:lnTo>
                  <a:lnTo>
                    <a:pt x="770140" y="3903256"/>
                  </a:lnTo>
                  <a:lnTo>
                    <a:pt x="723277" y="3930332"/>
                  </a:lnTo>
                  <a:lnTo>
                    <a:pt x="723734" y="3931691"/>
                  </a:lnTo>
                  <a:lnTo>
                    <a:pt x="724331" y="3933482"/>
                  </a:lnTo>
                  <a:lnTo>
                    <a:pt x="724789" y="3934841"/>
                  </a:lnTo>
                  <a:lnTo>
                    <a:pt x="771639" y="3907764"/>
                  </a:lnTo>
                  <a:close/>
                </a:path>
                <a:path w="7527290" h="4352925">
                  <a:moveTo>
                    <a:pt x="865606" y="3848100"/>
                  </a:moveTo>
                  <a:lnTo>
                    <a:pt x="824738" y="3871709"/>
                  </a:lnTo>
                  <a:lnTo>
                    <a:pt x="823468" y="3874084"/>
                  </a:lnTo>
                  <a:lnTo>
                    <a:pt x="821817" y="3877132"/>
                  </a:lnTo>
                  <a:lnTo>
                    <a:pt x="820534" y="3879507"/>
                  </a:lnTo>
                  <a:lnTo>
                    <a:pt x="861060" y="3856088"/>
                  </a:lnTo>
                  <a:lnTo>
                    <a:pt x="862444" y="3853650"/>
                  </a:lnTo>
                  <a:lnTo>
                    <a:pt x="864222" y="3850538"/>
                  </a:lnTo>
                  <a:lnTo>
                    <a:pt x="865606" y="3848100"/>
                  </a:lnTo>
                  <a:close/>
                </a:path>
                <a:path w="7527290" h="4352925">
                  <a:moveTo>
                    <a:pt x="1032522" y="3757015"/>
                  </a:moveTo>
                  <a:lnTo>
                    <a:pt x="1032090" y="3755606"/>
                  </a:lnTo>
                  <a:lnTo>
                    <a:pt x="1031557" y="3753878"/>
                  </a:lnTo>
                  <a:lnTo>
                    <a:pt x="1031151" y="3752443"/>
                  </a:lnTo>
                  <a:lnTo>
                    <a:pt x="981456" y="3781158"/>
                  </a:lnTo>
                  <a:lnTo>
                    <a:pt x="981837" y="3782593"/>
                  </a:lnTo>
                  <a:lnTo>
                    <a:pt x="982294" y="3784384"/>
                  </a:lnTo>
                  <a:lnTo>
                    <a:pt x="982675" y="3785819"/>
                  </a:lnTo>
                  <a:lnTo>
                    <a:pt x="1032522" y="3757015"/>
                  </a:lnTo>
                  <a:close/>
                </a:path>
                <a:path w="7527290" h="4352925">
                  <a:moveTo>
                    <a:pt x="1355191" y="3570541"/>
                  </a:moveTo>
                  <a:lnTo>
                    <a:pt x="1354721" y="3569119"/>
                  </a:lnTo>
                  <a:lnTo>
                    <a:pt x="1354175" y="3567506"/>
                  </a:lnTo>
                  <a:lnTo>
                    <a:pt x="1353705" y="3566083"/>
                  </a:lnTo>
                  <a:lnTo>
                    <a:pt x="1306690" y="3593249"/>
                  </a:lnTo>
                  <a:lnTo>
                    <a:pt x="1307160" y="3594658"/>
                  </a:lnTo>
                  <a:lnTo>
                    <a:pt x="1307719" y="3596297"/>
                  </a:lnTo>
                  <a:lnTo>
                    <a:pt x="1308188" y="3597706"/>
                  </a:lnTo>
                  <a:lnTo>
                    <a:pt x="1355191" y="3570541"/>
                  </a:lnTo>
                  <a:close/>
                </a:path>
                <a:path w="7527290" h="4352925">
                  <a:moveTo>
                    <a:pt x="1698409" y="3372205"/>
                  </a:moveTo>
                  <a:lnTo>
                    <a:pt x="1697926" y="3370757"/>
                  </a:lnTo>
                  <a:lnTo>
                    <a:pt x="1697405" y="3369221"/>
                  </a:lnTo>
                  <a:lnTo>
                    <a:pt x="1696910" y="3367773"/>
                  </a:lnTo>
                  <a:lnTo>
                    <a:pt x="1650034" y="3394862"/>
                  </a:lnTo>
                  <a:lnTo>
                    <a:pt x="1650517" y="3396310"/>
                  </a:lnTo>
                  <a:lnTo>
                    <a:pt x="1651038" y="3397847"/>
                  </a:lnTo>
                  <a:lnTo>
                    <a:pt x="1651533" y="3399294"/>
                  </a:lnTo>
                  <a:lnTo>
                    <a:pt x="1698409" y="3372205"/>
                  </a:lnTo>
                  <a:close/>
                </a:path>
                <a:path w="7527290" h="4352925">
                  <a:moveTo>
                    <a:pt x="1802917" y="3306534"/>
                  </a:moveTo>
                  <a:lnTo>
                    <a:pt x="1759038" y="3331870"/>
                  </a:lnTo>
                  <a:lnTo>
                    <a:pt x="1758035" y="3334194"/>
                  </a:lnTo>
                  <a:lnTo>
                    <a:pt x="1756994" y="3336607"/>
                  </a:lnTo>
                  <a:lnTo>
                    <a:pt x="1755990" y="3338931"/>
                  </a:lnTo>
                  <a:lnTo>
                    <a:pt x="1801228" y="3312795"/>
                  </a:lnTo>
                  <a:lnTo>
                    <a:pt x="1801787" y="3310725"/>
                  </a:lnTo>
                  <a:lnTo>
                    <a:pt x="1802358" y="3308591"/>
                  </a:lnTo>
                  <a:lnTo>
                    <a:pt x="1802917" y="3306534"/>
                  </a:lnTo>
                  <a:close/>
                </a:path>
                <a:path w="7527290" h="4352925">
                  <a:moveTo>
                    <a:pt x="1915464" y="3246780"/>
                  </a:moveTo>
                  <a:lnTo>
                    <a:pt x="1914969" y="3245307"/>
                  </a:lnTo>
                  <a:lnTo>
                    <a:pt x="1914474" y="3243834"/>
                  </a:lnTo>
                  <a:lnTo>
                    <a:pt x="1913978" y="3242360"/>
                  </a:lnTo>
                  <a:lnTo>
                    <a:pt x="1864156" y="3271139"/>
                  </a:lnTo>
                  <a:lnTo>
                    <a:pt x="1864550" y="3272663"/>
                  </a:lnTo>
                  <a:lnTo>
                    <a:pt x="1864944" y="3274225"/>
                  </a:lnTo>
                  <a:lnTo>
                    <a:pt x="1865337" y="3275749"/>
                  </a:lnTo>
                  <a:lnTo>
                    <a:pt x="1915464" y="3246780"/>
                  </a:lnTo>
                  <a:close/>
                </a:path>
                <a:path w="7527290" h="4352925">
                  <a:moveTo>
                    <a:pt x="2134374" y="3120275"/>
                  </a:moveTo>
                  <a:lnTo>
                    <a:pt x="2133701" y="3118878"/>
                  </a:lnTo>
                  <a:lnTo>
                    <a:pt x="2133066" y="3117545"/>
                  </a:lnTo>
                  <a:lnTo>
                    <a:pt x="2132406" y="3116148"/>
                  </a:lnTo>
                  <a:lnTo>
                    <a:pt x="2081822" y="3145383"/>
                  </a:lnTo>
                  <a:lnTo>
                    <a:pt x="2082495" y="3146768"/>
                  </a:lnTo>
                  <a:lnTo>
                    <a:pt x="2083142" y="3148101"/>
                  </a:lnTo>
                  <a:lnTo>
                    <a:pt x="2083828" y="3149485"/>
                  </a:lnTo>
                  <a:lnTo>
                    <a:pt x="2134374" y="3120275"/>
                  </a:lnTo>
                  <a:close/>
                </a:path>
                <a:path w="7527290" h="4352925">
                  <a:moveTo>
                    <a:pt x="2307640" y="3020149"/>
                  </a:moveTo>
                  <a:lnTo>
                    <a:pt x="2307132" y="3018637"/>
                  </a:lnTo>
                  <a:lnTo>
                    <a:pt x="2306675" y="3017266"/>
                  </a:lnTo>
                  <a:lnTo>
                    <a:pt x="2306167" y="3015754"/>
                  </a:lnTo>
                  <a:lnTo>
                    <a:pt x="2258110" y="3043517"/>
                  </a:lnTo>
                  <a:lnTo>
                    <a:pt x="2258631" y="3045015"/>
                  </a:lnTo>
                  <a:lnTo>
                    <a:pt x="2259114" y="3046399"/>
                  </a:lnTo>
                  <a:lnTo>
                    <a:pt x="2259634" y="3047885"/>
                  </a:lnTo>
                  <a:lnTo>
                    <a:pt x="2307640" y="3020149"/>
                  </a:lnTo>
                  <a:close/>
                </a:path>
                <a:path w="7527290" h="4352925">
                  <a:moveTo>
                    <a:pt x="2480399" y="2920314"/>
                  </a:moveTo>
                  <a:lnTo>
                    <a:pt x="2479865" y="2918803"/>
                  </a:lnTo>
                  <a:lnTo>
                    <a:pt x="2479421" y="2917469"/>
                  </a:lnTo>
                  <a:lnTo>
                    <a:pt x="2478887" y="2915945"/>
                  </a:lnTo>
                  <a:lnTo>
                    <a:pt x="2431529" y="2943314"/>
                  </a:lnTo>
                  <a:lnTo>
                    <a:pt x="2432050" y="2944838"/>
                  </a:lnTo>
                  <a:lnTo>
                    <a:pt x="2432494" y="2946184"/>
                  </a:lnTo>
                  <a:lnTo>
                    <a:pt x="2433015" y="2947695"/>
                  </a:lnTo>
                  <a:lnTo>
                    <a:pt x="2480399" y="2920314"/>
                  </a:lnTo>
                  <a:close/>
                </a:path>
                <a:path w="7527290" h="4352925">
                  <a:moveTo>
                    <a:pt x="2702471" y="2791980"/>
                  </a:moveTo>
                  <a:lnTo>
                    <a:pt x="2701963" y="2790431"/>
                  </a:lnTo>
                  <a:lnTo>
                    <a:pt x="2701531" y="2789161"/>
                  </a:lnTo>
                  <a:lnTo>
                    <a:pt x="2701023" y="2787612"/>
                  </a:lnTo>
                  <a:lnTo>
                    <a:pt x="2654160" y="2814675"/>
                  </a:lnTo>
                  <a:lnTo>
                    <a:pt x="2654681" y="2816225"/>
                  </a:lnTo>
                  <a:lnTo>
                    <a:pt x="2655100" y="2817507"/>
                  </a:lnTo>
                  <a:lnTo>
                    <a:pt x="2655620" y="2819057"/>
                  </a:lnTo>
                  <a:lnTo>
                    <a:pt x="2702471" y="2791980"/>
                  </a:lnTo>
                  <a:close/>
                </a:path>
                <a:path w="7527290" h="4352925">
                  <a:moveTo>
                    <a:pt x="2796603" y="2732379"/>
                  </a:moveTo>
                  <a:lnTo>
                    <a:pt x="2755227" y="2756293"/>
                  </a:lnTo>
                  <a:lnTo>
                    <a:pt x="2753868" y="2758922"/>
                  </a:lnTo>
                  <a:lnTo>
                    <a:pt x="2752763" y="2761069"/>
                  </a:lnTo>
                  <a:lnTo>
                    <a:pt x="2751417" y="2763697"/>
                  </a:lnTo>
                  <a:lnTo>
                    <a:pt x="2792184" y="2740139"/>
                  </a:lnTo>
                  <a:lnTo>
                    <a:pt x="2793758" y="2737370"/>
                  </a:lnTo>
                  <a:lnTo>
                    <a:pt x="2795028" y="2735148"/>
                  </a:lnTo>
                  <a:lnTo>
                    <a:pt x="2796603" y="2732379"/>
                  </a:lnTo>
                  <a:close/>
                </a:path>
                <a:path w="7527290" h="4352925">
                  <a:moveTo>
                    <a:pt x="3228517" y="2487993"/>
                  </a:moveTo>
                  <a:lnTo>
                    <a:pt x="3227540" y="2486647"/>
                  </a:lnTo>
                  <a:lnTo>
                    <a:pt x="3226841" y="2485694"/>
                  </a:lnTo>
                  <a:lnTo>
                    <a:pt x="3225863" y="2484348"/>
                  </a:lnTo>
                  <a:lnTo>
                    <a:pt x="3177540" y="2512276"/>
                  </a:lnTo>
                  <a:lnTo>
                    <a:pt x="3178556" y="2513584"/>
                  </a:lnTo>
                  <a:lnTo>
                    <a:pt x="3179292" y="2514536"/>
                  </a:lnTo>
                  <a:lnTo>
                    <a:pt x="3180308" y="2515857"/>
                  </a:lnTo>
                  <a:lnTo>
                    <a:pt x="3228517" y="2487993"/>
                  </a:lnTo>
                  <a:close/>
                </a:path>
                <a:path w="7527290" h="4352925">
                  <a:moveTo>
                    <a:pt x="3307130" y="2437396"/>
                  </a:moveTo>
                  <a:lnTo>
                    <a:pt x="3282988" y="2451354"/>
                  </a:lnTo>
                  <a:lnTo>
                    <a:pt x="3282988" y="2453259"/>
                  </a:lnTo>
                  <a:lnTo>
                    <a:pt x="3282988" y="2454605"/>
                  </a:lnTo>
                  <a:lnTo>
                    <a:pt x="3282988" y="2456523"/>
                  </a:lnTo>
                  <a:lnTo>
                    <a:pt x="3306915" y="2442692"/>
                  </a:lnTo>
                  <a:lnTo>
                    <a:pt x="3307003" y="2440724"/>
                  </a:lnTo>
                  <a:lnTo>
                    <a:pt x="3307054" y="2439352"/>
                  </a:lnTo>
                  <a:lnTo>
                    <a:pt x="3307130" y="2437396"/>
                  </a:lnTo>
                  <a:close/>
                </a:path>
                <a:path w="7527290" h="4352925">
                  <a:moveTo>
                    <a:pt x="3444925" y="2362936"/>
                  </a:moveTo>
                  <a:lnTo>
                    <a:pt x="3444392" y="2361311"/>
                  </a:lnTo>
                  <a:lnTo>
                    <a:pt x="3444024" y="2360231"/>
                  </a:lnTo>
                  <a:lnTo>
                    <a:pt x="3443490" y="2358606"/>
                  </a:lnTo>
                  <a:lnTo>
                    <a:pt x="3393097" y="2387727"/>
                  </a:lnTo>
                  <a:lnTo>
                    <a:pt x="3393503" y="2389416"/>
                  </a:lnTo>
                  <a:lnTo>
                    <a:pt x="3393783" y="2390559"/>
                  </a:lnTo>
                  <a:lnTo>
                    <a:pt x="3394202" y="2392248"/>
                  </a:lnTo>
                  <a:lnTo>
                    <a:pt x="3444925" y="2362936"/>
                  </a:lnTo>
                  <a:close/>
                </a:path>
                <a:path w="7527290" h="4352925">
                  <a:moveTo>
                    <a:pt x="3662959" y="2236940"/>
                  </a:moveTo>
                  <a:lnTo>
                    <a:pt x="3662235" y="2235403"/>
                  </a:lnTo>
                  <a:lnTo>
                    <a:pt x="3661791" y="2234438"/>
                  </a:lnTo>
                  <a:lnTo>
                    <a:pt x="3661067" y="2232888"/>
                  </a:lnTo>
                  <a:lnTo>
                    <a:pt x="3611854" y="2261336"/>
                  </a:lnTo>
                  <a:lnTo>
                    <a:pt x="3612591" y="2262848"/>
                  </a:lnTo>
                  <a:lnTo>
                    <a:pt x="3613061" y="2263825"/>
                  </a:lnTo>
                  <a:lnTo>
                    <a:pt x="3613810" y="2265337"/>
                  </a:lnTo>
                  <a:lnTo>
                    <a:pt x="3662959" y="2236940"/>
                  </a:lnTo>
                  <a:close/>
                </a:path>
                <a:path w="7527290" h="4352925">
                  <a:moveTo>
                    <a:pt x="3877995" y="2112670"/>
                  </a:moveTo>
                  <a:lnTo>
                    <a:pt x="3877437" y="2111019"/>
                  </a:lnTo>
                  <a:lnTo>
                    <a:pt x="3877119" y="2110041"/>
                  </a:lnTo>
                  <a:lnTo>
                    <a:pt x="3876560" y="2108390"/>
                  </a:lnTo>
                  <a:lnTo>
                    <a:pt x="3828961" y="2135886"/>
                  </a:lnTo>
                  <a:lnTo>
                    <a:pt x="3829507" y="2137537"/>
                  </a:lnTo>
                  <a:lnTo>
                    <a:pt x="3829837" y="2138527"/>
                  </a:lnTo>
                  <a:lnTo>
                    <a:pt x="3830396" y="2140178"/>
                  </a:lnTo>
                  <a:lnTo>
                    <a:pt x="3877995" y="2112670"/>
                  </a:lnTo>
                  <a:close/>
                </a:path>
                <a:path w="7527290" h="4352925">
                  <a:moveTo>
                    <a:pt x="4127284" y="1968614"/>
                  </a:moveTo>
                  <a:lnTo>
                    <a:pt x="4126725" y="1966937"/>
                  </a:lnTo>
                  <a:lnTo>
                    <a:pt x="4126420" y="1966023"/>
                  </a:lnTo>
                  <a:lnTo>
                    <a:pt x="4125861" y="1964347"/>
                  </a:lnTo>
                  <a:lnTo>
                    <a:pt x="4078998" y="1991410"/>
                  </a:lnTo>
                  <a:lnTo>
                    <a:pt x="4079557" y="1993099"/>
                  </a:lnTo>
                  <a:lnTo>
                    <a:pt x="4079862" y="1994014"/>
                  </a:lnTo>
                  <a:lnTo>
                    <a:pt x="4080421" y="1995690"/>
                  </a:lnTo>
                  <a:lnTo>
                    <a:pt x="4127284" y="1968614"/>
                  </a:lnTo>
                  <a:close/>
                </a:path>
                <a:path w="7527290" h="4352925">
                  <a:moveTo>
                    <a:pt x="4221835" y="1908886"/>
                  </a:moveTo>
                  <a:lnTo>
                    <a:pt x="4180852" y="1932571"/>
                  </a:lnTo>
                  <a:lnTo>
                    <a:pt x="4179290" y="1935480"/>
                  </a:lnTo>
                  <a:lnTo>
                    <a:pt x="4178465" y="1937029"/>
                  </a:lnTo>
                  <a:lnTo>
                    <a:pt x="4176915" y="1939937"/>
                  </a:lnTo>
                  <a:lnTo>
                    <a:pt x="4217517" y="1916468"/>
                  </a:lnTo>
                  <a:lnTo>
                    <a:pt x="4219232" y="1913458"/>
                  </a:lnTo>
                  <a:lnTo>
                    <a:pt x="4220121" y="1911896"/>
                  </a:lnTo>
                  <a:lnTo>
                    <a:pt x="4221835" y="1908886"/>
                  </a:lnTo>
                  <a:close/>
                </a:path>
                <a:path w="7527290" h="4352925">
                  <a:moveTo>
                    <a:pt x="4556087" y="1715757"/>
                  </a:moveTo>
                  <a:lnTo>
                    <a:pt x="4427398" y="1790115"/>
                  </a:lnTo>
                  <a:lnTo>
                    <a:pt x="4427982" y="1791817"/>
                  </a:lnTo>
                  <a:lnTo>
                    <a:pt x="4428274" y="1792643"/>
                  </a:lnTo>
                  <a:lnTo>
                    <a:pt x="4428845" y="1794344"/>
                  </a:lnTo>
                  <a:lnTo>
                    <a:pt x="4555223" y="1721319"/>
                  </a:lnTo>
                  <a:lnTo>
                    <a:pt x="4555579" y="1719059"/>
                  </a:lnTo>
                  <a:lnTo>
                    <a:pt x="4555731" y="1718017"/>
                  </a:lnTo>
                  <a:lnTo>
                    <a:pt x="4556087" y="1715757"/>
                  </a:lnTo>
                  <a:close/>
                </a:path>
                <a:path w="7527290" h="4352925">
                  <a:moveTo>
                    <a:pt x="4947691" y="1494523"/>
                  </a:moveTo>
                  <a:lnTo>
                    <a:pt x="4947653" y="1492440"/>
                  </a:lnTo>
                  <a:lnTo>
                    <a:pt x="4947640" y="1491627"/>
                  </a:lnTo>
                  <a:lnTo>
                    <a:pt x="4947602" y="1489544"/>
                  </a:lnTo>
                  <a:lnTo>
                    <a:pt x="4931257" y="1498981"/>
                  </a:lnTo>
                  <a:lnTo>
                    <a:pt x="4931295" y="1501063"/>
                  </a:lnTo>
                  <a:lnTo>
                    <a:pt x="4931308" y="1501889"/>
                  </a:lnTo>
                  <a:lnTo>
                    <a:pt x="4931346" y="1503959"/>
                  </a:lnTo>
                  <a:lnTo>
                    <a:pt x="4947691" y="1494523"/>
                  </a:lnTo>
                  <a:close/>
                </a:path>
                <a:path w="7527290" h="4352925">
                  <a:moveTo>
                    <a:pt x="5052161" y="1434147"/>
                  </a:moveTo>
                  <a:lnTo>
                    <a:pt x="5051120" y="1432636"/>
                  </a:lnTo>
                  <a:lnTo>
                    <a:pt x="5050726" y="1432077"/>
                  </a:lnTo>
                  <a:lnTo>
                    <a:pt x="5049672" y="1430566"/>
                  </a:lnTo>
                  <a:lnTo>
                    <a:pt x="5002301" y="1457934"/>
                  </a:lnTo>
                  <a:lnTo>
                    <a:pt x="5003355" y="1459433"/>
                  </a:lnTo>
                  <a:lnTo>
                    <a:pt x="5003762" y="1460017"/>
                  </a:lnTo>
                  <a:lnTo>
                    <a:pt x="5004816" y="1461516"/>
                  </a:lnTo>
                  <a:lnTo>
                    <a:pt x="5052161" y="1434147"/>
                  </a:lnTo>
                  <a:close/>
                </a:path>
                <a:path w="7527290" h="4352925">
                  <a:moveTo>
                    <a:pt x="5318036" y="1280502"/>
                  </a:moveTo>
                  <a:lnTo>
                    <a:pt x="5317426" y="1278712"/>
                  </a:lnTo>
                  <a:lnTo>
                    <a:pt x="5317223" y="1278115"/>
                  </a:lnTo>
                  <a:lnTo>
                    <a:pt x="5316613" y="1276324"/>
                  </a:lnTo>
                  <a:lnTo>
                    <a:pt x="5269128" y="1303756"/>
                  </a:lnTo>
                  <a:lnTo>
                    <a:pt x="5269738" y="1305560"/>
                  </a:lnTo>
                  <a:lnTo>
                    <a:pt x="5269941" y="1306169"/>
                  </a:lnTo>
                  <a:lnTo>
                    <a:pt x="5270538" y="1307960"/>
                  </a:lnTo>
                  <a:lnTo>
                    <a:pt x="5318036" y="1280502"/>
                  </a:lnTo>
                  <a:close/>
                </a:path>
                <a:path w="7527290" h="4352925">
                  <a:moveTo>
                    <a:pt x="5601728" y="1116571"/>
                  </a:moveTo>
                  <a:lnTo>
                    <a:pt x="5601106" y="1114755"/>
                  </a:lnTo>
                  <a:lnTo>
                    <a:pt x="5600928" y="1114234"/>
                  </a:lnTo>
                  <a:lnTo>
                    <a:pt x="5600306" y="1112418"/>
                  </a:lnTo>
                  <a:lnTo>
                    <a:pt x="5552402" y="1140091"/>
                  </a:lnTo>
                  <a:lnTo>
                    <a:pt x="5552999" y="1141907"/>
                  </a:lnTo>
                  <a:lnTo>
                    <a:pt x="5553189" y="1142453"/>
                  </a:lnTo>
                  <a:lnTo>
                    <a:pt x="5553786" y="1144270"/>
                  </a:lnTo>
                  <a:lnTo>
                    <a:pt x="5601728" y="1116571"/>
                  </a:lnTo>
                  <a:close/>
                </a:path>
                <a:path w="7527290" h="4352925">
                  <a:moveTo>
                    <a:pt x="5930785" y="921461"/>
                  </a:moveTo>
                  <a:lnTo>
                    <a:pt x="5802617" y="995514"/>
                  </a:lnTo>
                  <a:lnTo>
                    <a:pt x="5803227" y="997369"/>
                  </a:lnTo>
                  <a:lnTo>
                    <a:pt x="5803379" y="997839"/>
                  </a:lnTo>
                  <a:lnTo>
                    <a:pt x="5803989" y="999680"/>
                  </a:lnTo>
                  <a:lnTo>
                    <a:pt x="5929947" y="926896"/>
                  </a:lnTo>
                  <a:lnTo>
                    <a:pt x="5930316" y="924471"/>
                  </a:lnTo>
                  <a:lnTo>
                    <a:pt x="5930404" y="923899"/>
                  </a:lnTo>
                  <a:lnTo>
                    <a:pt x="5930785" y="921461"/>
                  </a:lnTo>
                  <a:close/>
                </a:path>
                <a:path w="7527290" h="4352925">
                  <a:moveTo>
                    <a:pt x="6163551" y="791908"/>
                  </a:moveTo>
                  <a:lnTo>
                    <a:pt x="6162891" y="790041"/>
                  </a:lnTo>
                  <a:lnTo>
                    <a:pt x="6162764" y="789673"/>
                  </a:lnTo>
                  <a:lnTo>
                    <a:pt x="6162103" y="787806"/>
                  </a:lnTo>
                  <a:lnTo>
                    <a:pt x="6126086" y="808621"/>
                  </a:lnTo>
                  <a:lnTo>
                    <a:pt x="6126721" y="810488"/>
                  </a:lnTo>
                  <a:lnTo>
                    <a:pt x="6126861" y="810869"/>
                  </a:lnTo>
                  <a:lnTo>
                    <a:pt x="6127496" y="812736"/>
                  </a:lnTo>
                  <a:lnTo>
                    <a:pt x="6163551" y="791908"/>
                  </a:lnTo>
                  <a:close/>
                </a:path>
                <a:path w="7527290" h="4352925">
                  <a:moveTo>
                    <a:pt x="6253505" y="739927"/>
                  </a:moveTo>
                  <a:lnTo>
                    <a:pt x="6251524" y="738809"/>
                  </a:lnTo>
                  <a:lnTo>
                    <a:pt x="6251156" y="738606"/>
                  </a:lnTo>
                  <a:lnTo>
                    <a:pt x="6249187" y="737489"/>
                  </a:lnTo>
                  <a:lnTo>
                    <a:pt x="6196495" y="767943"/>
                  </a:lnTo>
                  <a:lnTo>
                    <a:pt x="6198336" y="769112"/>
                  </a:lnTo>
                  <a:lnTo>
                    <a:pt x="6198654" y="769378"/>
                  </a:lnTo>
                  <a:lnTo>
                    <a:pt x="6200597" y="770496"/>
                  </a:lnTo>
                  <a:lnTo>
                    <a:pt x="6253505" y="739927"/>
                  </a:lnTo>
                  <a:close/>
                </a:path>
                <a:path w="7527290" h="4352925">
                  <a:moveTo>
                    <a:pt x="6345923" y="686511"/>
                  </a:moveTo>
                  <a:lnTo>
                    <a:pt x="6345275" y="684631"/>
                  </a:lnTo>
                  <a:lnTo>
                    <a:pt x="6345161" y="684288"/>
                  </a:lnTo>
                  <a:lnTo>
                    <a:pt x="6344526" y="682409"/>
                  </a:lnTo>
                  <a:lnTo>
                    <a:pt x="6309576" y="702602"/>
                  </a:lnTo>
                  <a:lnTo>
                    <a:pt x="6310236" y="704469"/>
                  </a:lnTo>
                  <a:lnTo>
                    <a:pt x="6310350" y="704811"/>
                  </a:lnTo>
                  <a:lnTo>
                    <a:pt x="6311011" y="706691"/>
                  </a:lnTo>
                  <a:lnTo>
                    <a:pt x="6345923" y="686511"/>
                  </a:lnTo>
                  <a:close/>
                </a:path>
                <a:path w="7527290" h="4352925">
                  <a:moveTo>
                    <a:pt x="6586194" y="547662"/>
                  </a:moveTo>
                  <a:lnTo>
                    <a:pt x="6585547" y="545757"/>
                  </a:lnTo>
                  <a:lnTo>
                    <a:pt x="6585458" y="545477"/>
                  </a:lnTo>
                  <a:lnTo>
                    <a:pt x="6584810" y="543572"/>
                  </a:lnTo>
                  <a:lnTo>
                    <a:pt x="6538493" y="570331"/>
                  </a:lnTo>
                  <a:lnTo>
                    <a:pt x="6539128" y="572236"/>
                  </a:lnTo>
                  <a:lnTo>
                    <a:pt x="6539230" y="572528"/>
                  </a:lnTo>
                  <a:lnTo>
                    <a:pt x="6539865" y="574433"/>
                  </a:lnTo>
                  <a:lnTo>
                    <a:pt x="6586194" y="547662"/>
                  </a:lnTo>
                  <a:close/>
                </a:path>
                <a:path w="7527290" h="4352925">
                  <a:moveTo>
                    <a:pt x="6800240" y="423976"/>
                  </a:moveTo>
                  <a:lnTo>
                    <a:pt x="6799567" y="422046"/>
                  </a:lnTo>
                  <a:lnTo>
                    <a:pt x="6799504" y="421830"/>
                  </a:lnTo>
                  <a:lnTo>
                    <a:pt x="6798831" y="419912"/>
                  </a:lnTo>
                  <a:lnTo>
                    <a:pt x="6750901" y="447611"/>
                  </a:lnTo>
                  <a:lnTo>
                    <a:pt x="6751548" y="449541"/>
                  </a:lnTo>
                  <a:lnTo>
                    <a:pt x="6751625" y="449770"/>
                  </a:lnTo>
                  <a:lnTo>
                    <a:pt x="6752272" y="451700"/>
                  </a:lnTo>
                  <a:lnTo>
                    <a:pt x="6800240" y="423976"/>
                  </a:lnTo>
                  <a:close/>
                </a:path>
                <a:path w="7527290" h="4352925">
                  <a:moveTo>
                    <a:pt x="6926669" y="350913"/>
                  </a:moveTo>
                  <a:lnTo>
                    <a:pt x="6926034" y="348957"/>
                  </a:lnTo>
                  <a:lnTo>
                    <a:pt x="6925970" y="348767"/>
                  </a:lnTo>
                  <a:lnTo>
                    <a:pt x="6925335" y="346811"/>
                  </a:lnTo>
                  <a:lnTo>
                    <a:pt x="6875653" y="375526"/>
                  </a:lnTo>
                  <a:lnTo>
                    <a:pt x="6876148" y="377558"/>
                  </a:lnTo>
                  <a:lnTo>
                    <a:pt x="6876199" y="377761"/>
                  </a:lnTo>
                  <a:lnTo>
                    <a:pt x="6876707" y="379793"/>
                  </a:lnTo>
                  <a:lnTo>
                    <a:pt x="6926669" y="350913"/>
                  </a:lnTo>
                  <a:close/>
                </a:path>
                <a:path w="7527290" h="4352925">
                  <a:moveTo>
                    <a:pt x="7145312" y="224561"/>
                  </a:moveTo>
                  <a:lnTo>
                    <a:pt x="7144436" y="222719"/>
                  </a:lnTo>
                  <a:lnTo>
                    <a:pt x="7144182" y="222719"/>
                  </a:lnTo>
                  <a:lnTo>
                    <a:pt x="7144372" y="222605"/>
                  </a:lnTo>
                  <a:lnTo>
                    <a:pt x="7143496" y="220764"/>
                  </a:lnTo>
                  <a:lnTo>
                    <a:pt x="7094321" y="249174"/>
                  </a:lnTo>
                  <a:lnTo>
                    <a:pt x="7095223" y="250990"/>
                  </a:lnTo>
                  <a:lnTo>
                    <a:pt x="7095007" y="251117"/>
                  </a:lnTo>
                  <a:lnTo>
                    <a:pt x="7095299" y="251117"/>
                  </a:lnTo>
                  <a:lnTo>
                    <a:pt x="7096214" y="252945"/>
                  </a:lnTo>
                  <a:lnTo>
                    <a:pt x="7145312" y="224561"/>
                  </a:lnTo>
                  <a:close/>
                </a:path>
                <a:path w="7527290" h="4352925">
                  <a:moveTo>
                    <a:pt x="7343991" y="107289"/>
                  </a:moveTo>
                  <a:lnTo>
                    <a:pt x="7343292" y="105321"/>
                  </a:lnTo>
                  <a:lnTo>
                    <a:pt x="7307275" y="126136"/>
                  </a:lnTo>
                  <a:lnTo>
                    <a:pt x="7307948" y="128104"/>
                  </a:lnTo>
                  <a:lnTo>
                    <a:pt x="7343991" y="107289"/>
                  </a:lnTo>
                  <a:close/>
                </a:path>
                <a:path w="7527290" h="4352925">
                  <a:moveTo>
                    <a:pt x="7344715" y="109334"/>
                  </a:moveTo>
                  <a:lnTo>
                    <a:pt x="7344016" y="107365"/>
                  </a:lnTo>
                  <a:lnTo>
                    <a:pt x="7307986" y="128193"/>
                  </a:lnTo>
                  <a:lnTo>
                    <a:pt x="7308659" y="130175"/>
                  </a:lnTo>
                  <a:lnTo>
                    <a:pt x="7344715" y="109334"/>
                  </a:lnTo>
                  <a:close/>
                </a:path>
                <a:path w="7527290" h="4352925">
                  <a:moveTo>
                    <a:pt x="7431926" y="56489"/>
                  </a:moveTo>
                  <a:lnTo>
                    <a:pt x="7429894" y="55283"/>
                  </a:lnTo>
                  <a:lnTo>
                    <a:pt x="7377798" y="85382"/>
                  </a:lnTo>
                  <a:lnTo>
                    <a:pt x="7379767" y="86626"/>
                  </a:lnTo>
                  <a:lnTo>
                    <a:pt x="7431926" y="56489"/>
                  </a:lnTo>
                  <a:close/>
                </a:path>
                <a:path w="7527290" h="4352925">
                  <a:moveTo>
                    <a:pt x="7434008" y="57734"/>
                  </a:moveTo>
                  <a:lnTo>
                    <a:pt x="7431976" y="56527"/>
                  </a:lnTo>
                  <a:lnTo>
                    <a:pt x="7379830" y="86664"/>
                  </a:lnTo>
                  <a:lnTo>
                    <a:pt x="7381888" y="87858"/>
                  </a:lnTo>
                  <a:lnTo>
                    <a:pt x="7434008" y="57734"/>
                  </a:lnTo>
                  <a:close/>
                </a:path>
                <a:path w="7527290" h="4352925">
                  <a:moveTo>
                    <a:pt x="7526248" y="2006"/>
                  </a:moveTo>
                  <a:lnTo>
                    <a:pt x="7525575" y="0"/>
                  </a:lnTo>
                  <a:lnTo>
                    <a:pt x="7490777" y="20104"/>
                  </a:lnTo>
                  <a:lnTo>
                    <a:pt x="7491463" y="22098"/>
                  </a:lnTo>
                  <a:lnTo>
                    <a:pt x="7526248" y="2006"/>
                  </a:lnTo>
                  <a:close/>
                </a:path>
                <a:path w="7527290" h="4352925">
                  <a:moveTo>
                    <a:pt x="7526934" y="4038"/>
                  </a:moveTo>
                  <a:lnTo>
                    <a:pt x="7526261" y="2032"/>
                  </a:lnTo>
                  <a:lnTo>
                    <a:pt x="7491476" y="22136"/>
                  </a:lnTo>
                  <a:lnTo>
                    <a:pt x="7492174" y="24117"/>
                  </a:lnTo>
                  <a:lnTo>
                    <a:pt x="7526934" y="4038"/>
                  </a:lnTo>
                  <a:close/>
                </a:path>
              </a:pathLst>
            </a:custGeom>
            <a:solidFill>
              <a:srgbClr val="2B2B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17591" y="998207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4946165" y="1490491"/>
                  </a:moveTo>
                  <a:lnTo>
                    <a:pt x="4929827" y="1499933"/>
                  </a:lnTo>
                  <a:lnTo>
                    <a:pt x="4929858" y="1501745"/>
                  </a:lnTo>
                  <a:lnTo>
                    <a:pt x="4946196" y="1492301"/>
                  </a:lnTo>
                  <a:lnTo>
                    <a:pt x="4946165" y="1490491"/>
                  </a:lnTo>
                  <a:close/>
                </a:path>
                <a:path w="7526020" h="4351020">
                  <a:moveTo>
                    <a:pt x="5050645" y="1430115"/>
                  </a:moveTo>
                  <a:lnTo>
                    <a:pt x="5003294" y="1457477"/>
                  </a:lnTo>
                  <a:lnTo>
                    <a:pt x="5004205" y="1458773"/>
                  </a:lnTo>
                  <a:lnTo>
                    <a:pt x="5051545" y="1431410"/>
                  </a:lnTo>
                  <a:lnTo>
                    <a:pt x="5050645" y="1430115"/>
                  </a:lnTo>
                  <a:close/>
                </a:path>
                <a:path w="7526020" h="4351020">
                  <a:moveTo>
                    <a:pt x="4125759" y="1964585"/>
                  </a:moveTo>
                  <a:lnTo>
                    <a:pt x="4078905" y="1991661"/>
                  </a:lnTo>
                  <a:lnTo>
                    <a:pt x="4079443" y="1993276"/>
                  </a:lnTo>
                  <a:lnTo>
                    <a:pt x="4126296" y="1966196"/>
                  </a:lnTo>
                  <a:lnTo>
                    <a:pt x="4125759" y="1964585"/>
                  </a:lnTo>
                  <a:close/>
                </a:path>
                <a:path w="7526020" h="4351020">
                  <a:moveTo>
                    <a:pt x="4216002" y="1912436"/>
                  </a:moveTo>
                  <a:lnTo>
                    <a:pt x="4175393" y="1935903"/>
                  </a:lnTo>
                  <a:lnTo>
                    <a:pt x="4173914" y="1938673"/>
                  </a:lnTo>
                  <a:lnTo>
                    <a:pt x="4214384" y="1915282"/>
                  </a:lnTo>
                  <a:lnTo>
                    <a:pt x="4216002" y="1912436"/>
                  </a:lnTo>
                  <a:close/>
                </a:path>
                <a:path w="7526020" h="4351020">
                  <a:moveTo>
                    <a:pt x="2700955" y="2787948"/>
                  </a:moveTo>
                  <a:lnTo>
                    <a:pt x="2654099" y="2815025"/>
                  </a:lnTo>
                  <a:lnTo>
                    <a:pt x="2654682" y="2816775"/>
                  </a:lnTo>
                  <a:lnTo>
                    <a:pt x="2701536" y="2789694"/>
                  </a:lnTo>
                  <a:lnTo>
                    <a:pt x="2700955" y="2787948"/>
                  </a:lnTo>
                  <a:close/>
                </a:path>
                <a:path w="7526020" h="4351020">
                  <a:moveTo>
                    <a:pt x="2790668" y="2736105"/>
                  </a:moveTo>
                  <a:lnTo>
                    <a:pt x="2749891" y="2759668"/>
                  </a:lnTo>
                  <a:lnTo>
                    <a:pt x="2748374" y="2762622"/>
                  </a:lnTo>
                  <a:lnTo>
                    <a:pt x="2788912" y="2739191"/>
                  </a:lnTo>
                  <a:lnTo>
                    <a:pt x="2790668" y="2736105"/>
                  </a:lnTo>
                  <a:close/>
                </a:path>
                <a:path w="7526020" h="4351020">
                  <a:moveTo>
                    <a:pt x="770119" y="3903735"/>
                  </a:moveTo>
                  <a:lnTo>
                    <a:pt x="723264" y="3930811"/>
                  </a:lnTo>
                  <a:lnTo>
                    <a:pt x="723908" y="3932744"/>
                  </a:lnTo>
                  <a:lnTo>
                    <a:pt x="770761" y="3905663"/>
                  </a:lnTo>
                  <a:lnTo>
                    <a:pt x="770119" y="3903735"/>
                  </a:lnTo>
                  <a:close/>
                </a:path>
                <a:path w="7526020" h="4351020">
                  <a:moveTo>
                    <a:pt x="859539" y="3852061"/>
                  </a:moveTo>
                  <a:lnTo>
                    <a:pt x="819017" y="3875478"/>
                  </a:lnTo>
                  <a:lnTo>
                    <a:pt x="817221" y="3878810"/>
                  </a:lnTo>
                  <a:lnTo>
                    <a:pt x="857598" y="3855472"/>
                  </a:lnTo>
                  <a:lnTo>
                    <a:pt x="859539" y="3852061"/>
                  </a:lnTo>
                  <a:close/>
                </a:path>
                <a:path w="7526020" h="4351020">
                  <a:moveTo>
                    <a:pt x="6925151" y="346879"/>
                  </a:moveTo>
                  <a:lnTo>
                    <a:pt x="6875181" y="375756"/>
                  </a:lnTo>
                  <a:lnTo>
                    <a:pt x="6875528" y="377165"/>
                  </a:lnTo>
                  <a:lnTo>
                    <a:pt x="6925590" y="348230"/>
                  </a:lnTo>
                  <a:lnTo>
                    <a:pt x="6925151" y="346879"/>
                  </a:lnTo>
                  <a:close/>
                </a:path>
                <a:path w="7526020" h="4351020">
                  <a:moveTo>
                    <a:pt x="7143791" y="220532"/>
                  </a:moveTo>
                  <a:lnTo>
                    <a:pt x="7094687" y="248908"/>
                  </a:lnTo>
                  <a:lnTo>
                    <a:pt x="7095302" y="250138"/>
                  </a:lnTo>
                  <a:lnTo>
                    <a:pt x="7144382" y="221770"/>
                  </a:lnTo>
                  <a:lnTo>
                    <a:pt x="7143791" y="220532"/>
                  </a:lnTo>
                  <a:close/>
                </a:path>
                <a:path w="7526020" h="4351020">
                  <a:moveTo>
                    <a:pt x="3443402" y="2358904"/>
                  </a:moveTo>
                  <a:lnTo>
                    <a:pt x="3392679" y="2388216"/>
                  </a:lnTo>
                  <a:lnTo>
                    <a:pt x="3393109" y="2389971"/>
                  </a:lnTo>
                  <a:lnTo>
                    <a:pt x="3443957" y="2360581"/>
                  </a:lnTo>
                  <a:lnTo>
                    <a:pt x="3443402" y="2358904"/>
                  </a:lnTo>
                  <a:close/>
                </a:path>
                <a:path w="7526020" h="4351020">
                  <a:moveTo>
                    <a:pt x="3661440" y="2232905"/>
                  </a:moveTo>
                  <a:lnTo>
                    <a:pt x="3612287" y="2261309"/>
                  </a:lnTo>
                  <a:lnTo>
                    <a:pt x="3613040" y="2262853"/>
                  </a:lnTo>
                  <a:lnTo>
                    <a:pt x="3662167" y="2234458"/>
                  </a:lnTo>
                  <a:lnTo>
                    <a:pt x="3661440" y="2232905"/>
                  </a:lnTo>
                  <a:close/>
                </a:path>
                <a:path w="7526020" h="4351020">
                  <a:moveTo>
                    <a:pt x="1913940" y="3242746"/>
                  </a:moveTo>
                  <a:lnTo>
                    <a:pt x="1863811" y="3271714"/>
                  </a:lnTo>
                  <a:lnTo>
                    <a:pt x="1864294" y="3273612"/>
                  </a:lnTo>
                  <a:lnTo>
                    <a:pt x="1914550" y="3244564"/>
                  </a:lnTo>
                  <a:lnTo>
                    <a:pt x="1913940" y="3242746"/>
                  </a:lnTo>
                  <a:close/>
                </a:path>
                <a:path w="7526020" h="4351020">
                  <a:moveTo>
                    <a:pt x="2132847" y="3116245"/>
                  </a:moveTo>
                  <a:lnTo>
                    <a:pt x="2082301" y="3145454"/>
                  </a:lnTo>
                  <a:lnTo>
                    <a:pt x="2083024" y="3146937"/>
                  </a:lnTo>
                  <a:lnTo>
                    <a:pt x="2083095" y="3147147"/>
                  </a:lnTo>
                  <a:lnTo>
                    <a:pt x="2133647" y="3117928"/>
                  </a:lnTo>
                  <a:lnTo>
                    <a:pt x="2132847" y="3116245"/>
                  </a:lnTo>
                  <a:close/>
                </a:path>
                <a:path w="7526020" h="4351020">
                  <a:moveTo>
                    <a:pt x="6798714" y="419945"/>
                  </a:moveTo>
                  <a:lnTo>
                    <a:pt x="6750750" y="447662"/>
                  </a:lnTo>
                  <a:lnTo>
                    <a:pt x="6751207" y="449022"/>
                  </a:lnTo>
                  <a:lnTo>
                    <a:pt x="6799178" y="421295"/>
                  </a:lnTo>
                  <a:lnTo>
                    <a:pt x="6798714" y="419945"/>
                  </a:lnTo>
                  <a:close/>
                </a:path>
                <a:path w="7526020" h="4351020">
                  <a:moveTo>
                    <a:pt x="5928422" y="922867"/>
                  </a:moveTo>
                  <a:lnTo>
                    <a:pt x="5802469" y="995652"/>
                  </a:lnTo>
                  <a:lnTo>
                    <a:pt x="5802950" y="997106"/>
                  </a:lnTo>
                  <a:lnTo>
                    <a:pt x="5928132" y="924752"/>
                  </a:lnTo>
                  <a:lnTo>
                    <a:pt x="5928422" y="922867"/>
                  </a:lnTo>
                  <a:close/>
                </a:path>
                <a:path w="7526020" h="4351020">
                  <a:moveTo>
                    <a:pt x="4553704" y="1717285"/>
                  </a:moveTo>
                  <a:lnTo>
                    <a:pt x="4427329" y="1790315"/>
                  </a:lnTo>
                  <a:lnTo>
                    <a:pt x="4427867" y="1791891"/>
                  </a:lnTo>
                  <a:lnTo>
                    <a:pt x="4553387" y="1719341"/>
                  </a:lnTo>
                  <a:lnTo>
                    <a:pt x="4553704" y="1717285"/>
                  </a:lnTo>
                  <a:close/>
                </a:path>
                <a:path w="7526020" h="4351020">
                  <a:moveTo>
                    <a:pt x="1799710" y="3308757"/>
                  </a:moveTo>
                  <a:lnTo>
                    <a:pt x="1754471" y="3334899"/>
                  </a:lnTo>
                  <a:lnTo>
                    <a:pt x="1753364" y="3337461"/>
                  </a:lnTo>
                  <a:lnTo>
                    <a:pt x="1753077" y="3337894"/>
                  </a:lnTo>
                  <a:lnTo>
                    <a:pt x="1798587" y="3311589"/>
                  </a:lnTo>
                  <a:lnTo>
                    <a:pt x="1799560" y="3309314"/>
                  </a:lnTo>
                  <a:lnTo>
                    <a:pt x="1799710" y="3308757"/>
                  </a:lnTo>
                  <a:close/>
                </a:path>
                <a:path w="7526020" h="4351020">
                  <a:moveTo>
                    <a:pt x="1696887" y="3368176"/>
                  </a:moveTo>
                  <a:lnTo>
                    <a:pt x="1650007" y="3395267"/>
                  </a:lnTo>
                  <a:lnTo>
                    <a:pt x="1650627" y="3397109"/>
                  </a:lnTo>
                  <a:lnTo>
                    <a:pt x="1697505" y="3370014"/>
                  </a:lnTo>
                  <a:lnTo>
                    <a:pt x="1696887" y="3368176"/>
                  </a:lnTo>
                  <a:close/>
                </a:path>
                <a:path w="7526020" h="4351020">
                  <a:moveTo>
                    <a:pt x="1353671" y="3566513"/>
                  </a:moveTo>
                  <a:lnTo>
                    <a:pt x="1306669" y="3593674"/>
                  </a:lnTo>
                  <a:lnTo>
                    <a:pt x="1307300" y="3595549"/>
                  </a:lnTo>
                  <a:lnTo>
                    <a:pt x="1354296" y="3568386"/>
                  </a:lnTo>
                  <a:lnTo>
                    <a:pt x="1353671" y="3566513"/>
                  </a:lnTo>
                  <a:close/>
                </a:path>
                <a:path w="7526020" h="4351020">
                  <a:moveTo>
                    <a:pt x="556141" y="4027388"/>
                  </a:moveTo>
                  <a:lnTo>
                    <a:pt x="430353" y="4100078"/>
                  </a:lnTo>
                  <a:lnTo>
                    <a:pt x="431002" y="4102041"/>
                  </a:lnTo>
                  <a:lnTo>
                    <a:pt x="555765" y="4029929"/>
                  </a:lnTo>
                  <a:lnTo>
                    <a:pt x="556141" y="4027388"/>
                  </a:lnTo>
                  <a:close/>
                </a:path>
                <a:path w="7526020" h="4351020">
                  <a:moveTo>
                    <a:pt x="2478872" y="2916285"/>
                  </a:moveTo>
                  <a:lnTo>
                    <a:pt x="2431492" y="2943665"/>
                  </a:lnTo>
                  <a:lnTo>
                    <a:pt x="2432089" y="2945432"/>
                  </a:lnTo>
                  <a:lnTo>
                    <a:pt x="2479476" y="2918043"/>
                  </a:lnTo>
                  <a:lnTo>
                    <a:pt x="2478872" y="2916285"/>
                  </a:lnTo>
                  <a:close/>
                </a:path>
                <a:path w="7526020" h="4351020">
                  <a:moveTo>
                    <a:pt x="2306117" y="3016116"/>
                  </a:moveTo>
                  <a:lnTo>
                    <a:pt x="2258110" y="3043858"/>
                  </a:lnTo>
                  <a:lnTo>
                    <a:pt x="2258730" y="3045632"/>
                  </a:lnTo>
                  <a:lnTo>
                    <a:pt x="2306713" y="3017897"/>
                  </a:lnTo>
                  <a:lnTo>
                    <a:pt x="2306117" y="3016116"/>
                  </a:lnTo>
                  <a:close/>
                </a:path>
                <a:path w="7526020" h="4351020">
                  <a:moveTo>
                    <a:pt x="254921" y="4201456"/>
                  </a:moveTo>
                  <a:lnTo>
                    <a:pt x="210284" y="4227251"/>
                  </a:lnTo>
                  <a:lnTo>
                    <a:pt x="210950" y="4229229"/>
                  </a:lnTo>
                  <a:lnTo>
                    <a:pt x="255585" y="4203431"/>
                  </a:lnTo>
                  <a:lnTo>
                    <a:pt x="254921" y="4201456"/>
                  </a:lnTo>
                  <a:close/>
                </a:path>
                <a:path w="7526020" h="4351020">
                  <a:moveTo>
                    <a:pt x="177360" y="4246277"/>
                  </a:moveTo>
                  <a:lnTo>
                    <a:pt x="157248" y="4257899"/>
                  </a:lnTo>
                  <a:lnTo>
                    <a:pt x="157207" y="4260292"/>
                  </a:lnTo>
                  <a:lnTo>
                    <a:pt x="177334" y="4248659"/>
                  </a:lnTo>
                  <a:lnTo>
                    <a:pt x="177360" y="4246277"/>
                  </a:lnTo>
                  <a:close/>
                </a:path>
                <a:path w="7526020" h="4351020">
                  <a:moveTo>
                    <a:pt x="105332" y="4287900"/>
                  </a:moveTo>
                  <a:lnTo>
                    <a:pt x="62641" y="4312571"/>
                  </a:lnTo>
                  <a:lnTo>
                    <a:pt x="64040" y="4314142"/>
                  </a:lnTo>
                  <a:lnTo>
                    <a:pt x="106739" y="4289462"/>
                  </a:lnTo>
                  <a:lnTo>
                    <a:pt x="105332" y="4287900"/>
                  </a:lnTo>
                  <a:close/>
                </a:path>
                <a:path w="7526020" h="4351020">
                  <a:moveTo>
                    <a:pt x="35401" y="4328312"/>
                  </a:moveTo>
                  <a:lnTo>
                    <a:pt x="0" y="4348770"/>
                  </a:lnTo>
                  <a:lnTo>
                    <a:pt x="667" y="4350771"/>
                  </a:lnTo>
                  <a:lnTo>
                    <a:pt x="36128" y="4330274"/>
                  </a:lnTo>
                  <a:lnTo>
                    <a:pt x="35401" y="4328312"/>
                  </a:lnTo>
                  <a:close/>
                </a:path>
                <a:path w="7526020" h="4351020">
                  <a:moveTo>
                    <a:pt x="7525416" y="0"/>
                  </a:moveTo>
                  <a:lnTo>
                    <a:pt x="7490657" y="20086"/>
                  </a:lnTo>
                  <a:lnTo>
                    <a:pt x="7491106" y="21367"/>
                  </a:lnTo>
                  <a:lnTo>
                    <a:pt x="7525849" y="1286"/>
                  </a:lnTo>
                  <a:lnTo>
                    <a:pt x="7525416" y="0"/>
                  </a:lnTo>
                  <a:close/>
                </a:path>
                <a:path w="7526020" h="4351020">
                  <a:moveTo>
                    <a:pt x="7432488" y="53701"/>
                  </a:moveTo>
                  <a:lnTo>
                    <a:pt x="7380362" y="83823"/>
                  </a:lnTo>
                  <a:lnTo>
                    <a:pt x="7381703" y="84601"/>
                  </a:lnTo>
                  <a:lnTo>
                    <a:pt x="7433808" y="54485"/>
                  </a:lnTo>
                  <a:lnTo>
                    <a:pt x="7432488" y="53701"/>
                  </a:lnTo>
                  <a:close/>
                </a:path>
                <a:path w="7526020" h="4351020">
                  <a:moveTo>
                    <a:pt x="7343192" y="105303"/>
                  </a:moveTo>
                  <a:lnTo>
                    <a:pt x="7307133" y="126140"/>
                  </a:lnTo>
                  <a:lnTo>
                    <a:pt x="7307578" y="127444"/>
                  </a:lnTo>
                  <a:lnTo>
                    <a:pt x="7343648" y="106596"/>
                  </a:lnTo>
                  <a:lnTo>
                    <a:pt x="7343192" y="105303"/>
                  </a:lnTo>
                  <a:close/>
                </a:path>
                <a:path w="7526020" h="4351020">
                  <a:moveTo>
                    <a:pt x="6344399" y="682483"/>
                  </a:moveTo>
                  <a:lnTo>
                    <a:pt x="6309492" y="702655"/>
                  </a:lnTo>
                  <a:lnTo>
                    <a:pt x="6309981" y="704047"/>
                  </a:lnTo>
                  <a:lnTo>
                    <a:pt x="6344873" y="683879"/>
                  </a:lnTo>
                  <a:lnTo>
                    <a:pt x="6344399" y="682483"/>
                  </a:lnTo>
                  <a:close/>
                </a:path>
                <a:path w="7526020" h="4351020">
                  <a:moveTo>
                    <a:pt x="6251978" y="735891"/>
                  </a:moveTo>
                  <a:lnTo>
                    <a:pt x="6199072" y="766464"/>
                  </a:lnTo>
                  <a:lnTo>
                    <a:pt x="6200527" y="767309"/>
                  </a:lnTo>
                  <a:lnTo>
                    <a:pt x="6253452" y="736720"/>
                  </a:lnTo>
                  <a:lnTo>
                    <a:pt x="6251978" y="735891"/>
                  </a:lnTo>
                  <a:close/>
                </a:path>
                <a:path w="7526020" h="4351020">
                  <a:moveTo>
                    <a:pt x="6162027" y="787872"/>
                  </a:moveTo>
                  <a:lnTo>
                    <a:pt x="6125971" y="808708"/>
                  </a:lnTo>
                  <a:lnTo>
                    <a:pt x="6126453" y="810123"/>
                  </a:lnTo>
                  <a:lnTo>
                    <a:pt x="6162523" y="789276"/>
                  </a:lnTo>
                  <a:lnTo>
                    <a:pt x="6162027" y="787872"/>
                  </a:lnTo>
                  <a:close/>
                </a:path>
                <a:path w="7526020" h="4351020">
                  <a:moveTo>
                    <a:pt x="1030997" y="3752979"/>
                  </a:moveTo>
                  <a:lnTo>
                    <a:pt x="981147" y="3781786"/>
                  </a:lnTo>
                  <a:lnTo>
                    <a:pt x="981661" y="3783765"/>
                  </a:lnTo>
                  <a:lnTo>
                    <a:pt x="1031589" y="3754907"/>
                  </a:lnTo>
                  <a:lnTo>
                    <a:pt x="1030997" y="3752979"/>
                  </a:lnTo>
                  <a:close/>
                </a:path>
                <a:path w="7526020" h="4351020">
                  <a:moveTo>
                    <a:pt x="6584673" y="543634"/>
                  </a:moveTo>
                  <a:lnTo>
                    <a:pt x="6538345" y="570406"/>
                  </a:lnTo>
                  <a:lnTo>
                    <a:pt x="6538806" y="571788"/>
                  </a:lnTo>
                  <a:lnTo>
                    <a:pt x="6585136" y="545009"/>
                  </a:lnTo>
                  <a:lnTo>
                    <a:pt x="6584673" y="543634"/>
                  </a:lnTo>
                  <a:close/>
                </a:path>
                <a:path w="7526020" h="4351020">
                  <a:moveTo>
                    <a:pt x="5600201" y="1112538"/>
                  </a:moveTo>
                  <a:lnTo>
                    <a:pt x="5552269" y="1140237"/>
                  </a:lnTo>
                  <a:lnTo>
                    <a:pt x="5552761" y="1141713"/>
                  </a:lnTo>
                  <a:lnTo>
                    <a:pt x="5600700" y="1114004"/>
                  </a:lnTo>
                  <a:lnTo>
                    <a:pt x="5600201" y="1112538"/>
                  </a:lnTo>
                  <a:close/>
                </a:path>
                <a:path w="7526020" h="4351020">
                  <a:moveTo>
                    <a:pt x="5316514" y="1276475"/>
                  </a:moveTo>
                  <a:lnTo>
                    <a:pt x="5269011" y="1303925"/>
                  </a:lnTo>
                  <a:lnTo>
                    <a:pt x="5269512" y="1305428"/>
                  </a:lnTo>
                  <a:lnTo>
                    <a:pt x="5317022" y="1277967"/>
                  </a:lnTo>
                  <a:lnTo>
                    <a:pt x="5316514" y="1276475"/>
                  </a:lnTo>
                  <a:close/>
                </a:path>
                <a:path w="7526020" h="4351020">
                  <a:moveTo>
                    <a:pt x="3876477" y="2108640"/>
                  </a:moveTo>
                  <a:lnTo>
                    <a:pt x="3828872" y="2136150"/>
                  </a:lnTo>
                  <a:lnTo>
                    <a:pt x="3829418" y="2137789"/>
                  </a:lnTo>
                  <a:lnTo>
                    <a:pt x="3877027" y="2110271"/>
                  </a:lnTo>
                  <a:lnTo>
                    <a:pt x="3876477" y="2108640"/>
                  </a:lnTo>
                  <a:close/>
                </a:path>
                <a:path w="7526020" h="4351020">
                  <a:moveTo>
                    <a:pt x="3226995" y="2483961"/>
                  </a:moveTo>
                  <a:lnTo>
                    <a:pt x="3178786" y="2511820"/>
                  </a:lnTo>
                  <a:lnTo>
                    <a:pt x="3179870" y="2513221"/>
                  </a:lnTo>
                  <a:lnTo>
                    <a:pt x="3228030" y="2485385"/>
                  </a:lnTo>
                  <a:lnTo>
                    <a:pt x="3226995" y="2483961"/>
                  </a:lnTo>
                  <a:close/>
                </a:path>
                <a:path w="7526020" h="4351020">
                  <a:moveTo>
                    <a:pt x="3305395" y="2438656"/>
                  </a:moveTo>
                  <a:lnTo>
                    <a:pt x="3281460" y="2452487"/>
                  </a:lnTo>
                  <a:lnTo>
                    <a:pt x="3281460" y="2454503"/>
                  </a:lnTo>
                  <a:lnTo>
                    <a:pt x="3305309" y="2440719"/>
                  </a:lnTo>
                  <a:lnTo>
                    <a:pt x="3305395" y="2438656"/>
                  </a:lnTo>
                  <a:close/>
                </a:path>
              </a:pathLst>
            </a:custGeom>
            <a:solidFill>
              <a:srgbClr val="282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18248" y="999502"/>
              <a:ext cx="7526655" cy="4351655"/>
            </a:xfrm>
            <a:custGeom>
              <a:avLst/>
              <a:gdLst/>
              <a:ahLst/>
              <a:cxnLst/>
              <a:rect l="l" t="t" r="r" b="b"/>
              <a:pathLst>
                <a:path w="7526655" h="4351655">
                  <a:moveTo>
                    <a:pt x="36207" y="4330992"/>
                  </a:moveTo>
                  <a:lnTo>
                    <a:pt x="35941" y="4330255"/>
                  </a:lnTo>
                  <a:lnTo>
                    <a:pt x="35471" y="4328985"/>
                  </a:lnTo>
                  <a:lnTo>
                    <a:pt x="0" y="4349483"/>
                  </a:lnTo>
                  <a:lnTo>
                    <a:pt x="431" y="4350778"/>
                  </a:lnTo>
                  <a:lnTo>
                    <a:pt x="685" y="4351528"/>
                  </a:lnTo>
                  <a:lnTo>
                    <a:pt x="36207" y="4330992"/>
                  </a:lnTo>
                  <a:close/>
                </a:path>
                <a:path w="7526655" h="4351655">
                  <a:moveTo>
                    <a:pt x="107530" y="4289793"/>
                  </a:moveTo>
                  <a:lnTo>
                    <a:pt x="106997" y="4289196"/>
                  </a:lnTo>
                  <a:lnTo>
                    <a:pt x="106070" y="4288167"/>
                  </a:lnTo>
                  <a:lnTo>
                    <a:pt x="63373" y="4312856"/>
                  </a:lnTo>
                  <a:lnTo>
                    <a:pt x="64287" y="4313872"/>
                  </a:lnTo>
                  <a:lnTo>
                    <a:pt x="64820" y="4314469"/>
                  </a:lnTo>
                  <a:lnTo>
                    <a:pt x="107530" y="4289793"/>
                  </a:lnTo>
                  <a:close/>
                </a:path>
                <a:path w="7526655" h="4351655">
                  <a:moveTo>
                    <a:pt x="176669" y="4247375"/>
                  </a:moveTo>
                  <a:lnTo>
                    <a:pt x="156540" y="4259008"/>
                  </a:lnTo>
                  <a:lnTo>
                    <a:pt x="156514" y="4260583"/>
                  </a:lnTo>
                  <a:lnTo>
                    <a:pt x="156502" y="4261497"/>
                  </a:lnTo>
                  <a:lnTo>
                    <a:pt x="176644" y="4249852"/>
                  </a:lnTo>
                  <a:lnTo>
                    <a:pt x="176657" y="4248937"/>
                  </a:lnTo>
                  <a:lnTo>
                    <a:pt x="176669" y="4247375"/>
                  </a:lnTo>
                  <a:close/>
                </a:path>
                <a:path w="7526655" h="4351655">
                  <a:moveTo>
                    <a:pt x="255625" y="4204220"/>
                  </a:moveTo>
                  <a:lnTo>
                    <a:pt x="255358" y="4203458"/>
                  </a:lnTo>
                  <a:lnTo>
                    <a:pt x="254927" y="4202138"/>
                  </a:lnTo>
                  <a:lnTo>
                    <a:pt x="210286" y="4227944"/>
                  </a:lnTo>
                  <a:lnTo>
                    <a:pt x="210731" y="4229252"/>
                  </a:lnTo>
                  <a:lnTo>
                    <a:pt x="210985" y="4230014"/>
                  </a:lnTo>
                  <a:lnTo>
                    <a:pt x="255625" y="4204220"/>
                  </a:lnTo>
                  <a:close/>
                </a:path>
                <a:path w="7526655" h="4351655">
                  <a:moveTo>
                    <a:pt x="555104" y="4028643"/>
                  </a:moveTo>
                  <a:lnTo>
                    <a:pt x="430339" y="4100753"/>
                  </a:lnTo>
                  <a:lnTo>
                    <a:pt x="430784" y="4102087"/>
                  </a:lnTo>
                  <a:lnTo>
                    <a:pt x="431038" y="4102862"/>
                  </a:lnTo>
                  <a:lnTo>
                    <a:pt x="554685" y="4031424"/>
                  </a:lnTo>
                  <a:lnTo>
                    <a:pt x="554837" y="4030395"/>
                  </a:lnTo>
                  <a:lnTo>
                    <a:pt x="555104" y="4028643"/>
                  </a:lnTo>
                  <a:close/>
                </a:path>
                <a:path w="7526655" h="4351655">
                  <a:moveTo>
                    <a:pt x="856932" y="3854183"/>
                  </a:moveTo>
                  <a:lnTo>
                    <a:pt x="816559" y="3877526"/>
                  </a:lnTo>
                  <a:lnTo>
                    <a:pt x="815276" y="3879900"/>
                  </a:lnTo>
                  <a:lnTo>
                    <a:pt x="814971" y="3880472"/>
                  </a:lnTo>
                  <a:lnTo>
                    <a:pt x="770775" y="3906380"/>
                  </a:lnTo>
                  <a:lnTo>
                    <a:pt x="770559" y="3905745"/>
                  </a:lnTo>
                  <a:lnTo>
                    <a:pt x="770102" y="3904373"/>
                  </a:lnTo>
                  <a:lnTo>
                    <a:pt x="723239" y="3931450"/>
                  </a:lnTo>
                  <a:lnTo>
                    <a:pt x="723696" y="3932821"/>
                  </a:lnTo>
                  <a:lnTo>
                    <a:pt x="723963" y="3933621"/>
                  </a:lnTo>
                  <a:lnTo>
                    <a:pt x="771093" y="3906380"/>
                  </a:lnTo>
                  <a:lnTo>
                    <a:pt x="854735" y="3858056"/>
                  </a:lnTo>
                  <a:lnTo>
                    <a:pt x="855548" y="3856621"/>
                  </a:lnTo>
                  <a:lnTo>
                    <a:pt x="856932" y="3854183"/>
                  </a:lnTo>
                  <a:close/>
                </a:path>
                <a:path w="7526655" h="4351655">
                  <a:moveTo>
                    <a:pt x="1031608" y="3755860"/>
                  </a:moveTo>
                  <a:lnTo>
                    <a:pt x="1031354" y="3755021"/>
                  </a:lnTo>
                  <a:lnTo>
                    <a:pt x="1030922" y="3753624"/>
                  </a:lnTo>
                  <a:lnTo>
                    <a:pt x="980998" y="3782479"/>
                  </a:lnTo>
                  <a:lnTo>
                    <a:pt x="981367" y="3783914"/>
                  </a:lnTo>
                  <a:lnTo>
                    <a:pt x="981595" y="3784765"/>
                  </a:lnTo>
                  <a:lnTo>
                    <a:pt x="1031608" y="3755860"/>
                  </a:lnTo>
                  <a:close/>
                </a:path>
                <a:path w="7526655" h="4351655">
                  <a:moveTo>
                    <a:pt x="1354391" y="3569360"/>
                  </a:moveTo>
                  <a:lnTo>
                    <a:pt x="1354112" y="3568522"/>
                  </a:lnTo>
                  <a:lnTo>
                    <a:pt x="1353629" y="3567099"/>
                  </a:lnTo>
                  <a:lnTo>
                    <a:pt x="1306639" y="3594265"/>
                  </a:lnTo>
                  <a:lnTo>
                    <a:pt x="1307109" y="3595674"/>
                  </a:lnTo>
                  <a:lnTo>
                    <a:pt x="1307401" y="3596513"/>
                  </a:lnTo>
                  <a:lnTo>
                    <a:pt x="1354391" y="3569360"/>
                  </a:lnTo>
                  <a:close/>
                </a:path>
                <a:path w="7526655" h="4351655">
                  <a:moveTo>
                    <a:pt x="1697621" y="3371037"/>
                  </a:moveTo>
                  <a:lnTo>
                    <a:pt x="1697329" y="3370173"/>
                  </a:lnTo>
                  <a:lnTo>
                    <a:pt x="1696847" y="3368725"/>
                  </a:lnTo>
                  <a:lnTo>
                    <a:pt x="1649958" y="3395815"/>
                  </a:lnTo>
                  <a:lnTo>
                    <a:pt x="1650453" y="3397262"/>
                  </a:lnTo>
                  <a:lnTo>
                    <a:pt x="1650746" y="3398126"/>
                  </a:lnTo>
                  <a:lnTo>
                    <a:pt x="1697621" y="3371037"/>
                  </a:lnTo>
                  <a:close/>
                </a:path>
                <a:path w="7526655" h="4351655">
                  <a:moveTo>
                    <a:pt x="1797926" y="3310305"/>
                  </a:moveTo>
                  <a:lnTo>
                    <a:pt x="1752409" y="3336607"/>
                  </a:lnTo>
                  <a:lnTo>
                    <a:pt x="1750542" y="3339427"/>
                  </a:lnTo>
                  <a:lnTo>
                    <a:pt x="1749437" y="3341103"/>
                  </a:lnTo>
                  <a:lnTo>
                    <a:pt x="1796338" y="3314001"/>
                  </a:lnTo>
                  <a:lnTo>
                    <a:pt x="1796935" y="3312617"/>
                  </a:lnTo>
                  <a:lnTo>
                    <a:pt x="1797926" y="3310305"/>
                  </a:lnTo>
                  <a:close/>
                </a:path>
                <a:path w="7526655" h="4351655">
                  <a:moveTo>
                    <a:pt x="1914677" y="3245624"/>
                  </a:moveTo>
                  <a:lnTo>
                    <a:pt x="1914385" y="3244748"/>
                  </a:lnTo>
                  <a:lnTo>
                    <a:pt x="1913890" y="3243275"/>
                  </a:lnTo>
                  <a:lnTo>
                    <a:pt x="1863636" y="3272320"/>
                  </a:lnTo>
                  <a:lnTo>
                    <a:pt x="1864017" y="3273856"/>
                  </a:lnTo>
                  <a:lnTo>
                    <a:pt x="1864258" y="3274758"/>
                  </a:lnTo>
                  <a:lnTo>
                    <a:pt x="1914677" y="3245624"/>
                  </a:lnTo>
                  <a:close/>
                </a:path>
                <a:path w="7526655" h="4351655">
                  <a:moveTo>
                    <a:pt x="2134044" y="3118878"/>
                  </a:moveTo>
                  <a:lnTo>
                    <a:pt x="2133650" y="3118040"/>
                  </a:lnTo>
                  <a:lnTo>
                    <a:pt x="2132990" y="3116643"/>
                  </a:lnTo>
                  <a:lnTo>
                    <a:pt x="2082431" y="3145853"/>
                  </a:lnTo>
                  <a:lnTo>
                    <a:pt x="2082927" y="3147352"/>
                  </a:lnTo>
                  <a:lnTo>
                    <a:pt x="2083231" y="3148241"/>
                  </a:lnTo>
                  <a:lnTo>
                    <a:pt x="2134044" y="3118878"/>
                  </a:lnTo>
                  <a:close/>
                </a:path>
                <a:path w="7526655" h="4351655">
                  <a:moveTo>
                    <a:pt x="2306866" y="3019031"/>
                  </a:moveTo>
                  <a:lnTo>
                    <a:pt x="2306561" y="3018117"/>
                  </a:lnTo>
                  <a:lnTo>
                    <a:pt x="2306053" y="3016605"/>
                  </a:lnTo>
                  <a:lnTo>
                    <a:pt x="2258072" y="3044342"/>
                  </a:lnTo>
                  <a:lnTo>
                    <a:pt x="2258593" y="3045841"/>
                  </a:lnTo>
                  <a:lnTo>
                    <a:pt x="2258898" y="3046742"/>
                  </a:lnTo>
                  <a:lnTo>
                    <a:pt x="2306866" y="3019031"/>
                  </a:lnTo>
                  <a:close/>
                </a:path>
                <a:path w="7526655" h="4351655">
                  <a:moveTo>
                    <a:pt x="2479649" y="2919196"/>
                  </a:moveTo>
                  <a:lnTo>
                    <a:pt x="2479332" y="2918269"/>
                  </a:lnTo>
                  <a:lnTo>
                    <a:pt x="2478811" y="2916758"/>
                  </a:lnTo>
                  <a:lnTo>
                    <a:pt x="2431427" y="2944139"/>
                  </a:lnTo>
                  <a:lnTo>
                    <a:pt x="2431935" y="2945663"/>
                  </a:lnTo>
                  <a:lnTo>
                    <a:pt x="2432253" y="2946577"/>
                  </a:lnTo>
                  <a:lnTo>
                    <a:pt x="2479649" y="2919196"/>
                  </a:lnTo>
                  <a:close/>
                </a:path>
                <a:path w="7526655" h="4351655">
                  <a:moveTo>
                    <a:pt x="2701709" y="2790888"/>
                  </a:moveTo>
                  <a:lnTo>
                    <a:pt x="2701391" y="2789948"/>
                  </a:lnTo>
                  <a:lnTo>
                    <a:pt x="2700871" y="2788399"/>
                  </a:lnTo>
                  <a:lnTo>
                    <a:pt x="2654020" y="2815488"/>
                  </a:lnTo>
                  <a:lnTo>
                    <a:pt x="2654528" y="2817025"/>
                  </a:lnTo>
                  <a:lnTo>
                    <a:pt x="2654846" y="2817965"/>
                  </a:lnTo>
                  <a:lnTo>
                    <a:pt x="2701709" y="2790888"/>
                  </a:lnTo>
                  <a:close/>
                </a:path>
                <a:path w="7526655" h="4351655">
                  <a:moveTo>
                    <a:pt x="2788247" y="2737904"/>
                  </a:moveTo>
                  <a:lnTo>
                    <a:pt x="2747708" y="2761335"/>
                  </a:lnTo>
                  <a:lnTo>
                    <a:pt x="2746362" y="2763964"/>
                  </a:lnTo>
                  <a:lnTo>
                    <a:pt x="2745879" y="2764904"/>
                  </a:lnTo>
                  <a:lnTo>
                    <a:pt x="2703296" y="2789948"/>
                  </a:lnTo>
                  <a:lnTo>
                    <a:pt x="2785719" y="2742349"/>
                  </a:lnTo>
                  <a:lnTo>
                    <a:pt x="2786672" y="2740672"/>
                  </a:lnTo>
                  <a:lnTo>
                    <a:pt x="2788247" y="2737904"/>
                  </a:lnTo>
                  <a:close/>
                </a:path>
                <a:path w="7526655" h="4351655">
                  <a:moveTo>
                    <a:pt x="3228937" y="2486253"/>
                  </a:moveTo>
                  <a:lnTo>
                    <a:pt x="3228340" y="2485440"/>
                  </a:lnTo>
                  <a:lnTo>
                    <a:pt x="3227362" y="2484094"/>
                  </a:lnTo>
                  <a:lnTo>
                    <a:pt x="3179203" y="2511933"/>
                  </a:lnTo>
                  <a:lnTo>
                    <a:pt x="3180219" y="2513241"/>
                  </a:lnTo>
                  <a:lnTo>
                    <a:pt x="3180410" y="2513482"/>
                  </a:lnTo>
                  <a:lnTo>
                    <a:pt x="3180804" y="2514066"/>
                  </a:lnTo>
                  <a:lnTo>
                    <a:pt x="3228937" y="2486253"/>
                  </a:lnTo>
                  <a:close/>
                </a:path>
                <a:path w="7526655" h="4351655">
                  <a:moveTo>
                    <a:pt x="3304641" y="2439428"/>
                  </a:moveTo>
                  <a:lnTo>
                    <a:pt x="3280803" y="2453221"/>
                  </a:lnTo>
                  <a:lnTo>
                    <a:pt x="3280803" y="2455126"/>
                  </a:lnTo>
                  <a:lnTo>
                    <a:pt x="3280803" y="2456294"/>
                  </a:lnTo>
                  <a:lnTo>
                    <a:pt x="3304514" y="2442591"/>
                  </a:lnTo>
                  <a:lnTo>
                    <a:pt x="3304565" y="2441397"/>
                  </a:lnTo>
                  <a:lnTo>
                    <a:pt x="3304641" y="2439428"/>
                  </a:lnTo>
                  <a:close/>
                </a:path>
                <a:path w="7526655" h="4351655">
                  <a:moveTo>
                    <a:pt x="3444163" y="2361908"/>
                  </a:moveTo>
                  <a:lnTo>
                    <a:pt x="3443833" y="2360917"/>
                  </a:lnTo>
                  <a:lnTo>
                    <a:pt x="3443300" y="2359291"/>
                  </a:lnTo>
                  <a:lnTo>
                    <a:pt x="3392449" y="2388679"/>
                  </a:lnTo>
                  <a:lnTo>
                    <a:pt x="3392855" y="2390368"/>
                  </a:lnTo>
                  <a:lnTo>
                    <a:pt x="3393109" y="2391397"/>
                  </a:lnTo>
                  <a:lnTo>
                    <a:pt x="3444163" y="2361908"/>
                  </a:lnTo>
                  <a:close/>
                </a:path>
                <a:path w="7526655" h="4351655">
                  <a:moveTo>
                    <a:pt x="3662667" y="2235644"/>
                  </a:moveTo>
                  <a:lnTo>
                    <a:pt x="3662222" y="2234704"/>
                  </a:lnTo>
                  <a:lnTo>
                    <a:pt x="3661499" y="2233168"/>
                  </a:lnTo>
                  <a:lnTo>
                    <a:pt x="3612375" y="2261565"/>
                  </a:lnTo>
                  <a:lnTo>
                    <a:pt x="3612464" y="2261730"/>
                  </a:lnTo>
                  <a:lnTo>
                    <a:pt x="3612946" y="2263190"/>
                  </a:lnTo>
                  <a:lnTo>
                    <a:pt x="3613277" y="2264181"/>
                  </a:lnTo>
                  <a:lnTo>
                    <a:pt x="3662667" y="2235644"/>
                  </a:lnTo>
                  <a:close/>
                </a:path>
                <a:path w="7526655" h="4351655">
                  <a:moveTo>
                    <a:pt x="3877259" y="2111654"/>
                  </a:moveTo>
                  <a:lnTo>
                    <a:pt x="3876916" y="2110638"/>
                  </a:lnTo>
                  <a:lnTo>
                    <a:pt x="3876370" y="2108987"/>
                  </a:lnTo>
                  <a:lnTo>
                    <a:pt x="3828758" y="2136495"/>
                  </a:lnTo>
                  <a:lnTo>
                    <a:pt x="3829304" y="2138159"/>
                  </a:lnTo>
                  <a:lnTo>
                    <a:pt x="3829647" y="2139175"/>
                  </a:lnTo>
                  <a:lnTo>
                    <a:pt x="3877259" y="2111654"/>
                  </a:lnTo>
                  <a:close/>
                </a:path>
                <a:path w="7526655" h="4351655">
                  <a:moveTo>
                    <a:pt x="4126534" y="1967623"/>
                  </a:moveTo>
                  <a:lnTo>
                    <a:pt x="4126192" y="1966595"/>
                  </a:lnTo>
                  <a:lnTo>
                    <a:pt x="4125633" y="1964905"/>
                  </a:lnTo>
                  <a:lnTo>
                    <a:pt x="4078782" y="1991982"/>
                  </a:lnTo>
                  <a:lnTo>
                    <a:pt x="4079341" y="1993671"/>
                  </a:lnTo>
                  <a:lnTo>
                    <a:pt x="4079684" y="1994700"/>
                  </a:lnTo>
                  <a:lnTo>
                    <a:pt x="4126534" y="1967623"/>
                  </a:lnTo>
                  <a:close/>
                </a:path>
                <a:path w="7526655" h="4351655">
                  <a:moveTo>
                    <a:pt x="4213720" y="1913991"/>
                  </a:moveTo>
                  <a:lnTo>
                    <a:pt x="4173245" y="1937385"/>
                  </a:lnTo>
                  <a:lnTo>
                    <a:pt x="4171696" y="1940293"/>
                  </a:lnTo>
                  <a:lnTo>
                    <a:pt x="4170857" y="1942020"/>
                  </a:lnTo>
                  <a:lnTo>
                    <a:pt x="4210964" y="1918843"/>
                  </a:lnTo>
                  <a:lnTo>
                    <a:pt x="4212018" y="1917001"/>
                  </a:lnTo>
                  <a:lnTo>
                    <a:pt x="4213720" y="1913991"/>
                  </a:lnTo>
                  <a:close/>
                </a:path>
                <a:path w="7526655" h="4351655">
                  <a:moveTo>
                    <a:pt x="4552721" y="1718056"/>
                  </a:moveTo>
                  <a:lnTo>
                    <a:pt x="4427207" y="1790598"/>
                  </a:lnTo>
                  <a:lnTo>
                    <a:pt x="4427791" y="1792312"/>
                  </a:lnTo>
                  <a:lnTo>
                    <a:pt x="4428147" y="1793354"/>
                  </a:lnTo>
                  <a:lnTo>
                    <a:pt x="4552162" y="1721700"/>
                  </a:lnTo>
                  <a:lnTo>
                    <a:pt x="4552378" y="1720316"/>
                  </a:lnTo>
                  <a:lnTo>
                    <a:pt x="4552721" y="1718056"/>
                  </a:lnTo>
                  <a:close/>
                </a:path>
                <a:path w="7526655" h="4351655">
                  <a:moveTo>
                    <a:pt x="4945596" y="1494383"/>
                  </a:moveTo>
                  <a:lnTo>
                    <a:pt x="4945570" y="1493088"/>
                  </a:lnTo>
                  <a:lnTo>
                    <a:pt x="4945532" y="1491018"/>
                  </a:lnTo>
                  <a:lnTo>
                    <a:pt x="4929200" y="1500454"/>
                  </a:lnTo>
                  <a:lnTo>
                    <a:pt x="4929225" y="1502537"/>
                  </a:lnTo>
                  <a:lnTo>
                    <a:pt x="4929251" y="1503819"/>
                  </a:lnTo>
                  <a:lnTo>
                    <a:pt x="4945596" y="1494383"/>
                  </a:lnTo>
                  <a:close/>
                </a:path>
                <a:path w="7526655" h="4351655">
                  <a:moveTo>
                    <a:pt x="5052580" y="1432560"/>
                  </a:moveTo>
                  <a:lnTo>
                    <a:pt x="5051933" y="1431632"/>
                  </a:lnTo>
                  <a:lnTo>
                    <a:pt x="5050879" y="1430121"/>
                  </a:lnTo>
                  <a:lnTo>
                    <a:pt x="5003546" y="1457490"/>
                  </a:lnTo>
                  <a:lnTo>
                    <a:pt x="5004600" y="1458988"/>
                  </a:lnTo>
                  <a:lnTo>
                    <a:pt x="5005248" y="1459915"/>
                  </a:lnTo>
                  <a:lnTo>
                    <a:pt x="5052580" y="1432560"/>
                  </a:lnTo>
                  <a:close/>
                </a:path>
                <a:path w="7526655" h="4351655">
                  <a:moveTo>
                    <a:pt x="5317350" y="1279588"/>
                  </a:moveTo>
                  <a:lnTo>
                    <a:pt x="5316969" y="1278470"/>
                  </a:lnTo>
                  <a:lnTo>
                    <a:pt x="5316359" y="1276680"/>
                  </a:lnTo>
                  <a:lnTo>
                    <a:pt x="5268849" y="1304137"/>
                  </a:lnTo>
                  <a:lnTo>
                    <a:pt x="5269446" y="1305928"/>
                  </a:lnTo>
                  <a:lnTo>
                    <a:pt x="5269814" y="1307045"/>
                  </a:lnTo>
                  <a:lnTo>
                    <a:pt x="5317350" y="1279588"/>
                  </a:lnTo>
                  <a:close/>
                </a:path>
                <a:path w="7526655" h="4351655">
                  <a:moveTo>
                    <a:pt x="5601043" y="1115669"/>
                  </a:moveTo>
                  <a:lnTo>
                    <a:pt x="5600662" y="1114526"/>
                  </a:lnTo>
                  <a:lnTo>
                    <a:pt x="5600039" y="1112710"/>
                  </a:lnTo>
                  <a:lnTo>
                    <a:pt x="5552097" y="1140421"/>
                  </a:lnTo>
                  <a:lnTo>
                    <a:pt x="5552706" y="1142238"/>
                  </a:lnTo>
                  <a:lnTo>
                    <a:pt x="5553087" y="1143381"/>
                  </a:lnTo>
                  <a:lnTo>
                    <a:pt x="5601043" y="1115669"/>
                  </a:lnTo>
                  <a:close/>
                </a:path>
                <a:path w="7526655" h="4351655">
                  <a:moveTo>
                    <a:pt x="5927471" y="923467"/>
                  </a:moveTo>
                  <a:lnTo>
                    <a:pt x="5802287" y="995819"/>
                  </a:lnTo>
                  <a:lnTo>
                    <a:pt x="5802896" y="997661"/>
                  </a:lnTo>
                  <a:lnTo>
                    <a:pt x="5803277" y="998816"/>
                  </a:lnTo>
                  <a:lnTo>
                    <a:pt x="5926861" y="927404"/>
                  </a:lnTo>
                  <a:lnTo>
                    <a:pt x="5927090" y="925893"/>
                  </a:lnTo>
                  <a:lnTo>
                    <a:pt x="5927471" y="923467"/>
                  </a:lnTo>
                  <a:close/>
                </a:path>
                <a:path w="7526655" h="4351655">
                  <a:moveTo>
                    <a:pt x="6162929" y="791006"/>
                  </a:moveTo>
                  <a:lnTo>
                    <a:pt x="6162510" y="789851"/>
                  </a:lnTo>
                  <a:lnTo>
                    <a:pt x="6161862" y="787984"/>
                  </a:lnTo>
                  <a:lnTo>
                    <a:pt x="6125794" y="808837"/>
                  </a:lnTo>
                  <a:lnTo>
                    <a:pt x="6126429" y="810704"/>
                  </a:lnTo>
                  <a:lnTo>
                    <a:pt x="6126823" y="811872"/>
                  </a:lnTo>
                  <a:lnTo>
                    <a:pt x="6162929" y="791006"/>
                  </a:lnTo>
                  <a:close/>
                </a:path>
                <a:path w="7526655" h="4351655">
                  <a:moveTo>
                    <a:pt x="6255994" y="737235"/>
                  </a:moveTo>
                  <a:lnTo>
                    <a:pt x="6254762" y="736536"/>
                  </a:lnTo>
                  <a:lnTo>
                    <a:pt x="6252794" y="735431"/>
                  </a:lnTo>
                  <a:lnTo>
                    <a:pt x="6199860" y="766025"/>
                  </a:lnTo>
                  <a:lnTo>
                    <a:pt x="6201803" y="767143"/>
                  </a:lnTo>
                  <a:lnTo>
                    <a:pt x="6203010" y="767854"/>
                  </a:lnTo>
                  <a:lnTo>
                    <a:pt x="6255994" y="737235"/>
                  </a:lnTo>
                  <a:close/>
                </a:path>
                <a:path w="7526655" h="4351655">
                  <a:moveTo>
                    <a:pt x="6345250" y="685660"/>
                  </a:moveTo>
                  <a:lnTo>
                    <a:pt x="6344856" y="684479"/>
                  </a:lnTo>
                  <a:lnTo>
                    <a:pt x="6344209" y="682586"/>
                  </a:lnTo>
                  <a:lnTo>
                    <a:pt x="6309322" y="702754"/>
                  </a:lnTo>
                  <a:lnTo>
                    <a:pt x="6309969" y="704634"/>
                  </a:lnTo>
                  <a:lnTo>
                    <a:pt x="6310388" y="705815"/>
                  </a:lnTo>
                  <a:lnTo>
                    <a:pt x="6345250" y="685660"/>
                  </a:lnTo>
                  <a:close/>
                </a:path>
                <a:path w="7526655" h="4351655">
                  <a:moveTo>
                    <a:pt x="6585521" y="546836"/>
                  </a:moveTo>
                  <a:lnTo>
                    <a:pt x="6585115" y="545630"/>
                  </a:lnTo>
                  <a:lnTo>
                    <a:pt x="6584480" y="543725"/>
                  </a:lnTo>
                  <a:lnTo>
                    <a:pt x="6538138" y="570496"/>
                  </a:lnTo>
                  <a:lnTo>
                    <a:pt x="6538785" y="572414"/>
                  </a:lnTo>
                  <a:lnTo>
                    <a:pt x="6539179" y="573608"/>
                  </a:lnTo>
                  <a:lnTo>
                    <a:pt x="6585521" y="546836"/>
                  </a:lnTo>
                  <a:close/>
                </a:path>
                <a:path w="7526655" h="4351655">
                  <a:moveTo>
                    <a:pt x="6799593" y="423151"/>
                  </a:moveTo>
                  <a:lnTo>
                    <a:pt x="6799173" y="421932"/>
                  </a:lnTo>
                  <a:lnTo>
                    <a:pt x="6798513" y="420001"/>
                  </a:lnTo>
                  <a:lnTo>
                    <a:pt x="6750545" y="447738"/>
                  </a:lnTo>
                  <a:lnTo>
                    <a:pt x="6751193" y="449668"/>
                  </a:lnTo>
                  <a:lnTo>
                    <a:pt x="6751599" y="450875"/>
                  </a:lnTo>
                  <a:lnTo>
                    <a:pt x="6799593" y="423151"/>
                  </a:lnTo>
                  <a:close/>
                </a:path>
                <a:path w="7526655" h="4351655">
                  <a:moveTo>
                    <a:pt x="6925970" y="350126"/>
                  </a:moveTo>
                  <a:lnTo>
                    <a:pt x="6925564" y="348894"/>
                  </a:lnTo>
                  <a:lnTo>
                    <a:pt x="6924929" y="346938"/>
                  </a:lnTo>
                  <a:lnTo>
                    <a:pt x="6874865" y="375881"/>
                  </a:lnTo>
                  <a:lnTo>
                    <a:pt x="6875361" y="377901"/>
                  </a:lnTo>
                  <a:lnTo>
                    <a:pt x="6875678" y="379183"/>
                  </a:lnTo>
                  <a:lnTo>
                    <a:pt x="6925970" y="350126"/>
                  </a:lnTo>
                  <a:close/>
                </a:path>
                <a:path w="7526655" h="4351655">
                  <a:moveTo>
                    <a:pt x="7145160" y="223481"/>
                  </a:moveTo>
                  <a:lnTo>
                    <a:pt x="7144601" y="222326"/>
                  </a:lnTo>
                  <a:lnTo>
                    <a:pt x="7143724" y="220484"/>
                  </a:lnTo>
                  <a:lnTo>
                    <a:pt x="7094639" y="248843"/>
                  </a:lnTo>
                  <a:lnTo>
                    <a:pt x="7094791" y="249161"/>
                  </a:lnTo>
                  <a:lnTo>
                    <a:pt x="7095350" y="250786"/>
                  </a:lnTo>
                  <a:lnTo>
                    <a:pt x="7095769" y="252018"/>
                  </a:lnTo>
                  <a:lnTo>
                    <a:pt x="7145160" y="223481"/>
                  </a:lnTo>
                  <a:close/>
                </a:path>
                <a:path w="7526655" h="4351655">
                  <a:moveTo>
                    <a:pt x="7344118" y="108521"/>
                  </a:moveTo>
                  <a:lnTo>
                    <a:pt x="7343686" y="107276"/>
                  </a:lnTo>
                  <a:lnTo>
                    <a:pt x="7342987" y="105308"/>
                  </a:lnTo>
                  <a:lnTo>
                    <a:pt x="7306919" y="126161"/>
                  </a:lnTo>
                  <a:lnTo>
                    <a:pt x="7307593" y="128130"/>
                  </a:lnTo>
                  <a:lnTo>
                    <a:pt x="7308012" y="129387"/>
                  </a:lnTo>
                  <a:lnTo>
                    <a:pt x="7344118" y="108521"/>
                  </a:lnTo>
                  <a:close/>
                </a:path>
                <a:path w="7526655" h="4351655">
                  <a:moveTo>
                    <a:pt x="7436459" y="55168"/>
                  </a:moveTo>
                  <a:lnTo>
                    <a:pt x="7435177" y="54406"/>
                  </a:lnTo>
                  <a:lnTo>
                    <a:pt x="7433145" y="53200"/>
                  </a:lnTo>
                  <a:lnTo>
                    <a:pt x="7381037" y="83312"/>
                  </a:lnTo>
                  <a:lnTo>
                    <a:pt x="7383094" y="84505"/>
                  </a:lnTo>
                  <a:lnTo>
                    <a:pt x="7384389" y="85255"/>
                  </a:lnTo>
                  <a:lnTo>
                    <a:pt x="7436459" y="55168"/>
                  </a:lnTo>
                  <a:close/>
                </a:path>
                <a:path w="7526655" h="4351655">
                  <a:moveTo>
                    <a:pt x="7526287" y="3263"/>
                  </a:moveTo>
                  <a:lnTo>
                    <a:pt x="7525855" y="2006"/>
                  </a:lnTo>
                  <a:lnTo>
                    <a:pt x="7525182" y="0"/>
                  </a:lnTo>
                  <a:lnTo>
                    <a:pt x="7490447" y="20078"/>
                  </a:lnTo>
                  <a:lnTo>
                    <a:pt x="7491146" y="22059"/>
                  </a:lnTo>
                  <a:lnTo>
                    <a:pt x="7491577" y="23317"/>
                  </a:lnTo>
                  <a:lnTo>
                    <a:pt x="7526287" y="3263"/>
                  </a:lnTo>
                  <a:close/>
                </a:path>
              </a:pathLst>
            </a:custGeom>
            <a:solidFill>
              <a:srgbClr val="2828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18934" y="1002766"/>
              <a:ext cx="7527290" cy="4351655"/>
            </a:xfrm>
            <a:custGeom>
              <a:avLst/>
              <a:gdLst/>
              <a:ahLst/>
              <a:cxnLst/>
              <a:rect l="l" t="t" r="r" b="b"/>
              <a:pathLst>
                <a:path w="7527290" h="4351655">
                  <a:moveTo>
                    <a:pt x="36728" y="4330966"/>
                  </a:moveTo>
                  <a:lnTo>
                    <a:pt x="35991" y="4329011"/>
                  </a:lnTo>
                  <a:lnTo>
                    <a:pt x="35521" y="4327728"/>
                  </a:lnTo>
                  <a:lnTo>
                    <a:pt x="0" y="4348264"/>
                  </a:lnTo>
                  <a:lnTo>
                    <a:pt x="431" y="4349559"/>
                  </a:lnTo>
                  <a:lnTo>
                    <a:pt x="1092" y="4351553"/>
                  </a:lnTo>
                  <a:lnTo>
                    <a:pt x="36728" y="4330966"/>
                  </a:lnTo>
                  <a:close/>
                </a:path>
                <a:path w="7527290" h="4351655">
                  <a:moveTo>
                    <a:pt x="109169" y="4289107"/>
                  </a:moveTo>
                  <a:lnTo>
                    <a:pt x="107772" y="4287545"/>
                  </a:lnTo>
                  <a:lnTo>
                    <a:pt x="106845" y="4286529"/>
                  </a:lnTo>
                  <a:lnTo>
                    <a:pt x="64135" y="4311205"/>
                  </a:lnTo>
                  <a:lnTo>
                    <a:pt x="65036" y="4312234"/>
                  </a:lnTo>
                  <a:lnTo>
                    <a:pt x="66446" y="4313796"/>
                  </a:lnTo>
                  <a:lnTo>
                    <a:pt x="109169" y="4289107"/>
                  </a:lnTo>
                  <a:close/>
                </a:path>
                <a:path w="7527290" h="4351655">
                  <a:moveTo>
                    <a:pt x="175958" y="4246588"/>
                  </a:moveTo>
                  <a:lnTo>
                    <a:pt x="155816" y="4258234"/>
                  </a:lnTo>
                  <a:lnTo>
                    <a:pt x="155790" y="4259808"/>
                  </a:lnTo>
                  <a:lnTo>
                    <a:pt x="155752" y="4262196"/>
                  </a:lnTo>
                  <a:lnTo>
                    <a:pt x="175920" y="4250550"/>
                  </a:lnTo>
                  <a:lnTo>
                    <a:pt x="175945" y="4248162"/>
                  </a:lnTo>
                  <a:lnTo>
                    <a:pt x="175958" y="4246588"/>
                  </a:lnTo>
                  <a:close/>
                </a:path>
                <a:path w="7527290" h="4351655">
                  <a:moveTo>
                    <a:pt x="256044" y="4204246"/>
                  </a:moveTo>
                  <a:lnTo>
                    <a:pt x="255384" y="4202277"/>
                  </a:lnTo>
                  <a:lnTo>
                    <a:pt x="254939" y="4200956"/>
                  </a:lnTo>
                  <a:lnTo>
                    <a:pt x="210299" y="4226750"/>
                  </a:lnTo>
                  <a:lnTo>
                    <a:pt x="210743" y="4228058"/>
                  </a:lnTo>
                  <a:lnTo>
                    <a:pt x="211404" y="4230040"/>
                  </a:lnTo>
                  <a:lnTo>
                    <a:pt x="256044" y="4204246"/>
                  </a:lnTo>
                  <a:close/>
                </a:path>
                <a:path w="7527290" h="4351655">
                  <a:moveTo>
                    <a:pt x="553999" y="4028160"/>
                  </a:moveTo>
                  <a:lnTo>
                    <a:pt x="430352" y="4099598"/>
                  </a:lnTo>
                  <a:lnTo>
                    <a:pt x="430796" y="4100944"/>
                  </a:lnTo>
                  <a:lnTo>
                    <a:pt x="431444" y="4102900"/>
                  </a:lnTo>
                  <a:lnTo>
                    <a:pt x="553364" y="4032453"/>
                  </a:lnTo>
                  <a:lnTo>
                    <a:pt x="553745" y="4029913"/>
                  </a:lnTo>
                  <a:lnTo>
                    <a:pt x="553999" y="4028160"/>
                  </a:lnTo>
                  <a:close/>
                </a:path>
                <a:path w="7527290" h="4351655">
                  <a:moveTo>
                    <a:pt x="854049" y="3854793"/>
                  </a:moveTo>
                  <a:lnTo>
                    <a:pt x="723277" y="3930358"/>
                  </a:lnTo>
                  <a:lnTo>
                    <a:pt x="723734" y="3931716"/>
                  </a:lnTo>
                  <a:lnTo>
                    <a:pt x="724382" y="3933647"/>
                  </a:lnTo>
                  <a:lnTo>
                    <a:pt x="850709" y="3860647"/>
                  </a:lnTo>
                  <a:lnTo>
                    <a:pt x="852652" y="3857244"/>
                  </a:lnTo>
                  <a:lnTo>
                    <a:pt x="854049" y="3854793"/>
                  </a:lnTo>
                  <a:close/>
                </a:path>
                <a:path w="7527290" h="4351655">
                  <a:moveTo>
                    <a:pt x="1031951" y="3755936"/>
                  </a:moveTo>
                  <a:lnTo>
                    <a:pt x="1031354" y="3754005"/>
                  </a:lnTo>
                  <a:lnTo>
                    <a:pt x="1030922" y="3752596"/>
                  </a:lnTo>
                  <a:lnTo>
                    <a:pt x="980909" y="3781501"/>
                  </a:lnTo>
                  <a:lnTo>
                    <a:pt x="981278" y="3782936"/>
                  </a:lnTo>
                  <a:lnTo>
                    <a:pt x="981798" y="3784917"/>
                  </a:lnTo>
                  <a:lnTo>
                    <a:pt x="1031951" y="3755936"/>
                  </a:lnTo>
                  <a:close/>
                </a:path>
                <a:path w="7527290" h="4351655">
                  <a:moveTo>
                    <a:pt x="1354797" y="3569385"/>
                  </a:moveTo>
                  <a:lnTo>
                    <a:pt x="1354175" y="3567519"/>
                  </a:lnTo>
                  <a:lnTo>
                    <a:pt x="1353705" y="3566096"/>
                  </a:lnTo>
                  <a:lnTo>
                    <a:pt x="1306715" y="3593249"/>
                  </a:lnTo>
                  <a:lnTo>
                    <a:pt x="1307185" y="3594658"/>
                  </a:lnTo>
                  <a:lnTo>
                    <a:pt x="1307820" y="3596538"/>
                  </a:lnTo>
                  <a:lnTo>
                    <a:pt x="1354797" y="3569385"/>
                  </a:lnTo>
                  <a:close/>
                </a:path>
                <a:path w="7527290" h="4351655">
                  <a:moveTo>
                    <a:pt x="1698040" y="3371062"/>
                  </a:moveTo>
                  <a:lnTo>
                    <a:pt x="1697418" y="3369233"/>
                  </a:lnTo>
                  <a:lnTo>
                    <a:pt x="1696935" y="3367773"/>
                  </a:lnTo>
                  <a:lnTo>
                    <a:pt x="1650060" y="3394862"/>
                  </a:lnTo>
                  <a:lnTo>
                    <a:pt x="1650542" y="3396310"/>
                  </a:lnTo>
                  <a:lnTo>
                    <a:pt x="1651165" y="3398151"/>
                  </a:lnTo>
                  <a:lnTo>
                    <a:pt x="1698040" y="3371062"/>
                  </a:lnTo>
                  <a:close/>
                </a:path>
                <a:path w="7527290" h="4351655">
                  <a:moveTo>
                    <a:pt x="1795653" y="3310737"/>
                  </a:moveTo>
                  <a:lnTo>
                    <a:pt x="1748751" y="3337839"/>
                  </a:lnTo>
                  <a:lnTo>
                    <a:pt x="1746885" y="3340658"/>
                  </a:lnTo>
                  <a:lnTo>
                    <a:pt x="1744535" y="3344202"/>
                  </a:lnTo>
                  <a:lnTo>
                    <a:pt x="1793430" y="3315957"/>
                  </a:lnTo>
                  <a:lnTo>
                    <a:pt x="1794662" y="3313061"/>
                  </a:lnTo>
                  <a:lnTo>
                    <a:pt x="1795653" y="3310737"/>
                  </a:lnTo>
                  <a:close/>
                </a:path>
                <a:path w="7527290" h="4351655">
                  <a:moveTo>
                    <a:pt x="1915096" y="3245650"/>
                  </a:moveTo>
                  <a:lnTo>
                    <a:pt x="1914486" y="3243834"/>
                  </a:lnTo>
                  <a:lnTo>
                    <a:pt x="1913991" y="3242360"/>
                  </a:lnTo>
                  <a:lnTo>
                    <a:pt x="1863572" y="3271494"/>
                  </a:lnTo>
                  <a:lnTo>
                    <a:pt x="1863953" y="3273031"/>
                  </a:lnTo>
                  <a:lnTo>
                    <a:pt x="1864436" y="3274923"/>
                  </a:lnTo>
                  <a:lnTo>
                    <a:pt x="1915096" y="3245650"/>
                  </a:lnTo>
                  <a:close/>
                </a:path>
                <a:path w="7527290" h="4351655">
                  <a:moveTo>
                    <a:pt x="2134755" y="3118739"/>
                  </a:moveTo>
                  <a:lnTo>
                    <a:pt x="2134641" y="3118281"/>
                  </a:lnTo>
                  <a:lnTo>
                    <a:pt x="2134031" y="3117011"/>
                  </a:lnTo>
                  <a:lnTo>
                    <a:pt x="2133358" y="3115614"/>
                  </a:lnTo>
                  <a:lnTo>
                    <a:pt x="2082546" y="3144977"/>
                  </a:lnTo>
                  <a:lnTo>
                    <a:pt x="2083041" y="3146463"/>
                  </a:lnTo>
                  <a:lnTo>
                    <a:pt x="2083638" y="3148266"/>
                  </a:lnTo>
                  <a:lnTo>
                    <a:pt x="2134755" y="3118739"/>
                  </a:lnTo>
                  <a:close/>
                </a:path>
                <a:path w="7527290" h="4351655">
                  <a:moveTo>
                    <a:pt x="2307272" y="3019056"/>
                  </a:moveTo>
                  <a:lnTo>
                    <a:pt x="2306675" y="3017278"/>
                  </a:lnTo>
                  <a:lnTo>
                    <a:pt x="2306180" y="3015767"/>
                  </a:lnTo>
                  <a:lnTo>
                    <a:pt x="2258212" y="3043478"/>
                  </a:lnTo>
                  <a:lnTo>
                    <a:pt x="2258733" y="3044964"/>
                  </a:lnTo>
                  <a:lnTo>
                    <a:pt x="2259355" y="3046742"/>
                  </a:lnTo>
                  <a:lnTo>
                    <a:pt x="2307272" y="3019056"/>
                  </a:lnTo>
                  <a:close/>
                </a:path>
                <a:path w="7527290" h="4351655">
                  <a:moveTo>
                    <a:pt x="2480094" y="2919209"/>
                  </a:moveTo>
                  <a:lnTo>
                    <a:pt x="2479484" y="2917444"/>
                  </a:lnTo>
                  <a:lnTo>
                    <a:pt x="2478963" y="2915932"/>
                  </a:lnTo>
                  <a:lnTo>
                    <a:pt x="2431567" y="2943314"/>
                  </a:lnTo>
                  <a:lnTo>
                    <a:pt x="2432075" y="2944838"/>
                  </a:lnTo>
                  <a:lnTo>
                    <a:pt x="2432672" y="2946603"/>
                  </a:lnTo>
                  <a:lnTo>
                    <a:pt x="2480094" y="2919209"/>
                  </a:lnTo>
                  <a:close/>
                </a:path>
                <a:path w="7527290" h="4351655">
                  <a:moveTo>
                    <a:pt x="2785033" y="2739085"/>
                  </a:moveTo>
                  <a:lnTo>
                    <a:pt x="2654160" y="2814701"/>
                  </a:lnTo>
                  <a:lnTo>
                    <a:pt x="2654668" y="2816237"/>
                  </a:lnTo>
                  <a:lnTo>
                    <a:pt x="2655252" y="2817990"/>
                  </a:lnTo>
                  <a:lnTo>
                    <a:pt x="2781706" y="2744927"/>
                  </a:lnTo>
                  <a:lnTo>
                    <a:pt x="2783459" y="2741841"/>
                  </a:lnTo>
                  <a:lnTo>
                    <a:pt x="2785033" y="2739085"/>
                  </a:lnTo>
                  <a:close/>
                </a:path>
                <a:path w="7527290" h="4351655">
                  <a:moveTo>
                    <a:pt x="3230257" y="2485758"/>
                  </a:moveTo>
                  <a:lnTo>
                    <a:pt x="3229229" y="2484336"/>
                  </a:lnTo>
                  <a:lnTo>
                    <a:pt x="3228251" y="2482989"/>
                  </a:lnTo>
                  <a:lnTo>
                    <a:pt x="3180118" y="2510802"/>
                  </a:lnTo>
                  <a:lnTo>
                    <a:pt x="3181045" y="2512174"/>
                  </a:lnTo>
                  <a:lnTo>
                    <a:pt x="3182035" y="2513622"/>
                  </a:lnTo>
                  <a:lnTo>
                    <a:pt x="3230257" y="2485758"/>
                  </a:lnTo>
                  <a:close/>
                </a:path>
                <a:path w="7527290" h="4351655">
                  <a:moveTo>
                    <a:pt x="3303828" y="2439327"/>
                  </a:moveTo>
                  <a:lnTo>
                    <a:pt x="3280118" y="2453030"/>
                  </a:lnTo>
                  <a:lnTo>
                    <a:pt x="3280118" y="2454935"/>
                  </a:lnTo>
                  <a:lnTo>
                    <a:pt x="3280118" y="2456954"/>
                  </a:lnTo>
                  <a:lnTo>
                    <a:pt x="3303663" y="2443353"/>
                  </a:lnTo>
                  <a:lnTo>
                    <a:pt x="3303752" y="2441283"/>
                  </a:lnTo>
                  <a:lnTo>
                    <a:pt x="3303828" y="2439327"/>
                  </a:lnTo>
                  <a:close/>
                </a:path>
                <a:path w="7527290" h="4351655">
                  <a:moveTo>
                    <a:pt x="3444557" y="2361933"/>
                  </a:moveTo>
                  <a:lnTo>
                    <a:pt x="3444011" y="2360257"/>
                  </a:lnTo>
                  <a:lnTo>
                    <a:pt x="3443478" y="2358644"/>
                  </a:lnTo>
                  <a:lnTo>
                    <a:pt x="3392424" y="2388133"/>
                  </a:lnTo>
                  <a:lnTo>
                    <a:pt x="3392843" y="2389822"/>
                  </a:lnTo>
                  <a:lnTo>
                    <a:pt x="3393275" y="2391575"/>
                  </a:lnTo>
                  <a:lnTo>
                    <a:pt x="3444557" y="2361933"/>
                  </a:lnTo>
                  <a:close/>
                </a:path>
                <a:path w="7527290" h="4351655">
                  <a:moveTo>
                    <a:pt x="3663340" y="2235530"/>
                  </a:moveTo>
                  <a:lnTo>
                    <a:pt x="3663213" y="2235009"/>
                  </a:lnTo>
                  <a:lnTo>
                    <a:pt x="3662705" y="2233930"/>
                  </a:lnTo>
                  <a:lnTo>
                    <a:pt x="3661981" y="2232380"/>
                  </a:lnTo>
                  <a:lnTo>
                    <a:pt x="3612591" y="2260917"/>
                  </a:lnTo>
                  <a:lnTo>
                    <a:pt x="3613137" y="2262555"/>
                  </a:lnTo>
                  <a:lnTo>
                    <a:pt x="3613696" y="2264219"/>
                  </a:lnTo>
                  <a:lnTo>
                    <a:pt x="3663340" y="2235530"/>
                  </a:lnTo>
                  <a:close/>
                </a:path>
                <a:path w="7527290" h="4351655">
                  <a:moveTo>
                    <a:pt x="3877691" y="2111679"/>
                  </a:moveTo>
                  <a:lnTo>
                    <a:pt x="3877132" y="2110054"/>
                  </a:lnTo>
                  <a:lnTo>
                    <a:pt x="3876573" y="2108390"/>
                  </a:lnTo>
                  <a:lnTo>
                    <a:pt x="3828961" y="2135911"/>
                  </a:lnTo>
                  <a:lnTo>
                    <a:pt x="3829507" y="2137562"/>
                  </a:lnTo>
                  <a:lnTo>
                    <a:pt x="3830053" y="2139200"/>
                  </a:lnTo>
                  <a:lnTo>
                    <a:pt x="3877691" y="2111679"/>
                  </a:lnTo>
                  <a:close/>
                </a:path>
                <a:path w="7527290" h="4351655">
                  <a:moveTo>
                    <a:pt x="4208564" y="1918589"/>
                  </a:moveTo>
                  <a:lnTo>
                    <a:pt x="4079557" y="1993112"/>
                  </a:lnTo>
                  <a:lnTo>
                    <a:pt x="4080091" y="1994725"/>
                  </a:lnTo>
                  <a:lnTo>
                    <a:pt x="4206951" y="1921433"/>
                  </a:lnTo>
                  <a:lnTo>
                    <a:pt x="4208564" y="1918589"/>
                  </a:lnTo>
                  <a:close/>
                </a:path>
                <a:path w="7527290" h="4351655">
                  <a:moveTo>
                    <a:pt x="4210278" y="1915579"/>
                  </a:moveTo>
                  <a:lnTo>
                    <a:pt x="4125938" y="1964588"/>
                  </a:lnTo>
                  <a:lnTo>
                    <a:pt x="4125849" y="1964359"/>
                  </a:lnTo>
                  <a:lnTo>
                    <a:pt x="4078998" y="1991436"/>
                  </a:lnTo>
                  <a:lnTo>
                    <a:pt x="4079557" y="1993112"/>
                  </a:lnTo>
                  <a:lnTo>
                    <a:pt x="4128922" y="1964588"/>
                  </a:lnTo>
                  <a:lnTo>
                    <a:pt x="4208564" y="1918589"/>
                  </a:lnTo>
                  <a:lnTo>
                    <a:pt x="4210278" y="1915579"/>
                  </a:lnTo>
                  <a:close/>
                </a:path>
                <a:path w="7527290" h="4351655">
                  <a:moveTo>
                    <a:pt x="4551477" y="1718437"/>
                  </a:moveTo>
                  <a:lnTo>
                    <a:pt x="4427461" y="1790090"/>
                  </a:lnTo>
                  <a:lnTo>
                    <a:pt x="4428045" y="1791804"/>
                  </a:lnTo>
                  <a:lnTo>
                    <a:pt x="4428579" y="1793379"/>
                  </a:lnTo>
                  <a:lnTo>
                    <a:pt x="4550803" y="1722755"/>
                  </a:lnTo>
                  <a:lnTo>
                    <a:pt x="4551121" y="1720697"/>
                  </a:lnTo>
                  <a:lnTo>
                    <a:pt x="4551477" y="1718437"/>
                  </a:lnTo>
                  <a:close/>
                </a:path>
                <a:path w="7527290" h="4351655">
                  <a:moveTo>
                    <a:pt x="4944973" y="1495005"/>
                  </a:moveTo>
                  <a:lnTo>
                    <a:pt x="4944948" y="1493202"/>
                  </a:lnTo>
                  <a:lnTo>
                    <a:pt x="4944910" y="1491119"/>
                  </a:lnTo>
                  <a:lnTo>
                    <a:pt x="4928565" y="1500555"/>
                  </a:lnTo>
                  <a:lnTo>
                    <a:pt x="4928603" y="1502638"/>
                  </a:lnTo>
                  <a:lnTo>
                    <a:pt x="4928628" y="1504442"/>
                  </a:lnTo>
                  <a:lnTo>
                    <a:pt x="4944973" y="1495005"/>
                  </a:lnTo>
                  <a:close/>
                </a:path>
                <a:path w="7527290" h="4351655">
                  <a:moveTo>
                    <a:pt x="5053838" y="1432102"/>
                  </a:moveTo>
                  <a:lnTo>
                    <a:pt x="5052936" y="1430807"/>
                  </a:lnTo>
                  <a:lnTo>
                    <a:pt x="5051895" y="1429296"/>
                  </a:lnTo>
                  <a:lnTo>
                    <a:pt x="5004562" y="1456651"/>
                  </a:lnTo>
                  <a:lnTo>
                    <a:pt x="5005616" y="1458150"/>
                  </a:lnTo>
                  <a:lnTo>
                    <a:pt x="5006530" y="1459445"/>
                  </a:lnTo>
                  <a:lnTo>
                    <a:pt x="5053838" y="1432102"/>
                  </a:lnTo>
                  <a:close/>
                </a:path>
                <a:path w="7527290" h="4351655">
                  <a:moveTo>
                    <a:pt x="5317782" y="1279601"/>
                  </a:moveTo>
                  <a:lnTo>
                    <a:pt x="5317274" y="1278102"/>
                  </a:lnTo>
                  <a:lnTo>
                    <a:pt x="5316664" y="1276324"/>
                  </a:lnTo>
                  <a:lnTo>
                    <a:pt x="5269128" y="1303782"/>
                  </a:lnTo>
                  <a:lnTo>
                    <a:pt x="5269725" y="1305572"/>
                  </a:lnTo>
                  <a:lnTo>
                    <a:pt x="5270233" y="1307071"/>
                  </a:lnTo>
                  <a:lnTo>
                    <a:pt x="5317782" y="1279601"/>
                  </a:lnTo>
                  <a:close/>
                </a:path>
                <a:path w="7527290" h="4351655">
                  <a:moveTo>
                    <a:pt x="5601474" y="1115682"/>
                  </a:moveTo>
                  <a:lnTo>
                    <a:pt x="5600979" y="1114221"/>
                  </a:lnTo>
                  <a:lnTo>
                    <a:pt x="5600357" y="1112405"/>
                  </a:lnTo>
                  <a:lnTo>
                    <a:pt x="5552402" y="1140117"/>
                  </a:lnTo>
                  <a:lnTo>
                    <a:pt x="5552999" y="1141933"/>
                  </a:lnTo>
                  <a:lnTo>
                    <a:pt x="5553494" y="1143406"/>
                  </a:lnTo>
                  <a:lnTo>
                    <a:pt x="5601474" y="1115682"/>
                  </a:lnTo>
                  <a:close/>
                </a:path>
                <a:path w="7527290" h="4351655">
                  <a:moveTo>
                    <a:pt x="5926175" y="924140"/>
                  </a:moveTo>
                  <a:lnTo>
                    <a:pt x="5802592" y="995553"/>
                  </a:lnTo>
                  <a:lnTo>
                    <a:pt x="5803201" y="997394"/>
                  </a:lnTo>
                  <a:lnTo>
                    <a:pt x="5803684" y="998842"/>
                  </a:lnTo>
                  <a:lnTo>
                    <a:pt x="5925515" y="928458"/>
                  </a:lnTo>
                  <a:lnTo>
                    <a:pt x="5925807" y="926566"/>
                  </a:lnTo>
                  <a:lnTo>
                    <a:pt x="5926175" y="924140"/>
                  </a:lnTo>
                  <a:close/>
                </a:path>
                <a:path w="7527290" h="4351655">
                  <a:moveTo>
                    <a:pt x="6163399" y="791006"/>
                  </a:moveTo>
                  <a:lnTo>
                    <a:pt x="6162903" y="789609"/>
                  </a:lnTo>
                  <a:lnTo>
                    <a:pt x="6162243" y="787742"/>
                  </a:lnTo>
                  <a:lnTo>
                    <a:pt x="6126137" y="808609"/>
                  </a:lnTo>
                  <a:lnTo>
                    <a:pt x="6126772" y="810475"/>
                  </a:lnTo>
                  <a:lnTo>
                    <a:pt x="6127254" y="811885"/>
                  </a:lnTo>
                  <a:lnTo>
                    <a:pt x="6163399" y="791006"/>
                  </a:lnTo>
                  <a:close/>
                </a:path>
                <a:path w="7527290" h="4351655">
                  <a:moveTo>
                    <a:pt x="6258750" y="735914"/>
                  </a:moveTo>
                  <a:lnTo>
                    <a:pt x="6257277" y="735076"/>
                  </a:lnTo>
                  <a:lnTo>
                    <a:pt x="6255309" y="733971"/>
                  </a:lnTo>
                  <a:lnTo>
                    <a:pt x="6202324" y="764590"/>
                  </a:lnTo>
                  <a:lnTo>
                    <a:pt x="6204267" y="765708"/>
                  </a:lnTo>
                  <a:lnTo>
                    <a:pt x="6205715" y="766559"/>
                  </a:lnTo>
                  <a:lnTo>
                    <a:pt x="6258750" y="735914"/>
                  </a:lnTo>
                  <a:close/>
                </a:path>
                <a:path w="7527290" h="4351655">
                  <a:moveTo>
                    <a:pt x="6345682" y="685685"/>
                  </a:moveTo>
                  <a:lnTo>
                    <a:pt x="6345212" y="684288"/>
                  </a:lnTo>
                  <a:lnTo>
                    <a:pt x="6344564" y="682396"/>
                  </a:lnTo>
                  <a:lnTo>
                    <a:pt x="6309703" y="702551"/>
                  </a:lnTo>
                  <a:lnTo>
                    <a:pt x="6310363" y="704418"/>
                  </a:lnTo>
                  <a:lnTo>
                    <a:pt x="6310846" y="705815"/>
                  </a:lnTo>
                  <a:lnTo>
                    <a:pt x="6345682" y="685685"/>
                  </a:lnTo>
                  <a:close/>
                </a:path>
                <a:path w="7527290" h="4351655">
                  <a:moveTo>
                    <a:pt x="6585940" y="546862"/>
                  </a:moveTo>
                  <a:lnTo>
                    <a:pt x="6585483" y="545490"/>
                  </a:lnTo>
                  <a:lnTo>
                    <a:pt x="6584836" y="543572"/>
                  </a:lnTo>
                  <a:lnTo>
                    <a:pt x="6538493" y="570344"/>
                  </a:lnTo>
                  <a:lnTo>
                    <a:pt x="6539128" y="572262"/>
                  </a:lnTo>
                  <a:lnTo>
                    <a:pt x="6539598" y="573646"/>
                  </a:lnTo>
                  <a:lnTo>
                    <a:pt x="6585940" y="546862"/>
                  </a:lnTo>
                  <a:close/>
                </a:path>
                <a:path w="7527290" h="4351655">
                  <a:moveTo>
                    <a:pt x="6800037" y="423164"/>
                  </a:moveTo>
                  <a:lnTo>
                    <a:pt x="6799567" y="421805"/>
                  </a:lnTo>
                  <a:lnTo>
                    <a:pt x="6798907" y="419887"/>
                  </a:lnTo>
                  <a:lnTo>
                    <a:pt x="6750913" y="447611"/>
                  </a:lnTo>
                  <a:lnTo>
                    <a:pt x="6751561" y="449541"/>
                  </a:lnTo>
                  <a:lnTo>
                    <a:pt x="6752018" y="450900"/>
                  </a:lnTo>
                  <a:lnTo>
                    <a:pt x="6800037" y="423164"/>
                  </a:lnTo>
                  <a:close/>
                </a:path>
                <a:path w="7527290" h="4351655">
                  <a:moveTo>
                    <a:pt x="6926351" y="350177"/>
                  </a:moveTo>
                  <a:lnTo>
                    <a:pt x="6925919" y="348818"/>
                  </a:lnTo>
                  <a:lnTo>
                    <a:pt x="6925284" y="346862"/>
                  </a:lnTo>
                  <a:lnTo>
                    <a:pt x="6874992" y="375920"/>
                  </a:lnTo>
                  <a:lnTo>
                    <a:pt x="6875500" y="377952"/>
                  </a:lnTo>
                  <a:lnTo>
                    <a:pt x="6875843" y="379361"/>
                  </a:lnTo>
                  <a:lnTo>
                    <a:pt x="6926351" y="350177"/>
                  </a:lnTo>
                  <a:close/>
                </a:path>
                <a:path w="7527290" h="4351655">
                  <a:moveTo>
                    <a:pt x="7145795" y="223380"/>
                  </a:moveTo>
                  <a:lnTo>
                    <a:pt x="7145553" y="222465"/>
                  </a:lnTo>
                  <a:lnTo>
                    <a:pt x="7145350" y="222059"/>
                  </a:lnTo>
                  <a:lnTo>
                    <a:pt x="7144474" y="220218"/>
                  </a:lnTo>
                  <a:lnTo>
                    <a:pt x="7095083" y="248754"/>
                  </a:lnTo>
                  <a:lnTo>
                    <a:pt x="7095744" y="250723"/>
                  </a:lnTo>
                  <a:lnTo>
                    <a:pt x="7096188" y="252044"/>
                  </a:lnTo>
                  <a:lnTo>
                    <a:pt x="7145795" y="223380"/>
                  </a:lnTo>
                  <a:close/>
                </a:path>
                <a:path w="7527290" h="4351655">
                  <a:moveTo>
                    <a:pt x="7344588" y="108521"/>
                  </a:moveTo>
                  <a:lnTo>
                    <a:pt x="7344130" y="107226"/>
                  </a:lnTo>
                  <a:lnTo>
                    <a:pt x="7343432" y="105257"/>
                  </a:lnTo>
                  <a:lnTo>
                    <a:pt x="7307326" y="126123"/>
                  </a:lnTo>
                  <a:lnTo>
                    <a:pt x="7307999" y="128092"/>
                  </a:lnTo>
                  <a:lnTo>
                    <a:pt x="7308456" y="129400"/>
                  </a:lnTo>
                  <a:lnTo>
                    <a:pt x="7344588" y="108521"/>
                  </a:lnTo>
                  <a:close/>
                </a:path>
                <a:path w="7527290" h="4351655">
                  <a:moveTo>
                    <a:pt x="7439126" y="53898"/>
                  </a:moveTo>
                  <a:lnTo>
                    <a:pt x="7437806" y="53111"/>
                  </a:lnTo>
                  <a:lnTo>
                    <a:pt x="7435774" y="51904"/>
                  </a:lnTo>
                  <a:lnTo>
                    <a:pt x="7383704" y="81991"/>
                  </a:lnTo>
                  <a:lnTo>
                    <a:pt x="7385748" y="83185"/>
                  </a:lnTo>
                  <a:lnTo>
                    <a:pt x="7387095" y="83959"/>
                  </a:lnTo>
                  <a:lnTo>
                    <a:pt x="7439126" y="53898"/>
                  </a:lnTo>
                  <a:close/>
                </a:path>
                <a:path w="7527290" h="4351655">
                  <a:moveTo>
                    <a:pt x="7526706" y="3289"/>
                  </a:moveTo>
                  <a:lnTo>
                    <a:pt x="7526274" y="2006"/>
                  </a:lnTo>
                  <a:lnTo>
                    <a:pt x="7525601" y="0"/>
                  </a:lnTo>
                  <a:lnTo>
                    <a:pt x="7490892" y="20053"/>
                  </a:lnTo>
                  <a:lnTo>
                    <a:pt x="7491590" y="22047"/>
                  </a:lnTo>
                  <a:lnTo>
                    <a:pt x="7492035" y="23329"/>
                  </a:lnTo>
                  <a:lnTo>
                    <a:pt x="7526706" y="3289"/>
                  </a:lnTo>
                  <a:close/>
                </a:path>
              </a:pathLst>
            </a:custGeom>
            <a:solidFill>
              <a:srgbClr val="262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20037" y="1006053"/>
              <a:ext cx="7526020" cy="4349750"/>
            </a:xfrm>
            <a:custGeom>
              <a:avLst/>
              <a:gdLst/>
              <a:ahLst/>
              <a:cxnLst/>
              <a:rect l="l" t="t" r="r" b="b"/>
              <a:pathLst>
                <a:path w="7526020" h="4349750">
                  <a:moveTo>
                    <a:pt x="4943876" y="1491713"/>
                  </a:moveTo>
                  <a:lnTo>
                    <a:pt x="4927537" y="1501154"/>
                  </a:lnTo>
                  <a:lnTo>
                    <a:pt x="4927556" y="1502247"/>
                  </a:lnTo>
                  <a:lnTo>
                    <a:pt x="4943894" y="1492806"/>
                  </a:lnTo>
                  <a:lnTo>
                    <a:pt x="4943876" y="1491713"/>
                  </a:lnTo>
                  <a:close/>
                </a:path>
                <a:path w="7526020" h="4349750">
                  <a:moveTo>
                    <a:pt x="5052745" y="1428809"/>
                  </a:moveTo>
                  <a:lnTo>
                    <a:pt x="5005427" y="1456149"/>
                  </a:lnTo>
                  <a:lnTo>
                    <a:pt x="5005975" y="1456930"/>
                  </a:lnTo>
                  <a:lnTo>
                    <a:pt x="5053288" y="1429590"/>
                  </a:lnTo>
                  <a:lnTo>
                    <a:pt x="5052745" y="1428809"/>
                  </a:lnTo>
                  <a:close/>
                </a:path>
                <a:path w="7526020" h="4349750">
                  <a:moveTo>
                    <a:pt x="6925258" y="346881"/>
                  </a:moveTo>
                  <a:lnTo>
                    <a:pt x="6874744" y="376067"/>
                  </a:lnTo>
                  <a:lnTo>
                    <a:pt x="6874948" y="376893"/>
                  </a:lnTo>
                  <a:lnTo>
                    <a:pt x="6925515" y="347671"/>
                  </a:lnTo>
                  <a:lnTo>
                    <a:pt x="6925258" y="346881"/>
                  </a:lnTo>
                  <a:close/>
                </a:path>
                <a:path w="7526020" h="4349750">
                  <a:moveTo>
                    <a:pt x="7144694" y="220091"/>
                  </a:moveTo>
                  <a:lnTo>
                    <a:pt x="7095094" y="248750"/>
                  </a:lnTo>
                  <a:lnTo>
                    <a:pt x="7095356" y="249524"/>
                  </a:lnTo>
                  <a:lnTo>
                    <a:pt x="7144907" y="220889"/>
                  </a:lnTo>
                  <a:lnTo>
                    <a:pt x="7144694" y="220091"/>
                  </a:lnTo>
                  <a:close/>
                </a:path>
                <a:path w="7526020" h="4349750">
                  <a:moveTo>
                    <a:pt x="3443465" y="2358643"/>
                  </a:moveTo>
                  <a:lnTo>
                    <a:pt x="3392173" y="2388280"/>
                  </a:lnTo>
                  <a:lnTo>
                    <a:pt x="3392438" y="2389358"/>
                  </a:lnTo>
                  <a:lnTo>
                    <a:pt x="3443806" y="2359673"/>
                  </a:lnTo>
                  <a:lnTo>
                    <a:pt x="3443465" y="2358643"/>
                  </a:lnTo>
                  <a:close/>
                </a:path>
                <a:path w="7526020" h="4349750">
                  <a:moveTo>
                    <a:pt x="3662247" y="2232232"/>
                  </a:moveTo>
                  <a:lnTo>
                    <a:pt x="3612597" y="2260920"/>
                  </a:lnTo>
                  <a:lnTo>
                    <a:pt x="3612937" y="2261936"/>
                  </a:lnTo>
                  <a:lnTo>
                    <a:pt x="3662525" y="2233280"/>
                  </a:lnTo>
                  <a:lnTo>
                    <a:pt x="3662247" y="2232232"/>
                  </a:lnTo>
                  <a:close/>
                </a:path>
                <a:path w="7526020" h="4349750">
                  <a:moveTo>
                    <a:pt x="1913998" y="3242362"/>
                  </a:moveTo>
                  <a:lnTo>
                    <a:pt x="1863342" y="3271631"/>
                  </a:lnTo>
                  <a:lnTo>
                    <a:pt x="1863643" y="3272814"/>
                  </a:lnTo>
                  <a:lnTo>
                    <a:pt x="1914378" y="3243496"/>
                  </a:lnTo>
                  <a:lnTo>
                    <a:pt x="1913998" y="3242362"/>
                  </a:lnTo>
                  <a:close/>
                </a:path>
                <a:path w="7526020" h="4349750">
                  <a:moveTo>
                    <a:pt x="2133657" y="3115444"/>
                  </a:moveTo>
                  <a:lnTo>
                    <a:pt x="2082547" y="3144975"/>
                  </a:lnTo>
                  <a:lnTo>
                    <a:pt x="2082922" y="3146098"/>
                  </a:lnTo>
                  <a:lnTo>
                    <a:pt x="2133964" y="3116602"/>
                  </a:lnTo>
                  <a:lnTo>
                    <a:pt x="2133657" y="3115444"/>
                  </a:lnTo>
                  <a:close/>
                </a:path>
                <a:path w="7526020" h="4349750">
                  <a:moveTo>
                    <a:pt x="6798938" y="419867"/>
                  </a:moveTo>
                  <a:lnTo>
                    <a:pt x="6750925" y="447609"/>
                  </a:lnTo>
                  <a:lnTo>
                    <a:pt x="6751194" y="448408"/>
                  </a:lnTo>
                  <a:lnTo>
                    <a:pt x="6799211" y="420660"/>
                  </a:lnTo>
                  <a:lnTo>
                    <a:pt x="6798938" y="419867"/>
                  </a:lnTo>
                  <a:close/>
                </a:path>
                <a:path w="7526020" h="4349750">
                  <a:moveTo>
                    <a:pt x="5924416" y="925162"/>
                  </a:moveTo>
                  <a:lnTo>
                    <a:pt x="5802587" y="995554"/>
                  </a:lnTo>
                  <a:lnTo>
                    <a:pt x="5802873" y="996421"/>
                  </a:lnTo>
                  <a:lnTo>
                    <a:pt x="5924243" y="926284"/>
                  </a:lnTo>
                  <a:lnTo>
                    <a:pt x="5924416" y="925162"/>
                  </a:lnTo>
                  <a:close/>
                </a:path>
                <a:path w="7526020" h="4349750">
                  <a:moveTo>
                    <a:pt x="4549712" y="1719459"/>
                  </a:moveTo>
                  <a:lnTo>
                    <a:pt x="4427483" y="1790083"/>
                  </a:lnTo>
                  <a:lnTo>
                    <a:pt x="4427810" y="1791040"/>
                  </a:lnTo>
                  <a:lnTo>
                    <a:pt x="4549519" y="1720706"/>
                  </a:lnTo>
                  <a:lnTo>
                    <a:pt x="4549712" y="1719459"/>
                  </a:lnTo>
                  <a:close/>
                </a:path>
                <a:path w="7526020" h="4349750">
                  <a:moveTo>
                    <a:pt x="4205853" y="1918139"/>
                  </a:moveTo>
                  <a:lnTo>
                    <a:pt x="4078999" y="1991435"/>
                  </a:lnTo>
                  <a:lnTo>
                    <a:pt x="4079327" y="1992420"/>
                  </a:lnTo>
                  <a:lnTo>
                    <a:pt x="4204868" y="1919873"/>
                  </a:lnTo>
                  <a:lnTo>
                    <a:pt x="4205853" y="1918139"/>
                  </a:lnTo>
                  <a:close/>
                </a:path>
                <a:path w="7526020" h="4349750">
                  <a:moveTo>
                    <a:pt x="2780611" y="2741637"/>
                  </a:moveTo>
                  <a:lnTo>
                    <a:pt x="2654160" y="2814700"/>
                  </a:lnTo>
                  <a:lnTo>
                    <a:pt x="2654522" y="2815783"/>
                  </a:lnTo>
                  <a:lnTo>
                    <a:pt x="2779525" y="2743546"/>
                  </a:lnTo>
                  <a:lnTo>
                    <a:pt x="2780611" y="2741637"/>
                  </a:lnTo>
                  <a:close/>
                </a:path>
                <a:path w="7526020" h="4349750">
                  <a:moveTo>
                    <a:pt x="1792327" y="3312663"/>
                  </a:moveTo>
                  <a:lnTo>
                    <a:pt x="1743433" y="3340914"/>
                  </a:lnTo>
                  <a:lnTo>
                    <a:pt x="1741966" y="3343129"/>
                  </a:lnTo>
                  <a:lnTo>
                    <a:pt x="1791553" y="3314474"/>
                  </a:lnTo>
                  <a:lnTo>
                    <a:pt x="1792327" y="3312663"/>
                  </a:lnTo>
                  <a:close/>
                </a:path>
                <a:path w="7526020" h="4349750">
                  <a:moveTo>
                    <a:pt x="1696945" y="3367774"/>
                  </a:moveTo>
                  <a:lnTo>
                    <a:pt x="1650063" y="3394862"/>
                  </a:lnTo>
                  <a:lnTo>
                    <a:pt x="1650450" y="3396013"/>
                  </a:lnTo>
                  <a:lnTo>
                    <a:pt x="1697331" y="3368922"/>
                  </a:lnTo>
                  <a:lnTo>
                    <a:pt x="1696945" y="3367774"/>
                  </a:lnTo>
                  <a:close/>
                </a:path>
                <a:path w="7526020" h="4349750">
                  <a:moveTo>
                    <a:pt x="1353702" y="3566098"/>
                  </a:moveTo>
                  <a:lnTo>
                    <a:pt x="1306718" y="3593245"/>
                  </a:lnTo>
                  <a:lnTo>
                    <a:pt x="1307114" y="3594420"/>
                  </a:lnTo>
                  <a:lnTo>
                    <a:pt x="1354094" y="3567271"/>
                  </a:lnTo>
                  <a:lnTo>
                    <a:pt x="1353702" y="3566098"/>
                  </a:lnTo>
                  <a:close/>
                </a:path>
                <a:path w="7526020" h="4349750">
                  <a:moveTo>
                    <a:pt x="849617" y="3857356"/>
                  </a:moveTo>
                  <a:lnTo>
                    <a:pt x="723281" y="3930353"/>
                  </a:lnTo>
                  <a:lnTo>
                    <a:pt x="723686" y="3931570"/>
                  </a:lnTo>
                  <a:lnTo>
                    <a:pt x="848396" y="3859503"/>
                  </a:lnTo>
                  <a:lnTo>
                    <a:pt x="849617" y="3857356"/>
                  </a:lnTo>
                  <a:close/>
                </a:path>
                <a:path w="7526020" h="4349750">
                  <a:moveTo>
                    <a:pt x="552270" y="4029162"/>
                  </a:moveTo>
                  <a:lnTo>
                    <a:pt x="430347" y="4099609"/>
                  </a:lnTo>
                  <a:lnTo>
                    <a:pt x="430756" y="4100847"/>
                  </a:lnTo>
                  <a:lnTo>
                    <a:pt x="552033" y="4030765"/>
                  </a:lnTo>
                  <a:lnTo>
                    <a:pt x="552270" y="4029162"/>
                  </a:lnTo>
                  <a:close/>
                </a:path>
                <a:path w="7526020" h="4349750">
                  <a:moveTo>
                    <a:pt x="2478992" y="2915911"/>
                  </a:moveTo>
                  <a:lnTo>
                    <a:pt x="2431577" y="2943307"/>
                  </a:lnTo>
                  <a:lnTo>
                    <a:pt x="2431948" y="2944404"/>
                  </a:lnTo>
                  <a:lnTo>
                    <a:pt x="2479367" y="2917001"/>
                  </a:lnTo>
                  <a:lnTo>
                    <a:pt x="2478992" y="2915911"/>
                  </a:lnTo>
                  <a:close/>
                </a:path>
                <a:path w="7526020" h="4349750">
                  <a:moveTo>
                    <a:pt x="2306179" y="3015762"/>
                  </a:moveTo>
                  <a:lnTo>
                    <a:pt x="2258261" y="3043448"/>
                  </a:lnTo>
                  <a:lnTo>
                    <a:pt x="2258646" y="3044551"/>
                  </a:lnTo>
                  <a:lnTo>
                    <a:pt x="2306549" y="3016869"/>
                  </a:lnTo>
                  <a:lnTo>
                    <a:pt x="2306179" y="3015762"/>
                  </a:lnTo>
                  <a:close/>
                </a:path>
                <a:path w="7526020" h="4349750">
                  <a:moveTo>
                    <a:pt x="254945" y="4200955"/>
                  </a:moveTo>
                  <a:lnTo>
                    <a:pt x="210311" y="4226744"/>
                  </a:lnTo>
                  <a:lnTo>
                    <a:pt x="210732" y="4227994"/>
                  </a:lnTo>
                  <a:lnTo>
                    <a:pt x="255364" y="4202202"/>
                  </a:lnTo>
                  <a:lnTo>
                    <a:pt x="254945" y="4200955"/>
                  </a:lnTo>
                  <a:close/>
                </a:path>
                <a:path w="7526020" h="4349750">
                  <a:moveTo>
                    <a:pt x="174818" y="4247252"/>
                  </a:moveTo>
                  <a:lnTo>
                    <a:pt x="154651" y="4258904"/>
                  </a:lnTo>
                  <a:lnTo>
                    <a:pt x="154625" y="4260417"/>
                  </a:lnTo>
                  <a:lnTo>
                    <a:pt x="174801" y="4248758"/>
                  </a:lnTo>
                  <a:lnTo>
                    <a:pt x="174818" y="4247252"/>
                  </a:lnTo>
                  <a:close/>
                </a:path>
                <a:path w="7526020" h="4349750">
                  <a:moveTo>
                    <a:pt x="108075" y="4285815"/>
                  </a:moveTo>
                  <a:lnTo>
                    <a:pt x="65344" y="4310505"/>
                  </a:lnTo>
                  <a:lnTo>
                    <a:pt x="66229" y="4311499"/>
                  </a:lnTo>
                  <a:lnTo>
                    <a:pt x="108965" y="4286803"/>
                  </a:lnTo>
                  <a:lnTo>
                    <a:pt x="108075" y="4285815"/>
                  </a:lnTo>
                  <a:close/>
                </a:path>
                <a:path w="7526020" h="4349750">
                  <a:moveTo>
                    <a:pt x="35626" y="4327676"/>
                  </a:moveTo>
                  <a:lnTo>
                    <a:pt x="0" y="4348261"/>
                  </a:lnTo>
                  <a:lnTo>
                    <a:pt x="422" y="4349528"/>
                  </a:lnTo>
                  <a:lnTo>
                    <a:pt x="36086" y="4328919"/>
                  </a:lnTo>
                  <a:lnTo>
                    <a:pt x="35626" y="4327676"/>
                  </a:lnTo>
                  <a:close/>
                </a:path>
                <a:path w="7526020" h="4349750">
                  <a:moveTo>
                    <a:pt x="7525611" y="0"/>
                  </a:moveTo>
                  <a:lnTo>
                    <a:pt x="7490943" y="20030"/>
                  </a:lnTo>
                  <a:lnTo>
                    <a:pt x="7491203" y="20773"/>
                  </a:lnTo>
                  <a:lnTo>
                    <a:pt x="7525861" y="745"/>
                  </a:lnTo>
                  <a:lnTo>
                    <a:pt x="7525611" y="0"/>
                  </a:lnTo>
                  <a:close/>
                </a:path>
                <a:path w="7526020" h="4349750">
                  <a:moveTo>
                    <a:pt x="7438035" y="50600"/>
                  </a:moveTo>
                  <a:lnTo>
                    <a:pt x="7385996" y="80668"/>
                  </a:lnTo>
                  <a:lnTo>
                    <a:pt x="7386774" y="81120"/>
                  </a:lnTo>
                  <a:lnTo>
                    <a:pt x="7438801" y="51055"/>
                  </a:lnTo>
                  <a:lnTo>
                    <a:pt x="7438035" y="50600"/>
                  </a:lnTo>
                  <a:close/>
                </a:path>
                <a:path w="7526020" h="4349750">
                  <a:moveTo>
                    <a:pt x="7343489" y="105229"/>
                  </a:moveTo>
                  <a:lnTo>
                    <a:pt x="7307353" y="126108"/>
                  </a:lnTo>
                  <a:lnTo>
                    <a:pt x="7307611" y="126866"/>
                  </a:lnTo>
                  <a:lnTo>
                    <a:pt x="7343754" y="105980"/>
                  </a:lnTo>
                  <a:lnTo>
                    <a:pt x="7343489" y="105229"/>
                  </a:lnTo>
                  <a:close/>
                </a:path>
                <a:path w="7526020" h="4349750">
                  <a:moveTo>
                    <a:pt x="6344587" y="682389"/>
                  </a:moveTo>
                  <a:lnTo>
                    <a:pt x="6309750" y="702518"/>
                  </a:lnTo>
                  <a:lnTo>
                    <a:pt x="6310039" y="703341"/>
                  </a:lnTo>
                  <a:lnTo>
                    <a:pt x="6344867" y="683215"/>
                  </a:lnTo>
                  <a:lnTo>
                    <a:pt x="6344587" y="682389"/>
                  </a:lnTo>
                  <a:close/>
                </a:path>
                <a:path w="7526020" h="4349750">
                  <a:moveTo>
                    <a:pt x="6257659" y="732616"/>
                  </a:moveTo>
                  <a:lnTo>
                    <a:pt x="6204621" y="763261"/>
                  </a:lnTo>
                  <a:lnTo>
                    <a:pt x="6205484" y="763761"/>
                  </a:lnTo>
                  <a:lnTo>
                    <a:pt x="6258531" y="733107"/>
                  </a:lnTo>
                  <a:lnTo>
                    <a:pt x="6257659" y="732616"/>
                  </a:lnTo>
                  <a:close/>
                </a:path>
                <a:path w="7526020" h="4349750">
                  <a:moveTo>
                    <a:pt x="6162296" y="787716"/>
                  </a:moveTo>
                  <a:lnTo>
                    <a:pt x="6126162" y="808594"/>
                  </a:lnTo>
                  <a:lnTo>
                    <a:pt x="6126449" y="809434"/>
                  </a:lnTo>
                  <a:lnTo>
                    <a:pt x="6162589" y="788549"/>
                  </a:lnTo>
                  <a:lnTo>
                    <a:pt x="6162296" y="787716"/>
                  </a:lnTo>
                  <a:close/>
                </a:path>
                <a:path w="7526020" h="4349750">
                  <a:moveTo>
                    <a:pt x="1030854" y="3752638"/>
                  </a:moveTo>
                  <a:lnTo>
                    <a:pt x="980695" y="3781620"/>
                  </a:lnTo>
                  <a:lnTo>
                    <a:pt x="981018" y="3782863"/>
                  </a:lnTo>
                  <a:lnTo>
                    <a:pt x="1031225" y="3753850"/>
                  </a:lnTo>
                  <a:lnTo>
                    <a:pt x="1030854" y="3752638"/>
                  </a:lnTo>
                  <a:close/>
                </a:path>
                <a:path w="7526020" h="4349750">
                  <a:moveTo>
                    <a:pt x="6584848" y="543568"/>
                  </a:moveTo>
                  <a:lnTo>
                    <a:pt x="6538496" y="570350"/>
                  </a:lnTo>
                  <a:lnTo>
                    <a:pt x="6538767" y="571164"/>
                  </a:lnTo>
                  <a:lnTo>
                    <a:pt x="6585121" y="544378"/>
                  </a:lnTo>
                  <a:lnTo>
                    <a:pt x="6584848" y="543568"/>
                  </a:lnTo>
                  <a:close/>
                </a:path>
                <a:path w="7526020" h="4349750">
                  <a:moveTo>
                    <a:pt x="5600376" y="1112391"/>
                  </a:moveTo>
                  <a:lnTo>
                    <a:pt x="5552397" y="1140113"/>
                  </a:lnTo>
                  <a:lnTo>
                    <a:pt x="5552691" y="1140996"/>
                  </a:lnTo>
                  <a:lnTo>
                    <a:pt x="5600674" y="1113267"/>
                  </a:lnTo>
                  <a:lnTo>
                    <a:pt x="5600376" y="1112391"/>
                  </a:lnTo>
                  <a:close/>
                </a:path>
                <a:path w="7526020" h="4349750">
                  <a:moveTo>
                    <a:pt x="5316682" y="1276308"/>
                  </a:moveTo>
                  <a:lnTo>
                    <a:pt x="5269133" y="1303781"/>
                  </a:lnTo>
                  <a:lnTo>
                    <a:pt x="5269434" y="1304684"/>
                  </a:lnTo>
                  <a:lnTo>
                    <a:pt x="5316987" y="1277204"/>
                  </a:lnTo>
                  <a:lnTo>
                    <a:pt x="5316682" y="1276308"/>
                  </a:lnTo>
                  <a:close/>
                </a:path>
                <a:path w="7526020" h="4349750">
                  <a:moveTo>
                    <a:pt x="3876589" y="2108386"/>
                  </a:moveTo>
                  <a:lnTo>
                    <a:pt x="3828960" y="2135906"/>
                  </a:lnTo>
                  <a:lnTo>
                    <a:pt x="3829294" y="2136908"/>
                  </a:lnTo>
                  <a:lnTo>
                    <a:pt x="3876925" y="2109384"/>
                  </a:lnTo>
                  <a:lnTo>
                    <a:pt x="3876589" y="2108386"/>
                  </a:lnTo>
                  <a:close/>
                </a:path>
                <a:path w="7526020" h="4349750">
                  <a:moveTo>
                    <a:pt x="3229164" y="2482465"/>
                  </a:moveTo>
                  <a:lnTo>
                    <a:pt x="3180938" y="2510330"/>
                  </a:lnTo>
                  <a:lnTo>
                    <a:pt x="3181548" y="2511226"/>
                  </a:lnTo>
                  <a:lnTo>
                    <a:pt x="3229801" y="2483342"/>
                  </a:lnTo>
                  <a:lnTo>
                    <a:pt x="3229164" y="2482465"/>
                  </a:lnTo>
                  <a:close/>
                </a:path>
                <a:path w="7526020" h="4349750">
                  <a:moveTo>
                    <a:pt x="3302563" y="2440056"/>
                  </a:moveTo>
                  <a:lnTo>
                    <a:pt x="3279014" y="2453662"/>
                  </a:lnTo>
                  <a:lnTo>
                    <a:pt x="3279014" y="2454903"/>
                  </a:lnTo>
                  <a:lnTo>
                    <a:pt x="3302511" y="2441325"/>
                  </a:lnTo>
                  <a:lnTo>
                    <a:pt x="3302563" y="2440056"/>
                  </a:lnTo>
                  <a:close/>
                </a:path>
              </a:pathLst>
            </a:custGeom>
            <a:solidFill>
              <a:srgbClr val="232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20458" y="1006804"/>
              <a:ext cx="7526655" cy="4352290"/>
            </a:xfrm>
            <a:custGeom>
              <a:avLst/>
              <a:gdLst/>
              <a:ahLst/>
              <a:cxnLst/>
              <a:rect l="l" t="t" r="r" b="b"/>
              <a:pathLst>
                <a:path w="7526655" h="4352290">
                  <a:moveTo>
                    <a:pt x="36855" y="4331411"/>
                  </a:moveTo>
                  <a:lnTo>
                    <a:pt x="36347" y="4330039"/>
                  </a:lnTo>
                  <a:lnTo>
                    <a:pt x="35661" y="4328172"/>
                  </a:lnTo>
                  <a:lnTo>
                    <a:pt x="0" y="4348785"/>
                  </a:lnTo>
                  <a:lnTo>
                    <a:pt x="622" y="4350677"/>
                  </a:lnTo>
                  <a:lnTo>
                    <a:pt x="1092" y="4352074"/>
                  </a:lnTo>
                  <a:lnTo>
                    <a:pt x="36855" y="4331411"/>
                  </a:lnTo>
                  <a:close/>
                </a:path>
                <a:path w="7526655" h="4352290">
                  <a:moveTo>
                    <a:pt x="110871" y="4288637"/>
                  </a:moveTo>
                  <a:lnTo>
                    <a:pt x="109867" y="4287545"/>
                  </a:lnTo>
                  <a:lnTo>
                    <a:pt x="108534" y="4286059"/>
                  </a:lnTo>
                  <a:lnTo>
                    <a:pt x="65798" y="4310761"/>
                  </a:lnTo>
                  <a:lnTo>
                    <a:pt x="67132" y="4312247"/>
                  </a:lnTo>
                  <a:lnTo>
                    <a:pt x="68110" y="4313352"/>
                  </a:lnTo>
                  <a:lnTo>
                    <a:pt x="110871" y="4288637"/>
                  </a:lnTo>
                  <a:close/>
                </a:path>
                <a:path w="7526655" h="4352290">
                  <a:moveTo>
                    <a:pt x="174371" y="4248010"/>
                  </a:moveTo>
                  <a:lnTo>
                    <a:pt x="154203" y="4259669"/>
                  </a:lnTo>
                  <a:lnTo>
                    <a:pt x="154165" y="4261942"/>
                  </a:lnTo>
                  <a:lnTo>
                    <a:pt x="154127" y="4263644"/>
                  </a:lnTo>
                  <a:lnTo>
                    <a:pt x="174332" y="4251972"/>
                  </a:lnTo>
                  <a:lnTo>
                    <a:pt x="174345" y="4250271"/>
                  </a:lnTo>
                  <a:lnTo>
                    <a:pt x="174371" y="4248010"/>
                  </a:lnTo>
                  <a:close/>
                </a:path>
                <a:path w="7526655" h="4352290">
                  <a:moveTo>
                    <a:pt x="256044" y="4204741"/>
                  </a:moveTo>
                  <a:lnTo>
                    <a:pt x="255562" y="4203331"/>
                  </a:lnTo>
                  <a:lnTo>
                    <a:pt x="254939" y="4201452"/>
                  </a:lnTo>
                  <a:lnTo>
                    <a:pt x="210312" y="4227246"/>
                  </a:lnTo>
                  <a:lnTo>
                    <a:pt x="210934" y="4229125"/>
                  </a:lnTo>
                  <a:lnTo>
                    <a:pt x="211416" y="4230535"/>
                  </a:lnTo>
                  <a:lnTo>
                    <a:pt x="256044" y="4204741"/>
                  </a:lnTo>
                  <a:close/>
                </a:path>
                <a:path w="7526655" h="4352290">
                  <a:moveTo>
                    <a:pt x="551611" y="4030014"/>
                  </a:moveTo>
                  <a:lnTo>
                    <a:pt x="430326" y="4100106"/>
                  </a:lnTo>
                  <a:lnTo>
                    <a:pt x="430949" y="4101973"/>
                  </a:lnTo>
                  <a:lnTo>
                    <a:pt x="431419" y="4103395"/>
                  </a:lnTo>
                  <a:lnTo>
                    <a:pt x="550964" y="4034320"/>
                  </a:lnTo>
                  <a:lnTo>
                    <a:pt x="551243" y="4032440"/>
                  </a:lnTo>
                  <a:lnTo>
                    <a:pt x="551611" y="4030014"/>
                  </a:lnTo>
                  <a:close/>
                </a:path>
                <a:path w="7526655" h="4352290">
                  <a:moveTo>
                    <a:pt x="847966" y="3858755"/>
                  </a:moveTo>
                  <a:lnTo>
                    <a:pt x="723265" y="3930827"/>
                  </a:lnTo>
                  <a:lnTo>
                    <a:pt x="723874" y="3932669"/>
                  </a:lnTo>
                  <a:lnTo>
                    <a:pt x="724357" y="3934117"/>
                  </a:lnTo>
                  <a:lnTo>
                    <a:pt x="844638" y="3864610"/>
                  </a:lnTo>
                  <a:lnTo>
                    <a:pt x="846124" y="3862006"/>
                  </a:lnTo>
                  <a:lnTo>
                    <a:pt x="847966" y="3858755"/>
                  </a:lnTo>
                  <a:close/>
                </a:path>
                <a:path w="7526655" h="4352290">
                  <a:moveTo>
                    <a:pt x="1031824" y="3756444"/>
                  </a:moveTo>
                  <a:lnTo>
                    <a:pt x="1031367" y="3754945"/>
                  </a:lnTo>
                  <a:lnTo>
                    <a:pt x="1030795" y="3753104"/>
                  </a:lnTo>
                  <a:lnTo>
                    <a:pt x="980592" y="3782123"/>
                  </a:lnTo>
                  <a:lnTo>
                    <a:pt x="981075" y="3784003"/>
                  </a:lnTo>
                  <a:lnTo>
                    <a:pt x="981481" y="3785539"/>
                  </a:lnTo>
                  <a:lnTo>
                    <a:pt x="1031824" y="3756444"/>
                  </a:lnTo>
                  <a:close/>
                </a:path>
                <a:path w="7526655" h="4352290">
                  <a:moveTo>
                    <a:pt x="1354759" y="3569817"/>
                  </a:moveTo>
                  <a:lnTo>
                    <a:pt x="1354264" y="3568319"/>
                  </a:lnTo>
                  <a:lnTo>
                    <a:pt x="1353667" y="3566528"/>
                  </a:lnTo>
                  <a:lnTo>
                    <a:pt x="1306690" y="3593681"/>
                  </a:lnTo>
                  <a:lnTo>
                    <a:pt x="1307287" y="3595459"/>
                  </a:lnTo>
                  <a:lnTo>
                    <a:pt x="1307795" y="3596970"/>
                  </a:lnTo>
                  <a:lnTo>
                    <a:pt x="1354759" y="3569817"/>
                  </a:lnTo>
                  <a:close/>
                </a:path>
                <a:path w="7526655" h="4352290">
                  <a:moveTo>
                    <a:pt x="1698015" y="3371469"/>
                  </a:moveTo>
                  <a:lnTo>
                    <a:pt x="1697494" y="3369932"/>
                  </a:lnTo>
                  <a:lnTo>
                    <a:pt x="1696910" y="3368179"/>
                  </a:lnTo>
                  <a:lnTo>
                    <a:pt x="1650022" y="3395268"/>
                  </a:lnTo>
                  <a:lnTo>
                    <a:pt x="1650619" y="3397034"/>
                  </a:lnTo>
                  <a:lnTo>
                    <a:pt x="1651127" y="3398558"/>
                  </a:lnTo>
                  <a:lnTo>
                    <a:pt x="1698015" y="3371469"/>
                  </a:lnTo>
                  <a:close/>
                </a:path>
                <a:path w="7526655" h="4352290">
                  <a:moveTo>
                    <a:pt x="1791131" y="3313734"/>
                  </a:moveTo>
                  <a:lnTo>
                    <a:pt x="1741538" y="3342386"/>
                  </a:lnTo>
                  <a:lnTo>
                    <a:pt x="1740496" y="3343960"/>
                  </a:lnTo>
                  <a:lnTo>
                    <a:pt x="1738071" y="3346475"/>
                  </a:lnTo>
                  <a:lnTo>
                    <a:pt x="1734108" y="3350603"/>
                  </a:lnTo>
                  <a:lnTo>
                    <a:pt x="1787944" y="3319500"/>
                  </a:lnTo>
                  <a:lnTo>
                    <a:pt x="1789709" y="3316643"/>
                  </a:lnTo>
                  <a:lnTo>
                    <a:pt x="1790280" y="3315703"/>
                  </a:lnTo>
                  <a:lnTo>
                    <a:pt x="1791131" y="3313734"/>
                  </a:lnTo>
                  <a:close/>
                </a:path>
                <a:path w="7526655" h="4352290">
                  <a:moveTo>
                    <a:pt x="1915058" y="3246043"/>
                  </a:moveTo>
                  <a:lnTo>
                    <a:pt x="1914537" y="3244494"/>
                  </a:lnTo>
                  <a:lnTo>
                    <a:pt x="1913953" y="3242754"/>
                  </a:lnTo>
                  <a:lnTo>
                    <a:pt x="1863217" y="3272066"/>
                  </a:lnTo>
                  <a:lnTo>
                    <a:pt x="1863674" y="3273882"/>
                  </a:lnTo>
                  <a:lnTo>
                    <a:pt x="1864093" y="3275495"/>
                  </a:lnTo>
                  <a:lnTo>
                    <a:pt x="1915058" y="3246043"/>
                  </a:lnTo>
                  <a:close/>
                </a:path>
                <a:path w="7526655" h="4352290">
                  <a:moveTo>
                    <a:pt x="2134438" y="3119259"/>
                  </a:moveTo>
                  <a:lnTo>
                    <a:pt x="2134006" y="3117634"/>
                  </a:lnTo>
                  <a:lnTo>
                    <a:pt x="2133536" y="3115856"/>
                  </a:lnTo>
                  <a:lnTo>
                    <a:pt x="2082495" y="3145358"/>
                  </a:lnTo>
                  <a:lnTo>
                    <a:pt x="2083079" y="3147085"/>
                  </a:lnTo>
                  <a:lnTo>
                    <a:pt x="2083600" y="3148647"/>
                  </a:lnTo>
                  <a:lnTo>
                    <a:pt x="2134438" y="3119259"/>
                  </a:lnTo>
                  <a:close/>
                </a:path>
                <a:path w="7526655" h="4352290">
                  <a:moveTo>
                    <a:pt x="2307221" y="3019412"/>
                  </a:moveTo>
                  <a:lnTo>
                    <a:pt x="2306688" y="3017837"/>
                  </a:lnTo>
                  <a:lnTo>
                    <a:pt x="2306116" y="3016123"/>
                  </a:lnTo>
                  <a:lnTo>
                    <a:pt x="2258225" y="3043809"/>
                  </a:lnTo>
                  <a:lnTo>
                    <a:pt x="2258809" y="3045510"/>
                  </a:lnTo>
                  <a:lnTo>
                    <a:pt x="2259355" y="3047073"/>
                  </a:lnTo>
                  <a:lnTo>
                    <a:pt x="2307221" y="3019412"/>
                  </a:lnTo>
                  <a:close/>
                </a:path>
                <a:path w="7526655" h="4352290">
                  <a:moveTo>
                    <a:pt x="2480068" y="2919539"/>
                  </a:moveTo>
                  <a:lnTo>
                    <a:pt x="2479522" y="2917939"/>
                  </a:lnTo>
                  <a:lnTo>
                    <a:pt x="2478938" y="2916263"/>
                  </a:lnTo>
                  <a:lnTo>
                    <a:pt x="2431516" y="2943656"/>
                  </a:lnTo>
                  <a:lnTo>
                    <a:pt x="2432100" y="2945358"/>
                  </a:lnTo>
                  <a:lnTo>
                    <a:pt x="2432634" y="2946946"/>
                  </a:lnTo>
                  <a:lnTo>
                    <a:pt x="2480068" y="2919539"/>
                  </a:lnTo>
                  <a:close/>
                </a:path>
                <a:path w="7526655" h="4352290">
                  <a:moveTo>
                    <a:pt x="2779103" y="2742806"/>
                  </a:moveTo>
                  <a:lnTo>
                    <a:pt x="2654096" y="2815044"/>
                  </a:lnTo>
                  <a:lnTo>
                    <a:pt x="2654655" y="2816720"/>
                  </a:lnTo>
                  <a:lnTo>
                    <a:pt x="2655189" y="2818333"/>
                  </a:lnTo>
                  <a:lnTo>
                    <a:pt x="2775775" y="2748648"/>
                  </a:lnTo>
                  <a:lnTo>
                    <a:pt x="2777413" y="2745778"/>
                  </a:lnTo>
                  <a:lnTo>
                    <a:pt x="2779103" y="2742806"/>
                  </a:lnTo>
                  <a:close/>
                </a:path>
                <a:path w="7526655" h="4352290">
                  <a:moveTo>
                    <a:pt x="3231388" y="2485364"/>
                  </a:moveTo>
                  <a:lnTo>
                    <a:pt x="3230372" y="2483967"/>
                  </a:lnTo>
                  <a:lnTo>
                    <a:pt x="3229368" y="2482596"/>
                  </a:lnTo>
                  <a:lnTo>
                    <a:pt x="3181121" y="2510485"/>
                  </a:lnTo>
                  <a:lnTo>
                    <a:pt x="3182074" y="2511882"/>
                  </a:lnTo>
                  <a:lnTo>
                    <a:pt x="3183039" y="2513304"/>
                  </a:lnTo>
                  <a:lnTo>
                    <a:pt x="3231388" y="2485364"/>
                  </a:lnTo>
                  <a:close/>
                </a:path>
                <a:path w="7526655" h="4352290">
                  <a:moveTo>
                    <a:pt x="3302089" y="2440584"/>
                  </a:moveTo>
                  <a:lnTo>
                    <a:pt x="3278594" y="2454160"/>
                  </a:lnTo>
                  <a:lnTo>
                    <a:pt x="3278594" y="2456103"/>
                  </a:lnTo>
                  <a:lnTo>
                    <a:pt x="3278594" y="2458085"/>
                  </a:lnTo>
                  <a:lnTo>
                    <a:pt x="3301911" y="2444610"/>
                  </a:lnTo>
                  <a:lnTo>
                    <a:pt x="3302000" y="2442565"/>
                  </a:lnTo>
                  <a:lnTo>
                    <a:pt x="3302089" y="2440584"/>
                  </a:lnTo>
                  <a:close/>
                </a:path>
                <a:path w="7526655" h="4352290">
                  <a:moveTo>
                    <a:pt x="3444468" y="2362225"/>
                  </a:moveTo>
                  <a:lnTo>
                    <a:pt x="3443909" y="2360549"/>
                  </a:lnTo>
                  <a:lnTo>
                    <a:pt x="3443376" y="2358923"/>
                  </a:lnTo>
                  <a:lnTo>
                    <a:pt x="3392005" y="2388616"/>
                  </a:lnTo>
                  <a:lnTo>
                    <a:pt x="3392424" y="2390305"/>
                  </a:lnTo>
                  <a:lnTo>
                    <a:pt x="3392855" y="2392057"/>
                  </a:lnTo>
                  <a:lnTo>
                    <a:pt x="3444468" y="2362225"/>
                  </a:lnTo>
                  <a:close/>
                </a:path>
                <a:path w="7526655" h="4352290">
                  <a:moveTo>
                    <a:pt x="3663010" y="2235936"/>
                  </a:moveTo>
                  <a:lnTo>
                    <a:pt x="3662540" y="2234184"/>
                  </a:lnTo>
                  <a:lnTo>
                    <a:pt x="3662095" y="2232533"/>
                  </a:lnTo>
                  <a:lnTo>
                    <a:pt x="3612515" y="2261197"/>
                  </a:lnTo>
                  <a:lnTo>
                    <a:pt x="3613048" y="2262797"/>
                  </a:lnTo>
                  <a:lnTo>
                    <a:pt x="3613607" y="2264486"/>
                  </a:lnTo>
                  <a:lnTo>
                    <a:pt x="3663010" y="2235936"/>
                  </a:lnTo>
                  <a:close/>
                </a:path>
                <a:path w="7526655" h="4352290">
                  <a:moveTo>
                    <a:pt x="3877602" y="2111921"/>
                  </a:moveTo>
                  <a:lnTo>
                    <a:pt x="3877030" y="2110219"/>
                  </a:lnTo>
                  <a:lnTo>
                    <a:pt x="3876497" y="2108644"/>
                  </a:lnTo>
                  <a:lnTo>
                    <a:pt x="3828872" y="2136165"/>
                  </a:lnTo>
                  <a:lnTo>
                    <a:pt x="3829393" y="2137753"/>
                  </a:lnTo>
                  <a:lnTo>
                    <a:pt x="3829964" y="2139454"/>
                  </a:lnTo>
                  <a:lnTo>
                    <a:pt x="3877602" y="2111921"/>
                  </a:lnTo>
                  <a:close/>
                </a:path>
                <a:path w="7526655" h="4352290">
                  <a:moveTo>
                    <a:pt x="4204436" y="1919122"/>
                  </a:moveTo>
                  <a:lnTo>
                    <a:pt x="4078897" y="1991677"/>
                  </a:lnTo>
                  <a:lnTo>
                    <a:pt x="4079417" y="1993239"/>
                  </a:lnTo>
                  <a:lnTo>
                    <a:pt x="4080002" y="1994966"/>
                  </a:lnTo>
                  <a:lnTo>
                    <a:pt x="4201109" y="1924977"/>
                  </a:lnTo>
                  <a:lnTo>
                    <a:pt x="4202874" y="1921891"/>
                  </a:lnTo>
                  <a:lnTo>
                    <a:pt x="4204436" y="1919122"/>
                  </a:lnTo>
                  <a:close/>
                </a:path>
                <a:path w="7526655" h="4352290">
                  <a:moveTo>
                    <a:pt x="4549089" y="1719961"/>
                  </a:moveTo>
                  <a:lnTo>
                    <a:pt x="4427385" y="1790293"/>
                  </a:lnTo>
                  <a:lnTo>
                    <a:pt x="4427906" y="1791830"/>
                  </a:lnTo>
                  <a:lnTo>
                    <a:pt x="4428502" y="1793570"/>
                  </a:lnTo>
                  <a:lnTo>
                    <a:pt x="4548429" y="1724279"/>
                  </a:lnTo>
                  <a:lnTo>
                    <a:pt x="4548784" y="1721967"/>
                  </a:lnTo>
                  <a:lnTo>
                    <a:pt x="4549089" y="1719961"/>
                  </a:lnTo>
                  <a:close/>
                </a:path>
                <a:path w="7526655" h="4352290">
                  <a:moveTo>
                    <a:pt x="4943538" y="1495945"/>
                  </a:moveTo>
                  <a:lnTo>
                    <a:pt x="4943500" y="1493824"/>
                  </a:lnTo>
                  <a:lnTo>
                    <a:pt x="4943462" y="1492059"/>
                  </a:lnTo>
                  <a:lnTo>
                    <a:pt x="4927130" y="1501508"/>
                  </a:lnTo>
                  <a:lnTo>
                    <a:pt x="4927155" y="1503273"/>
                  </a:lnTo>
                  <a:lnTo>
                    <a:pt x="4927193" y="1505394"/>
                  </a:lnTo>
                  <a:lnTo>
                    <a:pt x="4943538" y="1495945"/>
                  </a:lnTo>
                  <a:close/>
                </a:path>
                <a:path w="7526655" h="4352290">
                  <a:moveTo>
                    <a:pt x="5054803" y="1431645"/>
                  </a:moveTo>
                  <a:lnTo>
                    <a:pt x="5053736" y="1430108"/>
                  </a:lnTo>
                  <a:lnTo>
                    <a:pt x="5052860" y="1428838"/>
                  </a:lnTo>
                  <a:lnTo>
                    <a:pt x="5005552" y="1456182"/>
                  </a:lnTo>
                  <a:lnTo>
                    <a:pt x="5006441" y="1457452"/>
                  </a:lnTo>
                  <a:lnTo>
                    <a:pt x="5007508" y="1458976"/>
                  </a:lnTo>
                  <a:lnTo>
                    <a:pt x="5054803" y="1431645"/>
                  </a:lnTo>
                  <a:close/>
                </a:path>
                <a:path w="7526655" h="4352290">
                  <a:moveTo>
                    <a:pt x="5317680" y="1279740"/>
                  </a:moveTo>
                  <a:lnTo>
                    <a:pt x="5317058" y="1277924"/>
                  </a:lnTo>
                  <a:lnTo>
                    <a:pt x="5316563" y="1276464"/>
                  </a:lnTo>
                  <a:lnTo>
                    <a:pt x="5269001" y="1303934"/>
                  </a:lnTo>
                  <a:lnTo>
                    <a:pt x="5269496" y="1305407"/>
                  </a:lnTo>
                  <a:lnTo>
                    <a:pt x="5270106" y="1307236"/>
                  </a:lnTo>
                  <a:lnTo>
                    <a:pt x="5317680" y="1279740"/>
                  </a:lnTo>
                  <a:close/>
                </a:path>
                <a:path w="7526655" h="4352290">
                  <a:moveTo>
                    <a:pt x="5601360" y="1115809"/>
                  </a:moveTo>
                  <a:lnTo>
                    <a:pt x="5600738" y="1113955"/>
                  </a:lnTo>
                  <a:lnTo>
                    <a:pt x="5600243" y="1112520"/>
                  </a:lnTo>
                  <a:lnTo>
                    <a:pt x="5552262" y="1140256"/>
                  </a:lnTo>
                  <a:lnTo>
                    <a:pt x="5552745" y="1141691"/>
                  </a:lnTo>
                  <a:lnTo>
                    <a:pt x="5553367" y="1143546"/>
                  </a:lnTo>
                  <a:lnTo>
                    <a:pt x="5601360" y="1115809"/>
                  </a:lnTo>
                  <a:close/>
                </a:path>
                <a:path w="7526655" h="4352290">
                  <a:moveTo>
                    <a:pt x="5923813" y="925537"/>
                  </a:moveTo>
                  <a:lnTo>
                    <a:pt x="5802452" y="995680"/>
                  </a:lnTo>
                  <a:lnTo>
                    <a:pt x="5802922" y="997102"/>
                  </a:lnTo>
                  <a:lnTo>
                    <a:pt x="5803531" y="998969"/>
                  </a:lnTo>
                  <a:lnTo>
                    <a:pt x="5923153" y="929855"/>
                  </a:lnTo>
                  <a:lnTo>
                    <a:pt x="5923534" y="927392"/>
                  </a:lnTo>
                  <a:lnTo>
                    <a:pt x="5923813" y="925537"/>
                  </a:lnTo>
                  <a:close/>
                </a:path>
                <a:path w="7526655" h="4352290">
                  <a:moveTo>
                    <a:pt x="6163310" y="791070"/>
                  </a:moveTo>
                  <a:lnTo>
                    <a:pt x="6162649" y="789190"/>
                  </a:lnTo>
                  <a:lnTo>
                    <a:pt x="6162167" y="787806"/>
                  </a:lnTo>
                  <a:lnTo>
                    <a:pt x="6126023" y="808685"/>
                  </a:lnTo>
                  <a:lnTo>
                    <a:pt x="6126492" y="810082"/>
                  </a:lnTo>
                  <a:lnTo>
                    <a:pt x="6127140" y="811974"/>
                  </a:lnTo>
                  <a:lnTo>
                    <a:pt x="6163310" y="791070"/>
                  </a:lnTo>
                  <a:close/>
                </a:path>
                <a:path w="7526655" h="4352290">
                  <a:moveTo>
                    <a:pt x="6261544" y="734301"/>
                  </a:moveTo>
                  <a:lnTo>
                    <a:pt x="6259563" y="733183"/>
                  </a:lnTo>
                  <a:lnTo>
                    <a:pt x="6258103" y="732358"/>
                  </a:lnTo>
                  <a:lnTo>
                    <a:pt x="6205055" y="763016"/>
                  </a:lnTo>
                  <a:lnTo>
                    <a:pt x="6206490" y="763854"/>
                  </a:lnTo>
                  <a:lnTo>
                    <a:pt x="6208446" y="764984"/>
                  </a:lnTo>
                  <a:lnTo>
                    <a:pt x="6261544" y="734301"/>
                  </a:lnTo>
                  <a:close/>
                </a:path>
                <a:path w="7526655" h="4352290">
                  <a:moveTo>
                    <a:pt x="6345555" y="685749"/>
                  </a:moveTo>
                  <a:lnTo>
                    <a:pt x="6344907" y="683844"/>
                  </a:lnTo>
                  <a:lnTo>
                    <a:pt x="6344437" y="682472"/>
                  </a:lnTo>
                  <a:lnTo>
                    <a:pt x="6309614" y="702602"/>
                  </a:lnTo>
                  <a:lnTo>
                    <a:pt x="6310096" y="703973"/>
                  </a:lnTo>
                  <a:lnTo>
                    <a:pt x="6310757" y="705866"/>
                  </a:lnTo>
                  <a:lnTo>
                    <a:pt x="6345555" y="685749"/>
                  </a:lnTo>
                  <a:close/>
                </a:path>
                <a:path w="7526655" h="4352290">
                  <a:moveTo>
                    <a:pt x="6585801" y="546925"/>
                  </a:moveTo>
                  <a:lnTo>
                    <a:pt x="6585153" y="544995"/>
                  </a:lnTo>
                  <a:lnTo>
                    <a:pt x="6584696" y="543636"/>
                  </a:lnTo>
                  <a:lnTo>
                    <a:pt x="6538341" y="570420"/>
                  </a:lnTo>
                  <a:lnTo>
                    <a:pt x="6538798" y="571792"/>
                  </a:lnTo>
                  <a:lnTo>
                    <a:pt x="6539433" y="573709"/>
                  </a:lnTo>
                  <a:lnTo>
                    <a:pt x="6585801" y="546925"/>
                  </a:lnTo>
                  <a:close/>
                </a:path>
                <a:path w="7526655" h="4352290">
                  <a:moveTo>
                    <a:pt x="6799910" y="423189"/>
                  </a:moveTo>
                  <a:lnTo>
                    <a:pt x="6799250" y="421259"/>
                  </a:lnTo>
                  <a:lnTo>
                    <a:pt x="6798780" y="419912"/>
                  </a:lnTo>
                  <a:lnTo>
                    <a:pt x="6750761" y="447662"/>
                  </a:lnTo>
                  <a:lnTo>
                    <a:pt x="6751218" y="449008"/>
                  </a:lnTo>
                  <a:lnTo>
                    <a:pt x="6751879" y="450951"/>
                  </a:lnTo>
                  <a:lnTo>
                    <a:pt x="6799910" y="423189"/>
                  </a:lnTo>
                  <a:close/>
                </a:path>
                <a:path w="7526655" h="4352290">
                  <a:moveTo>
                    <a:pt x="6926161" y="350227"/>
                  </a:moveTo>
                  <a:lnTo>
                    <a:pt x="6925526" y="348272"/>
                  </a:lnTo>
                  <a:lnTo>
                    <a:pt x="6925094" y="346925"/>
                  </a:lnTo>
                  <a:lnTo>
                    <a:pt x="6874523" y="376148"/>
                  </a:lnTo>
                  <a:lnTo>
                    <a:pt x="6874865" y="377545"/>
                  </a:lnTo>
                  <a:lnTo>
                    <a:pt x="6875373" y="379590"/>
                  </a:lnTo>
                  <a:lnTo>
                    <a:pt x="6926161" y="350227"/>
                  </a:lnTo>
                  <a:close/>
                </a:path>
                <a:path w="7526655" h="4352290">
                  <a:moveTo>
                    <a:pt x="7145388" y="223545"/>
                  </a:moveTo>
                  <a:lnTo>
                    <a:pt x="7144842" y="221500"/>
                  </a:lnTo>
                  <a:lnTo>
                    <a:pt x="7144486" y="220141"/>
                  </a:lnTo>
                  <a:lnTo>
                    <a:pt x="7094931" y="248780"/>
                  </a:lnTo>
                  <a:lnTo>
                    <a:pt x="7095376" y="250101"/>
                  </a:lnTo>
                  <a:lnTo>
                    <a:pt x="7096049" y="252069"/>
                  </a:lnTo>
                  <a:lnTo>
                    <a:pt x="7145388" y="223545"/>
                  </a:lnTo>
                  <a:close/>
                </a:path>
                <a:path w="7526655" h="4352290">
                  <a:moveTo>
                    <a:pt x="7344473" y="108496"/>
                  </a:moveTo>
                  <a:lnTo>
                    <a:pt x="7343788" y="106527"/>
                  </a:lnTo>
                  <a:lnTo>
                    <a:pt x="7343330" y="105232"/>
                  </a:lnTo>
                  <a:lnTo>
                    <a:pt x="7307186" y="126123"/>
                  </a:lnTo>
                  <a:lnTo>
                    <a:pt x="7307631" y="127419"/>
                  </a:lnTo>
                  <a:lnTo>
                    <a:pt x="7308304" y="129400"/>
                  </a:lnTo>
                  <a:lnTo>
                    <a:pt x="7344473" y="108496"/>
                  </a:lnTo>
                  <a:close/>
                </a:path>
                <a:path w="7526655" h="4352290">
                  <a:moveTo>
                    <a:pt x="7441730" y="52298"/>
                  </a:moveTo>
                  <a:lnTo>
                    <a:pt x="7439685" y="51092"/>
                  </a:lnTo>
                  <a:lnTo>
                    <a:pt x="7438377" y="50304"/>
                  </a:lnTo>
                  <a:lnTo>
                    <a:pt x="7386345" y="80378"/>
                  </a:lnTo>
                  <a:lnTo>
                    <a:pt x="7387679" y="81153"/>
                  </a:lnTo>
                  <a:lnTo>
                    <a:pt x="7389736" y="82346"/>
                  </a:lnTo>
                  <a:lnTo>
                    <a:pt x="7441730" y="52298"/>
                  </a:lnTo>
                  <a:close/>
                </a:path>
                <a:path w="7526655" h="4352290">
                  <a:moveTo>
                    <a:pt x="7526541" y="3289"/>
                  </a:moveTo>
                  <a:lnTo>
                    <a:pt x="7525867" y="1282"/>
                  </a:lnTo>
                  <a:lnTo>
                    <a:pt x="7525436" y="0"/>
                  </a:lnTo>
                  <a:lnTo>
                    <a:pt x="7490777" y="20027"/>
                  </a:lnTo>
                  <a:lnTo>
                    <a:pt x="7491222" y="21310"/>
                  </a:lnTo>
                  <a:lnTo>
                    <a:pt x="7491920" y="23291"/>
                  </a:lnTo>
                  <a:lnTo>
                    <a:pt x="7526541" y="3289"/>
                  </a:lnTo>
                  <a:close/>
                </a:path>
              </a:pathLst>
            </a:custGeom>
            <a:solidFill>
              <a:srgbClr val="2323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1550" y="1010094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6944" y="4332262"/>
                  </a:moveTo>
                  <a:lnTo>
                    <a:pt x="36372" y="4330154"/>
                  </a:lnTo>
                  <a:lnTo>
                    <a:pt x="35953" y="4328604"/>
                  </a:lnTo>
                  <a:lnTo>
                    <a:pt x="35763" y="4328122"/>
                  </a:lnTo>
                  <a:lnTo>
                    <a:pt x="0" y="4348785"/>
                  </a:lnTo>
                  <a:lnTo>
                    <a:pt x="673" y="4350791"/>
                  </a:lnTo>
                  <a:lnTo>
                    <a:pt x="1346" y="4352836"/>
                  </a:lnTo>
                  <a:lnTo>
                    <a:pt x="36944" y="4332262"/>
                  </a:lnTo>
                  <a:close/>
                </a:path>
                <a:path w="7527290" h="4352925">
                  <a:moveTo>
                    <a:pt x="112636" y="4288536"/>
                  </a:moveTo>
                  <a:lnTo>
                    <a:pt x="111175" y="4286910"/>
                  </a:lnTo>
                  <a:lnTo>
                    <a:pt x="109778" y="4285348"/>
                  </a:lnTo>
                  <a:lnTo>
                    <a:pt x="67017" y="4310062"/>
                  </a:lnTo>
                  <a:lnTo>
                    <a:pt x="68414" y="4311624"/>
                  </a:lnTo>
                  <a:lnTo>
                    <a:pt x="69862" y="4313250"/>
                  </a:lnTo>
                  <a:lnTo>
                    <a:pt x="112636" y="4288536"/>
                  </a:lnTo>
                  <a:close/>
                </a:path>
                <a:path w="7527290" h="4352925">
                  <a:moveTo>
                    <a:pt x="173240" y="4248683"/>
                  </a:moveTo>
                  <a:lnTo>
                    <a:pt x="153035" y="4260354"/>
                  </a:lnTo>
                  <a:lnTo>
                    <a:pt x="152996" y="4262742"/>
                  </a:lnTo>
                  <a:lnTo>
                    <a:pt x="152958" y="4265231"/>
                  </a:lnTo>
                  <a:lnTo>
                    <a:pt x="173189" y="4253547"/>
                  </a:lnTo>
                  <a:lnTo>
                    <a:pt x="173215" y="4251058"/>
                  </a:lnTo>
                  <a:lnTo>
                    <a:pt x="173240" y="4248683"/>
                  </a:lnTo>
                  <a:close/>
                </a:path>
                <a:path w="7527290" h="4352925">
                  <a:moveTo>
                    <a:pt x="256311" y="4205516"/>
                  </a:moveTo>
                  <a:lnTo>
                    <a:pt x="255612" y="4203433"/>
                  </a:lnTo>
                  <a:lnTo>
                    <a:pt x="254952" y="4201452"/>
                  </a:lnTo>
                  <a:lnTo>
                    <a:pt x="210324" y="4227246"/>
                  </a:lnTo>
                  <a:lnTo>
                    <a:pt x="210985" y="4229227"/>
                  </a:lnTo>
                  <a:lnTo>
                    <a:pt x="211683" y="4231297"/>
                  </a:lnTo>
                  <a:lnTo>
                    <a:pt x="256311" y="4205516"/>
                  </a:lnTo>
                  <a:close/>
                </a:path>
                <a:path w="7527290" h="4352925">
                  <a:moveTo>
                    <a:pt x="549871" y="4031030"/>
                  </a:moveTo>
                  <a:lnTo>
                    <a:pt x="430326" y="4100106"/>
                  </a:lnTo>
                  <a:lnTo>
                    <a:pt x="430974" y="4102074"/>
                  </a:lnTo>
                  <a:lnTo>
                    <a:pt x="431673" y="4104195"/>
                  </a:lnTo>
                  <a:lnTo>
                    <a:pt x="479691" y="4076446"/>
                  </a:lnTo>
                  <a:lnTo>
                    <a:pt x="479437" y="4075620"/>
                  </a:lnTo>
                  <a:lnTo>
                    <a:pt x="485533" y="4072572"/>
                  </a:lnTo>
                  <a:lnTo>
                    <a:pt x="494652" y="4067391"/>
                  </a:lnTo>
                  <a:lnTo>
                    <a:pt x="498805" y="4065409"/>
                  </a:lnTo>
                  <a:lnTo>
                    <a:pt x="549084" y="4036352"/>
                  </a:lnTo>
                  <a:lnTo>
                    <a:pt x="549503" y="4033570"/>
                  </a:lnTo>
                  <a:lnTo>
                    <a:pt x="549871" y="4031030"/>
                  </a:lnTo>
                  <a:close/>
                </a:path>
                <a:path w="7527290" h="4352925">
                  <a:moveTo>
                    <a:pt x="845032" y="3865359"/>
                  </a:moveTo>
                  <a:lnTo>
                    <a:pt x="842708" y="3864102"/>
                  </a:lnTo>
                  <a:lnTo>
                    <a:pt x="842149" y="3863784"/>
                  </a:lnTo>
                  <a:lnTo>
                    <a:pt x="843546" y="3861320"/>
                  </a:lnTo>
                  <a:lnTo>
                    <a:pt x="723265" y="3930827"/>
                  </a:lnTo>
                  <a:lnTo>
                    <a:pt x="723912" y="3932758"/>
                  </a:lnTo>
                  <a:lnTo>
                    <a:pt x="724623" y="3934917"/>
                  </a:lnTo>
                  <a:lnTo>
                    <a:pt x="845032" y="3865359"/>
                  </a:lnTo>
                  <a:close/>
                </a:path>
                <a:path w="7527290" h="4352925">
                  <a:moveTo>
                    <a:pt x="1032040" y="3757307"/>
                  </a:moveTo>
                  <a:lnTo>
                    <a:pt x="1031887" y="3756901"/>
                  </a:lnTo>
                  <a:lnTo>
                    <a:pt x="1031316" y="3755085"/>
                  </a:lnTo>
                  <a:lnTo>
                    <a:pt x="1030732" y="3753154"/>
                  </a:lnTo>
                  <a:lnTo>
                    <a:pt x="980389" y="3782250"/>
                  </a:lnTo>
                  <a:lnTo>
                    <a:pt x="980897" y="3784219"/>
                  </a:lnTo>
                  <a:lnTo>
                    <a:pt x="981138" y="3785133"/>
                  </a:lnTo>
                  <a:lnTo>
                    <a:pt x="981735" y="3786378"/>
                  </a:lnTo>
                  <a:lnTo>
                    <a:pt x="1032040" y="3757307"/>
                  </a:lnTo>
                  <a:close/>
                </a:path>
                <a:path w="7527290" h="4352925">
                  <a:moveTo>
                    <a:pt x="1355051" y="3570668"/>
                  </a:moveTo>
                  <a:lnTo>
                    <a:pt x="1354302" y="3568408"/>
                  </a:lnTo>
                  <a:lnTo>
                    <a:pt x="1353667" y="3566528"/>
                  </a:lnTo>
                  <a:lnTo>
                    <a:pt x="1306703" y="3593681"/>
                  </a:lnTo>
                  <a:lnTo>
                    <a:pt x="1307338" y="3595547"/>
                  </a:lnTo>
                  <a:lnTo>
                    <a:pt x="1308087" y="3597808"/>
                  </a:lnTo>
                  <a:lnTo>
                    <a:pt x="1355051" y="3570668"/>
                  </a:lnTo>
                  <a:close/>
                </a:path>
                <a:path w="7527290" h="4352925">
                  <a:moveTo>
                    <a:pt x="1698320" y="3372332"/>
                  </a:moveTo>
                  <a:lnTo>
                    <a:pt x="1697532" y="3370021"/>
                  </a:lnTo>
                  <a:lnTo>
                    <a:pt x="1696923" y="3368179"/>
                  </a:lnTo>
                  <a:lnTo>
                    <a:pt x="1650034" y="3395268"/>
                  </a:lnTo>
                  <a:lnTo>
                    <a:pt x="1650657" y="3397110"/>
                  </a:lnTo>
                  <a:lnTo>
                    <a:pt x="1651431" y="3399421"/>
                  </a:lnTo>
                  <a:lnTo>
                    <a:pt x="1698320" y="3372332"/>
                  </a:lnTo>
                  <a:close/>
                </a:path>
                <a:path w="7527290" h="4352925">
                  <a:moveTo>
                    <a:pt x="1786851" y="3316211"/>
                  </a:moveTo>
                  <a:lnTo>
                    <a:pt x="1733016" y="3347313"/>
                  </a:lnTo>
                  <a:lnTo>
                    <a:pt x="1728292" y="3352241"/>
                  </a:lnTo>
                  <a:lnTo>
                    <a:pt x="1726539" y="3354057"/>
                  </a:lnTo>
                  <a:lnTo>
                    <a:pt x="1713128" y="3363772"/>
                  </a:lnTo>
                  <a:lnTo>
                    <a:pt x="1782089" y="3323920"/>
                  </a:lnTo>
                  <a:lnTo>
                    <a:pt x="1784756" y="3319602"/>
                  </a:lnTo>
                  <a:lnTo>
                    <a:pt x="1786851" y="3316211"/>
                  </a:lnTo>
                  <a:close/>
                </a:path>
                <a:path w="7527290" h="4352925">
                  <a:moveTo>
                    <a:pt x="1915363" y="3246920"/>
                  </a:moveTo>
                  <a:lnTo>
                    <a:pt x="1914575" y="3244570"/>
                  </a:lnTo>
                  <a:lnTo>
                    <a:pt x="1913966" y="3242754"/>
                  </a:lnTo>
                  <a:lnTo>
                    <a:pt x="1863001" y="3272205"/>
                  </a:lnTo>
                  <a:lnTo>
                    <a:pt x="1863483" y="3274098"/>
                  </a:lnTo>
                  <a:lnTo>
                    <a:pt x="1863559" y="3274403"/>
                  </a:lnTo>
                  <a:lnTo>
                    <a:pt x="1864448" y="3276346"/>
                  </a:lnTo>
                  <a:lnTo>
                    <a:pt x="1915363" y="3246920"/>
                  </a:lnTo>
                  <a:close/>
                </a:path>
                <a:path w="7527290" h="4352925">
                  <a:moveTo>
                    <a:pt x="2134501" y="3120313"/>
                  </a:moveTo>
                  <a:lnTo>
                    <a:pt x="2133841" y="3117837"/>
                  </a:lnTo>
                  <a:lnTo>
                    <a:pt x="2133346" y="3115970"/>
                  </a:lnTo>
                  <a:lnTo>
                    <a:pt x="2082507" y="3145358"/>
                  </a:lnTo>
                  <a:lnTo>
                    <a:pt x="2083104" y="3147161"/>
                  </a:lnTo>
                  <a:lnTo>
                    <a:pt x="2083904" y="3149536"/>
                  </a:lnTo>
                  <a:lnTo>
                    <a:pt x="2134501" y="3120313"/>
                  </a:lnTo>
                  <a:close/>
                </a:path>
                <a:path w="7527290" h="4352925">
                  <a:moveTo>
                    <a:pt x="2307704" y="3020225"/>
                  </a:moveTo>
                  <a:lnTo>
                    <a:pt x="2306790" y="3017875"/>
                  </a:lnTo>
                  <a:lnTo>
                    <a:pt x="2306282" y="3016567"/>
                  </a:lnTo>
                  <a:lnTo>
                    <a:pt x="2306129" y="3016123"/>
                  </a:lnTo>
                  <a:lnTo>
                    <a:pt x="2258263" y="3043783"/>
                  </a:lnTo>
                  <a:lnTo>
                    <a:pt x="2258885" y="3045561"/>
                  </a:lnTo>
                  <a:lnTo>
                    <a:pt x="2259723" y="3047949"/>
                  </a:lnTo>
                  <a:lnTo>
                    <a:pt x="2307704" y="3020225"/>
                  </a:lnTo>
                  <a:close/>
                </a:path>
                <a:path w="7527290" h="4352925">
                  <a:moveTo>
                    <a:pt x="2480411" y="2920441"/>
                  </a:moveTo>
                  <a:lnTo>
                    <a:pt x="2479573" y="2918002"/>
                  </a:lnTo>
                  <a:lnTo>
                    <a:pt x="2478976" y="2916250"/>
                  </a:lnTo>
                  <a:lnTo>
                    <a:pt x="2431542" y="2943656"/>
                  </a:lnTo>
                  <a:lnTo>
                    <a:pt x="2432139" y="2945422"/>
                  </a:lnTo>
                  <a:lnTo>
                    <a:pt x="2432964" y="2947860"/>
                  </a:lnTo>
                  <a:lnTo>
                    <a:pt x="2480411" y="2920441"/>
                  </a:lnTo>
                  <a:close/>
                </a:path>
                <a:path w="7527290" h="4352925">
                  <a:moveTo>
                    <a:pt x="2775775" y="2749778"/>
                  </a:moveTo>
                  <a:lnTo>
                    <a:pt x="2773121" y="2748343"/>
                  </a:lnTo>
                  <a:lnTo>
                    <a:pt x="2774861" y="2745257"/>
                  </a:lnTo>
                  <a:lnTo>
                    <a:pt x="2654096" y="2815044"/>
                  </a:lnTo>
                  <a:lnTo>
                    <a:pt x="2654681" y="2816796"/>
                  </a:lnTo>
                  <a:lnTo>
                    <a:pt x="2655506" y="2819273"/>
                  </a:lnTo>
                  <a:lnTo>
                    <a:pt x="2775775" y="2749778"/>
                  </a:lnTo>
                  <a:close/>
                </a:path>
                <a:path w="7527290" h="4352925">
                  <a:moveTo>
                    <a:pt x="3232899" y="2485656"/>
                  </a:moveTo>
                  <a:lnTo>
                    <a:pt x="3231324" y="2483497"/>
                  </a:lnTo>
                  <a:lnTo>
                    <a:pt x="3230295" y="2482075"/>
                  </a:lnTo>
                  <a:lnTo>
                    <a:pt x="3181947" y="2510015"/>
                  </a:lnTo>
                  <a:lnTo>
                    <a:pt x="3182937" y="2511463"/>
                  </a:lnTo>
                  <a:lnTo>
                    <a:pt x="3184436" y="2513660"/>
                  </a:lnTo>
                  <a:lnTo>
                    <a:pt x="3232899" y="2485656"/>
                  </a:lnTo>
                  <a:close/>
                </a:path>
                <a:path w="7527290" h="4352925">
                  <a:moveTo>
                    <a:pt x="3300819" y="2441321"/>
                  </a:moveTo>
                  <a:lnTo>
                    <a:pt x="3277501" y="2454795"/>
                  </a:lnTo>
                  <a:lnTo>
                    <a:pt x="3277501" y="2456815"/>
                  </a:lnTo>
                  <a:lnTo>
                    <a:pt x="3277501" y="2459888"/>
                  </a:lnTo>
                  <a:lnTo>
                    <a:pt x="3300603" y="2446540"/>
                  </a:lnTo>
                  <a:lnTo>
                    <a:pt x="3300742" y="2443378"/>
                  </a:lnTo>
                  <a:lnTo>
                    <a:pt x="3300819" y="2441321"/>
                  </a:lnTo>
                  <a:close/>
                </a:path>
                <a:path w="7527290" h="4352925">
                  <a:moveTo>
                    <a:pt x="3444798" y="2363228"/>
                  </a:moveTo>
                  <a:lnTo>
                    <a:pt x="3443935" y="2360612"/>
                  </a:lnTo>
                  <a:lnTo>
                    <a:pt x="3443376" y="2358936"/>
                  </a:lnTo>
                  <a:lnTo>
                    <a:pt x="3391763" y="2388768"/>
                  </a:lnTo>
                  <a:lnTo>
                    <a:pt x="3392195" y="2390521"/>
                  </a:lnTo>
                  <a:lnTo>
                    <a:pt x="3392347" y="2391130"/>
                  </a:lnTo>
                  <a:lnTo>
                    <a:pt x="3393211" y="2393023"/>
                  </a:lnTo>
                  <a:lnTo>
                    <a:pt x="3444798" y="2363228"/>
                  </a:lnTo>
                  <a:close/>
                </a:path>
                <a:path w="7527290" h="4352925">
                  <a:moveTo>
                    <a:pt x="3663086" y="2237092"/>
                  </a:moveTo>
                  <a:lnTo>
                    <a:pt x="3662362" y="2234361"/>
                  </a:lnTo>
                  <a:lnTo>
                    <a:pt x="3661918" y="2232647"/>
                  </a:lnTo>
                  <a:lnTo>
                    <a:pt x="3612515" y="2261197"/>
                  </a:lnTo>
                  <a:lnTo>
                    <a:pt x="3613073" y="2262848"/>
                  </a:lnTo>
                  <a:lnTo>
                    <a:pt x="3613950" y="2265489"/>
                  </a:lnTo>
                  <a:lnTo>
                    <a:pt x="3663086" y="2237092"/>
                  </a:lnTo>
                  <a:close/>
                </a:path>
                <a:path w="7527290" h="4352925">
                  <a:moveTo>
                    <a:pt x="3877957" y="2112937"/>
                  </a:moveTo>
                  <a:lnTo>
                    <a:pt x="3877068" y="2110270"/>
                  </a:lnTo>
                  <a:lnTo>
                    <a:pt x="3876510" y="2108631"/>
                  </a:lnTo>
                  <a:lnTo>
                    <a:pt x="3828872" y="2136165"/>
                  </a:lnTo>
                  <a:lnTo>
                    <a:pt x="3829418" y="2137803"/>
                  </a:lnTo>
                  <a:lnTo>
                    <a:pt x="3830307" y="2140470"/>
                  </a:lnTo>
                  <a:lnTo>
                    <a:pt x="3877957" y="2112937"/>
                  </a:lnTo>
                  <a:close/>
                </a:path>
                <a:path w="7527290" h="4352925">
                  <a:moveTo>
                    <a:pt x="4200461" y="1926602"/>
                  </a:moveTo>
                  <a:lnTo>
                    <a:pt x="4197997" y="1925256"/>
                  </a:lnTo>
                  <a:lnTo>
                    <a:pt x="4198404" y="1924532"/>
                  </a:lnTo>
                  <a:lnTo>
                    <a:pt x="4200017" y="1921687"/>
                  </a:lnTo>
                  <a:lnTo>
                    <a:pt x="4078909" y="1991677"/>
                  </a:lnTo>
                  <a:lnTo>
                    <a:pt x="4079443" y="1993290"/>
                  </a:lnTo>
                  <a:lnTo>
                    <a:pt x="4080345" y="1996008"/>
                  </a:lnTo>
                  <a:lnTo>
                    <a:pt x="4200461" y="1926602"/>
                  </a:lnTo>
                  <a:close/>
                </a:path>
                <a:path w="7527290" h="4352925">
                  <a:moveTo>
                    <a:pt x="4547336" y="1720989"/>
                  </a:moveTo>
                  <a:lnTo>
                    <a:pt x="4427410" y="1790280"/>
                  </a:lnTo>
                  <a:lnTo>
                    <a:pt x="4427944" y="1791868"/>
                  </a:lnTo>
                  <a:lnTo>
                    <a:pt x="4428896" y="1794624"/>
                  </a:lnTo>
                  <a:lnTo>
                    <a:pt x="4475696" y="1767573"/>
                  </a:lnTo>
                  <a:lnTo>
                    <a:pt x="4475365" y="1766760"/>
                  </a:lnTo>
                  <a:lnTo>
                    <a:pt x="4481461" y="1762188"/>
                  </a:lnTo>
                  <a:lnTo>
                    <a:pt x="4491456" y="1757667"/>
                  </a:lnTo>
                  <a:lnTo>
                    <a:pt x="4498683" y="1754289"/>
                  </a:lnTo>
                  <a:lnTo>
                    <a:pt x="4546460" y="1726692"/>
                  </a:lnTo>
                  <a:lnTo>
                    <a:pt x="4547019" y="1723047"/>
                  </a:lnTo>
                  <a:lnTo>
                    <a:pt x="4547336" y="1720989"/>
                  </a:lnTo>
                  <a:close/>
                </a:path>
                <a:path w="7527290" h="4352925">
                  <a:moveTo>
                    <a:pt x="4942535" y="1497838"/>
                  </a:moveTo>
                  <a:lnTo>
                    <a:pt x="4942471" y="1494472"/>
                  </a:lnTo>
                  <a:lnTo>
                    <a:pt x="4942446" y="1492656"/>
                  </a:lnTo>
                  <a:lnTo>
                    <a:pt x="4926101" y="1502105"/>
                  </a:lnTo>
                  <a:lnTo>
                    <a:pt x="4926139" y="1503921"/>
                  </a:lnTo>
                  <a:lnTo>
                    <a:pt x="4926190" y="1507274"/>
                  </a:lnTo>
                  <a:lnTo>
                    <a:pt x="4942535" y="1497838"/>
                  </a:lnTo>
                  <a:close/>
                </a:path>
                <a:path w="7527290" h="4352925">
                  <a:moveTo>
                    <a:pt x="5056314" y="1432090"/>
                  </a:moveTo>
                  <a:lnTo>
                    <a:pt x="5054612" y="1429651"/>
                  </a:lnTo>
                  <a:lnTo>
                    <a:pt x="5053711" y="1428356"/>
                  </a:lnTo>
                  <a:lnTo>
                    <a:pt x="5006416" y="1455686"/>
                  </a:lnTo>
                  <a:lnTo>
                    <a:pt x="5007330" y="1456982"/>
                  </a:lnTo>
                  <a:lnTo>
                    <a:pt x="5009032" y="1459420"/>
                  </a:lnTo>
                  <a:lnTo>
                    <a:pt x="5056314" y="1432090"/>
                  </a:lnTo>
                  <a:close/>
                </a:path>
                <a:path w="7527290" h="4352925">
                  <a:moveTo>
                    <a:pt x="5318087" y="1280845"/>
                  </a:moveTo>
                  <a:lnTo>
                    <a:pt x="5317096" y="1277950"/>
                  </a:lnTo>
                  <a:lnTo>
                    <a:pt x="5316588" y="1276451"/>
                  </a:lnTo>
                  <a:lnTo>
                    <a:pt x="5269014" y="1303947"/>
                  </a:lnTo>
                  <a:lnTo>
                    <a:pt x="5269509" y="1305445"/>
                  </a:lnTo>
                  <a:lnTo>
                    <a:pt x="5270487" y="1308354"/>
                  </a:lnTo>
                  <a:lnTo>
                    <a:pt x="5318087" y="1280845"/>
                  </a:lnTo>
                  <a:close/>
                </a:path>
                <a:path w="7527290" h="4352925">
                  <a:moveTo>
                    <a:pt x="5601779" y="1116926"/>
                  </a:moveTo>
                  <a:lnTo>
                    <a:pt x="5600776" y="1113980"/>
                  </a:lnTo>
                  <a:lnTo>
                    <a:pt x="5600268" y="1112520"/>
                  </a:lnTo>
                  <a:lnTo>
                    <a:pt x="5552275" y="1140256"/>
                  </a:lnTo>
                  <a:lnTo>
                    <a:pt x="5552757" y="1141730"/>
                  </a:lnTo>
                  <a:lnTo>
                    <a:pt x="5553748" y="1144689"/>
                  </a:lnTo>
                  <a:lnTo>
                    <a:pt x="5601779" y="1116926"/>
                  </a:lnTo>
                  <a:close/>
                </a:path>
                <a:path w="7527290" h="4352925">
                  <a:moveTo>
                    <a:pt x="5922061" y="926566"/>
                  </a:moveTo>
                  <a:lnTo>
                    <a:pt x="5802439" y="995680"/>
                  </a:lnTo>
                  <a:lnTo>
                    <a:pt x="5802922" y="997140"/>
                  </a:lnTo>
                  <a:lnTo>
                    <a:pt x="5803912" y="1000137"/>
                  </a:lnTo>
                  <a:lnTo>
                    <a:pt x="5850750" y="973074"/>
                  </a:lnTo>
                  <a:lnTo>
                    <a:pt x="5850013" y="971105"/>
                  </a:lnTo>
                  <a:lnTo>
                    <a:pt x="5856109" y="968184"/>
                  </a:lnTo>
                  <a:lnTo>
                    <a:pt x="5866104" y="963028"/>
                  </a:lnTo>
                  <a:lnTo>
                    <a:pt x="5876201" y="958367"/>
                  </a:lnTo>
                  <a:lnTo>
                    <a:pt x="5921159" y="932395"/>
                  </a:lnTo>
                  <a:lnTo>
                    <a:pt x="5921768" y="928446"/>
                  </a:lnTo>
                  <a:lnTo>
                    <a:pt x="5922061" y="926566"/>
                  </a:lnTo>
                  <a:close/>
                </a:path>
                <a:path w="7527290" h="4352925">
                  <a:moveTo>
                    <a:pt x="6163602" y="792314"/>
                  </a:moveTo>
                  <a:lnTo>
                    <a:pt x="6162675" y="789203"/>
                  </a:lnTo>
                  <a:lnTo>
                    <a:pt x="6162433" y="788352"/>
                  </a:lnTo>
                  <a:lnTo>
                    <a:pt x="6162218" y="787781"/>
                  </a:lnTo>
                  <a:lnTo>
                    <a:pt x="6126048" y="808685"/>
                  </a:lnTo>
                  <a:lnTo>
                    <a:pt x="6126531" y="810094"/>
                  </a:lnTo>
                  <a:lnTo>
                    <a:pt x="6127572" y="813130"/>
                  </a:lnTo>
                  <a:lnTo>
                    <a:pt x="6163602" y="792314"/>
                  </a:lnTo>
                  <a:close/>
                </a:path>
                <a:path w="7527290" h="4352925">
                  <a:moveTo>
                    <a:pt x="6265138" y="733640"/>
                  </a:moveTo>
                  <a:lnTo>
                    <a:pt x="6261925" y="731837"/>
                  </a:lnTo>
                  <a:lnTo>
                    <a:pt x="6260452" y="731012"/>
                  </a:lnTo>
                  <a:lnTo>
                    <a:pt x="6207353" y="761695"/>
                  </a:lnTo>
                  <a:lnTo>
                    <a:pt x="6208814" y="762546"/>
                  </a:lnTo>
                  <a:lnTo>
                    <a:pt x="6211963" y="764374"/>
                  </a:lnTo>
                  <a:lnTo>
                    <a:pt x="6265138" y="733640"/>
                  </a:lnTo>
                  <a:close/>
                </a:path>
                <a:path w="7527290" h="4352925">
                  <a:moveTo>
                    <a:pt x="6345987" y="686930"/>
                  </a:moveTo>
                  <a:lnTo>
                    <a:pt x="6344945" y="683856"/>
                  </a:lnTo>
                  <a:lnTo>
                    <a:pt x="6344463" y="682459"/>
                  </a:lnTo>
                  <a:lnTo>
                    <a:pt x="6309665" y="702576"/>
                  </a:lnTo>
                  <a:lnTo>
                    <a:pt x="6310147" y="703961"/>
                  </a:lnTo>
                  <a:lnTo>
                    <a:pt x="6311227" y="707021"/>
                  </a:lnTo>
                  <a:lnTo>
                    <a:pt x="6345987" y="686930"/>
                  </a:lnTo>
                  <a:close/>
                </a:path>
                <a:path w="7527290" h="4352925">
                  <a:moveTo>
                    <a:pt x="6586220" y="548119"/>
                  </a:moveTo>
                  <a:lnTo>
                    <a:pt x="6585178" y="545007"/>
                  </a:lnTo>
                  <a:lnTo>
                    <a:pt x="6584709" y="543636"/>
                  </a:lnTo>
                  <a:lnTo>
                    <a:pt x="6538341" y="570420"/>
                  </a:lnTo>
                  <a:lnTo>
                    <a:pt x="6538811" y="571804"/>
                  </a:lnTo>
                  <a:lnTo>
                    <a:pt x="6539839" y="574916"/>
                  </a:lnTo>
                  <a:lnTo>
                    <a:pt x="6586220" y="548119"/>
                  </a:lnTo>
                  <a:close/>
                </a:path>
                <a:path w="7527290" h="4352925">
                  <a:moveTo>
                    <a:pt x="6800367" y="424395"/>
                  </a:moveTo>
                  <a:lnTo>
                    <a:pt x="6799288" y="421259"/>
                  </a:lnTo>
                  <a:lnTo>
                    <a:pt x="6798818" y="419900"/>
                  </a:lnTo>
                  <a:lnTo>
                    <a:pt x="6750786" y="447662"/>
                  </a:lnTo>
                  <a:lnTo>
                    <a:pt x="6751244" y="449021"/>
                  </a:lnTo>
                  <a:lnTo>
                    <a:pt x="6752298" y="452170"/>
                  </a:lnTo>
                  <a:lnTo>
                    <a:pt x="6800367" y="424395"/>
                  </a:lnTo>
                  <a:close/>
                </a:path>
                <a:path w="7527290" h="4352925">
                  <a:moveTo>
                    <a:pt x="6926554" y="351485"/>
                  </a:moveTo>
                  <a:lnTo>
                    <a:pt x="6925513" y="348297"/>
                  </a:lnTo>
                  <a:lnTo>
                    <a:pt x="6925069" y="346938"/>
                  </a:lnTo>
                  <a:lnTo>
                    <a:pt x="6874281" y="376301"/>
                  </a:lnTo>
                  <a:lnTo>
                    <a:pt x="6874624" y="377710"/>
                  </a:lnTo>
                  <a:lnTo>
                    <a:pt x="6874688" y="377952"/>
                  </a:lnTo>
                  <a:lnTo>
                    <a:pt x="6875958" y="380720"/>
                  </a:lnTo>
                  <a:lnTo>
                    <a:pt x="6926554" y="351485"/>
                  </a:lnTo>
                  <a:close/>
                </a:path>
                <a:path w="7527290" h="4352925">
                  <a:moveTo>
                    <a:pt x="7145553" y="224942"/>
                  </a:moveTo>
                  <a:lnTo>
                    <a:pt x="7144664" y="221627"/>
                  </a:lnTo>
                  <a:lnTo>
                    <a:pt x="7144296" y="220256"/>
                  </a:lnTo>
                  <a:lnTo>
                    <a:pt x="7094956" y="248780"/>
                  </a:lnTo>
                  <a:lnTo>
                    <a:pt x="7095401" y="250101"/>
                  </a:lnTo>
                  <a:lnTo>
                    <a:pt x="7096480" y="253301"/>
                  </a:lnTo>
                  <a:lnTo>
                    <a:pt x="7145553" y="224942"/>
                  </a:lnTo>
                  <a:close/>
                </a:path>
                <a:path w="7527290" h="4352925">
                  <a:moveTo>
                    <a:pt x="7344778" y="109829"/>
                  </a:moveTo>
                  <a:lnTo>
                    <a:pt x="7343800" y="106527"/>
                  </a:lnTo>
                  <a:lnTo>
                    <a:pt x="7343534" y="105600"/>
                  </a:lnTo>
                  <a:lnTo>
                    <a:pt x="7343381" y="105206"/>
                  </a:lnTo>
                  <a:lnTo>
                    <a:pt x="7307212" y="126111"/>
                  </a:lnTo>
                  <a:lnTo>
                    <a:pt x="7307656" y="127419"/>
                  </a:lnTo>
                  <a:lnTo>
                    <a:pt x="7308761" y="130644"/>
                  </a:lnTo>
                  <a:lnTo>
                    <a:pt x="7344778" y="109829"/>
                  </a:lnTo>
                  <a:close/>
                </a:path>
                <a:path w="7527290" h="4352925">
                  <a:moveTo>
                    <a:pt x="7445273" y="51765"/>
                  </a:moveTo>
                  <a:lnTo>
                    <a:pt x="7441959" y="49796"/>
                  </a:lnTo>
                  <a:lnTo>
                    <a:pt x="7440638" y="49009"/>
                  </a:lnTo>
                  <a:lnTo>
                    <a:pt x="7388644" y="79057"/>
                  </a:lnTo>
                  <a:lnTo>
                    <a:pt x="7389990" y="79832"/>
                  </a:lnTo>
                  <a:lnTo>
                    <a:pt x="7393330" y="81775"/>
                  </a:lnTo>
                  <a:lnTo>
                    <a:pt x="7445273" y="51765"/>
                  </a:lnTo>
                  <a:close/>
                </a:path>
                <a:path w="7527290" h="4352925">
                  <a:moveTo>
                    <a:pt x="7526985" y="4559"/>
                  </a:moveTo>
                  <a:lnTo>
                    <a:pt x="7525880" y="1282"/>
                  </a:lnTo>
                  <a:lnTo>
                    <a:pt x="7525448" y="0"/>
                  </a:lnTo>
                  <a:lnTo>
                    <a:pt x="7490828" y="20002"/>
                  </a:lnTo>
                  <a:lnTo>
                    <a:pt x="7491273" y="21285"/>
                  </a:lnTo>
                  <a:lnTo>
                    <a:pt x="7492416" y="24523"/>
                  </a:lnTo>
                  <a:lnTo>
                    <a:pt x="7526985" y="4559"/>
                  </a:lnTo>
                  <a:close/>
                </a:path>
              </a:pathLst>
            </a:custGeom>
            <a:solidFill>
              <a:srgbClr val="212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22896" y="949591"/>
              <a:ext cx="7642859" cy="4417060"/>
            </a:xfrm>
            <a:custGeom>
              <a:avLst/>
              <a:gdLst/>
              <a:ahLst/>
              <a:cxnLst/>
              <a:rect l="l" t="t" r="r" b="b"/>
              <a:pathLst>
                <a:path w="7642859" h="4417060">
                  <a:moveTo>
                    <a:pt x="36512" y="4396130"/>
                  </a:moveTo>
                  <a:lnTo>
                    <a:pt x="35953" y="4394111"/>
                  </a:lnTo>
                  <a:lnTo>
                    <a:pt x="35598" y="4392765"/>
                  </a:lnTo>
                  <a:lnTo>
                    <a:pt x="0" y="4413339"/>
                  </a:lnTo>
                  <a:lnTo>
                    <a:pt x="431" y="4414621"/>
                  </a:lnTo>
                  <a:lnTo>
                    <a:pt x="1092" y="4416603"/>
                  </a:lnTo>
                  <a:lnTo>
                    <a:pt x="36512" y="4396130"/>
                  </a:lnTo>
                  <a:close/>
                </a:path>
                <a:path w="7642859" h="4417060">
                  <a:moveTo>
                    <a:pt x="113588" y="4351579"/>
                  </a:moveTo>
                  <a:lnTo>
                    <a:pt x="112204" y="4350055"/>
                  </a:lnTo>
                  <a:lnTo>
                    <a:pt x="111290" y="4349039"/>
                  </a:lnTo>
                  <a:lnTo>
                    <a:pt x="68516" y="4373753"/>
                  </a:lnTo>
                  <a:lnTo>
                    <a:pt x="69430" y="4374769"/>
                  </a:lnTo>
                  <a:lnTo>
                    <a:pt x="70802" y="4376318"/>
                  </a:lnTo>
                  <a:lnTo>
                    <a:pt x="113588" y="4351579"/>
                  </a:lnTo>
                  <a:close/>
                </a:path>
                <a:path w="7642859" h="4417060">
                  <a:moveTo>
                    <a:pt x="171843" y="4314050"/>
                  </a:moveTo>
                  <a:lnTo>
                    <a:pt x="151612" y="4325734"/>
                  </a:lnTo>
                  <a:lnTo>
                    <a:pt x="151587" y="4327309"/>
                  </a:lnTo>
                  <a:lnTo>
                    <a:pt x="151536" y="4329646"/>
                  </a:lnTo>
                  <a:lnTo>
                    <a:pt x="171792" y="4317936"/>
                  </a:lnTo>
                  <a:lnTo>
                    <a:pt x="171818" y="4315625"/>
                  </a:lnTo>
                  <a:lnTo>
                    <a:pt x="171843" y="4314050"/>
                  </a:lnTo>
                  <a:close/>
                </a:path>
                <a:path w="7642859" h="4417060">
                  <a:moveTo>
                    <a:pt x="256057" y="4269232"/>
                  </a:moveTo>
                  <a:lnTo>
                    <a:pt x="255409" y="4267327"/>
                  </a:lnTo>
                  <a:lnTo>
                    <a:pt x="254965" y="4266019"/>
                  </a:lnTo>
                  <a:lnTo>
                    <a:pt x="210337" y="4291800"/>
                  </a:lnTo>
                  <a:lnTo>
                    <a:pt x="210781" y="4293108"/>
                  </a:lnTo>
                  <a:lnTo>
                    <a:pt x="211429" y="4295025"/>
                  </a:lnTo>
                  <a:lnTo>
                    <a:pt x="256057" y="4269232"/>
                  </a:lnTo>
                  <a:close/>
                </a:path>
                <a:path w="7642859" h="4417060">
                  <a:moveTo>
                    <a:pt x="479336" y="4140174"/>
                  </a:moveTo>
                  <a:lnTo>
                    <a:pt x="478764" y="4138307"/>
                  </a:lnTo>
                  <a:lnTo>
                    <a:pt x="478345" y="4136948"/>
                  </a:lnTo>
                  <a:lnTo>
                    <a:pt x="430326" y="4164698"/>
                  </a:lnTo>
                  <a:lnTo>
                    <a:pt x="430771" y="4166031"/>
                  </a:lnTo>
                  <a:lnTo>
                    <a:pt x="431393" y="4167898"/>
                  </a:lnTo>
                  <a:lnTo>
                    <a:pt x="479336" y="4140174"/>
                  </a:lnTo>
                  <a:close/>
                </a:path>
                <a:path w="7642859" h="4417060">
                  <a:moveTo>
                    <a:pt x="547738" y="4096855"/>
                  </a:moveTo>
                  <a:lnTo>
                    <a:pt x="497459" y="4125912"/>
                  </a:lnTo>
                  <a:lnTo>
                    <a:pt x="506844" y="4121416"/>
                  </a:lnTo>
                  <a:lnTo>
                    <a:pt x="511759" y="4119245"/>
                  </a:lnTo>
                  <a:lnTo>
                    <a:pt x="524687" y="4113530"/>
                  </a:lnTo>
                  <a:lnTo>
                    <a:pt x="527646" y="4112260"/>
                  </a:lnTo>
                  <a:lnTo>
                    <a:pt x="547128" y="4100995"/>
                  </a:lnTo>
                  <a:lnTo>
                    <a:pt x="547484" y="4098607"/>
                  </a:lnTo>
                  <a:lnTo>
                    <a:pt x="547738" y="4096855"/>
                  </a:lnTo>
                  <a:close/>
                </a:path>
                <a:path w="7642859" h="4417060">
                  <a:moveTo>
                    <a:pt x="847013" y="3927665"/>
                  </a:moveTo>
                  <a:lnTo>
                    <a:pt x="845134" y="3926649"/>
                  </a:lnTo>
                  <a:lnTo>
                    <a:pt x="843686" y="3925862"/>
                  </a:lnTo>
                  <a:lnTo>
                    <a:pt x="723277" y="3995420"/>
                  </a:lnTo>
                  <a:lnTo>
                    <a:pt x="723734" y="3996791"/>
                  </a:lnTo>
                  <a:lnTo>
                    <a:pt x="724331" y="3998582"/>
                  </a:lnTo>
                  <a:lnTo>
                    <a:pt x="847013" y="3927665"/>
                  </a:lnTo>
                  <a:close/>
                </a:path>
                <a:path w="7642859" h="4417060">
                  <a:moveTo>
                    <a:pt x="1031862" y="3820820"/>
                  </a:moveTo>
                  <a:lnTo>
                    <a:pt x="1031214" y="3819156"/>
                  </a:lnTo>
                  <a:lnTo>
                    <a:pt x="1030693" y="3817810"/>
                  </a:lnTo>
                  <a:lnTo>
                    <a:pt x="980389" y="3846880"/>
                  </a:lnTo>
                  <a:lnTo>
                    <a:pt x="981011" y="3848163"/>
                  </a:lnTo>
                  <a:lnTo>
                    <a:pt x="981773" y="3849776"/>
                  </a:lnTo>
                  <a:lnTo>
                    <a:pt x="1031862" y="3820820"/>
                  </a:lnTo>
                  <a:close/>
                </a:path>
                <a:path w="7642859" h="4417060">
                  <a:moveTo>
                    <a:pt x="1354721" y="3634219"/>
                  </a:moveTo>
                  <a:lnTo>
                    <a:pt x="1354175" y="3632593"/>
                  </a:lnTo>
                  <a:lnTo>
                    <a:pt x="1353705" y="3631171"/>
                  </a:lnTo>
                  <a:lnTo>
                    <a:pt x="1306741" y="3658311"/>
                  </a:lnTo>
                  <a:lnTo>
                    <a:pt x="1307223" y="3659721"/>
                  </a:lnTo>
                  <a:lnTo>
                    <a:pt x="1307769" y="3661359"/>
                  </a:lnTo>
                  <a:lnTo>
                    <a:pt x="1354721" y="3634219"/>
                  </a:lnTo>
                  <a:close/>
                </a:path>
                <a:path w="7642859" h="4417060">
                  <a:moveTo>
                    <a:pt x="1697977" y="3435820"/>
                  </a:moveTo>
                  <a:lnTo>
                    <a:pt x="1697456" y="3434283"/>
                  </a:lnTo>
                  <a:lnTo>
                    <a:pt x="1696974" y="3432835"/>
                  </a:lnTo>
                  <a:lnTo>
                    <a:pt x="1650085" y="3459924"/>
                  </a:lnTo>
                  <a:lnTo>
                    <a:pt x="1650568" y="3461372"/>
                  </a:lnTo>
                  <a:lnTo>
                    <a:pt x="1651088" y="3462921"/>
                  </a:lnTo>
                  <a:lnTo>
                    <a:pt x="1697977" y="3435820"/>
                  </a:lnTo>
                  <a:close/>
                </a:path>
                <a:path w="7642859" h="4417060">
                  <a:moveTo>
                    <a:pt x="1780743" y="3384423"/>
                  </a:moveTo>
                  <a:lnTo>
                    <a:pt x="1711782" y="3424275"/>
                  </a:lnTo>
                  <a:lnTo>
                    <a:pt x="1709470" y="3425939"/>
                  </a:lnTo>
                  <a:lnTo>
                    <a:pt x="1703438" y="3429101"/>
                  </a:lnTo>
                  <a:lnTo>
                    <a:pt x="1703603" y="3430740"/>
                  </a:lnTo>
                  <a:lnTo>
                    <a:pt x="1703806" y="3432441"/>
                  </a:lnTo>
                  <a:lnTo>
                    <a:pt x="1776603" y="3390366"/>
                  </a:lnTo>
                  <a:lnTo>
                    <a:pt x="1778914" y="3387229"/>
                  </a:lnTo>
                  <a:lnTo>
                    <a:pt x="1779587" y="3386315"/>
                  </a:lnTo>
                  <a:lnTo>
                    <a:pt x="1780743" y="3384423"/>
                  </a:lnTo>
                  <a:close/>
                </a:path>
                <a:path w="7642859" h="4417060">
                  <a:moveTo>
                    <a:pt x="1915274" y="3310217"/>
                  </a:moveTo>
                  <a:lnTo>
                    <a:pt x="1914588" y="3308845"/>
                  </a:lnTo>
                  <a:lnTo>
                    <a:pt x="1914283" y="3308235"/>
                  </a:lnTo>
                  <a:lnTo>
                    <a:pt x="1914017" y="3307423"/>
                  </a:lnTo>
                  <a:lnTo>
                    <a:pt x="1863102" y="3336848"/>
                  </a:lnTo>
                  <a:lnTo>
                    <a:pt x="1863737" y="3338233"/>
                  </a:lnTo>
                  <a:lnTo>
                    <a:pt x="1864372" y="3339642"/>
                  </a:lnTo>
                  <a:lnTo>
                    <a:pt x="1915274" y="3310217"/>
                  </a:lnTo>
                  <a:close/>
                </a:path>
                <a:path w="7642859" h="4417060">
                  <a:moveTo>
                    <a:pt x="2133955" y="3183826"/>
                  </a:moveTo>
                  <a:lnTo>
                    <a:pt x="2133562" y="3182353"/>
                  </a:lnTo>
                  <a:lnTo>
                    <a:pt x="2133155" y="3180816"/>
                  </a:lnTo>
                  <a:lnTo>
                    <a:pt x="2082558" y="3210039"/>
                  </a:lnTo>
                  <a:lnTo>
                    <a:pt x="2083054" y="3211538"/>
                  </a:lnTo>
                  <a:lnTo>
                    <a:pt x="2083536" y="3212973"/>
                  </a:lnTo>
                  <a:lnTo>
                    <a:pt x="2133955" y="3183826"/>
                  </a:lnTo>
                  <a:close/>
                </a:path>
                <a:path w="7642859" h="4417060">
                  <a:moveTo>
                    <a:pt x="2307450" y="3083547"/>
                  </a:moveTo>
                  <a:lnTo>
                    <a:pt x="2306929" y="3082201"/>
                  </a:lnTo>
                  <a:lnTo>
                    <a:pt x="2306358" y="3080728"/>
                  </a:lnTo>
                  <a:lnTo>
                    <a:pt x="2258377" y="3108452"/>
                  </a:lnTo>
                  <a:lnTo>
                    <a:pt x="2258898" y="3109950"/>
                  </a:lnTo>
                  <a:lnTo>
                    <a:pt x="2259419" y="3111309"/>
                  </a:lnTo>
                  <a:lnTo>
                    <a:pt x="2307450" y="3083547"/>
                  </a:lnTo>
                  <a:close/>
                </a:path>
                <a:path w="7642859" h="4417060">
                  <a:moveTo>
                    <a:pt x="2480043" y="2983788"/>
                  </a:moveTo>
                  <a:lnTo>
                    <a:pt x="2479586" y="2982468"/>
                  </a:lnTo>
                  <a:lnTo>
                    <a:pt x="2479065" y="2980944"/>
                  </a:lnTo>
                  <a:lnTo>
                    <a:pt x="2431618" y="3008363"/>
                  </a:lnTo>
                  <a:lnTo>
                    <a:pt x="2432126" y="3009874"/>
                  </a:lnTo>
                  <a:lnTo>
                    <a:pt x="2432583" y="3011220"/>
                  </a:lnTo>
                  <a:lnTo>
                    <a:pt x="2480043" y="2983788"/>
                  </a:lnTo>
                  <a:close/>
                </a:path>
                <a:path w="7642859" h="4417060">
                  <a:moveTo>
                    <a:pt x="2777490" y="2811869"/>
                  </a:moveTo>
                  <a:lnTo>
                    <a:pt x="2776156" y="2811145"/>
                  </a:lnTo>
                  <a:lnTo>
                    <a:pt x="2774492" y="2810243"/>
                  </a:lnTo>
                  <a:lnTo>
                    <a:pt x="2654160" y="2879775"/>
                  </a:lnTo>
                  <a:lnTo>
                    <a:pt x="2654681" y="2881312"/>
                  </a:lnTo>
                  <a:lnTo>
                    <a:pt x="2655112" y="2882608"/>
                  </a:lnTo>
                  <a:lnTo>
                    <a:pt x="2777490" y="2811869"/>
                  </a:lnTo>
                  <a:close/>
                </a:path>
                <a:path w="7642859" h="4417060">
                  <a:moveTo>
                    <a:pt x="3233216" y="2548458"/>
                  </a:moveTo>
                  <a:lnTo>
                    <a:pt x="3232531" y="2547505"/>
                  </a:lnTo>
                  <a:lnTo>
                    <a:pt x="3231553" y="2546159"/>
                  </a:lnTo>
                  <a:lnTo>
                    <a:pt x="3183090" y="2574163"/>
                  </a:lnTo>
                  <a:lnTo>
                    <a:pt x="3184017" y="2575534"/>
                  </a:lnTo>
                  <a:lnTo>
                    <a:pt x="3184690" y="2576512"/>
                  </a:lnTo>
                  <a:lnTo>
                    <a:pt x="3233216" y="2548458"/>
                  </a:lnTo>
                  <a:close/>
                </a:path>
                <a:path w="7642859" h="4417060">
                  <a:moveTo>
                    <a:pt x="3299256" y="2507043"/>
                  </a:moveTo>
                  <a:lnTo>
                    <a:pt x="3276155" y="2520391"/>
                  </a:lnTo>
                  <a:lnTo>
                    <a:pt x="3276155" y="2522309"/>
                  </a:lnTo>
                  <a:lnTo>
                    <a:pt x="3276155" y="2523655"/>
                  </a:lnTo>
                  <a:lnTo>
                    <a:pt x="3299117" y="2510371"/>
                  </a:lnTo>
                  <a:lnTo>
                    <a:pt x="3299180" y="2508999"/>
                  </a:lnTo>
                  <a:lnTo>
                    <a:pt x="3299256" y="2507043"/>
                  </a:lnTo>
                  <a:close/>
                </a:path>
                <a:path w="7642859" h="4417060">
                  <a:moveTo>
                    <a:pt x="3444570" y="2426309"/>
                  </a:moveTo>
                  <a:lnTo>
                    <a:pt x="3444075" y="2425293"/>
                  </a:lnTo>
                  <a:lnTo>
                    <a:pt x="3443719" y="2424531"/>
                  </a:lnTo>
                  <a:lnTo>
                    <a:pt x="3443452" y="2423731"/>
                  </a:lnTo>
                  <a:lnTo>
                    <a:pt x="3391865" y="2453525"/>
                  </a:lnTo>
                  <a:lnTo>
                    <a:pt x="3392563" y="2455049"/>
                  </a:lnTo>
                  <a:lnTo>
                    <a:pt x="3393046" y="2456091"/>
                  </a:lnTo>
                  <a:lnTo>
                    <a:pt x="3444570" y="2426309"/>
                  </a:lnTo>
                  <a:close/>
                </a:path>
                <a:path w="7642859" h="4417060">
                  <a:moveTo>
                    <a:pt x="3662476" y="2300351"/>
                  </a:moveTo>
                  <a:lnTo>
                    <a:pt x="3662197" y="2299297"/>
                  </a:lnTo>
                  <a:lnTo>
                    <a:pt x="3661740" y="2297595"/>
                  </a:lnTo>
                  <a:lnTo>
                    <a:pt x="3612604" y="2325992"/>
                  </a:lnTo>
                  <a:lnTo>
                    <a:pt x="3613150" y="2327618"/>
                  </a:lnTo>
                  <a:lnTo>
                    <a:pt x="3613505" y="2328659"/>
                  </a:lnTo>
                  <a:lnTo>
                    <a:pt x="3662476" y="2300351"/>
                  </a:lnTo>
                  <a:close/>
                </a:path>
                <a:path w="7642859" h="4417060">
                  <a:moveTo>
                    <a:pt x="3877500" y="2176068"/>
                  </a:moveTo>
                  <a:lnTo>
                    <a:pt x="3877170" y="2175103"/>
                  </a:lnTo>
                  <a:lnTo>
                    <a:pt x="3876611" y="2173440"/>
                  </a:lnTo>
                  <a:lnTo>
                    <a:pt x="3828961" y="2200973"/>
                  </a:lnTo>
                  <a:lnTo>
                    <a:pt x="3829520" y="2202637"/>
                  </a:lnTo>
                  <a:lnTo>
                    <a:pt x="3829837" y="2203615"/>
                  </a:lnTo>
                  <a:lnTo>
                    <a:pt x="3877500" y="2176068"/>
                  </a:lnTo>
                  <a:close/>
                </a:path>
                <a:path w="7642859" h="4417060">
                  <a:moveTo>
                    <a:pt x="4201858" y="1988604"/>
                  </a:moveTo>
                  <a:lnTo>
                    <a:pt x="4200906" y="1988083"/>
                  </a:lnTo>
                  <a:lnTo>
                    <a:pt x="4199115" y="1987105"/>
                  </a:lnTo>
                  <a:lnTo>
                    <a:pt x="4078998" y="2056511"/>
                  </a:lnTo>
                  <a:lnTo>
                    <a:pt x="4079557" y="2058187"/>
                  </a:lnTo>
                  <a:lnTo>
                    <a:pt x="4079875" y="2059114"/>
                  </a:lnTo>
                  <a:lnTo>
                    <a:pt x="4201858" y="1988604"/>
                  </a:lnTo>
                  <a:close/>
                </a:path>
                <a:path w="7642859" h="4417060">
                  <a:moveTo>
                    <a:pt x="4475365" y="1830514"/>
                  </a:moveTo>
                  <a:lnTo>
                    <a:pt x="4475035" y="1829727"/>
                  </a:lnTo>
                  <a:lnTo>
                    <a:pt x="4474349" y="1828076"/>
                  </a:lnTo>
                  <a:lnTo>
                    <a:pt x="4427550" y="1855127"/>
                  </a:lnTo>
                  <a:lnTo>
                    <a:pt x="4428121" y="1856828"/>
                  </a:lnTo>
                  <a:lnTo>
                    <a:pt x="4428414" y="1857654"/>
                  </a:lnTo>
                  <a:lnTo>
                    <a:pt x="4475365" y="1830514"/>
                  </a:lnTo>
                  <a:close/>
                </a:path>
                <a:path w="7642859" h="4417060">
                  <a:moveTo>
                    <a:pt x="4544758" y="1789455"/>
                  </a:moveTo>
                  <a:lnTo>
                    <a:pt x="4514494" y="1806943"/>
                  </a:lnTo>
                  <a:lnTo>
                    <a:pt x="4522178" y="1803463"/>
                  </a:lnTo>
                  <a:lnTo>
                    <a:pt x="4544593" y="1790496"/>
                  </a:lnTo>
                  <a:lnTo>
                    <a:pt x="4544758" y="1789455"/>
                  </a:lnTo>
                  <a:close/>
                </a:path>
                <a:path w="7642859" h="4417060">
                  <a:moveTo>
                    <a:pt x="4545114" y="1787194"/>
                  </a:moveTo>
                  <a:lnTo>
                    <a:pt x="4497336" y="1814791"/>
                  </a:lnTo>
                  <a:lnTo>
                    <a:pt x="4515129" y="1806562"/>
                  </a:lnTo>
                  <a:lnTo>
                    <a:pt x="4544758" y="1789455"/>
                  </a:lnTo>
                  <a:lnTo>
                    <a:pt x="4545114" y="1787194"/>
                  </a:lnTo>
                  <a:close/>
                </a:path>
                <a:path w="7642859" h="4417060">
                  <a:moveTo>
                    <a:pt x="4941240" y="1561249"/>
                  </a:moveTo>
                  <a:lnTo>
                    <a:pt x="4941227" y="1560423"/>
                  </a:lnTo>
                  <a:lnTo>
                    <a:pt x="4941189" y="1558340"/>
                  </a:lnTo>
                  <a:lnTo>
                    <a:pt x="4924844" y="1567776"/>
                  </a:lnTo>
                  <a:lnTo>
                    <a:pt x="4924882" y="1569859"/>
                  </a:lnTo>
                  <a:lnTo>
                    <a:pt x="4924895" y="1570685"/>
                  </a:lnTo>
                  <a:lnTo>
                    <a:pt x="4941240" y="1561249"/>
                  </a:lnTo>
                  <a:close/>
                </a:path>
                <a:path w="7642859" h="4417060">
                  <a:moveTo>
                    <a:pt x="5056416" y="1494675"/>
                  </a:moveTo>
                  <a:lnTo>
                    <a:pt x="5056022" y="1494104"/>
                  </a:lnTo>
                  <a:lnTo>
                    <a:pt x="5054968" y="1492592"/>
                  </a:lnTo>
                  <a:lnTo>
                    <a:pt x="5007686" y="1519923"/>
                  </a:lnTo>
                  <a:lnTo>
                    <a:pt x="5008740" y="1521421"/>
                  </a:lnTo>
                  <a:lnTo>
                    <a:pt x="5009146" y="1521993"/>
                  </a:lnTo>
                  <a:lnTo>
                    <a:pt x="5056416" y="1494675"/>
                  </a:lnTo>
                  <a:close/>
                </a:path>
                <a:path w="7642859" h="4417060">
                  <a:moveTo>
                    <a:pt x="5317553" y="1343736"/>
                  </a:moveTo>
                  <a:lnTo>
                    <a:pt x="5317350" y="1343139"/>
                  </a:lnTo>
                  <a:lnTo>
                    <a:pt x="5316740" y="1341348"/>
                  </a:lnTo>
                  <a:lnTo>
                    <a:pt x="5269141" y="1368856"/>
                  </a:lnTo>
                  <a:lnTo>
                    <a:pt x="5269738" y="1370647"/>
                  </a:lnTo>
                  <a:lnTo>
                    <a:pt x="5269941" y="1371257"/>
                  </a:lnTo>
                  <a:lnTo>
                    <a:pt x="5317553" y="1343736"/>
                  </a:lnTo>
                  <a:close/>
                </a:path>
                <a:path w="7642859" h="4417060">
                  <a:moveTo>
                    <a:pt x="5601233" y="1179779"/>
                  </a:moveTo>
                  <a:lnTo>
                    <a:pt x="5601043" y="1179245"/>
                  </a:lnTo>
                  <a:lnTo>
                    <a:pt x="5600433" y="1177429"/>
                  </a:lnTo>
                  <a:lnTo>
                    <a:pt x="5552402" y="1205191"/>
                  </a:lnTo>
                  <a:lnTo>
                    <a:pt x="5553011" y="1207008"/>
                  </a:lnTo>
                  <a:lnTo>
                    <a:pt x="5553189" y="1207541"/>
                  </a:lnTo>
                  <a:lnTo>
                    <a:pt x="5601233" y="1179779"/>
                  </a:lnTo>
                  <a:close/>
                </a:path>
                <a:path w="7642859" h="4417060">
                  <a:moveTo>
                    <a:pt x="5850267" y="1035837"/>
                  </a:moveTo>
                  <a:lnTo>
                    <a:pt x="5850102" y="1035380"/>
                  </a:lnTo>
                  <a:lnTo>
                    <a:pt x="5849404" y="1033576"/>
                  </a:lnTo>
                  <a:lnTo>
                    <a:pt x="5802566" y="1060640"/>
                  </a:lnTo>
                  <a:lnTo>
                    <a:pt x="5803176" y="1062482"/>
                  </a:lnTo>
                  <a:lnTo>
                    <a:pt x="5803341" y="1062964"/>
                  </a:lnTo>
                  <a:lnTo>
                    <a:pt x="5850267" y="1035837"/>
                  </a:lnTo>
                  <a:close/>
                </a:path>
                <a:path w="7642859" h="4417060">
                  <a:moveTo>
                    <a:pt x="5919813" y="992898"/>
                  </a:moveTo>
                  <a:lnTo>
                    <a:pt x="5874855" y="1018870"/>
                  </a:lnTo>
                  <a:lnTo>
                    <a:pt x="5878766" y="1017066"/>
                  </a:lnTo>
                  <a:lnTo>
                    <a:pt x="5891263" y="1011593"/>
                  </a:lnTo>
                  <a:lnTo>
                    <a:pt x="5895124" y="1009904"/>
                  </a:lnTo>
                  <a:lnTo>
                    <a:pt x="5919355" y="995908"/>
                  </a:lnTo>
                  <a:lnTo>
                    <a:pt x="5919444" y="995324"/>
                  </a:lnTo>
                  <a:lnTo>
                    <a:pt x="5919813" y="992898"/>
                  </a:lnTo>
                  <a:close/>
                </a:path>
                <a:path w="7642859" h="4417060">
                  <a:moveTo>
                    <a:pt x="6162929" y="855116"/>
                  </a:moveTo>
                  <a:lnTo>
                    <a:pt x="6162814" y="854722"/>
                  </a:lnTo>
                  <a:lnTo>
                    <a:pt x="6162256" y="852817"/>
                  </a:lnTo>
                  <a:lnTo>
                    <a:pt x="6126226" y="873633"/>
                  </a:lnTo>
                  <a:lnTo>
                    <a:pt x="6126861" y="875499"/>
                  </a:lnTo>
                  <a:lnTo>
                    <a:pt x="6126988" y="875893"/>
                  </a:lnTo>
                  <a:lnTo>
                    <a:pt x="6162929" y="855116"/>
                  </a:lnTo>
                  <a:close/>
                </a:path>
                <a:path w="7642859" h="4417060">
                  <a:moveTo>
                    <a:pt x="6266192" y="795439"/>
                  </a:moveTo>
                  <a:lnTo>
                    <a:pt x="6265761" y="795261"/>
                  </a:lnTo>
                  <a:lnTo>
                    <a:pt x="6263792" y="794143"/>
                  </a:lnTo>
                  <a:lnTo>
                    <a:pt x="6210617" y="824877"/>
                  </a:lnTo>
                  <a:lnTo>
                    <a:pt x="6212548" y="825995"/>
                  </a:lnTo>
                  <a:lnTo>
                    <a:pt x="6212929" y="826223"/>
                  </a:lnTo>
                  <a:lnTo>
                    <a:pt x="6266192" y="795439"/>
                  </a:lnTo>
                  <a:close/>
                </a:path>
                <a:path w="7642859" h="4417060">
                  <a:moveTo>
                    <a:pt x="6345390" y="749655"/>
                  </a:moveTo>
                  <a:lnTo>
                    <a:pt x="6345275" y="749325"/>
                  </a:lnTo>
                  <a:lnTo>
                    <a:pt x="6344640" y="747433"/>
                  </a:lnTo>
                  <a:lnTo>
                    <a:pt x="6309880" y="767524"/>
                  </a:lnTo>
                  <a:lnTo>
                    <a:pt x="6310528" y="769391"/>
                  </a:lnTo>
                  <a:lnTo>
                    <a:pt x="6310655" y="769734"/>
                  </a:lnTo>
                  <a:lnTo>
                    <a:pt x="6345390" y="749655"/>
                  </a:lnTo>
                  <a:close/>
                </a:path>
                <a:path w="7642859" h="4417060">
                  <a:moveTo>
                    <a:pt x="6585610" y="610806"/>
                  </a:moveTo>
                  <a:lnTo>
                    <a:pt x="6585521" y="610539"/>
                  </a:lnTo>
                  <a:lnTo>
                    <a:pt x="6584874" y="608622"/>
                  </a:lnTo>
                  <a:lnTo>
                    <a:pt x="6538493" y="635419"/>
                  </a:lnTo>
                  <a:lnTo>
                    <a:pt x="6539141" y="637336"/>
                  </a:lnTo>
                  <a:lnTo>
                    <a:pt x="6539230" y="637616"/>
                  </a:lnTo>
                  <a:lnTo>
                    <a:pt x="6585610" y="610806"/>
                  </a:lnTo>
                  <a:close/>
                </a:path>
                <a:path w="7642859" h="4417060">
                  <a:moveTo>
                    <a:pt x="6799758" y="487045"/>
                  </a:moveTo>
                  <a:lnTo>
                    <a:pt x="6799681" y="486829"/>
                  </a:lnTo>
                  <a:lnTo>
                    <a:pt x="6799021" y="484898"/>
                  </a:lnTo>
                  <a:lnTo>
                    <a:pt x="6750952" y="512673"/>
                  </a:lnTo>
                  <a:lnTo>
                    <a:pt x="6751599" y="514604"/>
                  </a:lnTo>
                  <a:lnTo>
                    <a:pt x="6751675" y="514832"/>
                  </a:lnTo>
                  <a:lnTo>
                    <a:pt x="6799758" y="487045"/>
                  </a:lnTo>
                  <a:close/>
                </a:path>
                <a:path w="7642859" h="4417060">
                  <a:moveTo>
                    <a:pt x="6926097" y="414020"/>
                  </a:moveTo>
                  <a:lnTo>
                    <a:pt x="6926008" y="413842"/>
                  </a:lnTo>
                  <a:lnTo>
                    <a:pt x="6925411" y="412635"/>
                  </a:lnTo>
                  <a:lnTo>
                    <a:pt x="6925208" y="411988"/>
                  </a:lnTo>
                  <a:lnTo>
                    <a:pt x="6874611" y="441223"/>
                  </a:lnTo>
                  <a:lnTo>
                    <a:pt x="6875450" y="443052"/>
                  </a:lnTo>
                  <a:lnTo>
                    <a:pt x="6875539" y="443242"/>
                  </a:lnTo>
                  <a:lnTo>
                    <a:pt x="6926097" y="414020"/>
                  </a:lnTo>
                  <a:close/>
                </a:path>
                <a:path w="7642859" h="4417060">
                  <a:moveTo>
                    <a:pt x="7642403" y="0"/>
                  </a:moveTo>
                  <a:lnTo>
                    <a:pt x="7526312" y="67056"/>
                  </a:lnTo>
                  <a:lnTo>
                    <a:pt x="7525639" y="65062"/>
                  </a:lnTo>
                  <a:lnTo>
                    <a:pt x="7491069" y="85026"/>
                  </a:lnTo>
                  <a:lnTo>
                    <a:pt x="7491755" y="87020"/>
                  </a:lnTo>
                  <a:lnTo>
                    <a:pt x="7445959" y="113474"/>
                  </a:lnTo>
                  <a:lnTo>
                    <a:pt x="7443927" y="112268"/>
                  </a:lnTo>
                  <a:lnTo>
                    <a:pt x="7391984" y="142278"/>
                  </a:lnTo>
                  <a:lnTo>
                    <a:pt x="7394041" y="143471"/>
                  </a:lnTo>
                  <a:lnTo>
                    <a:pt x="7344029" y="172364"/>
                  </a:lnTo>
                  <a:lnTo>
                    <a:pt x="7343432" y="170332"/>
                  </a:lnTo>
                  <a:lnTo>
                    <a:pt x="7307415" y="191147"/>
                  </a:lnTo>
                  <a:lnTo>
                    <a:pt x="7308075" y="193128"/>
                  </a:lnTo>
                  <a:lnTo>
                    <a:pt x="7144753" y="287477"/>
                  </a:lnTo>
                  <a:lnTo>
                    <a:pt x="7144207" y="285445"/>
                  </a:lnTo>
                  <a:lnTo>
                    <a:pt x="7095134" y="313804"/>
                  </a:lnTo>
                  <a:lnTo>
                    <a:pt x="7095795" y="315760"/>
                  </a:lnTo>
                  <a:lnTo>
                    <a:pt x="7095579" y="315887"/>
                  </a:lnTo>
                  <a:lnTo>
                    <a:pt x="7095871" y="315887"/>
                  </a:lnTo>
                  <a:lnTo>
                    <a:pt x="7642403" y="0"/>
                  </a:lnTo>
                  <a:close/>
                </a:path>
              </a:pathLst>
            </a:custGeom>
            <a:solidFill>
              <a:srgbClr val="1E1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3995" y="1016676"/>
              <a:ext cx="7526655" cy="4352925"/>
            </a:xfrm>
            <a:custGeom>
              <a:avLst/>
              <a:gdLst/>
              <a:ahLst/>
              <a:cxnLst/>
              <a:rect l="l" t="t" r="r" b="b"/>
              <a:pathLst>
                <a:path w="7526655" h="4352925">
                  <a:moveTo>
                    <a:pt x="4940143" y="1494154"/>
                  </a:moveTo>
                  <a:lnTo>
                    <a:pt x="4923805" y="1503598"/>
                  </a:lnTo>
                  <a:lnTo>
                    <a:pt x="4923870" y="1507406"/>
                  </a:lnTo>
                  <a:lnTo>
                    <a:pt x="4940209" y="1497962"/>
                  </a:lnTo>
                  <a:lnTo>
                    <a:pt x="4940143" y="1494154"/>
                  </a:lnTo>
                  <a:close/>
                </a:path>
                <a:path w="7526655" h="4352925">
                  <a:moveTo>
                    <a:pt x="5055320" y="1427583"/>
                  </a:moveTo>
                  <a:lnTo>
                    <a:pt x="5008055" y="1454902"/>
                  </a:lnTo>
                  <a:lnTo>
                    <a:pt x="5009975" y="1457637"/>
                  </a:lnTo>
                  <a:lnTo>
                    <a:pt x="5057226" y="1430326"/>
                  </a:lnTo>
                  <a:lnTo>
                    <a:pt x="5055320" y="1427583"/>
                  </a:lnTo>
                  <a:close/>
                </a:path>
                <a:path w="7526655" h="4352925">
                  <a:moveTo>
                    <a:pt x="6925002" y="346924"/>
                  </a:moveTo>
                  <a:lnTo>
                    <a:pt x="6874446" y="376146"/>
                  </a:lnTo>
                  <a:lnTo>
                    <a:pt x="6875832" y="379159"/>
                  </a:lnTo>
                  <a:lnTo>
                    <a:pt x="6926467" y="349891"/>
                  </a:lnTo>
                  <a:lnTo>
                    <a:pt x="6925002" y="346924"/>
                  </a:lnTo>
                  <a:close/>
                </a:path>
                <a:path w="7526655" h="4352925">
                  <a:moveTo>
                    <a:pt x="7143694" y="220522"/>
                  </a:moveTo>
                  <a:lnTo>
                    <a:pt x="7094755" y="248809"/>
                  </a:lnTo>
                  <a:lnTo>
                    <a:pt x="7095834" y="251996"/>
                  </a:lnTo>
                  <a:lnTo>
                    <a:pt x="7144577" y="223822"/>
                  </a:lnTo>
                  <a:lnTo>
                    <a:pt x="7143694" y="220522"/>
                  </a:lnTo>
                  <a:close/>
                </a:path>
                <a:path w="7526655" h="4352925">
                  <a:moveTo>
                    <a:pt x="3443473" y="2359216"/>
                  </a:moveTo>
                  <a:lnTo>
                    <a:pt x="3391952" y="2388994"/>
                  </a:lnTo>
                  <a:lnTo>
                    <a:pt x="3393358" y="2392053"/>
                  </a:lnTo>
                  <a:lnTo>
                    <a:pt x="3444923" y="2362248"/>
                  </a:lnTo>
                  <a:lnTo>
                    <a:pt x="3443473" y="2359216"/>
                  </a:lnTo>
                  <a:close/>
                </a:path>
                <a:path w="7526655" h="4352925">
                  <a:moveTo>
                    <a:pt x="3661386" y="2233264"/>
                  </a:moveTo>
                  <a:lnTo>
                    <a:pt x="3612410" y="2261571"/>
                  </a:lnTo>
                  <a:lnTo>
                    <a:pt x="3613494" y="2264812"/>
                  </a:lnTo>
                  <a:lnTo>
                    <a:pt x="3662277" y="2236616"/>
                  </a:lnTo>
                  <a:lnTo>
                    <a:pt x="3661386" y="2233264"/>
                  </a:lnTo>
                  <a:close/>
                </a:path>
                <a:path w="7526655" h="4352925">
                  <a:moveTo>
                    <a:pt x="1914186" y="3243129"/>
                  </a:moveTo>
                  <a:lnTo>
                    <a:pt x="1863284" y="3272550"/>
                  </a:lnTo>
                  <a:lnTo>
                    <a:pt x="1864694" y="3275631"/>
                  </a:lnTo>
                  <a:lnTo>
                    <a:pt x="1915696" y="3246151"/>
                  </a:lnTo>
                  <a:lnTo>
                    <a:pt x="1914186" y="3243129"/>
                  </a:lnTo>
                  <a:close/>
                </a:path>
                <a:path w="7526655" h="4352925">
                  <a:moveTo>
                    <a:pt x="2132861" y="3116737"/>
                  </a:moveTo>
                  <a:lnTo>
                    <a:pt x="2082444" y="3145878"/>
                  </a:lnTo>
                  <a:lnTo>
                    <a:pt x="2083534" y="3149140"/>
                  </a:lnTo>
                  <a:lnTo>
                    <a:pt x="2133756" y="3120111"/>
                  </a:lnTo>
                  <a:lnTo>
                    <a:pt x="2132861" y="3116737"/>
                  </a:lnTo>
                  <a:close/>
                </a:path>
                <a:path w="7526655" h="4352925">
                  <a:moveTo>
                    <a:pt x="6798660" y="419949"/>
                  </a:moveTo>
                  <a:lnTo>
                    <a:pt x="6750584" y="447737"/>
                  </a:lnTo>
                  <a:lnTo>
                    <a:pt x="6751658" y="450932"/>
                  </a:lnTo>
                  <a:lnTo>
                    <a:pt x="6799754" y="423132"/>
                  </a:lnTo>
                  <a:lnTo>
                    <a:pt x="6798660" y="419949"/>
                  </a:lnTo>
                  <a:close/>
                </a:path>
                <a:path w="7526655" h="4352925">
                  <a:moveTo>
                    <a:pt x="5918262" y="928811"/>
                  </a:moveTo>
                  <a:lnTo>
                    <a:pt x="5894028" y="942818"/>
                  </a:lnTo>
                  <a:lnTo>
                    <a:pt x="5917672" y="932646"/>
                  </a:lnTo>
                  <a:lnTo>
                    <a:pt x="5918262" y="928811"/>
                  </a:lnTo>
                  <a:close/>
                </a:path>
                <a:path w="7526655" h="4352925">
                  <a:moveTo>
                    <a:pt x="5849180" y="968740"/>
                  </a:moveTo>
                  <a:lnTo>
                    <a:pt x="5802247" y="995866"/>
                  </a:lnTo>
                  <a:lnTo>
                    <a:pt x="5803311" y="999083"/>
                  </a:lnTo>
                  <a:lnTo>
                    <a:pt x="5850379" y="971877"/>
                  </a:lnTo>
                  <a:lnTo>
                    <a:pt x="5849180" y="968740"/>
                  </a:lnTo>
                  <a:close/>
                </a:path>
                <a:path w="7526655" h="4352925">
                  <a:moveTo>
                    <a:pt x="4543505" y="1723407"/>
                  </a:moveTo>
                  <a:lnTo>
                    <a:pt x="4521082" y="1736368"/>
                  </a:lnTo>
                  <a:lnTo>
                    <a:pt x="4543024" y="1726523"/>
                  </a:lnTo>
                  <a:lnTo>
                    <a:pt x="4543505" y="1723407"/>
                  </a:lnTo>
                  <a:close/>
                </a:path>
                <a:path w="7526655" h="4352925">
                  <a:moveTo>
                    <a:pt x="4474273" y="1763423"/>
                  </a:moveTo>
                  <a:lnTo>
                    <a:pt x="4427317" y="1790563"/>
                  </a:lnTo>
                  <a:lnTo>
                    <a:pt x="4428416" y="1793782"/>
                  </a:lnTo>
                  <a:lnTo>
                    <a:pt x="4475567" y="1766529"/>
                  </a:lnTo>
                  <a:lnTo>
                    <a:pt x="4474273" y="1763423"/>
                  </a:lnTo>
                  <a:close/>
                </a:path>
                <a:path w="7526655" h="4352925">
                  <a:moveTo>
                    <a:pt x="4200765" y="1921508"/>
                  </a:moveTo>
                  <a:lnTo>
                    <a:pt x="4078776" y="1992016"/>
                  </a:lnTo>
                  <a:lnTo>
                    <a:pt x="4079855" y="1995253"/>
                  </a:lnTo>
                  <a:lnTo>
                    <a:pt x="4204203" y="1923378"/>
                  </a:lnTo>
                  <a:lnTo>
                    <a:pt x="4200765" y="1921508"/>
                  </a:lnTo>
                  <a:close/>
                </a:path>
                <a:path w="7526655" h="4352925">
                  <a:moveTo>
                    <a:pt x="2776397" y="2744779"/>
                  </a:moveTo>
                  <a:lnTo>
                    <a:pt x="2654015" y="2815515"/>
                  </a:lnTo>
                  <a:lnTo>
                    <a:pt x="2655101" y="2818771"/>
                  </a:lnTo>
                  <a:lnTo>
                    <a:pt x="2779856" y="2746661"/>
                  </a:lnTo>
                  <a:lnTo>
                    <a:pt x="2776397" y="2744779"/>
                  </a:lnTo>
                  <a:close/>
                </a:path>
                <a:path w="7526655" h="4352925">
                  <a:moveTo>
                    <a:pt x="1775515" y="3323280"/>
                  </a:moveTo>
                  <a:lnTo>
                    <a:pt x="1702720" y="3365355"/>
                  </a:lnTo>
                  <a:lnTo>
                    <a:pt x="1703174" y="3368990"/>
                  </a:lnTo>
                  <a:lnTo>
                    <a:pt x="1770545" y="3330050"/>
                  </a:lnTo>
                  <a:lnTo>
                    <a:pt x="1775515" y="3323280"/>
                  </a:lnTo>
                  <a:close/>
                </a:path>
                <a:path w="7526655" h="4352925">
                  <a:moveTo>
                    <a:pt x="1696882" y="3368729"/>
                  </a:moveTo>
                  <a:lnTo>
                    <a:pt x="1650001" y="3395826"/>
                  </a:lnTo>
                  <a:lnTo>
                    <a:pt x="1651099" y="3399091"/>
                  </a:lnTo>
                  <a:lnTo>
                    <a:pt x="1697980" y="3371993"/>
                  </a:lnTo>
                  <a:lnTo>
                    <a:pt x="1696882" y="3368729"/>
                  </a:lnTo>
                  <a:close/>
                </a:path>
                <a:path w="7526655" h="4352925">
                  <a:moveTo>
                    <a:pt x="1353629" y="3567126"/>
                  </a:moveTo>
                  <a:lnTo>
                    <a:pt x="1306677" y="3594264"/>
                  </a:lnTo>
                  <a:lnTo>
                    <a:pt x="1307776" y="3597533"/>
                  </a:lnTo>
                  <a:lnTo>
                    <a:pt x="1354720" y="3570400"/>
                  </a:lnTo>
                  <a:lnTo>
                    <a:pt x="1353629" y="3567126"/>
                  </a:lnTo>
                  <a:close/>
                </a:path>
                <a:path w="7526655" h="4352925">
                  <a:moveTo>
                    <a:pt x="845915" y="3860580"/>
                  </a:moveTo>
                  <a:lnTo>
                    <a:pt x="723241" y="3931484"/>
                  </a:lnTo>
                  <a:lnTo>
                    <a:pt x="724335" y="3934766"/>
                  </a:lnTo>
                  <a:lnTo>
                    <a:pt x="849403" y="3862476"/>
                  </a:lnTo>
                  <a:lnTo>
                    <a:pt x="845915" y="3860580"/>
                  </a:lnTo>
                  <a:close/>
                </a:path>
                <a:path w="7526655" h="4352925">
                  <a:moveTo>
                    <a:pt x="546035" y="4033907"/>
                  </a:moveTo>
                  <a:lnTo>
                    <a:pt x="526555" y="4045167"/>
                  </a:lnTo>
                  <a:lnTo>
                    <a:pt x="545572" y="4037034"/>
                  </a:lnTo>
                  <a:lnTo>
                    <a:pt x="546035" y="4033907"/>
                  </a:lnTo>
                  <a:close/>
                </a:path>
                <a:path w="7526655" h="4352925">
                  <a:moveTo>
                    <a:pt x="478247" y="4073089"/>
                  </a:moveTo>
                  <a:lnTo>
                    <a:pt x="430296" y="4100803"/>
                  </a:lnTo>
                  <a:lnTo>
                    <a:pt x="431384" y="4104094"/>
                  </a:lnTo>
                  <a:lnTo>
                    <a:pt x="479276" y="4076412"/>
                  </a:lnTo>
                  <a:lnTo>
                    <a:pt x="478247" y="4073089"/>
                  </a:lnTo>
                  <a:close/>
                </a:path>
                <a:path w="7526655" h="4352925">
                  <a:moveTo>
                    <a:pt x="2478953" y="2916699"/>
                  </a:moveTo>
                  <a:lnTo>
                    <a:pt x="2431489" y="2944133"/>
                  </a:lnTo>
                  <a:lnTo>
                    <a:pt x="2432588" y="2947384"/>
                  </a:lnTo>
                  <a:lnTo>
                    <a:pt x="2480067" y="2919941"/>
                  </a:lnTo>
                  <a:lnTo>
                    <a:pt x="2478953" y="2916699"/>
                  </a:lnTo>
                  <a:close/>
                </a:path>
                <a:path w="7526655" h="4352925">
                  <a:moveTo>
                    <a:pt x="2306359" y="3016457"/>
                  </a:moveTo>
                  <a:lnTo>
                    <a:pt x="2258327" y="3044219"/>
                  </a:lnTo>
                  <a:lnTo>
                    <a:pt x="2259554" y="3047399"/>
                  </a:lnTo>
                  <a:lnTo>
                    <a:pt x="2307594" y="3019632"/>
                  </a:lnTo>
                  <a:lnTo>
                    <a:pt x="2306359" y="3016457"/>
                  </a:lnTo>
                  <a:close/>
                </a:path>
                <a:path w="7526655" h="4352925">
                  <a:moveTo>
                    <a:pt x="254960" y="4202146"/>
                  </a:moveTo>
                  <a:lnTo>
                    <a:pt x="210336" y="4227938"/>
                  </a:lnTo>
                  <a:lnTo>
                    <a:pt x="211443" y="4231222"/>
                  </a:lnTo>
                  <a:lnTo>
                    <a:pt x="256064" y="4205430"/>
                  </a:lnTo>
                  <a:lnTo>
                    <a:pt x="254960" y="4202146"/>
                  </a:lnTo>
                  <a:close/>
                </a:path>
                <a:path w="7526655" h="4352925">
                  <a:moveTo>
                    <a:pt x="170704" y="4250845"/>
                  </a:moveTo>
                  <a:lnTo>
                    <a:pt x="150450" y="4262552"/>
                  </a:lnTo>
                  <a:lnTo>
                    <a:pt x="150382" y="4266515"/>
                  </a:lnTo>
                  <a:lnTo>
                    <a:pt x="170661" y="4254794"/>
                  </a:lnTo>
                  <a:lnTo>
                    <a:pt x="170704" y="4250845"/>
                  </a:lnTo>
                  <a:close/>
                </a:path>
                <a:path w="7526655" h="4352925">
                  <a:moveTo>
                    <a:pt x="112493" y="4284491"/>
                  </a:moveTo>
                  <a:lnTo>
                    <a:pt x="69705" y="4309222"/>
                  </a:lnTo>
                  <a:lnTo>
                    <a:pt x="72013" y="4311813"/>
                  </a:lnTo>
                  <a:lnTo>
                    <a:pt x="114818" y="4287071"/>
                  </a:lnTo>
                  <a:lnTo>
                    <a:pt x="112493" y="4284491"/>
                  </a:lnTo>
                  <a:close/>
                </a:path>
                <a:path w="7526655" h="4352925">
                  <a:moveTo>
                    <a:pt x="35414" y="4329042"/>
                  </a:moveTo>
                  <a:lnTo>
                    <a:pt x="0" y="4349511"/>
                  </a:lnTo>
                  <a:lnTo>
                    <a:pt x="1097" y="4352803"/>
                  </a:lnTo>
                  <a:lnTo>
                    <a:pt x="36335" y="4332435"/>
                  </a:lnTo>
                  <a:lnTo>
                    <a:pt x="35414" y="4329042"/>
                  </a:lnTo>
                  <a:close/>
                </a:path>
                <a:path w="7526655" h="4352925">
                  <a:moveTo>
                    <a:pt x="7525228" y="0"/>
                  </a:moveTo>
                  <a:lnTo>
                    <a:pt x="7490687" y="19964"/>
                  </a:lnTo>
                  <a:lnTo>
                    <a:pt x="7491796" y="23127"/>
                  </a:lnTo>
                  <a:lnTo>
                    <a:pt x="7526300" y="3184"/>
                  </a:lnTo>
                  <a:lnTo>
                    <a:pt x="7525228" y="0"/>
                  </a:lnTo>
                  <a:close/>
                </a:path>
                <a:path w="7526655" h="4352925">
                  <a:moveTo>
                    <a:pt x="7444921" y="46416"/>
                  </a:moveTo>
                  <a:lnTo>
                    <a:pt x="7393014" y="76418"/>
                  </a:lnTo>
                  <a:lnTo>
                    <a:pt x="7396299" y="78325"/>
                  </a:lnTo>
                  <a:lnTo>
                    <a:pt x="7448142" y="48360"/>
                  </a:lnTo>
                  <a:lnTo>
                    <a:pt x="7444921" y="46416"/>
                  </a:lnTo>
                  <a:close/>
                </a:path>
                <a:path w="7526655" h="4352925">
                  <a:moveTo>
                    <a:pt x="7342964" y="105347"/>
                  </a:moveTo>
                  <a:lnTo>
                    <a:pt x="7307023" y="126120"/>
                  </a:lnTo>
                  <a:lnTo>
                    <a:pt x="7308107" y="129300"/>
                  </a:lnTo>
                  <a:lnTo>
                    <a:pt x="7343926" y="108597"/>
                  </a:lnTo>
                  <a:lnTo>
                    <a:pt x="7342964" y="105347"/>
                  </a:lnTo>
                  <a:close/>
                </a:path>
                <a:path w="7526655" h="4352925">
                  <a:moveTo>
                    <a:pt x="6344299" y="682565"/>
                  </a:moveTo>
                  <a:lnTo>
                    <a:pt x="6309561" y="702644"/>
                  </a:lnTo>
                  <a:lnTo>
                    <a:pt x="6310676" y="705823"/>
                  </a:lnTo>
                  <a:lnTo>
                    <a:pt x="6345385" y="685761"/>
                  </a:lnTo>
                  <a:lnTo>
                    <a:pt x="6344299" y="682565"/>
                  </a:lnTo>
                  <a:close/>
                </a:path>
                <a:path w="7526655" h="4352925">
                  <a:moveTo>
                    <a:pt x="6265095" y="728344"/>
                  </a:moveTo>
                  <a:lnTo>
                    <a:pt x="6211839" y="759126"/>
                  </a:lnTo>
                  <a:lnTo>
                    <a:pt x="6215140" y="761043"/>
                  </a:lnTo>
                  <a:lnTo>
                    <a:pt x="6268171" y="730391"/>
                  </a:lnTo>
                  <a:lnTo>
                    <a:pt x="6265095" y="728344"/>
                  </a:lnTo>
                  <a:close/>
                </a:path>
                <a:path w="7526655" h="4352925">
                  <a:moveTo>
                    <a:pt x="6161841" y="788024"/>
                  </a:moveTo>
                  <a:lnTo>
                    <a:pt x="6125898" y="808799"/>
                  </a:lnTo>
                  <a:lnTo>
                    <a:pt x="6126988" y="811996"/>
                  </a:lnTo>
                  <a:lnTo>
                    <a:pt x="6162809" y="791291"/>
                  </a:lnTo>
                  <a:lnTo>
                    <a:pt x="6161841" y="788024"/>
                  </a:lnTo>
                  <a:close/>
                </a:path>
                <a:path w="7526655" h="4352925">
                  <a:moveTo>
                    <a:pt x="1030776" y="3753732"/>
                  </a:moveTo>
                  <a:lnTo>
                    <a:pt x="980686" y="3782683"/>
                  </a:lnTo>
                  <a:lnTo>
                    <a:pt x="982158" y="3785743"/>
                  </a:lnTo>
                  <a:lnTo>
                    <a:pt x="1032020" y="3756922"/>
                  </a:lnTo>
                  <a:lnTo>
                    <a:pt x="1030776" y="3753732"/>
                  </a:lnTo>
                  <a:close/>
                </a:path>
                <a:path w="7526655" h="4352925">
                  <a:moveTo>
                    <a:pt x="6584520" y="543720"/>
                  </a:moveTo>
                  <a:lnTo>
                    <a:pt x="6538139" y="570528"/>
                  </a:lnTo>
                  <a:lnTo>
                    <a:pt x="6539206" y="573731"/>
                  </a:lnTo>
                  <a:lnTo>
                    <a:pt x="6585597" y="546917"/>
                  </a:lnTo>
                  <a:lnTo>
                    <a:pt x="6584520" y="543720"/>
                  </a:lnTo>
                  <a:close/>
                </a:path>
                <a:path w="7526655" h="4352925">
                  <a:moveTo>
                    <a:pt x="5600135" y="1112685"/>
                  </a:moveTo>
                  <a:lnTo>
                    <a:pt x="5552093" y="1140453"/>
                  </a:lnTo>
                  <a:lnTo>
                    <a:pt x="5553166" y="1143669"/>
                  </a:lnTo>
                  <a:lnTo>
                    <a:pt x="5601226" y="1115890"/>
                  </a:lnTo>
                  <a:lnTo>
                    <a:pt x="5600135" y="1112685"/>
                  </a:lnTo>
                  <a:close/>
                </a:path>
                <a:path w="7526655" h="4352925">
                  <a:moveTo>
                    <a:pt x="5316457" y="1276648"/>
                  </a:moveTo>
                  <a:lnTo>
                    <a:pt x="5268845" y="1304168"/>
                  </a:lnTo>
                  <a:lnTo>
                    <a:pt x="5269918" y="1307388"/>
                  </a:lnTo>
                  <a:lnTo>
                    <a:pt x="5317549" y="1279857"/>
                  </a:lnTo>
                  <a:lnTo>
                    <a:pt x="5316457" y="1276648"/>
                  </a:lnTo>
                  <a:close/>
                </a:path>
                <a:path w="7526655" h="4352925">
                  <a:moveTo>
                    <a:pt x="3876410" y="2108982"/>
                  </a:moveTo>
                  <a:lnTo>
                    <a:pt x="3828751" y="2136529"/>
                  </a:lnTo>
                  <a:lnTo>
                    <a:pt x="3829831" y="2139768"/>
                  </a:lnTo>
                  <a:lnTo>
                    <a:pt x="3877500" y="2112216"/>
                  </a:lnTo>
                  <a:lnTo>
                    <a:pt x="3876410" y="2108982"/>
                  </a:lnTo>
                  <a:close/>
                </a:path>
                <a:path w="7526655" h="4352925">
                  <a:moveTo>
                    <a:pt x="3232130" y="2481370"/>
                  </a:moveTo>
                  <a:lnTo>
                    <a:pt x="3183591" y="2509425"/>
                  </a:lnTo>
                  <a:lnTo>
                    <a:pt x="3185483" y="2512206"/>
                  </a:lnTo>
                  <a:lnTo>
                    <a:pt x="3234112" y="2484098"/>
                  </a:lnTo>
                  <a:lnTo>
                    <a:pt x="3232130" y="2481370"/>
                  </a:lnTo>
                  <a:close/>
                </a:path>
                <a:path w="7526655" h="4352925">
                  <a:moveTo>
                    <a:pt x="3298029" y="2443281"/>
                  </a:moveTo>
                  <a:lnTo>
                    <a:pt x="3275056" y="2456559"/>
                  </a:lnTo>
                  <a:lnTo>
                    <a:pt x="3275056" y="2460432"/>
                  </a:lnTo>
                  <a:lnTo>
                    <a:pt x="3297863" y="2447249"/>
                  </a:lnTo>
                  <a:lnTo>
                    <a:pt x="3298029" y="2443281"/>
                  </a:lnTo>
                  <a:close/>
                </a:path>
              </a:pathLst>
            </a:custGeom>
            <a:solidFill>
              <a:srgbClr val="1C1C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25092" y="1019861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4939111" y="1494778"/>
                  </a:moveTo>
                  <a:lnTo>
                    <a:pt x="4922773" y="1504222"/>
                  </a:lnTo>
                  <a:lnTo>
                    <a:pt x="4922810" y="1506380"/>
                  </a:lnTo>
                  <a:lnTo>
                    <a:pt x="4939149" y="1496939"/>
                  </a:lnTo>
                  <a:lnTo>
                    <a:pt x="4939111" y="1494778"/>
                  </a:lnTo>
                  <a:close/>
                </a:path>
                <a:path w="7526020" h="4351020">
                  <a:moveTo>
                    <a:pt x="5056129" y="1427141"/>
                  </a:moveTo>
                  <a:lnTo>
                    <a:pt x="5008878" y="1454452"/>
                  </a:lnTo>
                  <a:lnTo>
                    <a:pt x="5009973" y="1456011"/>
                  </a:lnTo>
                  <a:lnTo>
                    <a:pt x="5057218" y="1428709"/>
                  </a:lnTo>
                  <a:lnTo>
                    <a:pt x="5056129" y="1427141"/>
                  </a:lnTo>
                  <a:close/>
                </a:path>
                <a:path w="7526020" h="4351020">
                  <a:moveTo>
                    <a:pt x="6925369" y="346707"/>
                  </a:moveTo>
                  <a:lnTo>
                    <a:pt x="6874735" y="375974"/>
                  </a:lnTo>
                  <a:lnTo>
                    <a:pt x="6875619" y="377896"/>
                  </a:lnTo>
                  <a:lnTo>
                    <a:pt x="6926306" y="348605"/>
                  </a:lnTo>
                  <a:lnTo>
                    <a:pt x="6925369" y="346707"/>
                  </a:lnTo>
                  <a:close/>
                </a:path>
                <a:path w="7526020" h="4351020">
                  <a:moveTo>
                    <a:pt x="7143480" y="220638"/>
                  </a:moveTo>
                  <a:lnTo>
                    <a:pt x="7094737" y="248812"/>
                  </a:lnTo>
                  <a:lnTo>
                    <a:pt x="7095434" y="250870"/>
                  </a:lnTo>
                  <a:lnTo>
                    <a:pt x="7144052" y="222774"/>
                  </a:lnTo>
                  <a:lnTo>
                    <a:pt x="7143480" y="220638"/>
                  </a:lnTo>
                  <a:close/>
                </a:path>
                <a:path w="7526020" h="4351020">
                  <a:moveTo>
                    <a:pt x="3443826" y="2359063"/>
                  </a:moveTo>
                  <a:lnTo>
                    <a:pt x="3392261" y="2388868"/>
                  </a:lnTo>
                  <a:lnTo>
                    <a:pt x="3392981" y="2390434"/>
                  </a:lnTo>
                  <a:lnTo>
                    <a:pt x="3444571" y="2360622"/>
                  </a:lnTo>
                  <a:lnTo>
                    <a:pt x="3443826" y="2359063"/>
                  </a:lnTo>
                  <a:close/>
                </a:path>
                <a:path w="7526020" h="4351020">
                  <a:moveTo>
                    <a:pt x="3661180" y="2233431"/>
                  </a:moveTo>
                  <a:lnTo>
                    <a:pt x="3612397" y="2261628"/>
                  </a:lnTo>
                  <a:lnTo>
                    <a:pt x="3612960" y="2263313"/>
                  </a:lnTo>
                  <a:lnTo>
                    <a:pt x="3661644" y="2235180"/>
                  </a:lnTo>
                  <a:lnTo>
                    <a:pt x="3661180" y="2233431"/>
                  </a:lnTo>
                  <a:close/>
                </a:path>
                <a:path w="7526020" h="4351020">
                  <a:moveTo>
                    <a:pt x="1914599" y="3242967"/>
                  </a:moveTo>
                  <a:lnTo>
                    <a:pt x="1863597" y="3272447"/>
                  </a:lnTo>
                  <a:lnTo>
                    <a:pt x="1864243" y="3273858"/>
                  </a:lnTo>
                  <a:lnTo>
                    <a:pt x="1915294" y="3244357"/>
                  </a:lnTo>
                  <a:lnTo>
                    <a:pt x="1914599" y="3242967"/>
                  </a:lnTo>
                  <a:close/>
                </a:path>
                <a:path w="7526020" h="4351020">
                  <a:moveTo>
                    <a:pt x="2132658" y="3116927"/>
                  </a:moveTo>
                  <a:lnTo>
                    <a:pt x="2082437" y="3145955"/>
                  </a:lnTo>
                  <a:lnTo>
                    <a:pt x="2082945" y="3147475"/>
                  </a:lnTo>
                  <a:lnTo>
                    <a:pt x="2133077" y="3118505"/>
                  </a:lnTo>
                  <a:lnTo>
                    <a:pt x="2132658" y="3116927"/>
                  </a:lnTo>
                  <a:close/>
                </a:path>
                <a:path w="7526020" h="4351020">
                  <a:moveTo>
                    <a:pt x="6798657" y="419948"/>
                  </a:moveTo>
                  <a:lnTo>
                    <a:pt x="6750561" y="447747"/>
                  </a:lnTo>
                  <a:lnTo>
                    <a:pt x="6751242" y="449771"/>
                  </a:lnTo>
                  <a:lnTo>
                    <a:pt x="6799352" y="421969"/>
                  </a:lnTo>
                  <a:lnTo>
                    <a:pt x="6798657" y="419948"/>
                  </a:lnTo>
                  <a:close/>
                </a:path>
                <a:path w="7526020" h="4351020">
                  <a:moveTo>
                    <a:pt x="5849282" y="968693"/>
                  </a:moveTo>
                  <a:lnTo>
                    <a:pt x="5802214" y="995899"/>
                  </a:lnTo>
                  <a:lnTo>
                    <a:pt x="5802851" y="997824"/>
                  </a:lnTo>
                  <a:lnTo>
                    <a:pt x="5850002" y="970577"/>
                  </a:lnTo>
                  <a:lnTo>
                    <a:pt x="5849282" y="968693"/>
                  </a:lnTo>
                  <a:close/>
                </a:path>
                <a:path w="7526020" h="4351020">
                  <a:moveTo>
                    <a:pt x="4474469" y="1763344"/>
                  </a:moveTo>
                  <a:lnTo>
                    <a:pt x="4427319" y="1790598"/>
                  </a:lnTo>
                  <a:lnTo>
                    <a:pt x="4427922" y="1792365"/>
                  </a:lnTo>
                  <a:lnTo>
                    <a:pt x="4475182" y="1765055"/>
                  </a:lnTo>
                  <a:lnTo>
                    <a:pt x="4474469" y="1763344"/>
                  </a:lnTo>
                  <a:close/>
                </a:path>
                <a:path w="7526020" h="4351020">
                  <a:moveTo>
                    <a:pt x="4203106" y="1920194"/>
                  </a:moveTo>
                  <a:lnTo>
                    <a:pt x="4078757" y="1992068"/>
                  </a:lnTo>
                  <a:lnTo>
                    <a:pt x="4079336" y="1993805"/>
                  </a:lnTo>
                  <a:lnTo>
                    <a:pt x="4204967" y="1921206"/>
                  </a:lnTo>
                  <a:lnTo>
                    <a:pt x="4203106" y="1920194"/>
                  </a:lnTo>
                  <a:close/>
                </a:path>
                <a:path w="7526020" h="4351020">
                  <a:moveTo>
                    <a:pt x="2778759" y="2743477"/>
                  </a:moveTo>
                  <a:lnTo>
                    <a:pt x="2654003" y="2815586"/>
                  </a:lnTo>
                  <a:lnTo>
                    <a:pt x="2654531" y="2817168"/>
                  </a:lnTo>
                  <a:lnTo>
                    <a:pt x="2780456" y="2744399"/>
                  </a:lnTo>
                  <a:lnTo>
                    <a:pt x="2778759" y="2743477"/>
                  </a:lnTo>
                  <a:close/>
                </a:path>
                <a:path w="7526020" h="4351020">
                  <a:moveTo>
                    <a:pt x="1769447" y="3326866"/>
                  </a:moveTo>
                  <a:lnTo>
                    <a:pt x="1702077" y="3365806"/>
                  </a:lnTo>
                  <a:lnTo>
                    <a:pt x="1702283" y="3367451"/>
                  </a:lnTo>
                  <a:lnTo>
                    <a:pt x="1767187" y="3329945"/>
                  </a:lnTo>
                  <a:lnTo>
                    <a:pt x="1769447" y="3326866"/>
                  </a:lnTo>
                  <a:close/>
                </a:path>
                <a:path w="7526020" h="4351020">
                  <a:moveTo>
                    <a:pt x="1696882" y="3368809"/>
                  </a:moveTo>
                  <a:lnTo>
                    <a:pt x="1650001" y="3395906"/>
                  </a:lnTo>
                  <a:lnTo>
                    <a:pt x="1650496" y="3397378"/>
                  </a:lnTo>
                  <a:lnTo>
                    <a:pt x="1697379" y="3370285"/>
                  </a:lnTo>
                  <a:lnTo>
                    <a:pt x="1696882" y="3368809"/>
                  </a:lnTo>
                  <a:close/>
                </a:path>
                <a:path w="7526020" h="4351020">
                  <a:moveTo>
                    <a:pt x="1353622" y="3567215"/>
                  </a:moveTo>
                  <a:lnTo>
                    <a:pt x="1306679" y="3594349"/>
                  </a:lnTo>
                  <a:lnTo>
                    <a:pt x="1307161" y="3595783"/>
                  </a:lnTo>
                  <a:lnTo>
                    <a:pt x="1354103" y="3568657"/>
                  </a:lnTo>
                  <a:lnTo>
                    <a:pt x="1353622" y="3567215"/>
                  </a:lnTo>
                  <a:close/>
                </a:path>
                <a:path w="7526020" h="4351020">
                  <a:moveTo>
                    <a:pt x="848306" y="3859292"/>
                  </a:moveTo>
                  <a:lnTo>
                    <a:pt x="723238" y="3931582"/>
                  </a:lnTo>
                  <a:lnTo>
                    <a:pt x="723696" y="3932955"/>
                  </a:lnTo>
                  <a:lnTo>
                    <a:pt x="849780" y="3860094"/>
                  </a:lnTo>
                  <a:lnTo>
                    <a:pt x="848306" y="3859292"/>
                  </a:lnTo>
                  <a:close/>
                </a:path>
                <a:path w="7526020" h="4351020">
                  <a:moveTo>
                    <a:pt x="478179" y="4073228"/>
                  </a:moveTo>
                  <a:lnTo>
                    <a:pt x="430287" y="4100910"/>
                  </a:lnTo>
                  <a:lnTo>
                    <a:pt x="430731" y="4102253"/>
                  </a:lnTo>
                  <a:lnTo>
                    <a:pt x="478601" y="4074590"/>
                  </a:lnTo>
                  <a:lnTo>
                    <a:pt x="478179" y="4073228"/>
                  </a:lnTo>
                  <a:close/>
                </a:path>
                <a:path w="7526020" h="4351020">
                  <a:moveTo>
                    <a:pt x="2478970" y="2916757"/>
                  </a:moveTo>
                  <a:lnTo>
                    <a:pt x="2431491" y="2944200"/>
                  </a:lnTo>
                  <a:lnTo>
                    <a:pt x="2432017" y="2945754"/>
                  </a:lnTo>
                  <a:lnTo>
                    <a:pt x="2479504" y="2918313"/>
                  </a:lnTo>
                  <a:lnTo>
                    <a:pt x="2478970" y="2916757"/>
                  </a:lnTo>
                  <a:close/>
                </a:path>
                <a:path w="7526020" h="4351020">
                  <a:moveTo>
                    <a:pt x="2306497" y="3016447"/>
                  </a:moveTo>
                  <a:lnTo>
                    <a:pt x="2258456" y="3044215"/>
                  </a:lnTo>
                  <a:lnTo>
                    <a:pt x="2259036" y="3045716"/>
                  </a:lnTo>
                  <a:lnTo>
                    <a:pt x="2307082" y="3017952"/>
                  </a:lnTo>
                  <a:lnTo>
                    <a:pt x="2306497" y="3016447"/>
                  </a:lnTo>
                  <a:close/>
                </a:path>
                <a:path w="7526020" h="4351020">
                  <a:moveTo>
                    <a:pt x="254967" y="4202246"/>
                  </a:moveTo>
                  <a:lnTo>
                    <a:pt x="210345" y="4228037"/>
                  </a:lnTo>
                  <a:lnTo>
                    <a:pt x="210789" y="4229352"/>
                  </a:lnTo>
                  <a:lnTo>
                    <a:pt x="255411" y="4203566"/>
                  </a:lnTo>
                  <a:lnTo>
                    <a:pt x="254967" y="4202246"/>
                  </a:lnTo>
                  <a:close/>
                </a:path>
                <a:path w="7526020" h="4351020">
                  <a:moveTo>
                    <a:pt x="169564" y="4251609"/>
                  </a:moveTo>
                  <a:lnTo>
                    <a:pt x="149285" y="4263331"/>
                  </a:lnTo>
                  <a:lnTo>
                    <a:pt x="149258" y="4264910"/>
                  </a:lnTo>
                  <a:lnTo>
                    <a:pt x="169547" y="4253185"/>
                  </a:lnTo>
                  <a:lnTo>
                    <a:pt x="169564" y="4251609"/>
                  </a:lnTo>
                  <a:close/>
                </a:path>
                <a:path w="7526020" h="4351020">
                  <a:moveTo>
                    <a:pt x="113721" y="4283887"/>
                  </a:moveTo>
                  <a:lnTo>
                    <a:pt x="70916" y="4308629"/>
                  </a:lnTo>
                  <a:lnTo>
                    <a:pt x="71829" y="4309654"/>
                  </a:lnTo>
                  <a:lnTo>
                    <a:pt x="114644" y="4284912"/>
                  </a:lnTo>
                  <a:lnTo>
                    <a:pt x="113721" y="4283887"/>
                  </a:lnTo>
                  <a:close/>
                </a:path>
                <a:path w="7526020" h="4351020">
                  <a:moveTo>
                    <a:pt x="35238" y="4329251"/>
                  </a:moveTo>
                  <a:lnTo>
                    <a:pt x="0" y="4349619"/>
                  </a:lnTo>
                  <a:lnTo>
                    <a:pt x="431" y="4350913"/>
                  </a:lnTo>
                  <a:lnTo>
                    <a:pt x="35601" y="4330589"/>
                  </a:lnTo>
                  <a:lnTo>
                    <a:pt x="35238" y="4329251"/>
                  </a:lnTo>
                  <a:close/>
                </a:path>
                <a:path w="7526020" h="4351020">
                  <a:moveTo>
                    <a:pt x="7525202" y="0"/>
                  </a:moveTo>
                  <a:lnTo>
                    <a:pt x="7490699" y="19943"/>
                  </a:lnTo>
                  <a:lnTo>
                    <a:pt x="7491431" y="22032"/>
                  </a:lnTo>
                  <a:lnTo>
                    <a:pt x="7525911" y="2106"/>
                  </a:lnTo>
                  <a:lnTo>
                    <a:pt x="7525202" y="0"/>
                  </a:lnTo>
                  <a:close/>
                </a:path>
                <a:path w="7526020" h="4351020">
                  <a:moveTo>
                    <a:pt x="7447044" y="45175"/>
                  </a:moveTo>
                  <a:lnTo>
                    <a:pt x="7395202" y="75141"/>
                  </a:lnTo>
                  <a:lnTo>
                    <a:pt x="7397359" y="76394"/>
                  </a:lnTo>
                  <a:lnTo>
                    <a:pt x="7449154" y="46463"/>
                  </a:lnTo>
                  <a:lnTo>
                    <a:pt x="7447044" y="45175"/>
                  </a:lnTo>
                  <a:close/>
                </a:path>
                <a:path w="7526020" h="4351020">
                  <a:moveTo>
                    <a:pt x="7342829" y="105413"/>
                  </a:moveTo>
                  <a:lnTo>
                    <a:pt x="7307010" y="126116"/>
                  </a:lnTo>
                  <a:lnTo>
                    <a:pt x="7307719" y="128195"/>
                  </a:lnTo>
                  <a:lnTo>
                    <a:pt x="7343460" y="107541"/>
                  </a:lnTo>
                  <a:lnTo>
                    <a:pt x="7342829" y="105413"/>
                  </a:lnTo>
                  <a:close/>
                </a:path>
                <a:path w="7526020" h="4351020">
                  <a:moveTo>
                    <a:pt x="6344287" y="682576"/>
                  </a:moveTo>
                  <a:lnTo>
                    <a:pt x="6309579" y="702638"/>
                  </a:lnTo>
                  <a:lnTo>
                    <a:pt x="6310267" y="704600"/>
                  </a:lnTo>
                  <a:lnTo>
                    <a:pt x="6344959" y="684552"/>
                  </a:lnTo>
                  <a:lnTo>
                    <a:pt x="6344287" y="682576"/>
                  </a:lnTo>
                  <a:close/>
                </a:path>
                <a:path w="7526020" h="4351020">
                  <a:moveTo>
                    <a:pt x="6267074" y="727207"/>
                  </a:moveTo>
                  <a:lnTo>
                    <a:pt x="6214043" y="757859"/>
                  </a:lnTo>
                  <a:lnTo>
                    <a:pt x="6216069" y="759035"/>
                  </a:lnTo>
                  <a:lnTo>
                    <a:pt x="6268994" y="728451"/>
                  </a:lnTo>
                  <a:lnTo>
                    <a:pt x="6267074" y="727207"/>
                  </a:lnTo>
                  <a:close/>
                </a:path>
                <a:path w="7526020" h="4351020">
                  <a:moveTo>
                    <a:pt x="6161712" y="788106"/>
                  </a:moveTo>
                  <a:lnTo>
                    <a:pt x="6125891" y="808811"/>
                  </a:lnTo>
                  <a:lnTo>
                    <a:pt x="6126556" y="810762"/>
                  </a:lnTo>
                  <a:lnTo>
                    <a:pt x="6162304" y="790105"/>
                  </a:lnTo>
                  <a:lnTo>
                    <a:pt x="6161712" y="788106"/>
                  </a:lnTo>
                  <a:close/>
                </a:path>
                <a:path w="7526020" h="4351020">
                  <a:moveTo>
                    <a:pt x="1030923" y="3753738"/>
                  </a:moveTo>
                  <a:lnTo>
                    <a:pt x="981060" y="3782559"/>
                  </a:lnTo>
                  <a:lnTo>
                    <a:pt x="981689" y="3783866"/>
                  </a:lnTo>
                  <a:lnTo>
                    <a:pt x="1031457" y="3755106"/>
                  </a:lnTo>
                  <a:lnTo>
                    <a:pt x="1030923" y="3753738"/>
                  </a:lnTo>
                  <a:close/>
                </a:path>
                <a:path w="7526020" h="4351020">
                  <a:moveTo>
                    <a:pt x="6584499" y="543732"/>
                  </a:moveTo>
                  <a:lnTo>
                    <a:pt x="6538109" y="570546"/>
                  </a:lnTo>
                  <a:lnTo>
                    <a:pt x="6538776" y="572550"/>
                  </a:lnTo>
                  <a:lnTo>
                    <a:pt x="6585175" y="545737"/>
                  </a:lnTo>
                  <a:lnTo>
                    <a:pt x="6584499" y="543732"/>
                  </a:lnTo>
                  <a:close/>
                </a:path>
                <a:path w="7526020" h="4351020">
                  <a:moveTo>
                    <a:pt x="5600129" y="1112705"/>
                  </a:moveTo>
                  <a:lnTo>
                    <a:pt x="5552068" y="1140485"/>
                  </a:lnTo>
                  <a:lnTo>
                    <a:pt x="5552700" y="1142381"/>
                  </a:lnTo>
                  <a:lnTo>
                    <a:pt x="5600774" y="1114600"/>
                  </a:lnTo>
                  <a:lnTo>
                    <a:pt x="5600129" y="1112705"/>
                  </a:lnTo>
                  <a:close/>
                </a:path>
                <a:path w="7526020" h="4351020">
                  <a:moveTo>
                    <a:pt x="5316452" y="1276673"/>
                  </a:moveTo>
                  <a:lnTo>
                    <a:pt x="5268821" y="1304203"/>
                  </a:lnTo>
                  <a:lnTo>
                    <a:pt x="5269443" y="1306069"/>
                  </a:lnTo>
                  <a:lnTo>
                    <a:pt x="5317086" y="1278537"/>
                  </a:lnTo>
                  <a:lnTo>
                    <a:pt x="5316452" y="1276673"/>
                  </a:lnTo>
                  <a:close/>
                </a:path>
                <a:path w="7526020" h="4351020">
                  <a:moveTo>
                    <a:pt x="3876402" y="2109031"/>
                  </a:moveTo>
                  <a:lnTo>
                    <a:pt x="3828733" y="2136584"/>
                  </a:lnTo>
                  <a:lnTo>
                    <a:pt x="3829303" y="2138294"/>
                  </a:lnTo>
                  <a:lnTo>
                    <a:pt x="3876979" y="2110743"/>
                  </a:lnTo>
                  <a:lnTo>
                    <a:pt x="3876402" y="2109031"/>
                  </a:lnTo>
                  <a:close/>
                </a:path>
                <a:path w="7526020" h="4351020">
                  <a:moveTo>
                    <a:pt x="3233015" y="2480913"/>
                  </a:moveTo>
                  <a:lnTo>
                    <a:pt x="3184386" y="2509021"/>
                  </a:lnTo>
                  <a:lnTo>
                    <a:pt x="3185341" y="2510425"/>
                  </a:lnTo>
                  <a:lnTo>
                    <a:pt x="3234019" y="2482295"/>
                  </a:lnTo>
                  <a:lnTo>
                    <a:pt x="3233015" y="2480913"/>
                  </a:lnTo>
                  <a:close/>
                </a:path>
                <a:path w="7526020" h="4351020">
                  <a:moveTo>
                    <a:pt x="3296766" y="2444065"/>
                  </a:moveTo>
                  <a:lnTo>
                    <a:pt x="3273959" y="2457248"/>
                  </a:lnTo>
                  <a:lnTo>
                    <a:pt x="3273959" y="2459215"/>
                  </a:lnTo>
                  <a:lnTo>
                    <a:pt x="3296682" y="2446084"/>
                  </a:lnTo>
                  <a:lnTo>
                    <a:pt x="3296766" y="2444065"/>
                  </a:lnTo>
                  <a:close/>
                </a:path>
              </a:pathLst>
            </a:custGeom>
            <a:solidFill>
              <a:srgbClr val="1919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25512" y="1021968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6309" y="4332656"/>
                  </a:moveTo>
                  <a:lnTo>
                    <a:pt x="35750" y="4330598"/>
                  </a:lnTo>
                  <a:lnTo>
                    <a:pt x="35179" y="4328490"/>
                  </a:lnTo>
                  <a:lnTo>
                    <a:pt x="0" y="4348810"/>
                  </a:lnTo>
                  <a:lnTo>
                    <a:pt x="685" y="4350855"/>
                  </a:lnTo>
                  <a:lnTo>
                    <a:pt x="1358" y="4352861"/>
                  </a:lnTo>
                  <a:lnTo>
                    <a:pt x="36309" y="4332656"/>
                  </a:lnTo>
                  <a:close/>
                </a:path>
                <a:path w="7527290" h="4352925">
                  <a:moveTo>
                    <a:pt x="117081" y="4285983"/>
                  </a:moveTo>
                  <a:lnTo>
                    <a:pt x="115671" y="4284421"/>
                  </a:lnTo>
                  <a:lnTo>
                    <a:pt x="114223" y="4282808"/>
                  </a:lnTo>
                  <a:lnTo>
                    <a:pt x="71399" y="4307548"/>
                  </a:lnTo>
                  <a:lnTo>
                    <a:pt x="72847" y="4309173"/>
                  </a:lnTo>
                  <a:lnTo>
                    <a:pt x="74244" y="4310735"/>
                  </a:lnTo>
                  <a:lnTo>
                    <a:pt x="117081" y="4285983"/>
                  </a:lnTo>
                  <a:close/>
                </a:path>
                <a:path w="7527290" h="4352925">
                  <a:moveTo>
                    <a:pt x="169125" y="4251083"/>
                  </a:moveTo>
                  <a:lnTo>
                    <a:pt x="148831" y="4262806"/>
                  </a:lnTo>
                  <a:lnTo>
                    <a:pt x="148793" y="4265295"/>
                  </a:lnTo>
                  <a:lnTo>
                    <a:pt x="148755" y="4267695"/>
                  </a:lnTo>
                  <a:lnTo>
                    <a:pt x="169062" y="4255948"/>
                  </a:lnTo>
                  <a:lnTo>
                    <a:pt x="169087" y="4253573"/>
                  </a:lnTo>
                  <a:lnTo>
                    <a:pt x="169125" y="4251083"/>
                  </a:lnTo>
                  <a:close/>
                </a:path>
                <a:path w="7527290" h="4352925">
                  <a:moveTo>
                    <a:pt x="256349" y="4205516"/>
                  </a:moveTo>
                  <a:lnTo>
                    <a:pt x="255689" y="4203547"/>
                  </a:lnTo>
                  <a:lnTo>
                    <a:pt x="254990" y="4201464"/>
                  </a:lnTo>
                  <a:lnTo>
                    <a:pt x="210362" y="4227246"/>
                  </a:lnTo>
                  <a:lnTo>
                    <a:pt x="211061" y="4229328"/>
                  </a:lnTo>
                  <a:lnTo>
                    <a:pt x="211721" y="4231297"/>
                  </a:lnTo>
                  <a:lnTo>
                    <a:pt x="256349" y="4205516"/>
                  </a:lnTo>
                  <a:close/>
                </a:path>
                <a:path w="7527290" h="4352925">
                  <a:moveTo>
                    <a:pt x="479450" y="4076611"/>
                  </a:moveTo>
                  <a:lnTo>
                    <a:pt x="478840" y="4074630"/>
                  </a:lnTo>
                  <a:lnTo>
                    <a:pt x="478180" y="4072483"/>
                  </a:lnTo>
                  <a:lnTo>
                    <a:pt x="430301" y="4100157"/>
                  </a:lnTo>
                  <a:lnTo>
                    <a:pt x="430999" y="4102265"/>
                  </a:lnTo>
                  <a:lnTo>
                    <a:pt x="431647" y="4104233"/>
                  </a:lnTo>
                  <a:lnTo>
                    <a:pt x="479450" y="4076611"/>
                  </a:lnTo>
                  <a:close/>
                </a:path>
                <a:path w="7527290" h="4352925">
                  <a:moveTo>
                    <a:pt x="851674" y="3859250"/>
                  </a:moveTo>
                  <a:lnTo>
                    <a:pt x="849350" y="3857993"/>
                  </a:lnTo>
                  <a:lnTo>
                    <a:pt x="723265" y="3930853"/>
                  </a:lnTo>
                  <a:lnTo>
                    <a:pt x="723988" y="3933012"/>
                  </a:lnTo>
                  <a:lnTo>
                    <a:pt x="724636" y="3934942"/>
                  </a:lnTo>
                  <a:lnTo>
                    <a:pt x="772045" y="3907548"/>
                  </a:lnTo>
                  <a:lnTo>
                    <a:pt x="771296" y="3905681"/>
                  </a:lnTo>
                  <a:lnTo>
                    <a:pt x="771131" y="3905250"/>
                  </a:lnTo>
                  <a:lnTo>
                    <a:pt x="801611" y="3886962"/>
                  </a:lnTo>
                  <a:lnTo>
                    <a:pt x="802614" y="3887597"/>
                  </a:lnTo>
                  <a:lnTo>
                    <a:pt x="803694" y="3886962"/>
                  </a:lnTo>
                  <a:lnTo>
                    <a:pt x="851674" y="3859250"/>
                  </a:lnTo>
                  <a:close/>
                </a:path>
                <a:path w="7527290" h="4352925">
                  <a:moveTo>
                    <a:pt x="853719" y="3860368"/>
                  </a:moveTo>
                  <a:lnTo>
                    <a:pt x="851674" y="3859250"/>
                  </a:lnTo>
                  <a:lnTo>
                    <a:pt x="802614" y="3887597"/>
                  </a:lnTo>
                  <a:lnTo>
                    <a:pt x="804519" y="3888790"/>
                  </a:lnTo>
                  <a:lnTo>
                    <a:pt x="853719" y="3860368"/>
                  </a:lnTo>
                  <a:close/>
                </a:path>
                <a:path w="7527290" h="4352925">
                  <a:moveTo>
                    <a:pt x="1032598" y="3757015"/>
                  </a:moveTo>
                  <a:lnTo>
                    <a:pt x="1031875" y="3755161"/>
                  </a:lnTo>
                  <a:lnTo>
                    <a:pt x="1031036" y="3753002"/>
                  </a:lnTo>
                  <a:lnTo>
                    <a:pt x="981265" y="3781768"/>
                  </a:lnTo>
                  <a:lnTo>
                    <a:pt x="982256" y="3783825"/>
                  </a:lnTo>
                  <a:lnTo>
                    <a:pt x="983107" y="3785603"/>
                  </a:lnTo>
                  <a:lnTo>
                    <a:pt x="1032598" y="3757015"/>
                  </a:lnTo>
                  <a:close/>
                </a:path>
                <a:path w="7527290" h="4352925">
                  <a:moveTo>
                    <a:pt x="1355051" y="3570694"/>
                  </a:moveTo>
                  <a:lnTo>
                    <a:pt x="1354429" y="3568814"/>
                  </a:lnTo>
                  <a:lnTo>
                    <a:pt x="1353680" y="3566553"/>
                  </a:lnTo>
                  <a:lnTo>
                    <a:pt x="1306741" y="3593681"/>
                  </a:lnTo>
                  <a:lnTo>
                    <a:pt x="1307490" y="3595928"/>
                  </a:lnTo>
                  <a:lnTo>
                    <a:pt x="1308125" y="3597808"/>
                  </a:lnTo>
                  <a:lnTo>
                    <a:pt x="1355051" y="3570694"/>
                  </a:lnTo>
                  <a:close/>
                </a:path>
                <a:path w="7527290" h="4352925">
                  <a:moveTo>
                    <a:pt x="1698345" y="3372332"/>
                  </a:moveTo>
                  <a:lnTo>
                    <a:pt x="1697736" y="3370503"/>
                  </a:lnTo>
                  <a:lnTo>
                    <a:pt x="1696948" y="3368179"/>
                  </a:lnTo>
                  <a:lnTo>
                    <a:pt x="1650072" y="3395281"/>
                  </a:lnTo>
                  <a:lnTo>
                    <a:pt x="1650847" y="3397580"/>
                  </a:lnTo>
                  <a:lnTo>
                    <a:pt x="1651469" y="3399434"/>
                  </a:lnTo>
                  <a:lnTo>
                    <a:pt x="1698345" y="3372332"/>
                  </a:lnTo>
                  <a:close/>
                </a:path>
                <a:path w="7527290" h="4352925">
                  <a:moveTo>
                    <a:pt x="1766760" y="3327844"/>
                  </a:moveTo>
                  <a:lnTo>
                    <a:pt x="1701850" y="3365347"/>
                  </a:lnTo>
                  <a:lnTo>
                    <a:pt x="1702181" y="3367925"/>
                  </a:lnTo>
                  <a:lnTo>
                    <a:pt x="1702435" y="3369983"/>
                  </a:lnTo>
                  <a:lnTo>
                    <a:pt x="1758543" y="3337560"/>
                  </a:lnTo>
                  <a:lnTo>
                    <a:pt x="1763026" y="3332784"/>
                  </a:lnTo>
                  <a:lnTo>
                    <a:pt x="1763534" y="3332238"/>
                  </a:lnTo>
                  <a:lnTo>
                    <a:pt x="1766760" y="3327844"/>
                  </a:lnTo>
                  <a:close/>
                </a:path>
                <a:path w="7527290" h="4352925">
                  <a:moveTo>
                    <a:pt x="1916798" y="3246120"/>
                  </a:moveTo>
                  <a:lnTo>
                    <a:pt x="1915960" y="3244431"/>
                  </a:lnTo>
                  <a:lnTo>
                    <a:pt x="1914867" y="3242259"/>
                  </a:lnTo>
                  <a:lnTo>
                    <a:pt x="1863813" y="3271761"/>
                  </a:lnTo>
                  <a:lnTo>
                    <a:pt x="1864829" y="3273971"/>
                  </a:lnTo>
                  <a:lnTo>
                    <a:pt x="1865617" y="3275698"/>
                  </a:lnTo>
                  <a:lnTo>
                    <a:pt x="1916798" y="3246120"/>
                  </a:lnTo>
                  <a:close/>
                </a:path>
                <a:path w="7527290" h="4352925">
                  <a:moveTo>
                    <a:pt x="2133803" y="3120733"/>
                  </a:moveTo>
                  <a:lnTo>
                    <a:pt x="2133308" y="3118878"/>
                  </a:lnTo>
                  <a:lnTo>
                    <a:pt x="2132647" y="3116402"/>
                  </a:lnTo>
                  <a:lnTo>
                    <a:pt x="2082520" y="3145371"/>
                  </a:lnTo>
                  <a:lnTo>
                    <a:pt x="2083320" y="3147758"/>
                  </a:lnTo>
                  <a:lnTo>
                    <a:pt x="2083917" y="3149562"/>
                  </a:lnTo>
                  <a:lnTo>
                    <a:pt x="2133803" y="3120733"/>
                  </a:lnTo>
                  <a:close/>
                </a:path>
                <a:path w="7527290" h="4352925">
                  <a:moveTo>
                    <a:pt x="2308250" y="3019945"/>
                  </a:moveTo>
                  <a:lnTo>
                    <a:pt x="2307577" y="3018205"/>
                  </a:lnTo>
                  <a:lnTo>
                    <a:pt x="2306650" y="3015856"/>
                  </a:lnTo>
                  <a:lnTo>
                    <a:pt x="2258606" y="3043618"/>
                  </a:lnTo>
                  <a:lnTo>
                    <a:pt x="2259520" y="3045968"/>
                  </a:lnTo>
                  <a:lnTo>
                    <a:pt x="2260193" y="3047708"/>
                  </a:lnTo>
                  <a:lnTo>
                    <a:pt x="2308250" y="3019945"/>
                  </a:lnTo>
                  <a:close/>
                </a:path>
                <a:path w="7527290" h="4352925">
                  <a:moveTo>
                    <a:pt x="2480513" y="2920403"/>
                  </a:moveTo>
                  <a:lnTo>
                    <a:pt x="2479916" y="2918650"/>
                  </a:lnTo>
                  <a:lnTo>
                    <a:pt x="2479078" y="2916212"/>
                  </a:lnTo>
                  <a:lnTo>
                    <a:pt x="2431592" y="2943656"/>
                  </a:lnTo>
                  <a:lnTo>
                    <a:pt x="2432418" y="2946082"/>
                  </a:lnTo>
                  <a:lnTo>
                    <a:pt x="2433015" y="2947860"/>
                  </a:lnTo>
                  <a:lnTo>
                    <a:pt x="2480513" y="2920403"/>
                  </a:lnTo>
                  <a:close/>
                </a:path>
                <a:path w="7527290" h="4352925">
                  <a:moveTo>
                    <a:pt x="2782684" y="2743746"/>
                  </a:moveTo>
                  <a:lnTo>
                    <a:pt x="2780030" y="2742298"/>
                  </a:lnTo>
                  <a:lnTo>
                    <a:pt x="2654109" y="2815069"/>
                  </a:lnTo>
                  <a:lnTo>
                    <a:pt x="2654935" y="2817545"/>
                  </a:lnTo>
                  <a:lnTo>
                    <a:pt x="2655519" y="2819298"/>
                  </a:lnTo>
                  <a:lnTo>
                    <a:pt x="2702725" y="2792018"/>
                  </a:lnTo>
                  <a:lnTo>
                    <a:pt x="2702191" y="2790240"/>
                  </a:lnTo>
                  <a:lnTo>
                    <a:pt x="2702039" y="2789682"/>
                  </a:lnTo>
                  <a:lnTo>
                    <a:pt x="2732519" y="2771394"/>
                  </a:lnTo>
                  <a:lnTo>
                    <a:pt x="2733611" y="2772092"/>
                  </a:lnTo>
                  <a:lnTo>
                    <a:pt x="2734805" y="2771394"/>
                  </a:lnTo>
                  <a:lnTo>
                    <a:pt x="2782684" y="2743746"/>
                  </a:lnTo>
                  <a:close/>
                </a:path>
                <a:path w="7527290" h="4352925">
                  <a:moveTo>
                    <a:pt x="2784538" y="2744749"/>
                  </a:moveTo>
                  <a:lnTo>
                    <a:pt x="2782684" y="2743746"/>
                  </a:lnTo>
                  <a:lnTo>
                    <a:pt x="2733611" y="2772092"/>
                  </a:lnTo>
                  <a:lnTo>
                    <a:pt x="2735338" y="2773172"/>
                  </a:lnTo>
                  <a:lnTo>
                    <a:pt x="2784538" y="2744749"/>
                  </a:lnTo>
                  <a:close/>
                </a:path>
                <a:path w="7527290" h="4352925">
                  <a:moveTo>
                    <a:pt x="3236036" y="2483878"/>
                  </a:moveTo>
                  <a:lnTo>
                    <a:pt x="3235109" y="2482380"/>
                  </a:lnTo>
                  <a:lnTo>
                    <a:pt x="3234664" y="2481669"/>
                  </a:lnTo>
                  <a:lnTo>
                    <a:pt x="3233597" y="2480195"/>
                  </a:lnTo>
                  <a:lnTo>
                    <a:pt x="3184918" y="2508326"/>
                  </a:lnTo>
                  <a:lnTo>
                    <a:pt x="3186404" y="2510523"/>
                  </a:lnTo>
                  <a:lnTo>
                    <a:pt x="3187395" y="2511971"/>
                  </a:lnTo>
                  <a:lnTo>
                    <a:pt x="3236036" y="2483878"/>
                  </a:lnTo>
                  <a:close/>
                </a:path>
                <a:path w="7527290" h="4352925">
                  <a:moveTo>
                    <a:pt x="3296259" y="2443988"/>
                  </a:moveTo>
                  <a:lnTo>
                    <a:pt x="3273539" y="2457119"/>
                  </a:lnTo>
                  <a:lnTo>
                    <a:pt x="3273539" y="2460193"/>
                  </a:lnTo>
                  <a:lnTo>
                    <a:pt x="3273539" y="2462199"/>
                  </a:lnTo>
                  <a:lnTo>
                    <a:pt x="3296043" y="2449207"/>
                  </a:lnTo>
                  <a:lnTo>
                    <a:pt x="3296120" y="2447137"/>
                  </a:lnTo>
                  <a:lnTo>
                    <a:pt x="3296259" y="2443988"/>
                  </a:lnTo>
                  <a:close/>
                </a:path>
                <a:path w="7527290" h="4352925">
                  <a:moveTo>
                    <a:pt x="3446056" y="2362517"/>
                  </a:moveTo>
                  <a:lnTo>
                    <a:pt x="3445306" y="2360955"/>
                  </a:lnTo>
                  <a:lnTo>
                    <a:pt x="3444151" y="2358517"/>
                  </a:lnTo>
                  <a:lnTo>
                    <a:pt x="3392551" y="2388336"/>
                  </a:lnTo>
                  <a:lnTo>
                    <a:pt x="3393681" y="2390775"/>
                  </a:lnTo>
                  <a:lnTo>
                    <a:pt x="3394405" y="2392362"/>
                  </a:lnTo>
                  <a:lnTo>
                    <a:pt x="3446056" y="2362517"/>
                  </a:lnTo>
                  <a:close/>
                </a:path>
                <a:path w="7527290" h="4352925">
                  <a:moveTo>
                    <a:pt x="3662400" y="2237524"/>
                  </a:moveTo>
                  <a:lnTo>
                    <a:pt x="3661943" y="2235809"/>
                  </a:lnTo>
                  <a:lnTo>
                    <a:pt x="3661219" y="2233079"/>
                  </a:lnTo>
                  <a:lnTo>
                    <a:pt x="3612540" y="2261209"/>
                  </a:lnTo>
                  <a:lnTo>
                    <a:pt x="3613416" y="2263838"/>
                  </a:lnTo>
                  <a:lnTo>
                    <a:pt x="3613975" y="2265502"/>
                  </a:lnTo>
                  <a:lnTo>
                    <a:pt x="3662400" y="2237524"/>
                  </a:lnTo>
                  <a:close/>
                </a:path>
                <a:path w="7527290" h="4352925">
                  <a:moveTo>
                    <a:pt x="3878008" y="2112949"/>
                  </a:moveTo>
                  <a:lnTo>
                    <a:pt x="3877449" y="2111311"/>
                  </a:lnTo>
                  <a:lnTo>
                    <a:pt x="3876548" y="2108644"/>
                  </a:lnTo>
                  <a:lnTo>
                    <a:pt x="3828872" y="2136190"/>
                  </a:lnTo>
                  <a:lnTo>
                    <a:pt x="3829761" y="2138857"/>
                  </a:lnTo>
                  <a:lnTo>
                    <a:pt x="3830307" y="2140496"/>
                  </a:lnTo>
                  <a:lnTo>
                    <a:pt x="3878008" y="2112949"/>
                  </a:lnTo>
                  <a:close/>
                </a:path>
                <a:path w="7527290" h="4352925">
                  <a:moveTo>
                    <a:pt x="4209148" y="1921611"/>
                  </a:moveTo>
                  <a:lnTo>
                    <a:pt x="4207446" y="1920684"/>
                  </a:lnTo>
                  <a:lnTo>
                    <a:pt x="4204538" y="1919109"/>
                  </a:lnTo>
                  <a:lnTo>
                    <a:pt x="4078909" y="1991702"/>
                  </a:lnTo>
                  <a:lnTo>
                    <a:pt x="4079811" y="1994408"/>
                  </a:lnTo>
                  <a:lnTo>
                    <a:pt x="4080357" y="1996033"/>
                  </a:lnTo>
                  <a:lnTo>
                    <a:pt x="4127576" y="1968741"/>
                  </a:lnTo>
                  <a:lnTo>
                    <a:pt x="4127081" y="1967103"/>
                  </a:lnTo>
                  <a:lnTo>
                    <a:pt x="4126979" y="1966722"/>
                  </a:lnTo>
                  <a:lnTo>
                    <a:pt x="4157459" y="1948434"/>
                  </a:lnTo>
                  <a:lnTo>
                    <a:pt x="4158386" y="1949018"/>
                  </a:lnTo>
                  <a:lnTo>
                    <a:pt x="4159986" y="1950021"/>
                  </a:lnTo>
                  <a:lnTo>
                    <a:pt x="4209148" y="1921611"/>
                  </a:lnTo>
                  <a:close/>
                </a:path>
                <a:path w="7527290" h="4352925">
                  <a:moveTo>
                    <a:pt x="4476496" y="1767141"/>
                  </a:moveTo>
                  <a:lnTo>
                    <a:pt x="4475861" y="1765617"/>
                  </a:lnTo>
                  <a:lnTo>
                    <a:pt x="4474756" y="1762950"/>
                  </a:lnTo>
                  <a:lnTo>
                    <a:pt x="4427499" y="1790268"/>
                  </a:lnTo>
                  <a:lnTo>
                    <a:pt x="4428439" y="1793024"/>
                  </a:lnTo>
                  <a:lnTo>
                    <a:pt x="4428972" y="1794598"/>
                  </a:lnTo>
                  <a:lnTo>
                    <a:pt x="4476496" y="1767141"/>
                  </a:lnTo>
                  <a:close/>
                </a:path>
                <a:path w="7527290" h="4352925">
                  <a:moveTo>
                    <a:pt x="4938814" y="1500009"/>
                  </a:moveTo>
                  <a:lnTo>
                    <a:pt x="4938776" y="1498206"/>
                  </a:lnTo>
                  <a:lnTo>
                    <a:pt x="4938725" y="1494840"/>
                  </a:lnTo>
                  <a:lnTo>
                    <a:pt x="4922380" y="1504276"/>
                  </a:lnTo>
                  <a:lnTo>
                    <a:pt x="4922444" y="1507642"/>
                  </a:lnTo>
                  <a:lnTo>
                    <a:pt x="4922469" y="1509458"/>
                  </a:lnTo>
                  <a:lnTo>
                    <a:pt x="4938814" y="1500009"/>
                  </a:lnTo>
                  <a:close/>
                </a:path>
                <a:path w="7527290" h="4352925">
                  <a:moveTo>
                    <a:pt x="5059388" y="1430350"/>
                  </a:moveTo>
                  <a:lnTo>
                    <a:pt x="5058486" y="1429054"/>
                  </a:lnTo>
                  <a:lnTo>
                    <a:pt x="5056797" y="1426603"/>
                  </a:lnTo>
                  <a:lnTo>
                    <a:pt x="5009553" y="1453908"/>
                  </a:lnTo>
                  <a:lnTo>
                    <a:pt x="5011255" y="1456334"/>
                  </a:lnTo>
                  <a:lnTo>
                    <a:pt x="5012156" y="1457629"/>
                  </a:lnTo>
                  <a:lnTo>
                    <a:pt x="5059388" y="1430350"/>
                  </a:lnTo>
                  <a:close/>
                </a:path>
                <a:path w="7527290" h="4352925">
                  <a:moveTo>
                    <a:pt x="5318163" y="1280833"/>
                  </a:moveTo>
                  <a:lnTo>
                    <a:pt x="5317642" y="1279334"/>
                  </a:lnTo>
                  <a:lnTo>
                    <a:pt x="5316664" y="1276438"/>
                  </a:lnTo>
                  <a:lnTo>
                    <a:pt x="5269014" y="1303972"/>
                  </a:lnTo>
                  <a:lnTo>
                    <a:pt x="5269979" y="1306868"/>
                  </a:lnTo>
                  <a:lnTo>
                    <a:pt x="5270487" y="1308379"/>
                  </a:lnTo>
                  <a:lnTo>
                    <a:pt x="5318163" y="1280833"/>
                  </a:lnTo>
                  <a:close/>
                </a:path>
                <a:path w="7527290" h="4352925">
                  <a:moveTo>
                    <a:pt x="5601855" y="1116914"/>
                  </a:moveTo>
                  <a:lnTo>
                    <a:pt x="5601347" y="1115453"/>
                  </a:lnTo>
                  <a:lnTo>
                    <a:pt x="5600344" y="1112494"/>
                  </a:lnTo>
                  <a:lnTo>
                    <a:pt x="5552275" y="1140282"/>
                  </a:lnTo>
                  <a:lnTo>
                    <a:pt x="5553253" y="1143228"/>
                  </a:lnTo>
                  <a:lnTo>
                    <a:pt x="5553748" y="1144701"/>
                  </a:lnTo>
                  <a:lnTo>
                    <a:pt x="5601855" y="1116914"/>
                  </a:lnTo>
                  <a:close/>
                </a:path>
                <a:path w="7527290" h="4352925">
                  <a:moveTo>
                    <a:pt x="5851233" y="972820"/>
                  </a:moveTo>
                  <a:lnTo>
                    <a:pt x="5850699" y="971410"/>
                  </a:lnTo>
                  <a:lnTo>
                    <a:pt x="5849582" y="968476"/>
                  </a:lnTo>
                  <a:lnTo>
                    <a:pt x="5802427" y="995718"/>
                  </a:lnTo>
                  <a:lnTo>
                    <a:pt x="5803417" y="998715"/>
                  </a:lnTo>
                  <a:lnTo>
                    <a:pt x="5803900" y="1000175"/>
                  </a:lnTo>
                  <a:lnTo>
                    <a:pt x="5851233" y="972820"/>
                  </a:lnTo>
                  <a:close/>
                </a:path>
                <a:path w="7527290" h="4352925">
                  <a:moveTo>
                    <a:pt x="6163221" y="792556"/>
                  </a:moveTo>
                  <a:lnTo>
                    <a:pt x="6162802" y="791108"/>
                  </a:lnTo>
                  <a:lnTo>
                    <a:pt x="6161875" y="788009"/>
                  </a:lnTo>
                  <a:lnTo>
                    <a:pt x="6126124" y="808659"/>
                  </a:lnTo>
                  <a:lnTo>
                    <a:pt x="6127166" y="811695"/>
                  </a:lnTo>
                  <a:lnTo>
                    <a:pt x="6127648" y="813117"/>
                  </a:lnTo>
                  <a:lnTo>
                    <a:pt x="6163221" y="792556"/>
                  </a:lnTo>
                  <a:close/>
                </a:path>
                <a:path w="7527290" h="4352925">
                  <a:moveTo>
                    <a:pt x="6272923" y="729170"/>
                  </a:moveTo>
                  <a:lnTo>
                    <a:pt x="6271552" y="728281"/>
                  </a:lnTo>
                  <a:lnTo>
                    <a:pt x="6268567" y="726351"/>
                  </a:lnTo>
                  <a:lnTo>
                    <a:pt x="6215646" y="756932"/>
                  </a:lnTo>
                  <a:lnTo>
                    <a:pt x="6218796" y="758761"/>
                  </a:lnTo>
                  <a:lnTo>
                    <a:pt x="6220244" y="759612"/>
                  </a:lnTo>
                  <a:lnTo>
                    <a:pt x="6272923" y="729170"/>
                  </a:lnTo>
                  <a:close/>
                </a:path>
                <a:path w="7527290" h="4352925">
                  <a:moveTo>
                    <a:pt x="6346050" y="686917"/>
                  </a:moveTo>
                  <a:lnTo>
                    <a:pt x="6345580" y="685520"/>
                  </a:lnTo>
                  <a:lnTo>
                    <a:pt x="6344539" y="682447"/>
                  </a:lnTo>
                  <a:lnTo>
                    <a:pt x="6309842" y="702500"/>
                  </a:lnTo>
                  <a:lnTo>
                    <a:pt x="6310909" y="705548"/>
                  </a:lnTo>
                  <a:lnTo>
                    <a:pt x="6311404" y="706945"/>
                  </a:lnTo>
                  <a:lnTo>
                    <a:pt x="6346050" y="686917"/>
                  </a:lnTo>
                  <a:close/>
                </a:path>
                <a:path w="7527290" h="4352925">
                  <a:moveTo>
                    <a:pt x="6586258" y="548132"/>
                  </a:moveTo>
                  <a:lnTo>
                    <a:pt x="6585801" y="546747"/>
                  </a:lnTo>
                  <a:lnTo>
                    <a:pt x="6584747" y="543636"/>
                  </a:lnTo>
                  <a:lnTo>
                    <a:pt x="6538354" y="570445"/>
                  </a:lnTo>
                  <a:lnTo>
                    <a:pt x="6539382" y="573557"/>
                  </a:lnTo>
                  <a:lnTo>
                    <a:pt x="6539852" y="574941"/>
                  </a:lnTo>
                  <a:lnTo>
                    <a:pt x="6586258" y="548132"/>
                  </a:lnTo>
                  <a:close/>
                </a:path>
                <a:path w="7527290" h="4352925">
                  <a:moveTo>
                    <a:pt x="6800469" y="424357"/>
                  </a:moveTo>
                  <a:lnTo>
                    <a:pt x="6799999" y="423011"/>
                  </a:lnTo>
                  <a:lnTo>
                    <a:pt x="6798919" y="419862"/>
                  </a:lnTo>
                  <a:lnTo>
                    <a:pt x="6750812" y="447675"/>
                  </a:lnTo>
                  <a:lnTo>
                    <a:pt x="6751879" y="450811"/>
                  </a:lnTo>
                  <a:lnTo>
                    <a:pt x="6752336" y="452170"/>
                  </a:lnTo>
                  <a:lnTo>
                    <a:pt x="6800469" y="424357"/>
                  </a:lnTo>
                  <a:close/>
                </a:path>
                <a:path w="7527290" h="4352925">
                  <a:moveTo>
                    <a:pt x="6927951" y="350697"/>
                  </a:moveTo>
                  <a:lnTo>
                    <a:pt x="6927329" y="349453"/>
                  </a:lnTo>
                  <a:lnTo>
                    <a:pt x="6925881" y="346506"/>
                  </a:lnTo>
                  <a:lnTo>
                    <a:pt x="6875196" y="375793"/>
                  </a:lnTo>
                  <a:lnTo>
                    <a:pt x="6876567" y="378777"/>
                  </a:lnTo>
                  <a:lnTo>
                    <a:pt x="6877151" y="380047"/>
                  </a:lnTo>
                  <a:lnTo>
                    <a:pt x="6927951" y="350697"/>
                  </a:lnTo>
                  <a:close/>
                </a:path>
                <a:path w="7527290" h="4352925">
                  <a:moveTo>
                    <a:pt x="7144880" y="225361"/>
                  </a:moveTo>
                  <a:lnTo>
                    <a:pt x="7144512" y="223989"/>
                  </a:lnTo>
                  <a:lnTo>
                    <a:pt x="7143623" y="220675"/>
                  </a:lnTo>
                  <a:lnTo>
                    <a:pt x="7095007" y="248767"/>
                  </a:lnTo>
                  <a:lnTo>
                    <a:pt x="7096087" y="251968"/>
                  </a:lnTo>
                  <a:lnTo>
                    <a:pt x="7096544" y="253288"/>
                  </a:lnTo>
                  <a:lnTo>
                    <a:pt x="7144880" y="225361"/>
                  </a:lnTo>
                  <a:close/>
                </a:path>
                <a:path w="7527290" h="4352925">
                  <a:moveTo>
                    <a:pt x="7344410" y="110070"/>
                  </a:moveTo>
                  <a:lnTo>
                    <a:pt x="7344016" y="108750"/>
                  </a:lnTo>
                  <a:lnTo>
                    <a:pt x="7343038" y="105435"/>
                  </a:lnTo>
                  <a:lnTo>
                    <a:pt x="7307288" y="126098"/>
                  </a:lnTo>
                  <a:lnTo>
                    <a:pt x="7308393" y="129324"/>
                  </a:lnTo>
                  <a:lnTo>
                    <a:pt x="7308837" y="130619"/>
                  </a:lnTo>
                  <a:lnTo>
                    <a:pt x="7344410" y="110070"/>
                  </a:lnTo>
                  <a:close/>
                </a:path>
                <a:path w="7527290" h="4352925">
                  <a:moveTo>
                    <a:pt x="7453300" y="47155"/>
                  </a:moveTo>
                  <a:lnTo>
                    <a:pt x="7452004" y="46355"/>
                  </a:lnTo>
                  <a:lnTo>
                    <a:pt x="7448728" y="44361"/>
                  </a:lnTo>
                  <a:lnTo>
                    <a:pt x="7396937" y="74295"/>
                  </a:lnTo>
                  <a:lnTo>
                    <a:pt x="7400277" y="76238"/>
                  </a:lnTo>
                  <a:lnTo>
                    <a:pt x="7401623" y="77012"/>
                  </a:lnTo>
                  <a:lnTo>
                    <a:pt x="7453300" y="47155"/>
                  </a:lnTo>
                  <a:close/>
                </a:path>
                <a:path w="7527290" h="4352925">
                  <a:moveTo>
                    <a:pt x="7527023" y="4559"/>
                  </a:moveTo>
                  <a:lnTo>
                    <a:pt x="7526591" y="3276"/>
                  </a:lnTo>
                  <a:lnTo>
                    <a:pt x="7525486" y="0"/>
                  </a:lnTo>
                  <a:lnTo>
                    <a:pt x="7491006" y="19926"/>
                  </a:lnTo>
                  <a:lnTo>
                    <a:pt x="7492136" y="23177"/>
                  </a:lnTo>
                  <a:lnTo>
                    <a:pt x="7492593" y="24460"/>
                  </a:lnTo>
                  <a:lnTo>
                    <a:pt x="7527023" y="4559"/>
                  </a:lnTo>
                  <a:close/>
                </a:path>
              </a:pathLst>
            </a:custGeom>
            <a:solidFill>
              <a:srgbClr val="191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26871" y="1026524"/>
              <a:ext cx="7526655" cy="4351655"/>
            </a:xfrm>
            <a:custGeom>
              <a:avLst/>
              <a:gdLst/>
              <a:ahLst/>
              <a:cxnLst/>
              <a:rect l="l" t="t" r="r" b="b"/>
              <a:pathLst>
                <a:path w="7526655" h="4351655">
                  <a:moveTo>
                    <a:pt x="4937459" y="1495453"/>
                  </a:moveTo>
                  <a:lnTo>
                    <a:pt x="4921120" y="1504893"/>
                  </a:lnTo>
                  <a:lnTo>
                    <a:pt x="4921048" y="1507872"/>
                  </a:lnTo>
                  <a:lnTo>
                    <a:pt x="4937509" y="1498358"/>
                  </a:lnTo>
                  <a:lnTo>
                    <a:pt x="4937459" y="1495453"/>
                  </a:lnTo>
                  <a:close/>
                </a:path>
                <a:path w="7526655" h="4351655">
                  <a:moveTo>
                    <a:pt x="5058037" y="1425783"/>
                  </a:moveTo>
                  <a:lnTo>
                    <a:pt x="5010809" y="1453071"/>
                  </a:lnTo>
                  <a:lnTo>
                    <a:pt x="5012268" y="1455148"/>
                  </a:lnTo>
                  <a:lnTo>
                    <a:pt x="5059480" y="1427859"/>
                  </a:lnTo>
                  <a:lnTo>
                    <a:pt x="5058037" y="1425783"/>
                  </a:lnTo>
                  <a:close/>
                </a:path>
                <a:path w="7526655" h="4351655">
                  <a:moveTo>
                    <a:pt x="6926598" y="346138"/>
                  </a:moveTo>
                  <a:lnTo>
                    <a:pt x="6875799" y="375489"/>
                  </a:lnTo>
                  <a:lnTo>
                    <a:pt x="6876727" y="377508"/>
                  </a:lnTo>
                  <a:lnTo>
                    <a:pt x="6927575" y="348118"/>
                  </a:lnTo>
                  <a:lnTo>
                    <a:pt x="6926598" y="346138"/>
                  </a:lnTo>
                  <a:close/>
                </a:path>
                <a:path w="7526655" h="4351655">
                  <a:moveTo>
                    <a:pt x="7143527" y="220798"/>
                  </a:moveTo>
                  <a:lnTo>
                    <a:pt x="7095186" y="248728"/>
                  </a:lnTo>
                  <a:lnTo>
                    <a:pt x="7095898" y="250829"/>
                  </a:lnTo>
                  <a:lnTo>
                    <a:pt x="7144107" y="222965"/>
                  </a:lnTo>
                  <a:lnTo>
                    <a:pt x="7143527" y="220798"/>
                  </a:lnTo>
                  <a:close/>
                </a:path>
                <a:path w="7526655" h="4351655">
                  <a:moveTo>
                    <a:pt x="3444706" y="2357958"/>
                  </a:moveTo>
                  <a:lnTo>
                    <a:pt x="3393056" y="2387802"/>
                  </a:lnTo>
                  <a:lnTo>
                    <a:pt x="3394231" y="2390358"/>
                  </a:lnTo>
                  <a:lnTo>
                    <a:pt x="3445914" y="2360485"/>
                  </a:lnTo>
                  <a:lnTo>
                    <a:pt x="3444706" y="2357958"/>
                  </a:lnTo>
                  <a:close/>
                </a:path>
                <a:path w="7526655" h="4351655">
                  <a:moveTo>
                    <a:pt x="3661045" y="2232958"/>
                  </a:moveTo>
                  <a:lnTo>
                    <a:pt x="3612616" y="2260940"/>
                  </a:lnTo>
                  <a:lnTo>
                    <a:pt x="3613511" y="2263616"/>
                  </a:lnTo>
                  <a:lnTo>
                    <a:pt x="3661779" y="2235718"/>
                  </a:lnTo>
                  <a:lnTo>
                    <a:pt x="3661045" y="2232958"/>
                  </a:lnTo>
                  <a:close/>
                </a:path>
                <a:path w="7526655" h="4351655">
                  <a:moveTo>
                    <a:pt x="1915445" y="3241558"/>
                  </a:moveTo>
                  <a:lnTo>
                    <a:pt x="1864265" y="3271129"/>
                  </a:lnTo>
                  <a:lnTo>
                    <a:pt x="1865545" y="3273924"/>
                  </a:lnTo>
                  <a:lnTo>
                    <a:pt x="1916811" y="3244292"/>
                  </a:lnTo>
                  <a:lnTo>
                    <a:pt x="1915445" y="3241558"/>
                  </a:lnTo>
                  <a:close/>
                </a:path>
                <a:path w="7526655" h="4351655">
                  <a:moveTo>
                    <a:pt x="2132447" y="3116175"/>
                  </a:moveTo>
                  <a:lnTo>
                    <a:pt x="2082566" y="3144996"/>
                  </a:lnTo>
                  <a:lnTo>
                    <a:pt x="2083544" y="3147922"/>
                  </a:lnTo>
                  <a:lnTo>
                    <a:pt x="2133248" y="3119194"/>
                  </a:lnTo>
                  <a:lnTo>
                    <a:pt x="2132447" y="3116175"/>
                  </a:lnTo>
                  <a:close/>
                </a:path>
                <a:path w="7526655" h="4351655">
                  <a:moveTo>
                    <a:pt x="6799116" y="419796"/>
                  </a:moveTo>
                  <a:lnTo>
                    <a:pt x="6750977" y="447611"/>
                  </a:lnTo>
                  <a:lnTo>
                    <a:pt x="6751704" y="449770"/>
                  </a:lnTo>
                  <a:lnTo>
                    <a:pt x="6799853" y="421940"/>
                  </a:lnTo>
                  <a:lnTo>
                    <a:pt x="6799116" y="419796"/>
                  </a:lnTo>
                  <a:close/>
                </a:path>
                <a:path w="7526655" h="4351655">
                  <a:moveTo>
                    <a:pt x="5849883" y="968259"/>
                  </a:moveTo>
                  <a:lnTo>
                    <a:pt x="5802544" y="995611"/>
                  </a:lnTo>
                  <a:lnTo>
                    <a:pt x="5803312" y="997932"/>
                  </a:lnTo>
                  <a:lnTo>
                    <a:pt x="5850746" y="970515"/>
                  </a:lnTo>
                  <a:lnTo>
                    <a:pt x="5849883" y="968259"/>
                  </a:lnTo>
                  <a:close/>
                </a:path>
                <a:path w="7526655" h="4351655">
                  <a:moveTo>
                    <a:pt x="4475146" y="1762575"/>
                  </a:moveTo>
                  <a:lnTo>
                    <a:pt x="4427622" y="1790034"/>
                  </a:lnTo>
                  <a:lnTo>
                    <a:pt x="4428487" y="1792567"/>
                  </a:lnTo>
                  <a:lnTo>
                    <a:pt x="4476161" y="1765012"/>
                  </a:lnTo>
                  <a:lnTo>
                    <a:pt x="4475146" y="1762575"/>
                  </a:lnTo>
                  <a:close/>
                </a:path>
                <a:path w="7526655" h="4351655">
                  <a:moveTo>
                    <a:pt x="4207796" y="1917049"/>
                  </a:moveTo>
                  <a:lnTo>
                    <a:pt x="4158628" y="1945458"/>
                  </a:lnTo>
                  <a:lnTo>
                    <a:pt x="4161193" y="1947061"/>
                  </a:lnTo>
                  <a:lnTo>
                    <a:pt x="4210538" y="1918540"/>
                  </a:lnTo>
                  <a:lnTo>
                    <a:pt x="4207796" y="1917049"/>
                  </a:lnTo>
                  <a:close/>
                </a:path>
                <a:path w="7526655" h="4351655">
                  <a:moveTo>
                    <a:pt x="4126224" y="1964180"/>
                  </a:moveTo>
                  <a:lnTo>
                    <a:pt x="4078999" y="1991467"/>
                  </a:lnTo>
                  <a:lnTo>
                    <a:pt x="4079866" y="1994067"/>
                  </a:lnTo>
                  <a:lnTo>
                    <a:pt x="4127015" y="1966816"/>
                  </a:lnTo>
                  <a:lnTo>
                    <a:pt x="4126224" y="1964180"/>
                  </a:lnTo>
                  <a:close/>
                </a:path>
                <a:path w="7526655" h="4351655">
                  <a:moveTo>
                    <a:pt x="2783180" y="2740185"/>
                  </a:moveTo>
                  <a:lnTo>
                    <a:pt x="2733990" y="2768606"/>
                  </a:lnTo>
                  <a:lnTo>
                    <a:pt x="2736787" y="2770354"/>
                  </a:lnTo>
                  <a:lnTo>
                    <a:pt x="2786170" y="2741811"/>
                  </a:lnTo>
                  <a:lnTo>
                    <a:pt x="2783180" y="2740185"/>
                  </a:lnTo>
                  <a:close/>
                </a:path>
                <a:path w="7526655" h="4351655">
                  <a:moveTo>
                    <a:pt x="2701377" y="2787450"/>
                  </a:moveTo>
                  <a:lnTo>
                    <a:pt x="2654160" y="2814732"/>
                  </a:lnTo>
                  <a:lnTo>
                    <a:pt x="2655105" y="2817566"/>
                  </a:lnTo>
                  <a:lnTo>
                    <a:pt x="2702239" y="2790323"/>
                  </a:lnTo>
                  <a:lnTo>
                    <a:pt x="2701377" y="2787450"/>
                  </a:lnTo>
                  <a:close/>
                </a:path>
                <a:path w="7526655" h="4351655">
                  <a:moveTo>
                    <a:pt x="1757186" y="3332999"/>
                  </a:moveTo>
                  <a:lnTo>
                    <a:pt x="1701082" y="3365416"/>
                  </a:lnTo>
                  <a:lnTo>
                    <a:pt x="1701498" y="3368742"/>
                  </a:lnTo>
                  <a:lnTo>
                    <a:pt x="1749895" y="3340769"/>
                  </a:lnTo>
                  <a:lnTo>
                    <a:pt x="1757186" y="3332999"/>
                  </a:lnTo>
                  <a:close/>
                </a:path>
                <a:path w="7526655" h="4351655">
                  <a:moveTo>
                    <a:pt x="1696997" y="3367776"/>
                  </a:moveTo>
                  <a:lnTo>
                    <a:pt x="1650113" y="3394866"/>
                  </a:lnTo>
                  <a:lnTo>
                    <a:pt x="1651119" y="3397860"/>
                  </a:lnTo>
                  <a:lnTo>
                    <a:pt x="1698002" y="3370762"/>
                  </a:lnTo>
                  <a:lnTo>
                    <a:pt x="1696997" y="3367776"/>
                  </a:lnTo>
                  <a:close/>
                </a:path>
                <a:path w="7526655" h="4351655">
                  <a:moveTo>
                    <a:pt x="1353702" y="3566130"/>
                  </a:moveTo>
                  <a:lnTo>
                    <a:pt x="1306770" y="3593247"/>
                  </a:lnTo>
                  <a:lnTo>
                    <a:pt x="1307796" y="3596297"/>
                  </a:lnTo>
                  <a:lnTo>
                    <a:pt x="1354718" y="3569177"/>
                  </a:lnTo>
                  <a:lnTo>
                    <a:pt x="1353702" y="3566130"/>
                  </a:lnTo>
                  <a:close/>
                </a:path>
                <a:path w="7526655" h="4351655">
                  <a:moveTo>
                    <a:pt x="852362" y="3855802"/>
                  </a:moveTo>
                  <a:lnTo>
                    <a:pt x="803166" y="3884227"/>
                  </a:lnTo>
                  <a:lnTo>
                    <a:pt x="806277" y="3886171"/>
                  </a:lnTo>
                  <a:lnTo>
                    <a:pt x="855689" y="3857611"/>
                  </a:lnTo>
                  <a:lnTo>
                    <a:pt x="852362" y="3855802"/>
                  </a:lnTo>
                  <a:close/>
                </a:path>
                <a:path w="7526655" h="4351655">
                  <a:moveTo>
                    <a:pt x="770691" y="3902991"/>
                  </a:moveTo>
                  <a:lnTo>
                    <a:pt x="723281" y="3930385"/>
                  </a:lnTo>
                  <a:lnTo>
                    <a:pt x="724331" y="3933535"/>
                  </a:lnTo>
                  <a:lnTo>
                    <a:pt x="771909" y="3906036"/>
                  </a:lnTo>
                  <a:lnTo>
                    <a:pt x="770691" y="3902991"/>
                  </a:lnTo>
                  <a:close/>
                </a:path>
                <a:path w="7526655" h="4351655">
                  <a:moveTo>
                    <a:pt x="478098" y="4072050"/>
                  </a:moveTo>
                  <a:lnTo>
                    <a:pt x="430300" y="4099667"/>
                  </a:lnTo>
                  <a:lnTo>
                    <a:pt x="431359" y="4102870"/>
                  </a:lnTo>
                  <a:lnTo>
                    <a:pt x="479098" y="4075277"/>
                  </a:lnTo>
                  <a:lnTo>
                    <a:pt x="478098" y="4072050"/>
                  </a:lnTo>
                  <a:close/>
                </a:path>
                <a:path w="7526655" h="4351655">
                  <a:moveTo>
                    <a:pt x="2479165" y="2915843"/>
                  </a:moveTo>
                  <a:lnTo>
                    <a:pt x="2431658" y="2943293"/>
                  </a:lnTo>
                  <a:lnTo>
                    <a:pt x="2432626" y="2946157"/>
                  </a:lnTo>
                  <a:lnTo>
                    <a:pt x="2480143" y="2918692"/>
                  </a:lnTo>
                  <a:lnTo>
                    <a:pt x="2479165" y="2915843"/>
                  </a:lnTo>
                  <a:close/>
                </a:path>
                <a:path w="7526655" h="4351655">
                  <a:moveTo>
                    <a:pt x="2306894" y="3015381"/>
                  </a:moveTo>
                  <a:lnTo>
                    <a:pt x="2258837" y="3043148"/>
                  </a:lnTo>
                  <a:lnTo>
                    <a:pt x="2259928" y="3045974"/>
                  </a:lnTo>
                  <a:lnTo>
                    <a:pt x="2307988" y="3018196"/>
                  </a:lnTo>
                  <a:lnTo>
                    <a:pt x="2306894" y="3015381"/>
                  </a:lnTo>
                  <a:close/>
                </a:path>
                <a:path w="7526655" h="4351655">
                  <a:moveTo>
                    <a:pt x="254995" y="4200957"/>
                  </a:moveTo>
                  <a:lnTo>
                    <a:pt x="210374" y="4226739"/>
                  </a:lnTo>
                  <a:lnTo>
                    <a:pt x="211463" y="4229968"/>
                  </a:lnTo>
                  <a:lnTo>
                    <a:pt x="256079" y="4204180"/>
                  </a:lnTo>
                  <a:lnTo>
                    <a:pt x="254995" y="4200957"/>
                  </a:lnTo>
                  <a:close/>
                </a:path>
                <a:path w="7526655" h="4351655">
                  <a:moveTo>
                    <a:pt x="167714" y="4251388"/>
                  </a:moveTo>
                  <a:lnTo>
                    <a:pt x="147396" y="4263128"/>
                  </a:lnTo>
                  <a:lnTo>
                    <a:pt x="147329" y="4267037"/>
                  </a:lnTo>
                  <a:lnTo>
                    <a:pt x="167672" y="4255279"/>
                  </a:lnTo>
                  <a:lnTo>
                    <a:pt x="167714" y="4251388"/>
                  </a:lnTo>
                  <a:close/>
                </a:path>
                <a:path w="7526655" h="4351655">
                  <a:moveTo>
                    <a:pt x="115727" y="4281426"/>
                  </a:moveTo>
                  <a:lnTo>
                    <a:pt x="72889" y="4306178"/>
                  </a:lnTo>
                  <a:lnTo>
                    <a:pt x="75173" y="4308742"/>
                  </a:lnTo>
                  <a:lnTo>
                    <a:pt x="117943" y="4284022"/>
                  </a:lnTo>
                  <a:lnTo>
                    <a:pt x="116451" y="4282230"/>
                  </a:lnTo>
                  <a:lnTo>
                    <a:pt x="115727" y="4281426"/>
                  </a:lnTo>
                  <a:close/>
                </a:path>
                <a:path w="7526655" h="4351655">
                  <a:moveTo>
                    <a:pt x="34954" y="4328096"/>
                  </a:moveTo>
                  <a:lnTo>
                    <a:pt x="0" y="4348293"/>
                  </a:lnTo>
                  <a:lnTo>
                    <a:pt x="1089" y="4351562"/>
                  </a:lnTo>
                  <a:lnTo>
                    <a:pt x="35868" y="4331460"/>
                  </a:lnTo>
                  <a:lnTo>
                    <a:pt x="34954" y="4328096"/>
                  </a:lnTo>
                  <a:close/>
                </a:path>
                <a:path w="7526655" h="4351655">
                  <a:moveTo>
                    <a:pt x="7525666" y="0"/>
                  </a:moveTo>
                  <a:lnTo>
                    <a:pt x="7491238" y="19892"/>
                  </a:lnTo>
                  <a:lnTo>
                    <a:pt x="7491948" y="21916"/>
                  </a:lnTo>
                  <a:lnTo>
                    <a:pt x="7526350" y="2032"/>
                  </a:lnTo>
                  <a:lnTo>
                    <a:pt x="7525666" y="0"/>
                  </a:lnTo>
                  <a:close/>
                </a:path>
                <a:path w="7526655" h="4351655">
                  <a:moveTo>
                    <a:pt x="7451950" y="42592"/>
                  </a:moveTo>
                  <a:lnTo>
                    <a:pt x="7400269" y="72453"/>
                  </a:lnTo>
                  <a:lnTo>
                    <a:pt x="7402386" y="73682"/>
                  </a:lnTo>
                  <a:lnTo>
                    <a:pt x="7454005" y="43846"/>
                  </a:lnTo>
                  <a:lnTo>
                    <a:pt x="7451950" y="42592"/>
                  </a:lnTo>
                  <a:close/>
                </a:path>
                <a:path w="7526655" h="4351655">
                  <a:moveTo>
                    <a:pt x="7343054" y="105512"/>
                  </a:moveTo>
                  <a:lnTo>
                    <a:pt x="7307486" y="126063"/>
                  </a:lnTo>
                  <a:lnTo>
                    <a:pt x="7308189" y="128127"/>
                  </a:lnTo>
                  <a:lnTo>
                    <a:pt x="7343677" y="107615"/>
                  </a:lnTo>
                  <a:lnTo>
                    <a:pt x="7343054" y="105512"/>
                  </a:lnTo>
                  <a:close/>
                </a:path>
                <a:path w="7526655" h="4351655">
                  <a:moveTo>
                    <a:pt x="6344698" y="682357"/>
                  </a:moveTo>
                  <a:lnTo>
                    <a:pt x="6310045" y="702379"/>
                  </a:lnTo>
                  <a:lnTo>
                    <a:pt x="6310822" y="704595"/>
                  </a:lnTo>
                  <a:lnTo>
                    <a:pt x="6345453" y="684579"/>
                  </a:lnTo>
                  <a:lnTo>
                    <a:pt x="6344698" y="682357"/>
                  </a:lnTo>
                  <a:close/>
                </a:path>
                <a:path w="7526655" h="4351655">
                  <a:moveTo>
                    <a:pt x="6271570" y="724610"/>
                  </a:moveTo>
                  <a:lnTo>
                    <a:pt x="6218895" y="755045"/>
                  </a:lnTo>
                  <a:lnTo>
                    <a:pt x="6221211" y="756390"/>
                  </a:lnTo>
                  <a:lnTo>
                    <a:pt x="6273750" y="726023"/>
                  </a:lnTo>
                  <a:lnTo>
                    <a:pt x="6271570" y="724610"/>
                  </a:lnTo>
                  <a:close/>
                </a:path>
                <a:path w="7526655" h="4351655">
                  <a:moveTo>
                    <a:pt x="6161873" y="787992"/>
                  </a:moveTo>
                  <a:lnTo>
                    <a:pt x="6126295" y="808549"/>
                  </a:lnTo>
                  <a:lnTo>
                    <a:pt x="6127065" y="810806"/>
                  </a:lnTo>
                  <a:lnTo>
                    <a:pt x="6162555" y="790293"/>
                  </a:lnTo>
                  <a:lnTo>
                    <a:pt x="6161873" y="787992"/>
                  </a:lnTo>
                  <a:close/>
                </a:path>
                <a:path w="7526655" h="4351655">
                  <a:moveTo>
                    <a:pt x="1031240" y="3752447"/>
                  </a:moveTo>
                  <a:lnTo>
                    <a:pt x="981755" y="3781039"/>
                  </a:lnTo>
                  <a:lnTo>
                    <a:pt x="983150" y="3783940"/>
                  </a:lnTo>
                  <a:lnTo>
                    <a:pt x="1032417" y="3755464"/>
                  </a:lnTo>
                  <a:lnTo>
                    <a:pt x="1031240" y="3752447"/>
                  </a:lnTo>
                  <a:close/>
                </a:path>
                <a:path w="7526655" h="4351655">
                  <a:moveTo>
                    <a:pt x="6584908" y="543565"/>
                  </a:moveTo>
                  <a:lnTo>
                    <a:pt x="6538496" y="570382"/>
                  </a:lnTo>
                  <a:lnTo>
                    <a:pt x="6539228" y="572579"/>
                  </a:lnTo>
                  <a:lnTo>
                    <a:pt x="6585645" y="545751"/>
                  </a:lnTo>
                  <a:lnTo>
                    <a:pt x="6584908" y="543565"/>
                  </a:lnTo>
                  <a:close/>
                </a:path>
                <a:path w="7526655" h="4351655">
                  <a:moveTo>
                    <a:pt x="5600498" y="1112352"/>
                  </a:moveTo>
                  <a:lnTo>
                    <a:pt x="5552397" y="1140145"/>
                  </a:lnTo>
                  <a:lnTo>
                    <a:pt x="5553183" y="1142504"/>
                  </a:lnTo>
                  <a:lnTo>
                    <a:pt x="5601295" y="1114695"/>
                  </a:lnTo>
                  <a:lnTo>
                    <a:pt x="5600498" y="1112352"/>
                  </a:lnTo>
                  <a:close/>
                </a:path>
                <a:path w="7526655" h="4351655">
                  <a:moveTo>
                    <a:pt x="5316804" y="1276269"/>
                  </a:moveTo>
                  <a:lnTo>
                    <a:pt x="5269133" y="1303813"/>
                  </a:lnTo>
                  <a:lnTo>
                    <a:pt x="5269935" y="1306219"/>
                  </a:lnTo>
                  <a:lnTo>
                    <a:pt x="5317617" y="1278659"/>
                  </a:lnTo>
                  <a:lnTo>
                    <a:pt x="5316804" y="1276269"/>
                  </a:lnTo>
                  <a:close/>
                </a:path>
                <a:path w="7526655" h="4351655">
                  <a:moveTo>
                    <a:pt x="3876649" y="2108383"/>
                  </a:moveTo>
                  <a:lnTo>
                    <a:pt x="3828960" y="2135938"/>
                  </a:lnTo>
                  <a:lnTo>
                    <a:pt x="3829840" y="2138580"/>
                  </a:lnTo>
                  <a:lnTo>
                    <a:pt x="3877535" y="2111013"/>
                  </a:lnTo>
                  <a:lnTo>
                    <a:pt x="3876649" y="2108383"/>
                  </a:lnTo>
                  <a:close/>
                </a:path>
                <a:path w="7526655" h="4351655">
                  <a:moveTo>
                    <a:pt x="3234679" y="2479311"/>
                  </a:moveTo>
                  <a:lnTo>
                    <a:pt x="3186045" y="2507412"/>
                  </a:lnTo>
                  <a:lnTo>
                    <a:pt x="3187644" y="2509763"/>
                  </a:lnTo>
                  <a:lnTo>
                    <a:pt x="3236171" y="2481715"/>
                  </a:lnTo>
                  <a:lnTo>
                    <a:pt x="3234679" y="2479311"/>
                  </a:lnTo>
                  <a:close/>
                </a:path>
                <a:path w="7526655" h="4351655">
                  <a:moveTo>
                    <a:pt x="3294685" y="2444640"/>
                  </a:moveTo>
                  <a:lnTo>
                    <a:pt x="3272180" y="2457643"/>
                  </a:lnTo>
                  <a:lnTo>
                    <a:pt x="3272180" y="2460902"/>
                  </a:lnTo>
                  <a:lnTo>
                    <a:pt x="3294546" y="2447975"/>
                  </a:lnTo>
                  <a:lnTo>
                    <a:pt x="3294685" y="2444640"/>
                  </a:lnTo>
                  <a:close/>
                </a:path>
              </a:pathLst>
            </a:custGeom>
            <a:solidFill>
              <a:srgbClr val="161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27951" y="1028559"/>
              <a:ext cx="7526655" cy="4352925"/>
            </a:xfrm>
            <a:custGeom>
              <a:avLst/>
              <a:gdLst/>
              <a:ahLst/>
              <a:cxnLst/>
              <a:rect l="l" t="t" r="r" b="b"/>
              <a:pathLst>
                <a:path w="7526655" h="4352925">
                  <a:moveTo>
                    <a:pt x="35699" y="4332833"/>
                  </a:moveTo>
                  <a:lnTo>
                    <a:pt x="35140" y="4330763"/>
                  </a:lnTo>
                  <a:lnTo>
                    <a:pt x="34785" y="4329430"/>
                  </a:lnTo>
                  <a:lnTo>
                    <a:pt x="0" y="4349534"/>
                  </a:lnTo>
                  <a:lnTo>
                    <a:pt x="431" y="4350829"/>
                  </a:lnTo>
                  <a:lnTo>
                    <a:pt x="1104" y="4352823"/>
                  </a:lnTo>
                  <a:lnTo>
                    <a:pt x="35699" y="4332833"/>
                  </a:lnTo>
                  <a:close/>
                </a:path>
                <a:path w="7526655" h="4352925">
                  <a:moveTo>
                    <a:pt x="119062" y="4284650"/>
                  </a:moveTo>
                  <a:lnTo>
                    <a:pt x="117729" y="4283037"/>
                  </a:lnTo>
                  <a:lnTo>
                    <a:pt x="116852" y="4281995"/>
                  </a:lnTo>
                  <a:lnTo>
                    <a:pt x="74091" y="4306709"/>
                  </a:lnTo>
                  <a:lnTo>
                    <a:pt x="74993" y="4307738"/>
                  </a:lnTo>
                  <a:lnTo>
                    <a:pt x="76403" y="4309313"/>
                  </a:lnTo>
                  <a:lnTo>
                    <a:pt x="119062" y="4284650"/>
                  </a:lnTo>
                  <a:close/>
                </a:path>
                <a:path w="7526655" h="4352925">
                  <a:moveTo>
                    <a:pt x="166585" y="4253255"/>
                  </a:moveTo>
                  <a:lnTo>
                    <a:pt x="146240" y="4265003"/>
                  </a:lnTo>
                  <a:lnTo>
                    <a:pt x="146215" y="4266577"/>
                  </a:lnTo>
                  <a:lnTo>
                    <a:pt x="146177" y="4268978"/>
                  </a:lnTo>
                  <a:lnTo>
                    <a:pt x="166547" y="4257205"/>
                  </a:lnTo>
                  <a:lnTo>
                    <a:pt x="166573" y="4254817"/>
                  </a:lnTo>
                  <a:lnTo>
                    <a:pt x="166585" y="4253255"/>
                  </a:lnTo>
                  <a:close/>
                </a:path>
                <a:path w="7526655" h="4352925">
                  <a:moveTo>
                    <a:pt x="256095" y="4205440"/>
                  </a:moveTo>
                  <a:lnTo>
                    <a:pt x="255435" y="4203471"/>
                  </a:lnTo>
                  <a:lnTo>
                    <a:pt x="254990" y="4202150"/>
                  </a:lnTo>
                  <a:lnTo>
                    <a:pt x="210375" y="4227944"/>
                  </a:lnTo>
                  <a:lnTo>
                    <a:pt x="210820" y="4229252"/>
                  </a:lnTo>
                  <a:lnTo>
                    <a:pt x="211480" y="4231233"/>
                  </a:lnTo>
                  <a:lnTo>
                    <a:pt x="256095" y="4205440"/>
                  </a:lnTo>
                  <a:close/>
                </a:path>
                <a:path w="7526655" h="4352925">
                  <a:moveTo>
                    <a:pt x="479044" y="4076585"/>
                  </a:moveTo>
                  <a:lnTo>
                    <a:pt x="478434" y="4074604"/>
                  </a:lnTo>
                  <a:lnTo>
                    <a:pt x="478015" y="4073245"/>
                  </a:lnTo>
                  <a:lnTo>
                    <a:pt x="430276" y="4100842"/>
                  </a:lnTo>
                  <a:lnTo>
                    <a:pt x="430720" y="4102176"/>
                  </a:lnTo>
                  <a:lnTo>
                    <a:pt x="431368" y="4104144"/>
                  </a:lnTo>
                  <a:lnTo>
                    <a:pt x="479044" y="4076585"/>
                  </a:lnTo>
                  <a:close/>
                </a:path>
                <a:path w="7526655" h="4352925">
                  <a:moveTo>
                    <a:pt x="772096" y="3907193"/>
                  </a:moveTo>
                  <a:lnTo>
                    <a:pt x="771347" y="3905326"/>
                  </a:lnTo>
                  <a:lnTo>
                    <a:pt x="770826" y="3904005"/>
                  </a:lnTo>
                  <a:lnTo>
                    <a:pt x="723239" y="3931501"/>
                  </a:lnTo>
                  <a:lnTo>
                    <a:pt x="723696" y="3932872"/>
                  </a:lnTo>
                  <a:lnTo>
                    <a:pt x="724344" y="3934803"/>
                  </a:lnTo>
                  <a:lnTo>
                    <a:pt x="772096" y="3907193"/>
                  </a:lnTo>
                  <a:close/>
                </a:path>
                <a:path w="7526655" h="4352925">
                  <a:moveTo>
                    <a:pt x="858100" y="3857485"/>
                  </a:moveTo>
                  <a:lnTo>
                    <a:pt x="856068" y="3856380"/>
                  </a:lnTo>
                  <a:lnTo>
                    <a:pt x="854608" y="3855580"/>
                  </a:lnTo>
                  <a:lnTo>
                    <a:pt x="805192" y="3884142"/>
                  </a:lnTo>
                  <a:lnTo>
                    <a:pt x="806551" y="3884993"/>
                  </a:lnTo>
                  <a:lnTo>
                    <a:pt x="808456" y="3886187"/>
                  </a:lnTo>
                  <a:lnTo>
                    <a:pt x="858100" y="3857485"/>
                  </a:lnTo>
                  <a:close/>
                </a:path>
                <a:path w="7526655" h="4352925">
                  <a:moveTo>
                    <a:pt x="1032586" y="3756647"/>
                  </a:moveTo>
                  <a:lnTo>
                    <a:pt x="1031862" y="3754793"/>
                  </a:lnTo>
                  <a:lnTo>
                    <a:pt x="1031328" y="3753434"/>
                  </a:lnTo>
                  <a:lnTo>
                    <a:pt x="982065" y="3781907"/>
                  </a:lnTo>
                  <a:lnTo>
                    <a:pt x="982687" y="3783203"/>
                  </a:lnTo>
                  <a:lnTo>
                    <a:pt x="983538" y="3784981"/>
                  </a:lnTo>
                  <a:lnTo>
                    <a:pt x="1032586" y="3756647"/>
                  </a:lnTo>
                  <a:close/>
                </a:path>
                <a:path w="7526655" h="4352925">
                  <a:moveTo>
                    <a:pt x="1354734" y="3570440"/>
                  </a:moveTo>
                  <a:lnTo>
                    <a:pt x="1354112" y="3568573"/>
                  </a:lnTo>
                  <a:lnTo>
                    <a:pt x="1353629" y="3567150"/>
                  </a:lnTo>
                  <a:lnTo>
                    <a:pt x="1306715" y="3594265"/>
                  </a:lnTo>
                  <a:lnTo>
                    <a:pt x="1307185" y="3595687"/>
                  </a:lnTo>
                  <a:lnTo>
                    <a:pt x="1307820" y="3597554"/>
                  </a:lnTo>
                  <a:lnTo>
                    <a:pt x="1354734" y="3570440"/>
                  </a:lnTo>
                  <a:close/>
                </a:path>
                <a:path w="7526655" h="4352925">
                  <a:moveTo>
                    <a:pt x="1698028" y="3372027"/>
                  </a:moveTo>
                  <a:lnTo>
                    <a:pt x="1697405" y="3370186"/>
                  </a:lnTo>
                  <a:lnTo>
                    <a:pt x="1696910" y="3368738"/>
                  </a:lnTo>
                  <a:lnTo>
                    <a:pt x="1650034" y="3395827"/>
                  </a:lnTo>
                  <a:lnTo>
                    <a:pt x="1650517" y="3397275"/>
                  </a:lnTo>
                  <a:lnTo>
                    <a:pt x="1651139" y="3399117"/>
                  </a:lnTo>
                  <a:lnTo>
                    <a:pt x="1698028" y="3372027"/>
                  </a:lnTo>
                  <a:close/>
                </a:path>
                <a:path w="7526655" h="4352925">
                  <a:moveTo>
                    <a:pt x="1748815" y="3338741"/>
                  </a:moveTo>
                  <a:lnTo>
                    <a:pt x="1700415" y="3366719"/>
                  </a:lnTo>
                  <a:lnTo>
                    <a:pt x="1700618" y="3368332"/>
                  </a:lnTo>
                  <a:lnTo>
                    <a:pt x="1700872" y="3370376"/>
                  </a:lnTo>
                  <a:lnTo>
                    <a:pt x="1736280" y="3349917"/>
                  </a:lnTo>
                  <a:lnTo>
                    <a:pt x="1744637" y="3342894"/>
                  </a:lnTo>
                  <a:lnTo>
                    <a:pt x="1745957" y="3341789"/>
                  </a:lnTo>
                  <a:lnTo>
                    <a:pt x="1748815" y="3338741"/>
                  </a:lnTo>
                  <a:close/>
                </a:path>
                <a:path w="7526655" h="4352925">
                  <a:moveTo>
                    <a:pt x="1917255" y="3245307"/>
                  </a:moveTo>
                  <a:lnTo>
                    <a:pt x="1916404" y="3243630"/>
                  </a:lnTo>
                  <a:lnTo>
                    <a:pt x="1915731" y="3242259"/>
                  </a:lnTo>
                  <a:lnTo>
                    <a:pt x="1864461" y="3271901"/>
                  </a:lnTo>
                  <a:lnTo>
                    <a:pt x="1865096" y="3273285"/>
                  </a:lnTo>
                  <a:lnTo>
                    <a:pt x="1865884" y="3274999"/>
                  </a:lnTo>
                  <a:lnTo>
                    <a:pt x="1917255" y="3245307"/>
                  </a:lnTo>
                  <a:close/>
                </a:path>
                <a:path w="7526655" h="4352925">
                  <a:moveTo>
                    <a:pt x="2133066" y="3120567"/>
                  </a:moveTo>
                  <a:lnTo>
                    <a:pt x="2132571" y="3118713"/>
                  </a:lnTo>
                  <a:lnTo>
                    <a:pt x="2132165" y="3117164"/>
                  </a:lnTo>
                  <a:lnTo>
                    <a:pt x="2082457" y="3145891"/>
                  </a:lnTo>
                  <a:lnTo>
                    <a:pt x="2082952" y="3147377"/>
                  </a:lnTo>
                  <a:lnTo>
                    <a:pt x="2083562" y="3149181"/>
                  </a:lnTo>
                  <a:lnTo>
                    <a:pt x="2133066" y="3120567"/>
                  </a:lnTo>
                  <a:close/>
                </a:path>
                <a:path w="7526655" h="4352925">
                  <a:moveTo>
                    <a:pt x="2308148" y="3019374"/>
                  </a:moveTo>
                  <a:lnTo>
                    <a:pt x="2307475" y="3017634"/>
                  </a:lnTo>
                  <a:lnTo>
                    <a:pt x="2306904" y="3016161"/>
                  </a:lnTo>
                  <a:lnTo>
                    <a:pt x="2258847" y="3043948"/>
                  </a:lnTo>
                  <a:lnTo>
                    <a:pt x="2259406" y="3045409"/>
                  </a:lnTo>
                  <a:lnTo>
                    <a:pt x="2260079" y="3047161"/>
                  </a:lnTo>
                  <a:lnTo>
                    <a:pt x="2308148" y="3019374"/>
                  </a:lnTo>
                  <a:close/>
                </a:path>
                <a:path w="7526655" h="4352925">
                  <a:moveTo>
                    <a:pt x="2480183" y="2919946"/>
                  </a:moveTo>
                  <a:lnTo>
                    <a:pt x="2479586" y="2918180"/>
                  </a:lnTo>
                  <a:lnTo>
                    <a:pt x="2479052" y="2916669"/>
                  </a:lnTo>
                  <a:lnTo>
                    <a:pt x="2431542" y="2944126"/>
                  </a:lnTo>
                  <a:lnTo>
                    <a:pt x="2432050" y="2945650"/>
                  </a:lnTo>
                  <a:lnTo>
                    <a:pt x="2432647" y="2947416"/>
                  </a:lnTo>
                  <a:lnTo>
                    <a:pt x="2480183" y="2919946"/>
                  </a:lnTo>
                  <a:close/>
                </a:path>
                <a:path w="7526655" h="4352925">
                  <a:moveTo>
                    <a:pt x="2702153" y="2791637"/>
                  </a:moveTo>
                  <a:lnTo>
                    <a:pt x="2701620" y="2789872"/>
                  </a:lnTo>
                  <a:lnTo>
                    <a:pt x="2701150" y="2788297"/>
                  </a:lnTo>
                  <a:lnTo>
                    <a:pt x="2654020" y="2815539"/>
                  </a:lnTo>
                  <a:lnTo>
                    <a:pt x="2654528" y="2817076"/>
                  </a:lnTo>
                  <a:lnTo>
                    <a:pt x="2655112" y="2818828"/>
                  </a:lnTo>
                  <a:lnTo>
                    <a:pt x="2702153" y="2791637"/>
                  </a:lnTo>
                  <a:close/>
                </a:path>
                <a:path w="7526655" h="4352925">
                  <a:moveTo>
                    <a:pt x="2788589" y="2741688"/>
                  </a:moveTo>
                  <a:lnTo>
                    <a:pt x="2786735" y="2740685"/>
                  </a:lnTo>
                  <a:lnTo>
                    <a:pt x="2785084" y="2739783"/>
                  </a:lnTo>
                  <a:lnTo>
                    <a:pt x="2735707" y="2768320"/>
                  </a:lnTo>
                  <a:lnTo>
                    <a:pt x="2737243" y="2769285"/>
                  </a:lnTo>
                  <a:lnTo>
                    <a:pt x="2738971" y="2770365"/>
                  </a:lnTo>
                  <a:lnTo>
                    <a:pt x="2788589" y="2741688"/>
                  </a:lnTo>
                  <a:close/>
                </a:path>
                <a:path w="7526655" h="4352925">
                  <a:moveTo>
                    <a:pt x="3236874" y="2482583"/>
                  </a:moveTo>
                  <a:lnTo>
                    <a:pt x="3235960" y="2481084"/>
                  </a:lnTo>
                  <a:lnTo>
                    <a:pt x="3235083" y="2479687"/>
                  </a:lnTo>
                  <a:lnTo>
                    <a:pt x="3186557" y="2507729"/>
                  </a:lnTo>
                  <a:lnTo>
                    <a:pt x="3187484" y="2509101"/>
                  </a:lnTo>
                  <a:lnTo>
                    <a:pt x="3188474" y="2510548"/>
                  </a:lnTo>
                  <a:lnTo>
                    <a:pt x="3236874" y="2482583"/>
                  </a:lnTo>
                  <a:close/>
                </a:path>
                <a:path w="7526655" h="4352925">
                  <a:moveTo>
                    <a:pt x="3293465" y="2445943"/>
                  </a:moveTo>
                  <a:lnTo>
                    <a:pt x="3271101" y="2458872"/>
                  </a:lnTo>
                  <a:lnTo>
                    <a:pt x="3271101" y="2460790"/>
                  </a:lnTo>
                  <a:lnTo>
                    <a:pt x="3271101" y="2462796"/>
                  </a:lnTo>
                  <a:lnTo>
                    <a:pt x="3293287" y="2449969"/>
                  </a:lnTo>
                  <a:lnTo>
                    <a:pt x="3293376" y="2447912"/>
                  </a:lnTo>
                  <a:lnTo>
                    <a:pt x="3293465" y="2445943"/>
                  </a:lnTo>
                  <a:close/>
                </a:path>
                <a:path w="7526655" h="4352925">
                  <a:moveTo>
                    <a:pt x="3446297" y="2361539"/>
                  </a:moveTo>
                  <a:lnTo>
                    <a:pt x="3445548" y="2359964"/>
                  </a:lnTo>
                  <a:lnTo>
                    <a:pt x="3444824" y="2358453"/>
                  </a:lnTo>
                  <a:lnTo>
                    <a:pt x="3393148" y="2388324"/>
                  </a:lnTo>
                  <a:lnTo>
                    <a:pt x="3393846" y="2389848"/>
                  </a:lnTo>
                  <a:lnTo>
                    <a:pt x="3394570" y="2391435"/>
                  </a:lnTo>
                  <a:lnTo>
                    <a:pt x="3446297" y="2361539"/>
                  </a:lnTo>
                  <a:close/>
                </a:path>
                <a:path w="7526655" h="4352925">
                  <a:moveTo>
                    <a:pt x="3661600" y="2237092"/>
                  </a:moveTo>
                  <a:lnTo>
                    <a:pt x="3661143" y="2235377"/>
                  </a:lnTo>
                  <a:lnTo>
                    <a:pt x="3660698" y="2233688"/>
                  </a:lnTo>
                  <a:lnTo>
                    <a:pt x="3612426" y="2261590"/>
                  </a:lnTo>
                  <a:lnTo>
                    <a:pt x="3612972" y="2263216"/>
                  </a:lnTo>
                  <a:lnTo>
                    <a:pt x="3613531" y="2264880"/>
                  </a:lnTo>
                  <a:lnTo>
                    <a:pt x="3661600" y="2237092"/>
                  </a:lnTo>
                  <a:close/>
                </a:path>
                <a:path w="7526655" h="4352925">
                  <a:moveTo>
                    <a:pt x="3877551" y="2112276"/>
                  </a:moveTo>
                  <a:lnTo>
                    <a:pt x="3877005" y="2110638"/>
                  </a:lnTo>
                  <a:lnTo>
                    <a:pt x="3876446" y="2108987"/>
                  </a:lnTo>
                  <a:lnTo>
                    <a:pt x="3828758" y="2136546"/>
                  </a:lnTo>
                  <a:lnTo>
                    <a:pt x="3829304" y="2138210"/>
                  </a:lnTo>
                  <a:lnTo>
                    <a:pt x="3829850" y="2139848"/>
                  </a:lnTo>
                  <a:lnTo>
                    <a:pt x="3877551" y="2112276"/>
                  </a:lnTo>
                  <a:close/>
                </a:path>
                <a:path w="7526655" h="4352925">
                  <a:moveTo>
                    <a:pt x="4126928" y="1968131"/>
                  </a:moveTo>
                  <a:lnTo>
                    <a:pt x="4126446" y="1966493"/>
                  </a:lnTo>
                  <a:lnTo>
                    <a:pt x="4125925" y="1964791"/>
                  </a:lnTo>
                  <a:lnTo>
                    <a:pt x="4078782" y="1992033"/>
                  </a:lnTo>
                  <a:lnTo>
                    <a:pt x="4079341" y="1993722"/>
                  </a:lnTo>
                  <a:lnTo>
                    <a:pt x="4079875" y="1995335"/>
                  </a:lnTo>
                  <a:lnTo>
                    <a:pt x="4126928" y="1968131"/>
                  </a:lnTo>
                  <a:close/>
                </a:path>
                <a:path w="7526655" h="4352925">
                  <a:moveTo>
                    <a:pt x="4212958" y="1918411"/>
                  </a:moveTo>
                  <a:lnTo>
                    <a:pt x="4211256" y="1917484"/>
                  </a:lnTo>
                  <a:lnTo>
                    <a:pt x="4209453" y="1916506"/>
                  </a:lnTo>
                  <a:lnTo>
                    <a:pt x="4160113" y="1945030"/>
                  </a:lnTo>
                  <a:lnTo>
                    <a:pt x="4161777" y="1946071"/>
                  </a:lnTo>
                  <a:lnTo>
                    <a:pt x="4163377" y="1947075"/>
                  </a:lnTo>
                  <a:lnTo>
                    <a:pt x="4212958" y="1918411"/>
                  </a:lnTo>
                  <a:close/>
                </a:path>
                <a:path w="7526655" h="4352925">
                  <a:moveTo>
                    <a:pt x="4476394" y="1766150"/>
                  </a:moveTo>
                  <a:lnTo>
                    <a:pt x="4475759" y="1764626"/>
                  </a:lnTo>
                  <a:lnTo>
                    <a:pt x="4475073" y="1762988"/>
                  </a:lnTo>
                  <a:lnTo>
                    <a:pt x="4427398" y="1790534"/>
                  </a:lnTo>
                  <a:lnTo>
                    <a:pt x="4427982" y="1792249"/>
                  </a:lnTo>
                  <a:lnTo>
                    <a:pt x="4428528" y="1793824"/>
                  </a:lnTo>
                  <a:lnTo>
                    <a:pt x="4476394" y="1766150"/>
                  </a:lnTo>
                  <a:close/>
                </a:path>
                <a:path w="7526655" h="4352925">
                  <a:moveTo>
                    <a:pt x="4936490" y="1500225"/>
                  </a:moveTo>
                  <a:lnTo>
                    <a:pt x="4936464" y="1498409"/>
                  </a:lnTo>
                  <a:lnTo>
                    <a:pt x="4936426" y="1496326"/>
                  </a:lnTo>
                  <a:lnTo>
                    <a:pt x="4919967" y="1505839"/>
                  </a:lnTo>
                  <a:lnTo>
                    <a:pt x="4919802" y="1508036"/>
                  </a:lnTo>
                  <a:lnTo>
                    <a:pt x="4919662" y="1509941"/>
                  </a:lnTo>
                  <a:lnTo>
                    <a:pt x="4936490" y="1500225"/>
                  </a:lnTo>
                  <a:close/>
                </a:path>
                <a:path w="7526655" h="4352925">
                  <a:moveTo>
                    <a:pt x="5060340" y="1428635"/>
                  </a:moveTo>
                  <a:lnTo>
                    <a:pt x="5059438" y="1427340"/>
                  </a:lnTo>
                  <a:lnTo>
                    <a:pt x="5058397" y="1425829"/>
                  </a:lnTo>
                  <a:lnTo>
                    <a:pt x="5011178" y="1453121"/>
                  </a:lnTo>
                  <a:lnTo>
                    <a:pt x="5012233" y="1454619"/>
                  </a:lnTo>
                  <a:lnTo>
                    <a:pt x="5013147" y="1455915"/>
                  </a:lnTo>
                  <a:lnTo>
                    <a:pt x="5060340" y="1428635"/>
                  </a:lnTo>
                  <a:close/>
                </a:path>
                <a:path w="7526655" h="4352925">
                  <a:moveTo>
                    <a:pt x="5317655" y="1279918"/>
                  </a:moveTo>
                  <a:lnTo>
                    <a:pt x="5317147" y="1278420"/>
                  </a:lnTo>
                  <a:lnTo>
                    <a:pt x="5316537" y="1276629"/>
                  </a:lnTo>
                  <a:lnTo>
                    <a:pt x="5268849" y="1304188"/>
                  </a:lnTo>
                  <a:lnTo>
                    <a:pt x="5269446" y="1305979"/>
                  </a:lnTo>
                  <a:lnTo>
                    <a:pt x="5269954" y="1307490"/>
                  </a:lnTo>
                  <a:lnTo>
                    <a:pt x="5317655" y="1279918"/>
                  </a:lnTo>
                  <a:close/>
                </a:path>
                <a:path w="7526655" h="4352925">
                  <a:moveTo>
                    <a:pt x="5601347" y="1115936"/>
                  </a:moveTo>
                  <a:lnTo>
                    <a:pt x="5600852" y="1114475"/>
                  </a:lnTo>
                  <a:lnTo>
                    <a:pt x="5600204" y="1112672"/>
                  </a:lnTo>
                  <a:lnTo>
                    <a:pt x="5552097" y="1140472"/>
                  </a:lnTo>
                  <a:lnTo>
                    <a:pt x="5552706" y="1142288"/>
                  </a:lnTo>
                  <a:lnTo>
                    <a:pt x="5553202" y="1143774"/>
                  </a:lnTo>
                  <a:lnTo>
                    <a:pt x="5601347" y="1115936"/>
                  </a:lnTo>
                  <a:close/>
                </a:path>
                <a:path w="7526655" h="4352925">
                  <a:moveTo>
                    <a:pt x="5850890" y="971702"/>
                  </a:moveTo>
                  <a:lnTo>
                    <a:pt x="5850344" y="970292"/>
                  </a:lnTo>
                  <a:lnTo>
                    <a:pt x="5849658" y="968489"/>
                  </a:lnTo>
                  <a:lnTo>
                    <a:pt x="5802223" y="995908"/>
                  </a:lnTo>
                  <a:lnTo>
                    <a:pt x="5802833" y="997750"/>
                  </a:lnTo>
                  <a:lnTo>
                    <a:pt x="5803316" y="999197"/>
                  </a:lnTo>
                  <a:lnTo>
                    <a:pt x="5850890" y="971702"/>
                  </a:lnTo>
                  <a:close/>
                </a:path>
                <a:path w="7526655" h="4352925">
                  <a:moveTo>
                    <a:pt x="6162459" y="791616"/>
                  </a:moveTo>
                  <a:lnTo>
                    <a:pt x="6162040" y="790168"/>
                  </a:lnTo>
                  <a:lnTo>
                    <a:pt x="6161468" y="788263"/>
                  </a:lnTo>
                  <a:lnTo>
                    <a:pt x="6125984" y="808774"/>
                  </a:lnTo>
                  <a:lnTo>
                    <a:pt x="6126619" y="810641"/>
                  </a:lnTo>
                  <a:lnTo>
                    <a:pt x="6127102" y="812063"/>
                  </a:lnTo>
                  <a:lnTo>
                    <a:pt x="6162459" y="791616"/>
                  </a:lnTo>
                  <a:close/>
                </a:path>
                <a:path w="7526655" h="4352925">
                  <a:moveTo>
                    <a:pt x="6275870" y="726071"/>
                  </a:moveTo>
                  <a:lnTo>
                    <a:pt x="6274498" y="725182"/>
                  </a:lnTo>
                  <a:lnTo>
                    <a:pt x="6272669" y="723988"/>
                  </a:lnTo>
                  <a:lnTo>
                    <a:pt x="6220130" y="754367"/>
                  </a:lnTo>
                  <a:lnTo>
                    <a:pt x="6222060" y="755484"/>
                  </a:lnTo>
                  <a:lnTo>
                    <a:pt x="6223520" y="756335"/>
                  </a:lnTo>
                  <a:lnTo>
                    <a:pt x="6275870" y="726071"/>
                  </a:lnTo>
                  <a:close/>
                </a:path>
                <a:path w="7526655" h="4352925">
                  <a:moveTo>
                    <a:pt x="6345479" y="685838"/>
                  </a:moveTo>
                  <a:lnTo>
                    <a:pt x="6345009" y="684441"/>
                  </a:lnTo>
                  <a:lnTo>
                    <a:pt x="6344374" y="682548"/>
                  </a:lnTo>
                  <a:lnTo>
                    <a:pt x="6309741" y="702564"/>
                  </a:lnTo>
                  <a:lnTo>
                    <a:pt x="6310388" y="704443"/>
                  </a:lnTo>
                  <a:lnTo>
                    <a:pt x="6310884" y="705827"/>
                  </a:lnTo>
                  <a:lnTo>
                    <a:pt x="6345479" y="685838"/>
                  </a:lnTo>
                  <a:close/>
                </a:path>
                <a:path w="7526655" h="4352925">
                  <a:moveTo>
                    <a:pt x="6585661" y="547014"/>
                  </a:moveTo>
                  <a:lnTo>
                    <a:pt x="6585204" y="545630"/>
                  </a:lnTo>
                  <a:lnTo>
                    <a:pt x="6584556" y="543725"/>
                  </a:lnTo>
                  <a:lnTo>
                    <a:pt x="6538138" y="570547"/>
                  </a:lnTo>
                  <a:lnTo>
                    <a:pt x="6538785" y="572465"/>
                  </a:lnTo>
                  <a:lnTo>
                    <a:pt x="6539243" y="573849"/>
                  </a:lnTo>
                  <a:lnTo>
                    <a:pt x="6585661" y="547014"/>
                  </a:lnTo>
                  <a:close/>
                </a:path>
                <a:path w="7526655" h="4352925">
                  <a:moveTo>
                    <a:pt x="6799897" y="423189"/>
                  </a:moveTo>
                  <a:lnTo>
                    <a:pt x="6799427" y="421843"/>
                  </a:lnTo>
                  <a:lnTo>
                    <a:pt x="6798767" y="419912"/>
                  </a:lnTo>
                  <a:lnTo>
                    <a:pt x="6750621" y="447738"/>
                  </a:lnTo>
                  <a:lnTo>
                    <a:pt x="6751269" y="449668"/>
                  </a:lnTo>
                  <a:lnTo>
                    <a:pt x="6751726" y="451027"/>
                  </a:lnTo>
                  <a:lnTo>
                    <a:pt x="6799897" y="423189"/>
                  </a:lnTo>
                  <a:close/>
                </a:path>
                <a:path w="7526655" h="4352925">
                  <a:moveTo>
                    <a:pt x="6928002" y="349148"/>
                  </a:moveTo>
                  <a:lnTo>
                    <a:pt x="6927380" y="347891"/>
                  </a:lnTo>
                  <a:lnTo>
                    <a:pt x="6926491" y="346087"/>
                  </a:lnTo>
                  <a:lnTo>
                    <a:pt x="6875640" y="375475"/>
                  </a:lnTo>
                  <a:lnTo>
                    <a:pt x="6876478" y="377304"/>
                  </a:lnTo>
                  <a:lnTo>
                    <a:pt x="6877075" y="378587"/>
                  </a:lnTo>
                  <a:lnTo>
                    <a:pt x="6928002" y="349148"/>
                  </a:lnTo>
                  <a:close/>
                </a:path>
                <a:path w="7526655" h="4352925">
                  <a:moveTo>
                    <a:pt x="7143928" y="224332"/>
                  </a:moveTo>
                  <a:lnTo>
                    <a:pt x="7143559" y="222973"/>
                  </a:lnTo>
                  <a:lnTo>
                    <a:pt x="7143026" y="220941"/>
                  </a:lnTo>
                  <a:lnTo>
                    <a:pt x="7094817" y="248805"/>
                  </a:lnTo>
                  <a:lnTo>
                    <a:pt x="7095477" y="250761"/>
                  </a:lnTo>
                  <a:lnTo>
                    <a:pt x="7095922" y="252082"/>
                  </a:lnTo>
                  <a:lnTo>
                    <a:pt x="7143928" y="224332"/>
                  </a:lnTo>
                  <a:close/>
                </a:path>
                <a:path w="7526655" h="4352925">
                  <a:moveTo>
                    <a:pt x="7343584" y="108940"/>
                  </a:moveTo>
                  <a:lnTo>
                    <a:pt x="7343191" y="107607"/>
                  </a:lnTo>
                  <a:lnTo>
                    <a:pt x="7342594" y="105587"/>
                  </a:lnTo>
                  <a:lnTo>
                    <a:pt x="7307110" y="126098"/>
                  </a:lnTo>
                  <a:lnTo>
                    <a:pt x="7307783" y="128079"/>
                  </a:lnTo>
                  <a:lnTo>
                    <a:pt x="7308228" y="129374"/>
                  </a:lnTo>
                  <a:lnTo>
                    <a:pt x="7343584" y="108940"/>
                  </a:lnTo>
                  <a:close/>
                </a:path>
                <a:path w="7526655" h="4352925">
                  <a:moveTo>
                    <a:pt x="7456221" y="43840"/>
                  </a:moveTo>
                  <a:lnTo>
                    <a:pt x="7454925" y="43040"/>
                  </a:lnTo>
                  <a:lnTo>
                    <a:pt x="7452919" y="41821"/>
                  </a:lnTo>
                  <a:lnTo>
                    <a:pt x="7401306" y="71653"/>
                  </a:lnTo>
                  <a:lnTo>
                    <a:pt x="7403351" y="72847"/>
                  </a:lnTo>
                  <a:lnTo>
                    <a:pt x="7404697" y="73621"/>
                  </a:lnTo>
                  <a:lnTo>
                    <a:pt x="7456221" y="43840"/>
                  </a:lnTo>
                  <a:close/>
                </a:path>
                <a:path w="7526655" h="4352925">
                  <a:moveTo>
                    <a:pt x="7526375" y="3289"/>
                  </a:moveTo>
                  <a:lnTo>
                    <a:pt x="7525944" y="2006"/>
                  </a:lnTo>
                  <a:lnTo>
                    <a:pt x="7525271" y="0"/>
                  </a:lnTo>
                  <a:lnTo>
                    <a:pt x="7490866" y="19888"/>
                  </a:lnTo>
                  <a:lnTo>
                    <a:pt x="7491565" y="21869"/>
                  </a:lnTo>
                  <a:lnTo>
                    <a:pt x="7492009" y="23152"/>
                  </a:lnTo>
                  <a:lnTo>
                    <a:pt x="7526375" y="3289"/>
                  </a:lnTo>
                  <a:close/>
                </a:path>
              </a:pathLst>
            </a:custGeom>
            <a:solidFill>
              <a:srgbClr val="1414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29059" y="1031846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4935388" y="1496926"/>
                  </a:moveTo>
                  <a:lnTo>
                    <a:pt x="4918563" y="1506651"/>
                  </a:lnTo>
                  <a:lnTo>
                    <a:pt x="4918405" y="1508839"/>
                  </a:lnTo>
                  <a:lnTo>
                    <a:pt x="4935424" y="1499004"/>
                  </a:lnTo>
                  <a:lnTo>
                    <a:pt x="4935388" y="1496926"/>
                  </a:lnTo>
                  <a:close/>
                </a:path>
                <a:path w="7526020" h="4351020">
                  <a:moveTo>
                    <a:pt x="5059241" y="1425340"/>
                  </a:moveTo>
                  <a:lnTo>
                    <a:pt x="5012043" y="1452621"/>
                  </a:lnTo>
                  <a:lnTo>
                    <a:pt x="5013096" y="1454120"/>
                  </a:lnTo>
                  <a:lnTo>
                    <a:pt x="5060289" y="1426848"/>
                  </a:lnTo>
                  <a:lnTo>
                    <a:pt x="5059241" y="1425340"/>
                  </a:lnTo>
                  <a:close/>
                </a:path>
                <a:path w="7526020" h="4351020">
                  <a:moveTo>
                    <a:pt x="6926896" y="345853"/>
                  </a:moveTo>
                  <a:lnTo>
                    <a:pt x="6875968" y="375289"/>
                  </a:lnTo>
                  <a:lnTo>
                    <a:pt x="6876810" y="377120"/>
                  </a:lnTo>
                  <a:lnTo>
                    <a:pt x="6927789" y="347661"/>
                  </a:lnTo>
                  <a:lnTo>
                    <a:pt x="6926896" y="345853"/>
                  </a:lnTo>
                  <a:close/>
                </a:path>
                <a:path w="7526020" h="4351020">
                  <a:moveTo>
                    <a:pt x="7142830" y="221046"/>
                  </a:moveTo>
                  <a:lnTo>
                    <a:pt x="7094823" y="248793"/>
                  </a:lnTo>
                  <a:lnTo>
                    <a:pt x="7095487" y="250752"/>
                  </a:lnTo>
                  <a:lnTo>
                    <a:pt x="7143374" y="223079"/>
                  </a:lnTo>
                  <a:lnTo>
                    <a:pt x="7142830" y="221046"/>
                  </a:lnTo>
                  <a:close/>
                </a:path>
                <a:path w="7526020" h="4351020">
                  <a:moveTo>
                    <a:pt x="3445199" y="2358242"/>
                  </a:moveTo>
                  <a:lnTo>
                    <a:pt x="3393471" y="2388140"/>
                  </a:lnTo>
                  <a:lnTo>
                    <a:pt x="3394170" y="2389661"/>
                  </a:lnTo>
                  <a:lnTo>
                    <a:pt x="3445922" y="2359754"/>
                  </a:lnTo>
                  <a:lnTo>
                    <a:pt x="3445199" y="2358242"/>
                  </a:lnTo>
                  <a:close/>
                </a:path>
                <a:path w="7526020" h="4351020">
                  <a:moveTo>
                    <a:pt x="3660496" y="2233802"/>
                  </a:moveTo>
                  <a:lnTo>
                    <a:pt x="3612424" y="2261587"/>
                  </a:lnTo>
                  <a:lnTo>
                    <a:pt x="3612971" y="2263220"/>
                  </a:lnTo>
                  <a:lnTo>
                    <a:pt x="3660946" y="2235496"/>
                  </a:lnTo>
                  <a:lnTo>
                    <a:pt x="3660496" y="2233802"/>
                  </a:lnTo>
                  <a:close/>
                </a:path>
                <a:path w="7526020" h="4351020">
                  <a:moveTo>
                    <a:pt x="1916147" y="3242019"/>
                  </a:moveTo>
                  <a:lnTo>
                    <a:pt x="1864779" y="3271709"/>
                  </a:lnTo>
                  <a:lnTo>
                    <a:pt x="1865414" y="3273095"/>
                  </a:lnTo>
                  <a:lnTo>
                    <a:pt x="1916828" y="3243383"/>
                  </a:lnTo>
                  <a:lnTo>
                    <a:pt x="1916147" y="3242019"/>
                  </a:lnTo>
                  <a:close/>
                </a:path>
                <a:path w="7526020" h="4351020">
                  <a:moveTo>
                    <a:pt x="2131964" y="3117279"/>
                  </a:moveTo>
                  <a:lnTo>
                    <a:pt x="2082458" y="3145893"/>
                  </a:lnTo>
                  <a:lnTo>
                    <a:pt x="2082956" y="3147382"/>
                  </a:lnTo>
                  <a:lnTo>
                    <a:pt x="2132374" y="3118824"/>
                  </a:lnTo>
                  <a:lnTo>
                    <a:pt x="2131964" y="3117279"/>
                  </a:lnTo>
                  <a:close/>
                </a:path>
                <a:path w="7526020" h="4351020">
                  <a:moveTo>
                    <a:pt x="6798792" y="419896"/>
                  </a:moveTo>
                  <a:lnTo>
                    <a:pt x="6750622" y="447738"/>
                  </a:lnTo>
                  <a:lnTo>
                    <a:pt x="6751271" y="449667"/>
                  </a:lnTo>
                  <a:lnTo>
                    <a:pt x="6799455" y="421823"/>
                  </a:lnTo>
                  <a:lnTo>
                    <a:pt x="6798792" y="419896"/>
                  </a:lnTo>
                  <a:close/>
                </a:path>
                <a:path w="7526020" h="4351020">
                  <a:moveTo>
                    <a:pt x="5849788" y="968412"/>
                  </a:moveTo>
                  <a:lnTo>
                    <a:pt x="5802215" y="995908"/>
                  </a:lnTo>
                  <a:lnTo>
                    <a:pt x="5802826" y="997752"/>
                  </a:lnTo>
                  <a:lnTo>
                    <a:pt x="5850416" y="970251"/>
                  </a:lnTo>
                  <a:lnTo>
                    <a:pt x="5850124" y="969292"/>
                  </a:lnTo>
                  <a:lnTo>
                    <a:pt x="5849788" y="968412"/>
                  </a:lnTo>
                  <a:close/>
                </a:path>
                <a:path w="7526020" h="4351020">
                  <a:moveTo>
                    <a:pt x="4475293" y="1762857"/>
                  </a:moveTo>
                  <a:lnTo>
                    <a:pt x="4427420" y="1790527"/>
                  </a:lnTo>
                  <a:lnTo>
                    <a:pt x="4428002" y="1792232"/>
                  </a:lnTo>
                  <a:lnTo>
                    <a:pt x="4475827" y="1764595"/>
                  </a:lnTo>
                  <a:lnTo>
                    <a:pt x="4475476" y="1763296"/>
                  </a:lnTo>
                  <a:lnTo>
                    <a:pt x="4475293" y="1762857"/>
                  </a:lnTo>
                  <a:close/>
                </a:path>
                <a:path w="7526020" h="4351020">
                  <a:moveTo>
                    <a:pt x="4211852" y="1915123"/>
                  </a:moveTo>
                  <a:lnTo>
                    <a:pt x="4162271" y="1943781"/>
                  </a:lnTo>
                  <a:lnTo>
                    <a:pt x="4163943" y="1944826"/>
                  </a:lnTo>
                  <a:lnTo>
                    <a:pt x="4213650" y="1916101"/>
                  </a:lnTo>
                  <a:lnTo>
                    <a:pt x="4211852" y="1915123"/>
                  </a:lnTo>
                  <a:close/>
                </a:path>
                <a:path w="7526020" h="4351020">
                  <a:moveTo>
                    <a:pt x="4125831" y="1964842"/>
                  </a:moveTo>
                  <a:lnTo>
                    <a:pt x="4078776" y="1992040"/>
                  </a:lnTo>
                  <a:lnTo>
                    <a:pt x="4079336" y="1993719"/>
                  </a:lnTo>
                  <a:lnTo>
                    <a:pt x="4126345" y="1966553"/>
                  </a:lnTo>
                  <a:lnTo>
                    <a:pt x="4125831" y="1964842"/>
                  </a:lnTo>
                  <a:close/>
                </a:path>
                <a:path w="7526020" h="4351020">
                  <a:moveTo>
                    <a:pt x="2787485" y="2738394"/>
                  </a:moveTo>
                  <a:lnTo>
                    <a:pt x="2737865" y="2767074"/>
                  </a:lnTo>
                  <a:lnTo>
                    <a:pt x="2739403" y="2768036"/>
                  </a:lnTo>
                  <a:lnTo>
                    <a:pt x="2789139" y="2739294"/>
                  </a:lnTo>
                  <a:lnTo>
                    <a:pt x="2787485" y="2738394"/>
                  </a:lnTo>
                  <a:close/>
                </a:path>
                <a:path w="7526020" h="4351020">
                  <a:moveTo>
                    <a:pt x="2701056" y="2788349"/>
                  </a:moveTo>
                  <a:lnTo>
                    <a:pt x="2654015" y="2815538"/>
                  </a:lnTo>
                  <a:lnTo>
                    <a:pt x="2654530" y="2817082"/>
                  </a:lnTo>
                  <a:lnTo>
                    <a:pt x="2701528" y="2789923"/>
                  </a:lnTo>
                  <a:lnTo>
                    <a:pt x="2701056" y="2788349"/>
                  </a:lnTo>
                  <a:close/>
                </a:path>
                <a:path w="7526020" h="4351020">
                  <a:moveTo>
                    <a:pt x="1734806" y="3346833"/>
                  </a:moveTo>
                  <a:lnTo>
                    <a:pt x="1699768" y="3367084"/>
                  </a:lnTo>
                  <a:lnTo>
                    <a:pt x="1699970" y="3368701"/>
                  </a:lnTo>
                  <a:lnTo>
                    <a:pt x="1727926" y="3352546"/>
                  </a:lnTo>
                  <a:lnTo>
                    <a:pt x="1734806" y="3346833"/>
                  </a:lnTo>
                  <a:close/>
                </a:path>
                <a:path w="7526020" h="4351020">
                  <a:moveTo>
                    <a:pt x="1696920" y="3368730"/>
                  </a:moveTo>
                  <a:lnTo>
                    <a:pt x="1650038" y="3395828"/>
                  </a:lnTo>
                  <a:lnTo>
                    <a:pt x="1650524" y="3397275"/>
                  </a:lnTo>
                  <a:lnTo>
                    <a:pt x="1697408" y="3370181"/>
                  </a:lnTo>
                  <a:lnTo>
                    <a:pt x="1696920" y="3368730"/>
                  </a:lnTo>
                  <a:close/>
                </a:path>
                <a:path w="7526020" h="4351020">
                  <a:moveTo>
                    <a:pt x="1353629" y="3567150"/>
                  </a:moveTo>
                  <a:lnTo>
                    <a:pt x="1306715" y="3594265"/>
                  </a:lnTo>
                  <a:lnTo>
                    <a:pt x="1307191" y="3595679"/>
                  </a:lnTo>
                  <a:lnTo>
                    <a:pt x="1354102" y="3568570"/>
                  </a:lnTo>
                  <a:lnTo>
                    <a:pt x="1353629" y="3567150"/>
                  </a:lnTo>
                  <a:close/>
                </a:path>
                <a:path w="7526020" h="4351020">
                  <a:moveTo>
                    <a:pt x="857003" y="3854194"/>
                  </a:moveTo>
                  <a:lnTo>
                    <a:pt x="807355" y="3882891"/>
                  </a:lnTo>
                  <a:lnTo>
                    <a:pt x="808712" y="3883739"/>
                  </a:lnTo>
                  <a:lnTo>
                    <a:pt x="858464" y="3854989"/>
                  </a:lnTo>
                  <a:lnTo>
                    <a:pt x="857003" y="3854194"/>
                  </a:lnTo>
                  <a:close/>
                </a:path>
                <a:path w="7526020" h="4351020">
                  <a:moveTo>
                    <a:pt x="770997" y="3903905"/>
                  </a:moveTo>
                  <a:lnTo>
                    <a:pt x="723241" y="3931508"/>
                  </a:lnTo>
                  <a:lnTo>
                    <a:pt x="723695" y="3932868"/>
                  </a:lnTo>
                  <a:lnTo>
                    <a:pt x="771526" y="3905228"/>
                  </a:lnTo>
                  <a:lnTo>
                    <a:pt x="770997" y="3903905"/>
                  </a:lnTo>
                  <a:close/>
                </a:path>
                <a:path w="7526020" h="4351020">
                  <a:moveTo>
                    <a:pt x="477942" y="4073288"/>
                  </a:moveTo>
                  <a:lnTo>
                    <a:pt x="430262" y="4100847"/>
                  </a:lnTo>
                  <a:lnTo>
                    <a:pt x="430703" y="4102182"/>
                  </a:lnTo>
                  <a:lnTo>
                    <a:pt x="478356" y="4074644"/>
                  </a:lnTo>
                  <a:lnTo>
                    <a:pt x="477942" y="4073288"/>
                  </a:lnTo>
                  <a:close/>
                </a:path>
                <a:path w="7526020" h="4351020">
                  <a:moveTo>
                    <a:pt x="2479082" y="2916648"/>
                  </a:moveTo>
                  <a:lnTo>
                    <a:pt x="2431549" y="2944122"/>
                  </a:lnTo>
                  <a:lnTo>
                    <a:pt x="2432063" y="2945641"/>
                  </a:lnTo>
                  <a:lnTo>
                    <a:pt x="2479603" y="2918168"/>
                  </a:lnTo>
                  <a:lnTo>
                    <a:pt x="2479082" y="2916648"/>
                  </a:lnTo>
                  <a:close/>
                </a:path>
                <a:path w="7526020" h="4351020">
                  <a:moveTo>
                    <a:pt x="2307048" y="3016082"/>
                  </a:moveTo>
                  <a:lnTo>
                    <a:pt x="2258980" y="3043865"/>
                  </a:lnTo>
                  <a:lnTo>
                    <a:pt x="2259547" y="3045334"/>
                  </a:lnTo>
                  <a:lnTo>
                    <a:pt x="2307620" y="3017553"/>
                  </a:lnTo>
                  <a:lnTo>
                    <a:pt x="2307048" y="3016082"/>
                  </a:lnTo>
                  <a:close/>
                </a:path>
                <a:path w="7526020" h="4351020">
                  <a:moveTo>
                    <a:pt x="254998" y="4202148"/>
                  </a:moveTo>
                  <a:lnTo>
                    <a:pt x="210383" y="4227935"/>
                  </a:lnTo>
                  <a:lnTo>
                    <a:pt x="210824" y="4229245"/>
                  </a:lnTo>
                  <a:lnTo>
                    <a:pt x="255440" y="4203463"/>
                  </a:lnTo>
                  <a:lnTo>
                    <a:pt x="254998" y="4202148"/>
                  </a:lnTo>
                  <a:close/>
                </a:path>
                <a:path w="7526020" h="4351020">
                  <a:moveTo>
                    <a:pt x="165441" y="4253911"/>
                  </a:moveTo>
                  <a:lnTo>
                    <a:pt x="145074" y="4265683"/>
                  </a:lnTo>
                  <a:lnTo>
                    <a:pt x="145047" y="4267256"/>
                  </a:lnTo>
                  <a:lnTo>
                    <a:pt x="165423" y="4255481"/>
                  </a:lnTo>
                  <a:lnTo>
                    <a:pt x="165441" y="4253911"/>
                  </a:lnTo>
                  <a:close/>
                </a:path>
                <a:path w="7526020" h="4351020">
                  <a:moveTo>
                    <a:pt x="117963" y="4281353"/>
                  </a:moveTo>
                  <a:lnTo>
                    <a:pt x="75296" y="4306014"/>
                  </a:lnTo>
                  <a:lnTo>
                    <a:pt x="76207" y="4307037"/>
                  </a:lnTo>
                  <a:lnTo>
                    <a:pt x="118837" y="4282402"/>
                  </a:lnTo>
                  <a:lnTo>
                    <a:pt x="117963" y="4281353"/>
                  </a:lnTo>
                  <a:close/>
                </a:path>
                <a:path w="7526020" h="4351020">
                  <a:moveTo>
                    <a:pt x="34602" y="4329535"/>
                  </a:moveTo>
                  <a:lnTo>
                    <a:pt x="0" y="4349535"/>
                  </a:lnTo>
                  <a:lnTo>
                    <a:pt x="430" y="4350827"/>
                  </a:lnTo>
                  <a:lnTo>
                    <a:pt x="34965" y="4330870"/>
                  </a:lnTo>
                  <a:lnTo>
                    <a:pt x="34602" y="4329535"/>
                  </a:lnTo>
                  <a:close/>
                </a:path>
                <a:path w="7526020" h="4351020">
                  <a:moveTo>
                    <a:pt x="7525269" y="0"/>
                  </a:moveTo>
                  <a:lnTo>
                    <a:pt x="7490905" y="19861"/>
                  </a:lnTo>
                  <a:lnTo>
                    <a:pt x="7491602" y="21846"/>
                  </a:lnTo>
                  <a:lnTo>
                    <a:pt x="7525943" y="2001"/>
                  </a:lnTo>
                  <a:lnTo>
                    <a:pt x="7525269" y="0"/>
                  </a:lnTo>
                  <a:close/>
                </a:path>
                <a:path w="7526020" h="4351020">
                  <a:moveTo>
                    <a:pt x="7455124" y="40543"/>
                  </a:moveTo>
                  <a:lnTo>
                    <a:pt x="7403589" y="70329"/>
                  </a:lnTo>
                  <a:lnTo>
                    <a:pt x="7405641" y="71521"/>
                  </a:lnTo>
                  <a:lnTo>
                    <a:pt x="7457129" y="41767"/>
                  </a:lnTo>
                  <a:lnTo>
                    <a:pt x="7455124" y="40543"/>
                  </a:lnTo>
                  <a:close/>
                </a:path>
                <a:path w="7526020" h="4351020">
                  <a:moveTo>
                    <a:pt x="7342483" y="105648"/>
                  </a:moveTo>
                  <a:lnTo>
                    <a:pt x="7307121" y="126087"/>
                  </a:lnTo>
                  <a:lnTo>
                    <a:pt x="7307795" y="128064"/>
                  </a:lnTo>
                  <a:lnTo>
                    <a:pt x="7343082" y="107672"/>
                  </a:lnTo>
                  <a:lnTo>
                    <a:pt x="7342483" y="105648"/>
                  </a:lnTo>
                  <a:close/>
                </a:path>
                <a:path w="7526020" h="4351020">
                  <a:moveTo>
                    <a:pt x="6344381" y="682541"/>
                  </a:moveTo>
                  <a:lnTo>
                    <a:pt x="6309780" y="702541"/>
                  </a:lnTo>
                  <a:lnTo>
                    <a:pt x="6310437" y="704415"/>
                  </a:lnTo>
                  <a:lnTo>
                    <a:pt x="6345022" y="684429"/>
                  </a:lnTo>
                  <a:lnTo>
                    <a:pt x="6344381" y="682541"/>
                  </a:lnTo>
                  <a:close/>
                </a:path>
                <a:path w="7526020" h="4351020">
                  <a:moveTo>
                    <a:pt x="6274767" y="722778"/>
                  </a:moveTo>
                  <a:lnTo>
                    <a:pt x="6222414" y="753038"/>
                  </a:lnTo>
                  <a:lnTo>
                    <a:pt x="6224351" y="754162"/>
                  </a:lnTo>
                  <a:lnTo>
                    <a:pt x="6276603" y="723967"/>
                  </a:lnTo>
                  <a:lnTo>
                    <a:pt x="6274767" y="722778"/>
                  </a:lnTo>
                  <a:close/>
                </a:path>
                <a:path w="7526020" h="4351020">
                  <a:moveTo>
                    <a:pt x="6161361" y="788326"/>
                  </a:moveTo>
                  <a:lnTo>
                    <a:pt x="6125996" y="808766"/>
                  </a:lnTo>
                  <a:lnTo>
                    <a:pt x="6126633" y="810631"/>
                  </a:lnTo>
                  <a:lnTo>
                    <a:pt x="6161927" y="790236"/>
                  </a:lnTo>
                  <a:lnTo>
                    <a:pt x="6161361" y="788326"/>
                  </a:lnTo>
                  <a:close/>
                </a:path>
                <a:path w="7526020" h="4351020">
                  <a:moveTo>
                    <a:pt x="1031481" y="3753348"/>
                  </a:moveTo>
                  <a:lnTo>
                    <a:pt x="982441" y="3781693"/>
                  </a:lnTo>
                  <a:lnTo>
                    <a:pt x="983063" y="3782986"/>
                  </a:lnTo>
                  <a:lnTo>
                    <a:pt x="1032046" y="3754679"/>
                  </a:lnTo>
                  <a:lnTo>
                    <a:pt x="1031807" y="3754186"/>
                  </a:lnTo>
                  <a:lnTo>
                    <a:pt x="1031481" y="3753348"/>
                  </a:lnTo>
                  <a:close/>
                </a:path>
                <a:path w="7526020" h="4351020">
                  <a:moveTo>
                    <a:pt x="6584565" y="543718"/>
                  </a:moveTo>
                  <a:lnTo>
                    <a:pt x="6538139" y="570552"/>
                  </a:lnTo>
                  <a:lnTo>
                    <a:pt x="6538776" y="572463"/>
                  </a:lnTo>
                  <a:lnTo>
                    <a:pt x="6585222" y="545623"/>
                  </a:lnTo>
                  <a:lnTo>
                    <a:pt x="6584565" y="543718"/>
                  </a:lnTo>
                  <a:close/>
                </a:path>
                <a:path w="7526020" h="4351020">
                  <a:moveTo>
                    <a:pt x="5600244" y="1112646"/>
                  </a:moveTo>
                  <a:lnTo>
                    <a:pt x="5552093" y="1140476"/>
                  </a:lnTo>
                  <a:lnTo>
                    <a:pt x="5552699" y="1142295"/>
                  </a:lnTo>
                  <a:lnTo>
                    <a:pt x="5600786" y="1114506"/>
                  </a:lnTo>
                  <a:lnTo>
                    <a:pt x="5600244" y="1112646"/>
                  </a:lnTo>
                  <a:close/>
                </a:path>
                <a:path w="7526020" h="4351020">
                  <a:moveTo>
                    <a:pt x="5316547" y="1276620"/>
                  </a:moveTo>
                  <a:lnTo>
                    <a:pt x="5268845" y="1304191"/>
                  </a:lnTo>
                  <a:lnTo>
                    <a:pt x="5269442" y="1305983"/>
                  </a:lnTo>
                  <a:lnTo>
                    <a:pt x="5317102" y="1278441"/>
                  </a:lnTo>
                  <a:lnTo>
                    <a:pt x="5316724" y="1277140"/>
                  </a:lnTo>
                  <a:lnTo>
                    <a:pt x="5316547" y="1276620"/>
                  </a:lnTo>
                  <a:close/>
                </a:path>
                <a:path w="7526020" h="4351020">
                  <a:moveTo>
                    <a:pt x="3876455" y="2108980"/>
                  </a:moveTo>
                  <a:lnTo>
                    <a:pt x="3828751" y="2136552"/>
                  </a:lnTo>
                  <a:lnTo>
                    <a:pt x="3829302" y="2138207"/>
                  </a:lnTo>
                  <a:lnTo>
                    <a:pt x="3876973" y="2110660"/>
                  </a:lnTo>
                  <a:lnTo>
                    <a:pt x="3876455" y="2108980"/>
                  </a:lnTo>
                  <a:close/>
                </a:path>
                <a:path w="7526020" h="4351020">
                  <a:moveTo>
                    <a:pt x="3235777" y="2479285"/>
                  </a:moveTo>
                  <a:lnTo>
                    <a:pt x="3187375" y="2507262"/>
                  </a:lnTo>
                  <a:lnTo>
                    <a:pt x="3188303" y="2508626"/>
                  </a:lnTo>
                  <a:lnTo>
                    <a:pt x="3236648" y="2480689"/>
                  </a:lnTo>
                  <a:lnTo>
                    <a:pt x="3235777" y="2479285"/>
                  </a:lnTo>
                  <a:close/>
                </a:path>
                <a:path w="7526020" h="4351020">
                  <a:moveTo>
                    <a:pt x="3292191" y="2446679"/>
                  </a:moveTo>
                  <a:lnTo>
                    <a:pt x="3269992" y="2459510"/>
                  </a:lnTo>
                  <a:lnTo>
                    <a:pt x="3269992" y="2461420"/>
                  </a:lnTo>
                  <a:lnTo>
                    <a:pt x="3292109" y="2448639"/>
                  </a:lnTo>
                  <a:lnTo>
                    <a:pt x="3292191" y="2446679"/>
                  </a:lnTo>
                  <a:close/>
                </a:path>
              </a:pathLst>
            </a:custGeom>
            <a:solidFill>
              <a:srgbClr val="1111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29487" y="1033855"/>
              <a:ext cx="7526655" cy="4351020"/>
            </a:xfrm>
            <a:custGeom>
              <a:avLst/>
              <a:gdLst/>
              <a:ahLst/>
              <a:cxnLst/>
              <a:rect l="l" t="t" r="r" b="b"/>
              <a:pathLst>
                <a:path w="7526655" h="4351020">
                  <a:moveTo>
                    <a:pt x="35102" y="4330979"/>
                  </a:moveTo>
                  <a:lnTo>
                    <a:pt x="34734" y="4329646"/>
                  </a:lnTo>
                  <a:lnTo>
                    <a:pt x="34531" y="4328871"/>
                  </a:lnTo>
                  <a:lnTo>
                    <a:pt x="0" y="4348823"/>
                  </a:lnTo>
                  <a:lnTo>
                    <a:pt x="241" y="4349572"/>
                  </a:lnTo>
                  <a:lnTo>
                    <a:pt x="673" y="4350867"/>
                  </a:lnTo>
                  <a:lnTo>
                    <a:pt x="35102" y="4330979"/>
                  </a:lnTo>
                  <a:close/>
                </a:path>
                <a:path w="7526655" h="4351020">
                  <a:moveTo>
                    <a:pt x="119786" y="4282059"/>
                  </a:moveTo>
                  <a:lnTo>
                    <a:pt x="118910" y="4281005"/>
                  </a:lnTo>
                  <a:lnTo>
                    <a:pt x="118402" y="4280395"/>
                  </a:lnTo>
                  <a:lnTo>
                    <a:pt x="75768" y="4305033"/>
                  </a:lnTo>
                  <a:lnTo>
                    <a:pt x="76301" y="4305630"/>
                  </a:lnTo>
                  <a:lnTo>
                    <a:pt x="77216" y="4306646"/>
                  </a:lnTo>
                  <a:lnTo>
                    <a:pt x="119786" y="4282059"/>
                  </a:lnTo>
                  <a:close/>
                </a:path>
                <a:path w="7526655" h="4351020">
                  <a:moveTo>
                    <a:pt x="164985" y="4253484"/>
                  </a:moveTo>
                  <a:lnTo>
                    <a:pt x="144614" y="4265257"/>
                  </a:lnTo>
                  <a:lnTo>
                    <a:pt x="144602" y="4266171"/>
                  </a:lnTo>
                  <a:lnTo>
                    <a:pt x="144564" y="4267746"/>
                  </a:lnTo>
                  <a:lnTo>
                    <a:pt x="164960" y="4255960"/>
                  </a:lnTo>
                  <a:lnTo>
                    <a:pt x="164973" y="4254385"/>
                  </a:lnTo>
                  <a:lnTo>
                    <a:pt x="164985" y="4253484"/>
                  </a:lnTo>
                  <a:close/>
                </a:path>
                <a:path w="7526655" h="4351020">
                  <a:moveTo>
                    <a:pt x="255701" y="4203535"/>
                  </a:moveTo>
                  <a:lnTo>
                    <a:pt x="255257" y="4202226"/>
                  </a:lnTo>
                  <a:lnTo>
                    <a:pt x="255003" y="4201464"/>
                  </a:lnTo>
                  <a:lnTo>
                    <a:pt x="210388" y="4227246"/>
                  </a:lnTo>
                  <a:lnTo>
                    <a:pt x="210642" y="4228008"/>
                  </a:lnTo>
                  <a:lnTo>
                    <a:pt x="211086" y="4229316"/>
                  </a:lnTo>
                  <a:lnTo>
                    <a:pt x="255701" y="4203535"/>
                  </a:lnTo>
                  <a:close/>
                </a:path>
                <a:path w="7526655" h="4351020">
                  <a:moveTo>
                    <a:pt x="478574" y="4074795"/>
                  </a:moveTo>
                  <a:lnTo>
                    <a:pt x="478167" y="4073436"/>
                  </a:lnTo>
                  <a:lnTo>
                    <a:pt x="477926" y="4072636"/>
                  </a:lnTo>
                  <a:lnTo>
                    <a:pt x="430263" y="4100182"/>
                  </a:lnTo>
                  <a:lnTo>
                    <a:pt x="430530" y="4100957"/>
                  </a:lnTo>
                  <a:lnTo>
                    <a:pt x="430974" y="4102290"/>
                  </a:lnTo>
                  <a:lnTo>
                    <a:pt x="478574" y="4074795"/>
                  </a:lnTo>
                  <a:close/>
                </a:path>
                <a:path w="7526655" h="4351020">
                  <a:moveTo>
                    <a:pt x="771931" y="3905326"/>
                  </a:moveTo>
                  <a:lnTo>
                    <a:pt x="771398" y="3904005"/>
                  </a:lnTo>
                  <a:lnTo>
                    <a:pt x="771093" y="3903230"/>
                  </a:lnTo>
                  <a:lnTo>
                    <a:pt x="723265" y="3930866"/>
                  </a:lnTo>
                  <a:lnTo>
                    <a:pt x="723531" y="3931666"/>
                  </a:lnTo>
                  <a:lnTo>
                    <a:pt x="723976" y="3933025"/>
                  </a:lnTo>
                  <a:lnTo>
                    <a:pt x="771931" y="3905326"/>
                  </a:lnTo>
                  <a:close/>
                </a:path>
                <a:path w="7526655" h="4351020">
                  <a:moveTo>
                    <a:pt x="860348" y="3854246"/>
                  </a:moveTo>
                  <a:lnTo>
                    <a:pt x="858888" y="3853459"/>
                  </a:lnTo>
                  <a:lnTo>
                    <a:pt x="858024" y="3852989"/>
                  </a:lnTo>
                  <a:lnTo>
                    <a:pt x="808278" y="3881742"/>
                  </a:lnTo>
                  <a:lnTo>
                    <a:pt x="809078" y="3882237"/>
                  </a:lnTo>
                  <a:lnTo>
                    <a:pt x="810437" y="3883088"/>
                  </a:lnTo>
                  <a:lnTo>
                    <a:pt x="860348" y="3854246"/>
                  </a:lnTo>
                  <a:close/>
                </a:path>
                <a:path w="7526655" h="4351020">
                  <a:moveTo>
                    <a:pt x="1032611" y="3754742"/>
                  </a:moveTo>
                  <a:lnTo>
                    <a:pt x="1031976" y="3753447"/>
                  </a:lnTo>
                  <a:lnTo>
                    <a:pt x="1031608" y="3752672"/>
                  </a:lnTo>
                  <a:lnTo>
                    <a:pt x="982624" y="3780980"/>
                  </a:lnTo>
                  <a:lnTo>
                    <a:pt x="982992" y="3781742"/>
                  </a:lnTo>
                  <a:lnTo>
                    <a:pt x="983615" y="3783038"/>
                  </a:lnTo>
                  <a:lnTo>
                    <a:pt x="1032611" y="3754742"/>
                  </a:lnTo>
                  <a:close/>
                </a:path>
                <a:path w="7526655" h="4351020">
                  <a:moveTo>
                    <a:pt x="1354302" y="3568903"/>
                  </a:moveTo>
                  <a:lnTo>
                    <a:pt x="1353934" y="3567417"/>
                  </a:lnTo>
                  <a:lnTo>
                    <a:pt x="1353667" y="3566566"/>
                  </a:lnTo>
                  <a:lnTo>
                    <a:pt x="1306753" y="3593681"/>
                  </a:lnTo>
                  <a:lnTo>
                    <a:pt x="1307033" y="3594519"/>
                  </a:lnTo>
                  <a:lnTo>
                    <a:pt x="1307515" y="3595928"/>
                  </a:lnTo>
                  <a:lnTo>
                    <a:pt x="1354302" y="3568903"/>
                  </a:lnTo>
                  <a:close/>
                </a:path>
                <a:path w="7526655" h="4351020">
                  <a:moveTo>
                    <a:pt x="1697748" y="3370491"/>
                  </a:moveTo>
                  <a:lnTo>
                    <a:pt x="1697266" y="3369043"/>
                  </a:lnTo>
                  <a:lnTo>
                    <a:pt x="1696974" y="3368179"/>
                  </a:lnTo>
                  <a:lnTo>
                    <a:pt x="1650085" y="3395268"/>
                  </a:lnTo>
                  <a:lnTo>
                    <a:pt x="1650377" y="3396132"/>
                  </a:lnTo>
                  <a:lnTo>
                    <a:pt x="1650860" y="3397580"/>
                  </a:lnTo>
                  <a:lnTo>
                    <a:pt x="1697748" y="3370491"/>
                  </a:lnTo>
                  <a:close/>
                </a:path>
                <a:path w="7526655" h="4351020">
                  <a:moveTo>
                    <a:pt x="1727492" y="3350539"/>
                  </a:moveTo>
                  <a:lnTo>
                    <a:pt x="1699539" y="3366693"/>
                  </a:lnTo>
                  <a:lnTo>
                    <a:pt x="1699653" y="3367659"/>
                  </a:lnTo>
                  <a:lnTo>
                    <a:pt x="1699844" y="3369106"/>
                  </a:lnTo>
                  <a:lnTo>
                    <a:pt x="1717433" y="3357384"/>
                  </a:lnTo>
                  <a:lnTo>
                    <a:pt x="1716798" y="3357753"/>
                  </a:lnTo>
                  <a:lnTo>
                    <a:pt x="1727492" y="3350539"/>
                  </a:lnTo>
                  <a:close/>
                </a:path>
                <a:path w="7526655" h="4351020">
                  <a:moveTo>
                    <a:pt x="1917484" y="3243554"/>
                  </a:moveTo>
                  <a:lnTo>
                    <a:pt x="1916798" y="3242195"/>
                  </a:lnTo>
                  <a:lnTo>
                    <a:pt x="1916391" y="3241383"/>
                  </a:lnTo>
                  <a:lnTo>
                    <a:pt x="1864982" y="3271088"/>
                  </a:lnTo>
                  <a:lnTo>
                    <a:pt x="1865363" y="3271913"/>
                  </a:lnTo>
                  <a:lnTo>
                    <a:pt x="1865998" y="3273310"/>
                  </a:lnTo>
                  <a:lnTo>
                    <a:pt x="1917484" y="3243554"/>
                  </a:lnTo>
                  <a:close/>
                </a:path>
                <a:path w="7526655" h="4351020">
                  <a:moveTo>
                    <a:pt x="2132596" y="3119297"/>
                  </a:moveTo>
                  <a:lnTo>
                    <a:pt x="2132190" y="3117748"/>
                  </a:lnTo>
                  <a:lnTo>
                    <a:pt x="2131936" y="3116821"/>
                  </a:lnTo>
                  <a:lnTo>
                    <a:pt x="2082520" y="3145383"/>
                  </a:lnTo>
                  <a:lnTo>
                    <a:pt x="2082825" y="3146272"/>
                  </a:lnTo>
                  <a:lnTo>
                    <a:pt x="2083130" y="3147174"/>
                  </a:lnTo>
                  <a:lnTo>
                    <a:pt x="2083231" y="3147809"/>
                  </a:lnTo>
                  <a:lnTo>
                    <a:pt x="2132596" y="3119297"/>
                  </a:lnTo>
                  <a:close/>
                </a:path>
                <a:path w="7526655" h="4351020">
                  <a:moveTo>
                    <a:pt x="2308098" y="3017901"/>
                  </a:moveTo>
                  <a:lnTo>
                    <a:pt x="2307526" y="3016440"/>
                  </a:lnTo>
                  <a:lnTo>
                    <a:pt x="2307183" y="3015551"/>
                  </a:lnTo>
                  <a:lnTo>
                    <a:pt x="2259114" y="3043326"/>
                  </a:lnTo>
                  <a:lnTo>
                    <a:pt x="2259457" y="3044215"/>
                  </a:lnTo>
                  <a:lnTo>
                    <a:pt x="2260015" y="3045688"/>
                  </a:lnTo>
                  <a:lnTo>
                    <a:pt x="2308098" y="3017901"/>
                  </a:lnTo>
                  <a:close/>
                </a:path>
                <a:path w="7526655" h="4351020">
                  <a:moveTo>
                    <a:pt x="2480005" y="2918599"/>
                  </a:moveTo>
                  <a:lnTo>
                    <a:pt x="2479484" y="2917075"/>
                  </a:lnTo>
                  <a:lnTo>
                    <a:pt x="2479167" y="2916161"/>
                  </a:lnTo>
                  <a:lnTo>
                    <a:pt x="2431631" y="2943644"/>
                  </a:lnTo>
                  <a:lnTo>
                    <a:pt x="2431935" y="2944558"/>
                  </a:lnTo>
                  <a:lnTo>
                    <a:pt x="2432456" y="2946069"/>
                  </a:lnTo>
                  <a:lnTo>
                    <a:pt x="2480005" y="2918599"/>
                  </a:lnTo>
                  <a:close/>
                </a:path>
                <a:path w="7526655" h="4351020">
                  <a:moveTo>
                    <a:pt x="2701848" y="2790444"/>
                  </a:moveTo>
                  <a:lnTo>
                    <a:pt x="2701379" y="2788869"/>
                  </a:lnTo>
                  <a:lnTo>
                    <a:pt x="2701099" y="2787916"/>
                  </a:lnTo>
                  <a:lnTo>
                    <a:pt x="2654096" y="2815082"/>
                  </a:lnTo>
                  <a:lnTo>
                    <a:pt x="2654401" y="2816009"/>
                  </a:lnTo>
                  <a:lnTo>
                    <a:pt x="2654922" y="2817558"/>
                  </a:lnTo>
                  <a:lnTo>
                    <a:pt x="2701848" y="2790444"/>
                  </a:lnTo>
                  <a:close/>
                </a:path>
                <a:path w="7526655" h="4351020">
                  <a:moveTo>
                    <a:pt x="2791358" y="2738742"/>
                  </a:moveTo>
                  <a:lnTo>
                    <a:pt x="2789707" y="2737840"/>
                  </a:lnTo>
                  <a:lnTo>
                    <a:pt x="2788704" y="2737294"/>
                  </a:lnTo>
                  <a:lnTo>
                    <a:pt x="2738971" y="2766034"/>
                  </a:lnTo>
                  <a:lnTo>
                    <a:pt x="2739898" y="2766618"/>
                  </a:lnTo>
                  <a:lnTo>
                    <a:pt x="2741434" y="2767571"/>
                  </a:lnTo>
                  <a:lnTo>
                    <a:pt x="2791358" y="2738742"/>
                  </a:lnTo>
                  <a:close/>
                </a:path>
                <a:path w="7526655" h="4351020">
                  <a:moveTo>
                    <a:pt x="3237611" y="2480945"/>
                  </a:moveTo>
                  <a:lnTo>
                    <a:pt x="3236747" y="2479535"/>
                  </a:lnTo>
                  <a:lnTo>
                    <a:pt x="3236214" y="2478684"/>
                  </a:lnTo>
                  <a:lnTo>
                    <a:pt x="3187865" y="2506624"/>
                  </a:lnTo>
                  <a:lnTo>
                    <a:pt x="3188436" y="2507450"/>
                  </a:lnTo>
                  <a:lnTo>
                    <a:pt x="3189363" y="2508821"/>
                  </a:lnTo>
                  <a:lnTo>
                    <a:pt x="3237611" y="2480945"/>
                  </a:lnTo>
                  <a:close/>
                </a:path>
                <a:path w="7526655" h="4351020">
                  <a:moveTo>
                    <a:pt x="3291675" y="2446642"/>
                  </a:moveTo>
                  <a:lnTo>
                    <a:pt x="3269564" y="2459418"/>
                  </a:lnTo>
                  <a:lnTo>
                    <a:pt x="3269564" y="2460574"/>
                  </a:lnTo>
                  <a:lnTo>
                    <a:pt x="3269564" y="2462492"/>
                  </a:lnTo>
                  <a:lnTo>
                    <a:pt x="3291548" y="2449792"/>
                  </a:lnTo>
                  <a:lnTo>
                    <a:pt x="3291624" y="2447836"/>
                  </a:lnTo>
                  <a:lnTo>
                    <a:pt x="3291675" y="2446642"/>
                  </a:lnTo>
                  <a:close/>
                </a:path>
                <a:path w="7526655" h="4351020">
                  <a:moveTo>
                    <a:pt x="3446653" y="2360180"/>
                  </a:moveTo>
                  <a:lnTo>
                    <a:pt x="3445929" y="2358669"/>
                  </a:lnTo>
                  <a:lnTo>
                    <a:pt x="3445484" y="2357755"/>
                  </a:lnTo>
                  <a:lnTo>
                    <a:pt x="3393732" y="2387663"/>
                  </a:lnTo>
                  <a:lnTo>
                    <a:pt x="3394164" y="2388590"/>
                  </a:lnTo>
                  <a:lnTo>
                    <a:pt x="3394862" y="2390102"/>
                  </a:lnTo>
                  <a:lnTo>
                    <a:pt x="3446653" y="2360180"/>
                  </a:lnTo>
                  <a:close/>
                </a:path>
                <a:path w="7526655" h="4351020">
                  <a:moveTo>
                    <a:pt x="3661232" y="2236228"/>
                  </a:moveTo>
                  <a:lnTo>
                    <a:pt x="3660787" y="2234527"/>
                  </a:lnTo>
                  <a:lnTo>
                    <a:pt x="3660508" y="2233498"/>
                  </a:lnTo>
                  <a:lnTo>
                    <a:pt x="3612540" y="2261222"/>
                  </a:lnTo>
                  <a:lnTo>
                    <a:pt x="3612870" y="2262213"/>
                  </a:lnTo>
                  <a:lnTo>
                    <a:pt x="3613226" y="2263254"/>
                  </a:lnTo>
                  <a:lnTo>
                    <a:pt x="3613327" y="2263902"/>
                  </a:lnTo>
                  <a:lnTo>
                    <a:pt x="3661232" y="2236228"/>
                  </a:lnTo>
                  <a:close/>
                </a:path>
                <a:path w="7526655" h="4351020">
                  <a:moveTo>
                    <a:pt x="3877360" y="2111375"/>
                  </a:moveTo>
                  <a:lnTo>
                    <a:pt x="3876852" y="2109686"/>
                  </a:lnTo>
                  <a:lnTo>
                    <a:pt x="3876535" y="2108657"/>
                  </a:lnTo>
                  <a:lnTo>
                    <a:pt x="3828872" y="2136203"/>
                  </a:lnTo>
                  <a:lnTo>
                    <a:pt x="3829202" y="2137219"/>
                  </a:lnTo>
                  <a:lnTo>
                    <a:pt x="3829761" y="2138870"/>
                  </a:lnTo>
                  <a:lnTo>
                    <a:pt x="3877360" y="2111375"/>
                  </a:lnTo>
                  <a:close/>
                </a:path>
                <a:path w="7526655" h="4351020">
                  <a:moveTo>
                    <a:pt x="4126738" y="1967306"/>
                  </a:moveTo>
                  <a:lnTo>
                    <a:pt x="4126230" y="1965604"/>
                  </a:lnTo>
                  <a:lnTo>
                    <a:pt x="4125912" y="1964550"/>
                  </a:lnTo>
                  <a:lnTo>
                    <a:pt x="4078897" y="1991715"/>
                  </a:lnTo>
                  <a:lnTo>
                    <a:pt x="4079240" y="1992744"/>
                  </a:lnTo>
                  <a:lnTo>
                    <a:pt x="4079798" y="1994420"/>
                  </a:lnTo>
                  <a:lnTo>
                    <a:pt x="4126738" y="1967306"/>
                  </a:lnTo>
                  <a:close/>
                </a:path>
                <a:path w="7526655" h="4351020">
                  <a:moveTo>
                    <a:pt x="4216120" y="1915680"/>
                  </a:moveTo>
                  <a:lnTo>
                    <a:pt x="4214317" y="1914702"/>
                  </a:lnTo>
                  <a:lnTo>
                    <a:pt x="4213212" y="1914093"/>
                  </a:lnTo>
                  <a:lnTo>
                    <a:pt x="4163504" y="1942820"/>
                  </a:lnTo>
                  <a:lnTo>
                    <a:pt x="4164533" y="1943468"/>
                  </a:lnTo>
                  <a:lnTo>
                    <a:pt x="4166209" y="1944509"/>
                  </a:lnTo>
                  <a:lnTo>
                    <a:pt x="4216120" y="1915680"/>
                  </a:lnTo>
                  <a:close/>
                </a:path>
                <a:path w="7526655" h="4351020">
                  <a:moveTo>
                    <a:pt x="4476166" y="1765452"/>
                  </a:moveTo>
                  <a:lnTo>
                    <a:pt x="4475683" y="1763687"/>
                  </a:lnTo>
                  <a:lnTo>
                    <a:pt x="4475391" y="1762594"/>
                  </a:lnTo>
                  <a:lnTo>
                    <a:pt x="4427563" y="1790230"/>
                  </a:lnTo>
                  <a:lnTo>
                    <a:pt x="4427931" y="1791284"/>
                  </a:lnTo>
                  <a:lnTo>
                    <a:pt x="4428515" y="1792986"/>
                  </a:lnTo>
                  <a:lnTo>
                    <a:pt x="4476166" y="1765452"/>
                  </a:lnTo>
                  <a:close/>
                </a:path>
                <a:path w="7526655" h="4351020">
                  <a:moveTo>
                    <a:pt x="4935042" y="1500365"/>
                  </a:moveTo>
                  <a:lnTo>
                    <a:pt x="4935017" y="1498295"/>
                  </a:lnTo>
                  <a:lnTo>
                    <a:pt x="4934991" y="1496999"/>
                  </a:lnTo>
                  <a:lnTo>
                    <a:pt x="4917973" y="1506842"/>
                  </a:lnTo>
                  <a:lnTo>
                    <a:pt x="4917872" y="1508188"/>
                  </a:lnTo>
                  <a:lnTo>
                    <a:pt x="4917719" y="1510385"/>
                  </a:lnTo>
                  <a:lnTo>
                    <a:pt x="4935042" y="1500365"/>
                  </a:lnTo>
                  <a:close/>
                </a:path>
                <a:path w="7526655" h="4351020">
                  <a:moveTo>
                    <a:pt x="5061547" y="1427289"/>
                  </a:moveTo>
                  <a:lnTo>
                    <a:pt x="5060505" y="1425778"/>
                  </a:lnTo>
                  <a:lnTo>
                    <a:pt x="5059858" y="1424851"/>
                  </a:lnTo>
                  <a:lnTo>
                    <a:pt x="5012664" y="1452118"/>
                  </a:lnTo>
                  <a:lnTo>
                    <a:pt x="5013312" y="1453045"/>
                  </a:lnTo>
                  <a:lnTo>
                    <a:pt x="5014366" y="1454543"/>
                  </a:lnTo>
                  <a:lnTo>
                    <a:pt x="5061547" y="1427289"/>
                  </a:lnTo>
                  <a:close/>
                </a:path>
                <a:path w="7526655" h="4351020">
                  <a:moveTo>
                    <a:pt x="5317528" y="1279410"/>
                  </a:moveTo>
                  <a:lnTo>
                    <a:pt x="5316994" y="1277581"/>
                  </a:lnTo>
                  <a:lnTo>
                    <a:pt x="5316664" y="1276438"/>
                  </a:lnTo>
                  <a:lnTo>
                    <a:pt x="5269014" y="1303985"/>
                  </a:lnTo>
                  <a:lnTo>
                    <a:pt x="5269382" y="1305090"/>
                  </a:lnTo>
                  <a:lnTo>
                    <a:pt x="5269979" y="1306880"/>
                  </a:lnTo>
                  <a:lnTo>
                    <a:pt x="5317528" y="1279410"/>
                  </a:lnTo>
                  <a:close/>
                </a:path>
                <a:path w="7526655" h="4351020">
                  <a:moveTo>
                    <a:pt x="5601208" y="1115529"/>
                  </a:moveTo>
                  <a:lnTo>
                    <a:pt x="5600674" y="1113675"/>
                  </a:lnTo>
                  <a:lnTo>
                    <a:pt x="5600331" y="1112520"/>
                  </a:lnTo>
                  <a:lnTo>
                    <a:pt x="5552262" y="1140294"/>
                  </a:lnTo>
                  <a:lnTo>
                    <a:pt x="5552643" y="1141425"/>
                  </a:lnTo>
                  <a:lnTo>
                    <a:pt x="5553253" y="1143241"/>
                  </a:lnTo>
                  <a:lnTo>
                    <a:pt x="5601208" y="1115529"/>
                  </a:lnTo>
                  <a:close/>
                </a:path>
                <a:path w="7526655" h="4351020">
                  <a:moveTo>
                    <a:pt x="5850902" y="971296"/>
                  </a:moveTo>
                  <a:lnTo>
                    <a:pt x="5850344" y="969416"/>
                  </a:lnTo>
                  <a:lnTo>
                    <a:pt x="5849975" y="968248"/>
                  </a:lnTo>
                  <a:lnTo>
                    <a:pt x="5802388" y="995743"/>
                  </a:lnTo>
                  <a:lnTo>
                    <a:pt x="5802769" y="996899"/>
                  </a:lnTo>
                  <a:lnTo>
                    <a:pt x="5803379" y="998740"/>
                  </a:lnTo>
                  <a:lnTo>
                    <a:pt x="5850902" y="971296"/>
                  </a:lnTo>
                  <a:close/>
                </a:path>
                <a:path w="7526655" h="4351020">
                  <a:moveTo>
                    <a:pt x="6162408" y="791337"/>
                  </a:moveTo>
                  <a:lnTo>
                    <a:pt x="6161849" y="789432"/>
                  </a:lnTo>
                  <a:lnTo>
                    <a:pt x="6161494" y="788238"/>
                  </a:lnTo>
                  <a:lnTo>
                    <a:pt x="6126200" y="808634"/>
                  </a:lnTo>
                  <a:lnTo>
                    <a:pt x="6126594" y="809802"/>
                  </a:lnTo>
                  <a:lnTo>
                    <a:pt x="6127229" y="811657"/>
                  </a:lnTo>
                  <a:lnTo>
                    <a:pt x="6162408" y="791337"/>
                  </a:lnTo>
                  <a:close/>
                </a:path>
                <a:path w="7526655" h="4351020">
                  <a:moveTo>
                    <a:pt x="6279159" y="723900"/>
                  </a:moveTo>
                  <a:lnTo>
                    <a:pt x="6277318" y="722706"/>
                  </a:lnTo>
                  <a:lnTo>
                    <a:pt x="6276175" y="721969"/>
                  </a:lnTo>
                  <a:lnTo>
                    <a:pt x="6223914" y="752157"/>
                  </a:lnTo>
                  <a:lnTo>
                    <a:pt x="6225133" y="752868"/>
                  </a:lnTo>
                  <a:lnTo>
                    <a:pt x="6227064" y="753986"/>
                  </a:lnTo>
                  <a:lnTo>
                    <a:pt x="6279159" y="723900"/>
                  </a:lnTo>
                  <a:close/>
                </a:path>
                <a:path w="7526655" h="4351020">
                  <a:moveTo>
                    <a:pt x="6345631" y="685495"/>
                  </a:moveTo>
                  <a:lnTo>
                    <a:pt x="6344996" y="683615"/>
                  </a:lnTo>
                  <a:lnTo>
                    <a:pt x="6344590" y="682421"/>
                  </a:lnTo>
                  <a:lnTo>
                    <a:pt x="6310007" y="702411"/>
                  </a:lnTo>
                  <a:lnTo>
                    <a:pt x="6310414" y="703592"/>
                  </a:lnTo>
                  <a:lnTo>
                    <a:pt x="6311074" y="705459"/>
                  </a:lnTo>
                  <a:lnTo>
                    <a:pt x="6345631" y="685495"/>
                  </a:lnTo>
                  <a:close/>
                </a:path>
                <a:path w="7526655" h="4351020">
                  <a:moveTo>
                    <a:pt x="6585864" y="546722"/>
                  </a:moveTo>
                  <a:lnTo>
                    <a:pt x="6585204" y="544817"/>
                  </a:lnTo>
                  <a:lnTo>
                    <a:pt x="6584785" y="543623"/>
                  </a:lnTo>
                  <a:lnTo>
                    <a:pt x="6538341" y="570458"/>
                  </a:lnTo>
                  <a:lnTo>
                    <a:pt x="6538747" y="571665"/>
                  </a:lnTo>
                  <a:lnTo>
                    <a:pt x="6539382" y="573570"/>
                  </a:lnTo>
                  <a:lnTo>
                    <a:pt x="6585864" y="546722"/>
                  </a:lnTo>
                  <a:close/>
                </a:path>
                <a:path w="7526655" h="4351020">
                  <a:moveTo>
                    <a:pt x="6799821" y="423125"/>
                  </a:moveTo>
                  <a:lnTo>
                    <a:pt x="6799351" y="421081"/>
                  </a:lnTo>
                  <a:lnTo>
                    <a:pt x="6799148" y="420166"/>
                  </a:lnTo>
                  <a:lnTo>
                    <a:pt x="6799021" y="419823"/>
                  </a:lnTo>
                  <a:lnTo>
                    <a:pt x="6750837" y="447662"/>
                  </a:lnTo>
                  <a:lnTo>
                    <a:pt x="6751244" y="448881"/>
                  </a:lnTo>
                  <a:lnTo>
                    <a:pt x="6751891" y="450811"/>
                  </a:lnTo>
                  <a:lnTo>
                    <a:pt x="6799821" y="423125"/>
                  </a:lnTo>
                  <a:close/>
                </a:path>
                <a:path w="7526655" h="4351020">
                  <a:moveTo>
                    <a:pt x="6928815" y="348602"/>
                  </a:moveTo>
                  <a:lnTo>
                    <a:pt x="6927913" y="346798"/>
                  </a:lnTo>
                  <a:lnTo>
                    <a:pt x="6927355" y="345655"/>
                  </a:lnTo>
                  <a:lnTo>
                    <a:pt x="6876377" y="375119"/>
                  </a:lnTo>
                  <a:lnTo>
                    <a:pt x="6876910" y="376275"/>
                  </a:lnTo>
                  <a:lnTo>
                    <a:pt x="6877748" y="378104"/>
                  </a:lnTo>
                  <a:lnTo>
                    <a:pt x="6928815" y="348602"/>
                  </a:lnTo>
                  <a:close/>
                </a:path>
                <a:path w="7526655" h="4351020">
                  <a:moveTo>
                    <a:pt x="7143826" y="224396"/>
                  </a:moveTo>
                  <a:lnTo>
                    <a:pt x="7143280" y="222364"/>
                  </a:lnTo>
                  <a:lnTo>
                    <a:pt x="7142937" y="221081"/>
                  </a:lnTo>
                  <a:lnTo>
                    <a:pt x="7095058" y="248754"/>
                  </a:lnTo>
                  <a:lnTo>
                    <a:pt x="7095477" y="249986"/>
                  </a:lnTo>
                  <a:lnTo>
                    <a:pt x="7095566" y="250240"/>
                  </a:lnTo>
                  <a:lnTo>
                    <a:pt x="7095884" y="252082"/>
                  </a:lnTo>
                  <a:lnTo>
                    <a:pt x="7143826" y="224396"/>
                  </a:lnTo>
                  <a:close/>
                </a:path>
                <a:path w="7526655" h="4351020">
                  <a:moveTo>
                    <a:pt x="7343622" y="108978"/>
                  </a:moveTo>
                  <a:lnTo>
                    <a:pt x="7343026" y="106946"/>
                  </a:lnTo>
                  <a:lnTo>
                    <a:pt x="7342645" y="105664"/>
                  </a:lnTo>
                  <a:lnTo>
                    <a:pt x="7307364" y="126060"/>
                  </a:lnTo>
                  <a:lnTo>
                    <a:pt x="7307783" y="127304"/>
                  </a:lnTo>
                  <a:lnTo>
                    <a:pt x="7308456" y="129286"/>
                  </a:lnTo>
                  <a:lnTo>
                    <a:pt x="7343622" y="108978"/>
                  </a:lnTo>
                  <a:close/>
                </a:path>
                <a:path w="7526655" h="4351020">
                  <a:moveTo>
                    <a:pt x="7459967" y="41757"/>
                  </a:moveTo>
                  <a:lnTo>
                    <a:pt x="7457961" y="40538"/>
                  </a:lnTo>
                  <a:lnTo>
                    <a:pt x="7456691" y="39763"/>
                  </a:lnTo>
                  <a:lnTo>
                    <a:pt x="7405205" y="69519"/>
                  </a:lnTo>
                  <a:lnTo>
                    <a:pt x="7406500" y="70269"/>
                  </a:lnTo>
                  <a:lnTo>
                    <a:pt x="7408558" y="71462"/>
                  </a:lnTo>
                  <a:lnTo>
                    <a:pt x="7459967" y="41757"/>
                  </a:lnTo>
                  <a:close/>
                </a:path>
                <a:path w="7526655" h="4351020">
                  <a:moveTo>
                    <a:pt x="7526604" y="3263"/>
                  </a:moveTo>
                  <a:lnTo>
                    <a:pt x="7525931" y="1270"/>
                  </a:lnTo>
                  <a:lnTo>
                    <a:pt x="7525512" y="0"/>
                  </a:lnTo>
                  <a:lnTo>
                    <a:pt x="7491171" y="19837"/>
                  </a:lnTo>
                  <a:lnTo>
                    <a:pt x="7491603" y="21094"/>
                  </a:lnTo>
                  <a:lnTo>
                    <a:pt x="7492301" y="23088"/>
                  </a:lnTo>
                  <a:lnTo>
                    <a:pt x="7526604" y="3263"/>
                  </a:lnTo>
                  <a:close/>
                </a:path>
              </a:pathLst>
            </a:custGeom>
            <a:solidFill>
              <a:srgbClr val="1414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830161" y="1037119"/>
              <a:ext cx="7526655" cy="4351020"/>
            </a:xfrm>
            <a:custGeom>
              <a:avLst/>
              <a:gdLst/>
              <a:ahLst/>
              <a:cxnLst/>
              <a:rect l="l" t="t" r="r" b="b"/>
              <a:pathLst>
                <a:path w="7526655" h="4351020">
                  <a:moveTo>
                    <a:pt x="35344" y="4331081"/>
                  </a:moveTo>
                  <a:lnTo>
                    <a:pt x="34988" y="4329773"/>
                  </a:lnTo>
                  <a:lnTo>
                    <a:pt x="34429" y="4327715"/>
                  </a:lnTo>
                  <a:lnTo>
                    <a:pt x="0" y="4347603"/>
                  </a:lnTo>
                  <a:lnTo>
                    <a:pt x="673" y="4349597"/>
                  </a:lnTo>
                  <a:lnTo>
                    <a:pt x="1092" y="4350867"/>
                  </a:lnTo>
                  <a:lnTo>
                    <a:pt x="35344" y="4331081"/>
                  </a:lnTo>
                  <a:close/>
                </a:path>
                <a:path w="7526655" h="4351020">
                  <a:moveTo>
                    <a:pt x="121285" y="4281411"/>
                  </a:moveTo>
                  <a:lnTo>
                    <a:pt x="120446" y="4280395"/>
                  </a:lnTo>
                  <a:lnTo>
                    <a:pt x="119113" y="4278795"/>
                  </a:lnTo>
                  <a:lnTo>
                    <a:pt x="76542" y="4303382"/>
                  </a:lnTo>
                  <a:lnTo>
                    <a:pt x="77927" y="4304970"/>
                  </a:lnTo>
                  <a:lnTo>
                    <a:pt x="78727" y="4306011"/>
                  </a:lnTo>
                  <a:lnTo>
                    <a:pt x="121285" y="4281411"/>
                  </a:lnTo>
                  <a:close/>
                </a:path>
                <a:path w="7526655" h="4351020">
                  <a:moveTo>
                    <a:pt x="164287" y="4252696"/>
                  </a:moveTo>
                  <a:lnTo>
                    <a:pt x="143891" y="4264482"/>
                  </a:lnTo>
                  <a:lnTo>
                    <a:pt x="143852" y="4266870"/>
                  </a:lnTo>
                  <a:lnTo>
                    <a:pt x="143827" y="4268381"/>
                  </a:lnTo>
                  <a:lnTo>
                    <a:pt x="164249" y="4256583"/>
                  </a:lnTo>
                  <a:lnTo>
                    <a:pt x="164261" y="4255084"/>
                  </a:lnTo>
                  <a:lnTo>
                    <a:pt x="164287" y="4252696"/>
                  </a:lnTo>
                  <a:close/>
                </a:path>
                <a:path w="7526655" h="4351020">
                  <a:moveTo>
                    <a:pt x="256120" y="4203496"/>
                  </a:moveTo>
                  <a:lnTo>
                    <a:pt x="255701" y="4202252"/>
                  </a:lnTo>
                  <a:lnTo>
                    <a:pt x="255028" y="4200271"/>
                  </a:lnTo>
                  <a:lnTo>
                    <a:pt x="210413" y="4226052"/>
                  </a:lnTo>
                  <a:lnTo>
                    <a:pt x="211086" y="4228033"/>
                  </a:lnTo>
                  <a:lnTo>
                    <a:pt x="211505" y="4229278"/>
                  </a:lnTo>
                  <a:lnTo>
                    <a:pt x="256120" y="4203496"/>
                  </a:lnTo>
                  <a:close/>
                </a:path>
                <a:path w="7526655" h="4351020">
                  <a:moveTo>
                    <a:pt x="478891" y="4074757"/>
                  </a:moveTo>
                  <a:lnTo>
                    <a:pt x="478510" y="4073512"/>
                  </a:lnTo>
                  <a:lnTo>
                    <a:pt x="477901" y="4071531"/>
                  </a:lnTo>
                  <a:lnTo>
                    <a:pt x="430301" y="4099026"/>
                  </a:lnTo>
                  <a:lnTo>
                    <a:pt x="430949" y="4100995"/>
                  </a:lnTo>
                  <a:lnTo>
                    <a:pt x="431355" y="4102227"/>
                  </a:lnTo>
                  <a:lnTo>
                    <a:pt x="478891" y="4074757"/>
                  </a:lnTo>
                  <a:close/>
                </a:path>
                <a:path w="7526655" h="4351020">
                  <a:moveTo>
                    <a:pt x="772477" y="3905110"/>
                  </a:moveTo>
                  <a:lnTo>
                    <a:pt x="772007" y="3903929"/>
                  </a:lnTo>
                  <a:lnTo>
                    <a:pt x="771258" y="3902062"/>
                  </a:lnTo>
                  <a:lnTo>
                    <a:pt x="723303" y="3929761"/>
                  </a:lnTo>
                  <a:lnTo>
                    <a:pt x="723950" y="3931691"/>
                  </a:lnTo>
                  <a:lnTo>
                    <a:pt x="724357" y="3932910"/>
                  </a:lnTo>
                  <a:lnTo>
                    <a:pt x="772477" y="3905110"/>
                  </a:lnTo>
                  <a:close/>
                </a:path>
                <a:path w="7526655" h="4351020">
                  <a:moveTo>
                    <a:pt x="863003" y="3852786"/>
                  </a:moveTo>
                  <a:lnTo>
                    <a:pt x="861720" y="3852100"/>
                  </a:lnTo>
                  <a:lnTo>
                    <a:pt x="859675" y="3850983"/>
                  </a:lnTo>
                  <a:lnTo>
                    <a:pt x="809764" y="3879824"/>
                  </a:lnTo>
                  <a:lnTo>
                    <a:pt x="811669" y="3881018"/>
                  </a:lnTo>
                  <a:lnTo>
                    <a:pt x="812876" y="3881767"/>
                  </a:lnTo>
                  <a:lnTo>
                    <a:pt x="863003" y="3852786"/>
                  </a:lnTo>
                  <a:close/>
                </a:path>
                <a:path w="7526655" h="4351020">
                  <a:moveTo>
                    <a:pt x="1033335" y="3754361"/>
                  </a:moveTo>
                  <a:lnTo>
                    <a:pt x="1032789" y="3753243"/>
                  </a:lnTo>
                  <a:lnTo>
                    <a:pt x="1031938" y="3751478"/>
                  </a:lnTo>
                  <a:lnTo>
                    <a:pt x="982941" y="3779774"/>
                  </a:lnTo>
                  <a:lnTo>
                    <a:pt x="983805" y="3781552"/>
                  </a:lnTo>
                  <a:lnTo>
                    <a:pt x="984338" y="3782669"/>
                  </a:lnTo>
                  <a:lnTo>
                    <a:pt x="1033335" y="3754361"/>
                  </a:lnTo>
                  <a:close/>
                </a:path>
                <a:path w="7526655" h="4351020">
                  <a:moveTo>
                    <a:pt x="1354429" y="3568801"/>
                  </a:moveTo>
                  <a:lnTo>
                    <a:pt x="1354124" y="3567582"/>
                  </a:lnTo>
                  <a:lnTo>
                    <a:pt x="1353629" y="3565639"/>
                  </a:lnTo>
                  <a:lnTo>
                    <a:pt x="1306842" y="3592665"/>
                  </a:lnTo>
                  <a:lnTo>
                    <a:pt x="1307477" y="3594544"/>
                  </a:lnTo>
                  <a:lnTo>
                    <a:pt x="1307871" y="3595713"/>
                  </a:lnTo>
                  <a:lnTo>
                    <a:pt x="1354429" y="3568801"/>
                  </a:lnTo>
                  <a:close/>
                </a:path>
                <a:path w="7526655" h="4351020">
                  <a:moveTo>
                    <a:pt x="1697964" y="3370288"/>
                  </a:moveTo>
                  <a:lnTo>
                    <a:pt x="1697685" y="3369081"/>
                  </a:lnTo>
                  <a:lnTo>
                    <a:pt x="1697647" y="3368891"/>
                  </a:lnTo>
                  <a:lnTo>
                    <a:pt x="1697075" y="3367227"/>
                  </a:lnTo>
                  <a:lnTo>
                    <a:pt x="1650187" y="3394316"/>
                  </a:lnTo>
                  <a:lnTo>
                    <a:pt x="1650809" y="3396157"/>
                  </a:lnTo>
                  <a:lnTo>
                    <a:pt x="1651203" y="3397313"/>
                  </a:lnTo>
                  <a:lnTo>
                    <a:pt x="1697964" y="3370288"/>
                  </a:lnTo>
                  <a:close/>
                </a:path>
                <a:path w="7526655" h="4351020">
                  <a:moveTo>
                    <a:pt x="1918182" y="3243034"/>
                  </a:moveTo>
                  <a:lnTo>
                    <a:pt x="1917649" y="3241979"/>
                  </a:lnTo>
                  <a:lnTo>
                    <a:pt x="1916811" y="3240290"/>
                  </a:lnTo>
                  <a:lnTo>
                    <a:pt x="1865325" y="3270046"/>
                  </a:lnTo>
                  <a:lnTo>
                    <a:pt x="1866112" y="3271761"/>
                  </a:lnTo>
                  <a:lnTo>
                    <a:pt x="1866595" y="3272840"/>
                  </a:lnTo>
                  <a:lnTo>
                    <a:pt x="1918182" y="3243034"/>
                  </a:lnTo>
                  <a:close/>
                </a:path>
                <a:path w="7526655" h="4351020">
                  <a:moveTo>
                    <a:pt x="2132723" y="3119043"/>
                  </a:moveTo>
                  <a:lnTo>
                    <a:pt x="2132419" y="3117888"/>
                  </a:lnTo>
                  <a:lnTo>
                    <a:pt x="2131923" y="3116034"/>
                  </a:lnTo>
                  <a:lnTo>
                    <a:pt x="2082558" y="3144545"/>
                  </a:lnTo>
                  <a:lnTo>
                    <a:pt x="2082901" y="3146501"/>
                  </a:lnTo>
                  <a:lnTo>
                    <a:pt x="2083117" y="3147707"/>
                  </a:lnTo>
                  <a:lnTo>
                    <a:pt x="2132723" y="3119043"/>
                  </a:lnTo>
                  <a:close/>
                </a:path>
                <a:path w="7526655" h="4351020">
                  <a:moveTo>
                    <a:pt x="2308644" y="3017393"/>
                  </a:moveTo>
                  <a:lnTo>
                    <a:pt x="2308161" y="3016339"/>
                  </a:lnTo>
                  <a:lnTo>
                    <a:pt x="2307628" y="3015132"/>
                  </a:lnTo>
                  <a:lnTo>
                    <a:pt x="2307425" y="3014637"/>
                  </a:lnTo>
                  <a:lnTo>
                    <a:pt x="2259342" y="3042424"/>
                  </a:lnTo>
                  <a:lnTo>
                    <a:pt x="2260015" y="3044164"/>
                  </a:lnTo>
                  <a:lnTo>
                    <a:pt x="2260435" y="3045244"/>
                  </a:lnTo>
                  <a:lnTo>
                    <a:pt x="2308644" y="3017393"/>
                  </a:lnTo>
                  <a:close/>
                </a:path>
                <a:path w="7526655" h="4351020">
                  <a:moveTo>
                    <a:pt x="2480310" y="2918180"/>
                  </a:moveTo>
                  <a:lnTo>
                    <a:pt x="2479941" y="2917101"/>
                  </a:lnTo>
                  <a:lnTo>
                    <a:pt x="2479332" y="2915335"/>
                  </a:lnTo>
                  <a:lnTo>
                    <a:pt x="2431783" y="2942806"/>
                  </a:lnTo>
                  <a:lnTo>
                    <a:pt x="2432380" y="2944571"/>
                  </a:lnTo>
                  <a:lnTo>
                    <a:pt x="2432748" y="2945676"/>
                  </a:lnTo>
                  <a:lnTo>
                    <a:pt x="2480310" y="2918180"/>
                  </a:lnTo>
                  <a:close/>
                </a:path>
                <a:path w="7526655" h="4351020">
                  <a:moveTo>
                    <a:pt x="2702026" y="2790063"/>
                  </a:moveTo>
                  <a:lnTo>
                    <a:pt x="2701709" y="2788958"/>
                  </a:lnTo>
                  <a:lnTo>
                    <a:pt x="2701175" y="2787180"/>
                  </a:lnTo>
                  <a:lnTo>
                    <a:pt x="2654249" y="2814294"/>
                  </a:lnTo>
                  <a:lnTo>
                    <a:pt x="2654833" y="2816047"/>
                  </a:lnTo>
                  <a:lnTo>
                    <a:pt x="2655189" y="2817126"/>
                  </a:lnTo>
                  <a:lnTo>
                    <a:pt x="2702026" y="2790063"/>
                  </a:lnTo>
                  <a:close/>
                </a:path>
                <a:path w="7526655" h="4351020">
                  <a:moveTo>
                    <a:pt x="2793682" y="2737104"/>
                  </a:moveTo>
                  <a:lnTo>
                    <a:pt x="2792539" y="2736481"/>
                  </a:lnTo>
                  <a:lnTo>
                    <a:pt x="2790685" y="2735478"/>
                  </a:lnTo>
                  <a:lnTo>
                    <a:pt x="2740761" y="2764307"/>
                  </a:lnTo>
                  <a:lnTo>
                    <a:pt x="2742488" y="2765387"/>
                  </a:lnTo>
                  <a:lnTo>
                    <a:pt x="2743555" y="2766060"/>
                  </a:lnTo>
                  <a:lnTo>
                    <a:pt x="2793682" y="2737104"/>
                  </a:lnTo>
                  <a:close/>
                </a:path>
                <a:path w="7526655" h="4351020">
                  <a:moveTo>
                    <a:pt x="3238436" y="2480081"/>
                  </a:moveTo>
                  <a:lnTo>
                    <a:pt x="3237865" y="2479167"/>
                  </a:lnTo>
                  <a:lnTo>
                    <a:pt x="3236938" y="2477681"/>
                  </a:lnTo>
                  <a:lnTo>
                    <a:pt x="3188690" y="2505557"/>
                  </a:lnTo>
                  <a:lnTo>
                    <a:pt x="3189681" y="2507005"/>
                  </a:lnTo>
                  <a:lnTo>
                    <a:pt x="3190290" y="2507907"/>
                  </a:lnTo>
                  <a:lnTo>
                    <a:pt x="3238436" y="2480081"/>
                  </a:lnTo>
                  <a:close/>
                </a:path>
                <a:path w="7526655" h="4351020">
                  <a:moveTo>
                    <a:pt x="3290874" y="2446528"/>
                  </a:moveTo>
                  <a:lnTo>
                    <a:pt x="3268891" y="2459228"/>
                  </a:lnTo>
                  <a:lnTo>
                    <a:pt x="3268891" y="2461247"/>
                  </a:lnTo>
                  <a:lnTo>
                    <a:pt x="3268891" y="2462492"/>
                  </a:lnTo>
                  <a:lnTo>
                    <a:pt x="3290735" y="2449868"/>
                  </a:lnTo>
                  <a:lnTo>
                    <a:pt x="3290786" y="2448585"/>
                  </a:lnTo>
                  <a:lnTo>
                    <a:pt x="3290874" y="2446528"/>
                  </a:lnTo>
                  <a:close/>
                </a:path>
                <a:path w="7526655" h="4351020">
                  <a:moveTo>
                    <a:pt x="3447186" y="2359444"/>
                  </a:moveTo>
                  <a:lnTo>
                    <a:pt x="3446729" y="2358491"/>
                  </a:lnTo>
                  <a:lnTo>
                    <a:pt x="3445980" y="2356916"/>
                  </a:lnTo>
                  <a:lnTo>
                    <a:pt x="3394189" y="2386838"/>
                  </a:lnTo>
                  <a:lnTo>
                    <a:pt x="3394913" y="2388425"/>
                  </a:lnTo>
                  <a:lnTo>
                    <a:pt x="3395357" y="2389403"/>
                  </a:lnTo>
                  <a:lnTo>
                    <a:pt x="3447186" y="2359444"/>
                  </a:lnTo>
                  <a:close/>
                </a:path>
                <a:path w="7526655" h="4351020">
                  <a:moveTo>
                    <a:pt x="3661295" y="2235720"/>
                  </a:moveTo>
                  <a:lnTo>
                    <a:pt x="3661016" y="2234666"/>
                  </a:lnTo>
                  <a:lnTo>
                    <a:pt x="3660559" y="2232964"/>
                  </a:lnTo>
                  <a:lnTo>
                    <a:pt x="3612654" y="2260638"/>
                  </a:lnTo>
                  <a:lnTo>
                    <a:pt x="3612972" y="2262428"/>
                  </a:lnTo>
                  <a:lnTo>
                    <a:pt x="3613175" y="2263533"/>
                  </a:lnTo>
                  <a:lnTo>
                    <a:pt x="3661295" y="2235720"/>
                  </a:lnTo>
                  <a:close/>
                </a:path>
                <a:path w="7526655" h="4351020">
                  <a:moveTo>
                    <a:pt x="3877500" y="2110778"/>
                  </a:moveTo>
                  <a:lnTo>
                    <a:pt x="3877195" y="2109774"/>
                  </a:lnTo>
                  <a:lnTo>
                    <a:pt x="3876687" y="2108111"/>
                  </a:lnTo>
                  <a:lnTo>
                    <a:pt x="3829088" y="2135606"/>
                  </a:lnTo>
                  <a:lnTo>
                    <a:pt x="3829634" y="2137245"/>
                  </a:lnTo>
                  <a:lnTo>
                    <a:pt x="3829964" y="2138248"/>
                  </a:lnTo>
                  <a:lnTo>
                    <a:pt x="3877500" y="2110778"/>
                  </a:lnTo>
                  <a:close/>
                </a:path>
                <a:path w="7526655" h="4351020">
                  <a:moveTo>
                    <a:pt x="4126827" y="1966696"/>
                  </a:moveTo>
                  <a:lnTo>
                    <a:pt x="4126560" y="1965680"/>
                  </a:lnTo>
                  <a:lnTo>
                    <a:pt x="4126065" y="1964042"/>
                  </a:lnTo>
                  <a:lnTo>
                    <a:pt x="4079125" y="1991156"/>
                  </a:lnTo>
                  <a:lnTo>
                    <a:pt x="4079671" y="1992782"/>
                  </a:lnTo>
                  <a:lnTo>
                    <a:pt x="4080002" y="1993760"/>
                  </a:lnTo>
                  <a:lnTo>
                    <a:pt x="4126827" y="1966696"/>
                  </a:lnTo>
                  <a:close/>
                </a:path>
                <a:path w="7526655" h="4351020">
                  <a:moveTo>
                    <a:pt x="4218190" y="1913902"/>
                  </a:moveTo>
                  <a:lnTo>
                    <a:pt x="4217149" y="1913343"/>
                  </a:lnTo>
                  <a:lnTo>
                    <a:pt x="4215447" y="1912416"/>
                  </a:lnTo>
                  <a:lnTo>
                    <a:pt x="4165536" y="1941245"/>
                  </a:lnTo>
                  <a:lnTo>
                    <a:pt x="4167136" y="1942249"/>
                  </a:lnTo>
                  <a:lnTo>
                    <a:pt x="4168102" y="1942846"/>
                  </a:lnTo>
                  <a:lnTo>
                    <a:pt x="4218190" y="1913902"/>
                  </a:lnTo>
                  <a:close/>
                </a:path>
                <a:path w="7526655" h="4351020">
                  <a:moveTo>
                    <a:pt x="4476204" y="1764804"/>
                  </a:moveTo>
                  <a:lnTo>
                    <a:pt x="4475937" y="1763814"/>
                  </a:lnTo>
                  <a:lnTo>
                    <a:pt x="4475492" y="1762188"/>
                  </a:lnTo>
                  <a:lnTo>
                    <a:pt x="4427842" y="1789722"/>
                  </a:lnTo>
                  <a:lnTo>
                    <a:pt x="4428375" y="1791296"/>
                  </a:lnTo>
                  <a:lnTo>
                    <a:pt x="4428706" y="1792249"/>
                  </a:lnTo>
                  <a:lnTo>
                    <a:pt x="4476204" y="1764804"/>
                  </a:lnTo>
                  <a:close/>
                </a:path>
                <a:path w="7526655" h="4351020">
                  <a:moveTo>
                    <a:pt x="4934420" y="1500009"/>
                  </a:moveTo>
                  <a:lnTo>
                    <a:pt x="4934407" y="1498917"/>
                  </a:lnTo>
                  <a:lnTo>
                    <a:pt x="4934369" y="1497101"/>
                  </a:lnTo>
                  <a:lnTo>
                    <a:pt x="4917046" y="1507121"/>
                  </a:lnTo>
                  <a:lnTo>
                    <a:pt x="4916906" y="1509026"/>
                  </a:lnTo>
                  <a:lnTo>
                    <a:pt x="4916817" y="1510182"/>
                  </a:lnTo>
                  <a:lnTo>
                    <a:pt x="4934420" y="1500009"/>
                  </a:lnTo>
                  <a:close/>
                </a:path>
                <a:path w="7526655" h="4351020">
                  <a:moveTo>
                    <a:pt x="5062321" y="1426095"/>
                  </a:moveTo>
                  <a:lnTo>
                    <a:pt x="5061775" y="1425321"/>
                  </a:lnTo>
                  <a:lnTo>
                    <a:pt x="5060874" y="1424025"/>
                  </a:lnTo>
                  <a:lnTo>
                    <a:pt x="5013693" y="1451279"/>
                  </a:lnTo>
                  <a:lnTo>
                    <a:pt x="5014607" y="1452575"/>
                  </a:lnTo>
                  <a:lnTo>
                    <a:pt x="5015154" y="1453362"/>
                  </a:lnTo>
                  <a:lnTo>
                    <a:pt x="5062321" y="1426095"/>
                  </a:lnTo>
                  <a:close/>
                </a:path>
                <a:path w="7526655" h="4351020">
                  <a:moveTo>
                    <a:pt x="5317566" y="1278597"/>
                  </a:moveTo>
                  <a:lnTo>
                    <a:pt x="5317299" y="1277683"/>
                  </a:lnTo>
                  <a:lnTo>
                    <a:pt x="5316855" y="1276146"/>
                  </a:lnTo>
                  <a:lnTo>
                    <a:pt x="5269306" y="1303616"/>
                  </a:lnTo>
                  <a:lnTo>
                    <a:pt x="5269801" y="1305128"/>
                  </a:lnTo>
                  <a:lnTo>
                    <a:pt x="5270106" y="1306029"/>
                  </a:lnTo>
                  <a:lnTo>
                    <a:pt x="5317566" y="1278597"/>
                  </a:lnTo>
                  <a:close/>
                </a:path>
                <a:path w="7526655" h="4351020">
                  <a:moveTo>
                    <a:pt x="5601246" y="1114666"/>
                  </a:moveTo>
                  <a:lnTo>
                    <a:pt x="5600979" y="1113777"/>
                  </a:lnTo>
                  <a:lnTo>
                    <a:pt x="5600535" y="1112266"/>
                  </a:lnTo>
                  <a:lnTo>
                    <a:pt x="5552579" y="1139977"/>
                  </a:lnTo>
                  <a:lnTo>
                    <a:pt x="5553062" y="1141450"/>
                  </a:lnTo>
                  <a:lnTo>
                    <a:pt x="5553367" y="1142339"/>
                  </a:lnTo>
                  <a:lnTo>
                    <a:pt x="5601246" y="1114666"/>
                  </a:lnTo>
                  <a:close/>
                </a:path>
                <a:path w="7526655" h="4351020">
                  <a:moveTo>
                    <a:pt x="5850953" y="970368"/>
                  </a:moveTo>
                  <a:lnTo>
                    <a:pt x="5850687" y="969492"/>
                  </a:lnTo>
                  <a:lnTo>
                    <a:pt x="5850229" y="968032"/>
                  </a:lnTo>
                  <a:lnTo>
                    <a:pt x="5802706" y="995476"/>
                  </a:lnTo>
                  <a:lnTo>
                    <a:pt x="5803189" y="996937"/>
                  </a:lnTo>
                  <a:lnTo>
                    <a:pt x="5803481" y="997800"/>
                  </a:lnTo>
                  <a:lnTo>
                    <a:pt x="5850953" y="970368"/>
                  </a:lnTo>
                  <a:close/>
                </a:path>
                <a:path w="7526655" h="4351020">
                  <a:moveTo>
                    <a:pt x="6162421" y="790371"/>
                  </a:moveTo>
                  <a:lnTo>
                    <a:pt x="6162167" y="789520"/>
                  </a:lnTo>
                  <a:lnTo>
                    <a:pt x="6161735" y="788073"/>
                  </a:lnTo>
                  <a:lnTo>
                    <a:pt x="6126556" y="808393"/>
                  </a:lnTo>
                  <a:lnTo>
                    <a:pt x="6127039" y="809815"/>
                  </a:lnTo>
                  <a:lnTo>
                    <a:pt x="6127331" y="810653"/>
                  </a:lnTo>
                  <a:lnTo>
                    <a:pt x="6162421" y="790371"/>
                  </a:lnTo>
                  <a:close/>
                </a:path>
                <a:path w="7526655" h="4351020">
                  <a:moveTo>
                    <a:pt x="6280658" y="722045"/>
                  </a:moveTo>
                  <a:lnTo>
                    <a:pt x="6279845" y="721525"/>
                  </a:lnTo>
                  <a:lnTo>
                    <a:pt x="6278486" y="720636"/>
                  </a:lnTo>
                  <a:lnTo>
                    <a:pt x="6226391" y="750722"/>
                  </a:lnTo>
                  <a:lnTo>
                    <a:pt x="6227851" y="751573"/>
                  </a:lnTo>
                  <a:lnTo>
                    <a:pt x="6228715" y="752068"/>
                  </a:lnTo>
                  <a:lnTo>
                    <a:pt x="6280658" y="722045"/>
                  </a:lnTo>
                  <a:close/>
                </a:path>
                <a:path w="7526655" h="4351020">
                  <a:moveTo>
                    <a:pt x="6345720" y="684453"/>
                  </a:moveTo>
                  <a:lnTo>
                    <a:pt x="6345428" y="683628"/>
                  </a:lnTo>
                  <a:lnTo>
                    <a:pt x="6344958" y="682231"/>
                  </a:lnTo>
                  <a:lnTo>
                    <a:pt x="6310401" y="702195"/>
                  </a:lnTo>
                  <a:lnTo>
                    <a:pt x="6310884" y="703592"/>
                  </a:lnTo>
                  <a:lnTo>
                    <a:pt x="6311176" y="704418"/>
                  </a:lnTo>
                  <a:lnTo>
                    <a:pt x="6345720" y="684453"/>
                  </a:lnTo>
                  <a:close/>
                </a:path>
                <a:path w="7526655" h="4351020">
                  <a:moveTo>
                    <a:pt x="6585940" y="545630"/>
                  </a:moveTo>
                  <a:lnTo>
                    <a:pt x="6585661" y="544830"/>
                  </a:lnTo>
                  <a:lnTo>
                    <a:pt x="6585191" y="543458"/>
                  </a:lnTo>
                  <a:lnTo>
                    <a:pt x="6538709" y="570306"/>
                  </a:lnTo>
                  <a:lnTo>
                    <a:pt x="6539166" y="571690"/>
                  </a:lnTo>
                  <a:lnTo>
                    <a:pt x="6539433" y="572503"/>
                  </a:lnTo>
                  <a:lnTo>
                    <a:pt x="6585940" y="545630"/>
                  </a:lnTo>
                  <a:close/>
                </a:path>
                <a:path w="7526655" h="4351020">
                  <a:moveTo>
                    <a:pt x="6799669" y="422122"/>
                  </a:moveTo>
                  <a:lnTo>
                    <a:pt x="6799478" y="421284"/>
                  </a:lnTo>
                  <a:lnTo>
                    <a:pt x="6799148" y="419862"/>
                  </a:lnTo>
                  <a:lnTo>
                    <a:pt x="6751218" y="447548"/>
                  </a:lnTo>
                  <a:lnTo>
                    <a:pt x="6751675" y="448906"/>
                  </a:lnTo>
                  <a:lnTo>
                    <a:pt x="6751942" y="449707"/>
                  </a:lnTo>
                  <a:lnTo>
                    <a:pt x="6799669" y="422122"/>
                  </a:lnTo>
                  <a:close/>
                </a:path>
                <a:path w="7526655" h="4351020">
                  <a:moveTo>
                    <a:pt x="6929120" y="347319"/>
                  </a:moveTo>
                  <a:lnTo>
                    <a:pt x="6928752" y="346595"/>
                  </a:lnTo>
                  <a:lnTo>
                    <a:pt x="6928142" y="345338"/>
                  </a:lnTo>
                  <a:lnTo>
                    <a:pt x="6877075" y="374840"/>
                  </a:lnTo>
                  <a:lnTo>
                    <a:pt x="6877659" y="376110"/>
                  </a:lnTo>
                  <a:lnTo>
                    <a:pt x="6878002" y="376859"/>
                  </a:lnTo>
                  <a:lnTo>
                    <a:pt x="6929120" y="347319"/>
                  </a:lnTo>
                  <a:close/>
                </a:path>
                <a:path w="7526655" h="4351020">
                  <a:moveTo>
                    <a:pt x="7143737" y="223304"/>
                  </a:moveTo>
                  <a:lnTo>
                    <a:pt x="7143521" y="222504"/>
                  </a:lnTo>
                  <a:lnTo>
                    <a:pt x="7143153" y="221132"/>
                  </a:lnTo>
                  <a:lnTo>
                    <a:pt x="7095210" y="248818"/>
                  </a:lnTo>
                  <a:lnTo>
                    <a:pt x="7095464" y="250266"/>
                  </a:lnTo>
                  <a:lnTo>
                    <a:pt x="7095617" y="251104"/>
                  </a:lnTo>
                  <a:lnTo>
                    <a:pt x="7143737" y="223304"/>
                  </a:lnTo>
                  <a:close/>
                </a:path>
                <a:path w="7526655" h="4351020">
                  <a:moveTo>
                    <a:pt x="7343572" y="107810"/>
                  </a:moveTo>
                  <a:lnTo>
                    <a:pt x="7343343" y="107035"/>
                  </a:lnTo>
                  <a:lnTo>
                    <a:pt x="7342949" y="105714"/>
                  </a:lnTo>
                  <a:lnTo>
                    <a:pt x="7307783" y="126022"/>
                  </a:lnTo>
                  <a:lnTo>
                    <a:pt x="7308228" y="127330"/>
                  </a:lnTo>
                  <a:lnTo>
                    <a:pt x="7308494" y="128092"/>
                  </a:lnTo>
                  <a:lnTo>
                    <a:pt x="7343572" y="107810"/>
                  </a:lnTo>
                  <a:close/>
                </a:path>
                <a:path w="7526655" h="4351020">
                  <a:moveTo>
                    <a:pt x="7461351" y="39751"/>
                  </a:moveTo>
                  <a:lnTo>
                    <a:pt x="7460602" y="39293"/>
                  </a:lnTo>
                  <a:lnTo>
                    <a:pt x="7459294" y="38493"/>
                  </a:lnTo>
                  <a:lnTo>
                    <a:pt x="7407884" y="68199"/>
                  </a:lnTo>
                  <a:lnTo>
                    <a:pt x="7409218" y="68973"/>
                  </a:lnTo>
                  <a:lnTo>
                    <a:pt x="7410005" y="69430"/>
                  </a:lnTo>
                  <a:lnTo>
                    <a:pt x="7461351" y="39751"/>
                  </a:lnTo>
                  <a:close/>
                </a:path>
                <a:path w="7526655" h="4351020">
                  <a:moveTo>
                    <a:pt x="7526617" y="2032"/>
                  </a:moveTo>
                  <a:lnTo>
                    <a:pt x="7526363" y="1295"/>
                  </a:lnTo>
                  <a:lnTo>
                    <a:pt x="7525931" y="0"/>
                  </a:lnTo>
                  <a:lnTo>
                    <a:pt x="7491628" y="19824"/>
                  </a:lnTo>
                  <a:lnTo>
                    <a:pt x="7492085" y="21107"/>
                  </a:lnTo>
                  <a:lnTo>
                    <a:pt x="7492339" y="21844"/>
                  </a:lnTo>
                  <a:lnTo>
                    <a:pt x="7526617" y="2032"/>
                  </a:lnTo>
                  <a:close/>
                </a:path>
              </a:pathLst>
            </a:custGeom>
            <a:solidFill>
              <a:srgbClr val="161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31253" y="1039151"/>
              <a:ext cx="7526655" cy="4352290"/>
            </a:xfrm>
            <a:custGeom>
              <a:avLst/>
              <a:gdLst/>
              <a:ahLst/>
              <a:cxnLst/>
              <a:rect l="l" t="t" r="r" b="b"/>
              <a:pathLst>
                <a:path w="7526655" h="4352290">
                  <a:moveTo>
                    <a:pt x="35179" y="4332440"/>
                  </a:moveTo>
                  <a:lnTo>
                    <a:pt x="34810" y="4331106"/>
                  </a:lnTo>
                  <a:lnTo>
                    <a:pt x="34251" y="4329049"/>
                  </a:lnTo>
                  <a:lnTo>
                    <a:pt x="0" y="4348835"/>
                  </a:lnTo>
                  <a:lnTo>
                    <a:pt x="673" y="4350842"/>
                  </a:lnTo>
                  <a:lnTo>
                    <a:pt x="1104" y="4352137"/>
                  </a:lnTo>
                  <a:lnTo>
                    <a:pt x="35179" y="4332440"/>
                  </a:lnTo>
                  <a:close/>
                </a:path>
                <a:path w="7526655" h="4352290">
                  <a:moveTo>
                    <a:pt x="122402" y="4282033"/>
                  </a:moveTo>
                  <a:lnTo>
                    <a:pt x="121526" y="4280979"/>
                  </a:lnTo>
                  <a:lnTo>
                    <a:pt x="120192" y="4279379"/>
                  </a:lnTo>
                  <a:lnTo>
                    <a:pt x="77635" y="4303979"/>
                  </a:lnTo>
                  <a:lnTo>
                    <a:pt x="78905" y="4305617"/>
                  </a:lnTo>
                  <a:lnTo>
                    <a:pt x="79730" y="4306697"/>
                  </a:lnTo>
                  <a:lnTo>
                    <a:pt x="122402" y="4282033"/>
                  </a:lnTo>
                  <a:close/>
                </a:path>
                <a:path w="7526655" h="4352290">
                  <a:moveTo>
                    <a:pt x="163156" y="4254551"/>
                  </a:moveTo>
                  <a:lnTo>
                    <a:pt x="142735" y="4266349"/>
                  </a:lnTo>
                  <a:lnTo>
                    <a:pt x="142697" y="4268749"/>
                  </a:lnTo>
                  <a:lnTo>
                    <a:pt x="142671" y="4270324"/>
                  </a:lnTo>
                  <a:lnTo>
                    <a:pt x="163106" y="4258513"/>
                  </a:lnTo>
                  <a:lnTo>
                    <a:pt x="163131" y="4256938"/>
                  </a:lnTo>
                  <a:lnTo>
                    <a:pt x="163156" y="4254551"/>
                  </a:lnTo>
                  <a:close/>
                </a:path>
                <a:path w="7526655" h="4352290">
                  <a:moveTo>
                    <a:pt x="256133" y="4204754"/>
                  </a:moveTo>
                  <a:lnTo>
                    <a:pt x="255689" y="4203446"/>
                  </a:lnTo>
                  <a:lnTo>
                    <a:pt x="255028" y="4201464"/>
                  </a:lnTo>
                  <a:lnTo>
                    <a:pt x="210413" y="4227246"/>
                  </a:lnTo>
                  <a:lnTo>
                    <a:pt x="211074" y="4229227"/>
                  </a:lnTo>
                  <a:lnTo>
                    <a:pt x="211518" y="4230535"/>
                  </a:lnTo>
                  <a:lnTo>
                    <a:pt x="256133" y="4204754"/>
                  </a:lnTo>
                  <a:close/>
                </a:path>
                <a:path w="7526655" h="4352290">
                  <a:moveTo>
                    <a:pt x="478815" y="4076065"/>
                  </a:moveTo>
                  <a:lnTo>
                    <a:pt x="478409" y="4074718"/>
                  </a:lnTo>
                  <a:lnTo>
                    <a:pt x="477799" y="4072725"/>
                  </a:lnTo>
                  <a:lnTo>
                    <a:pt x="430263" y="4100195"/>
                  </a:lnTo>
                  <a:lnTo>
                    <a:pt x="430911" y="4102163"/>
                  </a:lnTo>
                  <a:lnTo>
                    <a:pt x="431355" y="4103497"/>
                  </a:lnTo>
                  <a:lnTo>
                    <a:pt x="478815" y="4076065"/>
                  </a:lnTo>
                  <a:close/>
                </a:path>
                <a:path w="7526655" h="4352290">
                  <a:moveTo>
                    <a:pt x="772185" y="3906545"/>
                  </a:moveTo>
                  <a:lnTo>
                    <a:pt x="771867" y="3905097"/>
                  </a:lnTo>
                  <a:lnTo>
                    <a:pt x="771486" y="3903307"/>
                  </a:lnTo>
                  <a:lnTo>
                    <a:pt x="771385" y="3903078"/>
                  </a:lnTo>
                  <a:lnTo>
                    <a:pt x="723265" y="3930878"/>
                  </a:lnTo>
                  <a:lnTo>
                    <a:pt x="723912" y="3932809"/>
                  </a:lnTo>
                  <a:lnTo>
                    <a:pt x="724369" y="3934180"/>
                  </a:lnTo>
                  <a:lnTo>
                    <a:pt x="772185" y="3906545"/>
                  </a:lnTo>
                  <a:close/>
                </a:path>
                <a:path w="7526655" h="4352290">
                  <a:moveTo>
                    <a:pt x="865416" y="3852659"/>
                  </a:moveTo>
                  <a:lnTo>
                    <a:pt x="863955" y="3851872"/>
                  </a:lnTo>
                  <a:lnTo>
                    <a:pt x="861910" y="3850754"/>
                  </a:lnTo>
                  <a:lnTo>
                    <a:pt x="811784" y="3879735"/>
                  </a:lnTo>
                  <a:lnTo>
                    <a:pt x="813689" y="3880929"/>
                  </a:lnTo>
                  <a:lnTo>
                    <a:pt x="815047" y="3881767"/>
                  </a:lnTo>
                  <a:lnTo>
                    <a:pt x="865416" y="3852659"/>
                  </a:lnTo>
                  <a:close/>
                </a:path>
                <a:path w="7526655" h="4352290">
                  <a:moveTo>
                    <a:pt x="1033716" y="3755402"/>
                  </a:moveTo>
                  <a:lnTo>
                    <a:pt x="1033094" y="3754107"/>
                  </a:lnTo>
                  <a:lnTo>
                    <a:pt x="1032243" y="3752329"/>
                  </a:lnTo>
                  <a:lnTo>
                    <a:pt x="983246" y="3780637"/>
                  </a:lnTo>
                  <a:lnTo>
                    <a:pt x="984097" y="3782428"/>
                  </a:lnTo>
                  <a:lnTo>
                    <a:pt x="984719" y="3783711"/>
                  </a:lnTo>
                  <a:lnTo>
                    <a:pt x="1033716" y="3755402"/>
                  </a:lnTo>
                  <a:close/>
                </a:path>
                <a:path w="7526655" h="4352290">
                  <a:moveTo>
                    <a:pt x="1354201" y="3570211"/>
                  </a:moveTo>
                  <a:lnTo>
                    <a:pt x="1353832" y="3568725"/>
                  </a:lnTo>
                  <a:lnTo>
                    <a:pt x="1353337" y="3566769"/>
                  </a:lnTo>
                  <a:lnTo>
                    <a:pt x="1306779" y="3593681"/>
                  </a:lnTo>
                  <a:lnTo>
                    <a:pt x="1307401" y="3595560"/>
                  </a:lnTo>
                  <a:lnTo>
                    <a:pt x="1307884" y="3596970"/>
                  </a:lnTo>
                  <a:lnTo>
                    <a:pt x="1354201" y="3570211"/>
                  </a:lnTo>
                  <a:close/>
                </a:path>
                <a:path w="7526655" h="4352290">
                  <a:moveTo>
                    <a:pt x="1697697" y="3371710"/>
                  </a:moveTo>
                  <a:lnTo>
                    <a:pt x="1697342" y="3370186"/>
                  </a:lnTo>
                  <a:lnTo>
                    <a:pt x="1696872" y="3368256"/>
                  </a:lnTo>
                  <a:lnTo>
                    <a:pt x="1650111" y="3395281"/>
                  </a:lnTo>
                  <a:lnTo>
                    <a:pt x="1650733" y="3397123"/>
                  </a:lnTo>
                  <a:lnTo>
                    <a:pt x="1651215" y="3398570"/>
                  </a:lnTo>
                  <a:lnTo>
                    <a:pt x="1697697" y="3371710"/>
                  </a:lnTo>
                  <a:close/>
                </a:path>
                <a:path w="7526655" h="4352290">
                  <a:moveTo>
                    <a:pt x="1918601" y="3244050"/>
                  </a:moveTo>
                  <a:lnTo>
                    <a:pt x="1917928" y="3242678"/>
                  </a:lnTo>
                  <a:lnTo>
                    <a:pt x="1917090" y="3241002"/>
                  </a:lnTo>
                  <a:lnTo>
                    <a:pt x="1865503" y="3270808"/>
                  </a:lnTo>
                  <a:lnTo>
                    <a:pt x="1866290" y="3272523"/>
                  </a:lnTo>
                  <a:lnTo>
                    <a:pt x="1866925" y="3273907"/>
                  </a:lnTo>
                  <a:lnTo>
                    <a:pt x="1918601" y="3244050"/>
                  </a:lnTo>
                  <a:close/>
                </a:path>
                <a:path w="7526655" h="4352290">
                  <a:moveTo>
                    <a:pt x="2132533" y="3120428"/>
                  </a:moveTo>
                  <a:lnTo>
                    <a:pt x="2132126" y="3118878"/>
                  </a:lnTo>
                  <a:lnTo>
                    <a:pt x="2131631" y="3117011"/>
                  </a:lnTo>
                  <a:lnTo>
                    <a:pt x="2082025" y="3145675"/>
                  </a:lnTo>
                  <a:lnTo>
                    <a:pt x="2082368" y="3147631"/>
                  </a:lnTo>
                  <a:lnTo>
                    <a:pt x="2082660" y="3149244"/>
                  </a:lnTo>
                  <a:lnTo>
                    <a:pt x="2132533" y="3120428"/>
                  </a:lnTo>
                  <a:close/>
                </a:path>
                <a:path w="7526655" h="4352290">
                  <a:moveTo>
                    <a:pt x="2308961" y="3018472"/>
                  </a:moveTo>
                  <a:lnTo>
                    <a:pt x="2308314" y="3017050"/>
                  </a:lnTo>
                  <a:lnTo>
                    <a:pt x="2307552" y="3015361"/>
                  </a:lnTo>
                  <a:lnTo>
                    <a:pt x="2259342" y="3043212"/>
                  </a:lnTo>
                  <a:lnTo>
                    <a:pt x="2259863" y="3044533"/>
                  </a:lnTo>
                  <a:lnTo>
                    <a:pt x="2260028" y="3044952"/>
                  </a:lnTo>
                  <a:lnTo>
                    <a:pt x="2260650" y="3046387"/>
                  </a:lnTo>
                  <a:lnTo>
                    <a:pt x="2308961" y="3018472"/>
                  </a:lnTo>
                  <a:close/>
                </a:path>
                <a:path w="7526655" h="4352290">
                  <a:moveTo>
                    <a:pt x="2480348" y="2919438"/>
                  </a:moveTo>
                  <a:lnTo>
                    <a:pt x="2479827" y="2917914"/>
                  </a:lnTo>
                  <a:lnTo>
                    <a:pt x="2479217" y="2916148"/>
                  </a:lnTo>
                  <a:lnTo>
                    <a:pt x="2431656" y="2943644"/>
                  </a:lnTo>
                  <a:lnTo>
                    <a:pt x="2432253" y="2945409"/>
                  </a:lnTo>
                  <a:lnTo>
                    <a:pt x="2432761" y="2946933"/>
                  </a:lnTo>
                  <a:lnTo>
                    <a:pt x="2480348" y="2919438"/>
                  </a:lnTo>
                  <a:close/>
                </a:path>
                <a:path w="7526655" h="4352290">
                  <a:moveTo>
                    <a:pt x="2701772" y="2791472"/>
                  </a:moveTo>
                  <a:lnTo>
                    <a:pt x="2701379" y="2789859"/>
                  </a:lnTo>
                  <a:lnTo>
                    <a:pt x="2700934" y="2788031"/>
                  </a:lnTo>
                  <a:lnTo>
                    <a:pt x="2654096" y="2815094"/>
                  </a:lnTo>
                  <a:lnTo>
                    <a:pt x="2654681" y="2816847"/>
                  </a:lnTo>
                  <a:lnTo>
                    <a:pt x="2655201" y="2818384"/>
                  </a:lnTo>
                  <a:lnTo>
                    <a:pt x="2701772" y="2791472"/>
                  </a:lnTo>
                  <a:close/>
                </a:path>
                <a:path w="7526655" h="4352290">
                  <a:moveTo>
                    <a:pt x="2796082" y="2736977"/>
                  </a:moveTo>
                  <a:lnTo>
                    <a:pt x="2794431" y="2736075"/>
                  </a:lnTo>
                  <a:lnTo>
                    <a:pt x="2792590" y="2735072"/>
                  </a:lnTo>
                  <a:lnTo>
                    <a:pt x="2742463" y="2764028"/>
                  </a:lnTo>
                  <a:lnTo>
                    <a:pt x="2744190" y="2765107"/>
                  </a:lnTo>
                  <a:lnTo>
                    <a:pt x="2745740" y="2766072"/>
                  </a:lnTo>
                  <a:lnTo>
                    <a:pt x="2796082" y="2736977"/>
                  </a:lnTo>
                  <a:close/>
                </a:path>
                <a:path w="7526655" h="4352290">
                  <a:moveTo>
                    <a:pt x="3239135" y="2480945"/>
                  </a:moveTo>
                  <a:lnTo>
                    <a:pt x="3238258" y="2479535"/>
                  </a:lnTo>
                  <a:lnTo>
                    <a:pt x="3237344" y="2478049"/>
                  </a:lnTo>
                  <a:lnTo>
                    <a:pt x="3189198" y="2505875"/>
                  </a:lnTo>
                  <a:lnTo>
                    <a:pt x="3190189" y="2507323"/>
                  </a:lnTo>
                  <a:lnTo>
                    <a:pt x="3191116" y="2508694"/>
                  </a:lnTo>
                  <a:lnTo>
                    <a:pt x="3239135" y="2480945"/>
                  </a:lnTo>
                  <a:close/>
                </a:path>
                <a:path w="7526655" h="4352290">
                  <a:moveTo>
                    <a:pt x="3289643" y="2447836"/>
                  </a:moveTo>
                  <a:lnTo>
                    <a:pt x="3267799" y="2460460"/>
                  </a:lnTo>
                  <a:lnTo>
                    <a:pt x="3267799" y="2462479"/>
                  </a:lnTo>
                  <a:lnTo>
                    <a:pt x="3267799" y="2464384"/>
                  </a:lnTo>
                  <a:lnTo>
                    <a:pt x="3289465" y="2451862"/>
                  </a:lnTo>
                  <a:lnTo>
                    <a:pt x="3289554" y="2449893"/>
                  </a:lnTo>
                  <a:lnTo>
                    <a:pt x="3289643" y="2447836"/>
                  </a:lnTo>
                  <a:close/>
                </a:path>
                <a:path w="7526655" h="4352290">
                  <a:moveTo>
                    <a:pt x="3447567" y="2360498"/>
                  </a:moveTo>
                  <a:lnTo>
                    <a:pt x="3446843" y="2358987"/>
                  </a:lnTo>
                  <a:lnTo>
                    <a:pt x="3446094" y="2357412"/>
                  </a:lnTo>
                  <a:lnTo>
                    <a:pt x="3394265" y="2387371"/>
                  </a:lnTo>
                  <a:lnTo>
                    <a:pt x="3395002" y="2388946"/>
                  </a:lnTo>
                  <a:lnTo>
                    <a:pt x="3395700" y="2390470"/>
                  </a:lnTo>
                  <a:lnTo>
                    <a:pt x="3447567" y="2360498"/>
                  </a:lnTo>
                  <a:close/>
                </a:path>
                <a:path w="7526655" h="4352290">
                  <a:moveTo>
                    <a:pt x="3661105" y="2237092"/>
                  </a:moveTo>
                  <a:lnTo>
                    <a:pt x="3660660" y="2235403"/>
                  </a:lnTo>
                  <a:lnTo>
                    <a:pt x="3660203" y="2233688"/>
                  </a:lnTo>
                  <a:lnTo>
                    <a:pt x="3612083" y="2261501"/>
                  </a:lnTo>
                  <a:lnTo>
                    <a:pt x="3612400" y="2263292"/>
                  </a:lnTo>
                  <a:lnTo>
                    <a:pt x="3612705" y="2265070"/>
                  </a:lnTo>
                  <a:lnTo>
                    <a:pt x="3661105" y="2237092"/>
                  </a:lnTo>
                  <a:close/>
                </a:path>
                <a:path w="7526655" h="4352290">
                  <a:moveTo>
                    <a:pt x="3877411" y="2112099"/>
                  </a:moveTo>
                  <a:lnTo>
                    <a:pt x="3876903" y="2110409"/>
                  </a:lnTo>
                  <a:lnTo>
                    <a:pt x="3876408" y="2108746"/>
                  </a:lnTo>
                  <a:lnTo>
                    <a:pt x="3828872" y="2136216"/>
                  </a:lnTo>
                  <a:lnTo>
                    <a:pt x="3829418" y="2137854"/>
                  </a:lnTo>
                  <a:lnTo>
                    <a:pt x="3829977" y="2139518"/>
                  </a:lnTo>
                  <a:lnTo>
                    <a:pt x="3877411" y="2112099"/>
                  </a:lnTo>
                  <a:close/>
                </a:path>
                <a:path w="7526655" h="4352290">
                  <a:moveTo>
                    <a:pt x="4126611" y="1968093"/>
                  </a:moveTo>
                  <a:lnTo>
                    <a:pt x="4126179" y="1966328"/>
                  </a:lnTo>
                  <a:lnTo>
                    <a:pt x="4125734" y="1964664"/>
                  </a:lnTo>
                  <a:lnTo>
                    <a:pt x="4078909" y="1991728"/>
                  </a:lnTo>
                  <a:lnTo>
                    <a:pt x="4079443" y="1993341"/>
                  </a:lnTo>
                  <a:lnTo>
                    <a:pt x="4080002" y="1995030"/>
                  </a:lnTo>
                  <a:lnTo>
                    <a:pt x="4126611" y="1968093"/>
                  </a:lnTo>
                  <a:close/>
                </a:path>
                <a:path w="7526655" h="4352290">
                  <a:moveTo>
                    <a:pt x="4220603" y="1913775"/>
                  </a:moveTo>
                  <a:lnTo>
                    <a:pt x="4218800" y="1912797"/>
                  </a:lnTo>
                  <a:lnTo>
                    <a:pt x="4217098" y="1911870"/>
                  </a:lnTo>
                  <a:lnTo>
                    <a:pt x="4167009" y="1940814"/>
                  </a:lnTo>
                  <a:lnTo>
                    <a:pt x="4168597" y="1941817"/>
                  </a:lnTo>
                  <a:lnTo>
                    <a:pt x="4170273" y="1942858"/>
                  </a:lnTo>
                  <a:lnTo>
                    <a:pt x="4220603" y="1913775"/>
                  </a:lnTo>
                  <a:close/>
                </a:path>
                <a:path w="7526655" h="4352290">
                  <a:moveTo>
                    <a:pt x="4476026" y="1766176"/>
                  </a:moveTo>
                  <a:lnTo>
                    <a:pt x="4475543" y="1764398"/>
                  </a:lnTo>
                  <a:lnTo>
                    <a:pt x="4475111" y="1762772"/>
                  </a:lnTo>
                  <a:lnTo>
                    <a:pt x="4427613" y="1790217"/>
                  </a:lnTo>
                  <a:lnTo>
                    <a:pt x="4428147" y="1791804"/>
                  </a:lnTo>
                  <a:lnTo>
                    <a:pt x="4428731" y="1793506"/>
                  </a:lnTo>
                  <a:lnTo>
                    <a:pt x="4476026" y="1766176"/>
                  </a:lnTo>
                  <a:close/>
                </a:path>
                <a:path w="7526655" h="4352290">
                  <a:moveTo>
                    <a:pt x="4933404" y="1501863"/>
                  </a:moveTo>
                  <a:lnTo>
                    <a:pt x="4933366" y="1499793"/>
                  </a:lnTo>
                  <a:lnTo>
                    <a:pt x="4933327" y="1497977"/>
                  </a:lnTo>
                  <a:lnTo>
                    <a:pt x="4915725" y="1508150"/>
                  </a:lnTo>
                  <a:lnTo>
                    <a:pt x="4915586" y="1510068"/>
                  </a:lnTo>
                  <a:lnTo>
                    <a:pt x="4915433" y="1512252"/>
                  </a:lnTo>
                  <a:lnTo>
                    <a:pt x="4933404" y="1501863"/>
                  </a:lnTo>
                  <a:close/>
                </a:path>
                <a:path w="7526655" h="4352290">
                  <a:moveTo>
                    <a:pt x="5063172" y="1426870"/>
                  </a:moveTo>
                  <a:lnTo>
                    <a:pt x="5062131" y="1425359"/>
                  </a:lnTo>
                  <a:lnTo>
                    <a:pt x="5061229" y="1424063"/>
                  </a:lnTo>
                  <a:lnTo>
                    <a:pt x="5014061" y="1451330"/>
                  </a:lnTo>
                  <a:lnTo>
                    <a:pt x="5014976" y="1452626"/>
                  </a:lnTo>
                  <a:lnTo>
                    <a:pt x="5016017" y="1454124"/>
                  </a:lnTo>
                  <a:lnTo>
                    <a:pt x="5063172" y="1426870"/>
                  </a:lnTo>
                  <a:close/>
                </a:path>
                <a:path w="7526655" h="4352290">
                  <a:moveTo>
                    <a:pt x="5317452" y="1279931"/>
                  </a:moveTo>
                  <a:lnTo>
                    <a:pt x="5316918" y="1278089"/>
                  </a:lnTo>
                  <a:lnTo>
                    <a:pt x="5316474" y="1276565"/>
                  </a:lnTo>
                  <a:lnTo>
                    <a:pt x="5269014" y="1303997"/>
                  </a:lnTo>
                  <a:lnTo>
                    <a:pt x="5269509" y="1305496"/>
                  </a:lnTo>
                  <a:lnTo>
                    <a:pt x="5270106" y="1307287"/>
                  </a:lnTo>
                  <a:lnTo>
                    <a:pt x="5317452" y="1279931"/>
                  </a:lnTo>
                  <a:close/>
                </a:path>
                <a:path w="7526655" h="4352290">
                  <a:moveTo>
                    <a:pt x="5601132" y="1115999"/>
                  </a:moveTo>
                  <a:lnTo>
                    <a:pt x="5600585" y="1114132"/>
                  </a:lnTo>
                  <a:lnTo>
                    <a:pt x="5600154" y="1112634"/>
                  </a:lnTo>
                  <a:lnTo>
                    <a:pt x="5552275" y="1140307"/>
                  </a:lnTo>
                  <a:lnTo>
                    <a:pt x="5552757" y="1141780"/>
                  </a:lnTo>
                  <a:lnTo>
                    <a:pt x="5553367" y="1143596"/>
                  </a:lnTo>
                  <a:lnTo>
                    <a:pt x="5601132" y="1115999"/>
                  </a:lnTo>
                  <a:close/>
                </a:path>
                <a:path w="7526655" h="4352290">
                  <a:moveTo>
                    <a:pt x="5850877" y="971677"/>
                  </a:moveTo>
                  <a:lnTo>
                    <a:pt x="5850306" y="969810"/>
                  </a:lnTo>
                  <a:lnTo>
                    <a:pt x="5849861" y="968336"/>
                  </a:lnTo>
                  <a:lnTo>
                    <a:pt x="5802388" y="995768"/>
                  </a:lnTo>
                  <a:lnTo>
                    <a:pt x="5802871" y="997229"/>
                  </a:lnTo>
                  <a:lnTo>
                    <a:pt x="5803481" y="999070"/>
                  </a:lnTo>
                  <a:lnTo>
                    <a:pt x="5850877" y="971677"/>
                  </a:lnTo>
                  <a:close/>
                </a:path>
                <a:path w="7526655" h="4352290">
                  <a:moveTo>
                    <a:pt x="6162319" y="791705"/>
                  </a:moveTo>
                  <a:lnTo>
                    <a:pt x="6161760" y="789787"/>
                  </a:lnTo>
                  <a:lnTo>
                    <a:pt x="6161329" y="788339"/>
                  </a:lnTo>
                  <a:lnTo>
                    <a:pt x="6126238" y="808621"/>
                  </a:lnTo>
                  <a:lnTo>
                    <a:pt x="6126721" y="810044"/>
                  </a:lnTo>
                  <a:lnTo>
                    <a:pt x="6127356" y="811911"/>
                  </a:lnTo>
                  <a:lnTo>
                    <a:pt x="6162319" y="791705"/>
                  </a:lnTo>
                  <a:close/>
                </a:path>
                <a:path w="7526655" h="4352290">
                  <a:moveTo>
                    <a:pt x="6282728" y="722122"/>
                  </a:moveTo>
                  <a:lnTo>
                    <a:pt x="6280937" y="720902"/>
                  </a:lnTo>
                  <a:lnTo>
                    <a:pt x="6279566" y="720013"/>
                  </a:lnTo>
                  <a:lnTo>
                    <a:pt x="6227623" y="750036"/>
                  </a:lnTo>
                  <a:lnTo>
                    <a:pt x="6229070" y="750887"/>
                  </a:lnTo>
                  <a:lnTo>
                    <a:pt x="6231013" y="752005"/>
                  </a:lnTo>
                  <a:lnTo>
                    <a:pt x="6282728" y="722122"/>
                  </a:lnTo>
                  <a:close/>
                </a:path>
                <a:path w="7526655" h="4352290">
                  <a:moveTo>
                    <a:pt x="6345733" y="685711"/>
                  </a:moveTo>
                  <a:lnTo>
                    <a:pt x="6345098" y="683818"/>
                  </a:lnTo>
                  <a:lnTo>
                    <a:pt x="6344628" y="682421"/>
                  </a:lnTo>
                  <a:lnTo>
                    <a:pt x="6310084" y="702386"/>
                  </a:lnTo>
                  <a:lnTo>
                    <a:pt x="6310566" y="703770"/>
                  </a:lnTo>
                  <a:lnTo>
                    <a:pt x="6311227" y="705650"/>
                  </a:lnTo>
                  <a:lnTo>
                    <a:pt x="6345733" y="685711"/>
                  </a:lnTo>
                  <a:close/>
                </a:path>
                <a:path w="7526655" h="4352290">
                  <a:moveTo>
                    <a:pt x="6585991" y="546874"/>
                  </a:moveTo>
                  <a:lnTo>
                    <a:pt x="6585331" y="544969"/>
                  </a:lnTo>
                  <a:lnTo>
                    <a:pt x="6584848" y="543598"/>
                  </a:lnTo>
                  <a:lnTo>
                    <a:pt x="6538341" y="570471"/>
                  </a:lnTo>
                  <a:lnTo>
                    <a:pt x="6538811" y="571855"/>
                  </a:lnTo>
                  <a:lnTo>
                    <a:pt x="6539446" y="573773"/>
                  </a:lnTo>
                  <a:lnTo>
                    <a:pt x="6585991" y="546874"/>
                  </a:lnTo>
                  <a:close/>
                </a:path>
                <a:path w="7526655" h="4352290">
                  <a:moveTo>
                    <a:pt x="6799377" y="423557"/>
                  </a:moveTo>
                  <a:lnTo>
                    <a:pt x="6798907" y="421525"/>
                  </a:lnTo>
                  <a:lnTo>
                    <a:pt x="6798577" y="420090"/>
                  </a:lnTo>
                  <a:lnTo>
                    <a:pt x="6750850" y="447675"/>
                  </a:lnTo>
                  <a:lnTo>
                    <a:pt x="6751307" y="449033"/>
                  </a:lnTo>
                  <a:lnTo>
                    <a:pt x="6751968" y="450964"/>
                  </a:lnTo>
                  <a:lnTo>
                    <a:pt x="6799377" y="423557"/>
                  </a:lnTo>
                  <a:close/>
                </a:path>
                <a:path w="7526655" h="4352290">
                  <a:moveTo>
                    <a:pt x="6929526" y="348348"/>
                  </a:moveTo>
                  <a:lnTo>
                    <a:pt x="6928637" y="346544"/>
                  </a:lnTo>
                  <a:lnTo>
                    <a:pt x="6928028" y="345287"/>
                  </a:lnTo>
                  <a:lnTo>
                    <a:pt x="6876910" y="374827"/>
                  </a:lnTo>
                  <a:lnTo>
                    <a:pt x="6877494" y="376097"/>
                  </a:lnTo>
                  <a:lnTo>
                    <a:pt x="6878345" y="377926"/>
                  </a:lnTo>
                  <a:lnTo>
                    <a:pt x="6929526" y="348348"/>
                  </a:lnTo>
                  <a:close/>
                </a:path>
                <a:path w="7526655" h="4352290">
                  <a:moveTo>
                    <a:pt x="7143547" y="224663"/>
                  </a:moveTo>
                  <a:lnTo>
                    <a:pt x="7143013" y="222631"/>
                  </a:lnTo>
                  <a:lnTo>
                    <a:pt x="7142645" y="221272"/>
                  </a:lnTo>
                  <a:lnTo>
                    <a:pt x="7094525" y="249072"/>
                  </a:lnTo>
                  <a:lnTo>
                    <a:pt x="7094779" y="250507"/>
                  </a:lnTo>
                  <a:lnTo>
                    <a:pt x="7095160" y="252628"/>
                  </a:lnTo>
                  <a:lnTo>
                    <a:pt x="7143547" y="224663"/>
                  </a:lnTo>
                  <a:close/>
                </a:path>
                <a:path w="7526655" h="4352290">
                  <a:moveTo>
                    <a:pt x="7343483" y="109131"/>
                  </a:moveTo>
                  <a:lnTo>
                    <a:pt x="7342873" y="107111"/>
                  </a:lnTo>
                  <a:lnTo>
                    <a:pt x="7342479" y="105778"/>
                  </a:lnTo>
                  <a:lnTo>
                    <a:pt x="7307402" y="126060"/>
                  </a:lnTo>
                  <a:lnTo>
                    <a:pt x="7307847" y="127355"/>
                  </a:lnTo>
                  <a:lnTo>
                    <a:pt x="7308520" y="129336"/>
                  </a:lnTo>
                  <a:lnTo>
                    <a:pt x="7343483" y="109131"/>
                  </a:lnTo>
                  <a:close/>
                </a:path>
                <a:path w="7526655" h="4352290">
                  <a:moveTo>
                    <a:pt x="7463510" y="39763"/>
                  </a:moveTo>
                  <a:lnTo>
                    <a:pt x="7462393" y="39014"/>
                  </a:lnTo>
                  <a:lnTo>
                    <a:pt x="7461555" y="38519"/>
                  </a:lnTo>
                  <a:lnTo>
                    <a:pt x="7460259" y="37719"/>
                  </a:lnTo>
                  <a:lnTo>
                    <a:pt x="7408913" y="67398"/>
                  </a:lnTo>
                  <a:lnTo>
                    <a:pt x="7410247" y="68173"/>
                  </a:lnTo>
                  <a:lnTo>
                    <a:pt x="7412304" y="69367"/>
                  </a:lnTo>
                  <a:lnTo>
                    <a:pt x="7463510" y="39763"/>
                  </a:lnTo>
                  <a:close/>
                </a:path>
                <a:path w="7526655" h="4352290">
                  <a:moveTo>
                    <a:pt x="7526629" y="3289"/>
                  </a:moveTo>
                  <a:lnTo>
                    <a:pt x="7525956" y="1295"/>
                  </a:lnTo>
                  <a:lnTo>
                    <a:pt x="7525525" y="0"/>
                  </a:lnTo>
                  <a:lnTo>
                    <a:pt x="7491247" y="19812"/>
                  </a:lnTo>
                  <a:lnTo>
                    <a:pt x="7491692" y="21094"/>
                  </a:lnTo>
                  <a:lnTo>
                    <a:pt x="7492390" y="23075"/>
                  </a:lnTo>
                  <a:lnTo>
                    <a:pt x="7526629" y="3289"/>
                  </a:lnTo>
                  <a:close/>
                </a:path>
              </a:pathLst>
            </a:custGeom>
            <a:solidFill>
              <a:srgbClr val="1919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32358" y="1042439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4932300" y="1498572"/>
                  </a:moveTo>
                  <a:lnTo>
                    <a:pt x="4914331" y="1508956"/>
                  </a:lnTo>
                  <a:lnTo>
                    <a:pt x="4914192" y="1510869"/>
                  </a:lnTo>
                  <a:lnTo>
                    <a:pt x="4932331" y="1500384"/>
                  </a:lnTo>
                  <a:lnTo>
                    <a:pt x="4932300" y="1498572"/>
                  </a:lnTo>
                  <a:close/>
                </a:path>
                <a:path w="7526020" h="4351020">
                  <a:moveTo>
                    <a:pt x="5062079" y="1423576"/>
                  </a:moveTo>
                  <a:lnTo>
                    <a:pt x="5014923" y="1450826"/>
                  </a:lnTo>
                  <a:lnTo>
                    <a:pt x="5015833" y="1452121"/>
                  </a:lnTo>
                  <a:lnTo>
                    <a:pt x="5062979" y="1424871"/>
                  </a:lnTo>
                  <a:lnTo>
                    <a:pt x="5062079" y="1423576"/>
                  </a:lnTo>
                  <a:close/>
                </a:path>
                <a:path w="7526020" h="4351020">
                  <a:moveTo>
                    <a:pt x="6928431" y="345053"/>
                  </a:moveTo>
                  <a:lnTo>
                    <a:pt x="6877242" y="374634"/>
                  </a:lnTo>
                  <a:lnTo>
                    <a:pt x="6877827" y="375906"/>
                  </a:lnTo>
                  <a:lnTo>
                    <a:pt x="6929047" y="346301"/>
                  </a:lnTo>
                  <a:lnTo>
                    <a:pt x="6928431" y="345053"/>
                  </a:lnTo>
                  <a:close/>
                </a:path>
                <a:path w="7526020" h="4351020">
                  <a:moveTo>
                    <a:pt x="7142453" y="221374"/>
                  </a:moveTo>
                  <a:lnTo>
                    <a:pt x="7094058" y="249340"/>
                  </a:lnTo>
                  <a:lnTo>
                    <a:pt x="7094313" y="250779"/>
                  </a:lnTo>
                  <a:lnTo>
                    <a:pt x="7142820" y="222743"/>
                  </a:lnTo>
                  <a:lnTo>
                    <a:pt x="7142453" y="221374"/>
                  </a:lnTo>
                  <a:close/>
                </a:path>
                <a:path w="7526020" h="4351020">
                  <a:moveTo>
                    <a:pt x="3446469" y="2357200"/>
                  </a:moveTo>
                  <a:lnTo>
                    <a:pt x="3394599" y="2387175"/>
                  </a:lnTo>
                  <a:lnTo>
                    <a:pt x="3395328" y="2388758"/>
                  </a:lnTo>
                  <a:lnTo>
                    <a:pt x="3447218" y="2358766"/>
                  </a:lnTo>
                  <a:lnTo>
                    <a:pt x="3446469" y="2357200"/>
                  </a:lnTo>
                  <a:close/>
                </a:path>
                <a:path w="7526020" h="4351020">
                  <a:moveTo>
                    <a:pt x="3660011" y="2233799"/>
                  </a:moveTo>
                  <a:lnTo>
                    <a:pt x="3611609" y="2261770"/>
                  </a:lnTo>
                  <a:lnTo>
                    <a:pt x="3611926" y="2263566"/>
                  </a:lnTo>
                  <a:lnTo>
                    <a:pt x="3660466" y="2235511"/>
                  </a:lnTo>
                  <a:lnTo>
                    <a:pt x="3660011" y="2233799"/>
                  </a:lnTo>
                  <a:close/>
                </a:path>
                <a:path w="7526020" h="4351020">
                  <a:moveTo>
                    <a:pt x="1917508" y="3240753"/>
                  </a:moveTo>
                  <a:lnTo>
                    <a:pt x="1865830" y="3270617"/>
                  </a:lnTo>
                  <a:lnTo>
                    <a:pt x="1866618" y="3272338"/>
                  </a:lnTo>
                  <a:lnTo>
                    <a:pt x="1918350" y="3242438"/>
                  </a:lnTo>
                  <a:lnTo>
                    <a:pt x="1917508" y="3240753"/>
                  </a:lnTo>
                  <a:close/>
                </a:path>
                <a:path w="7526020" h="4351020">
                  <a:moveTo>
                    <a:pt x="2131435" y="3117129"/>
                  </a:moveTo>
                  <a:lnTo>
                    <a:pt x="2081559" y="3145952"/>
                  </a:lnTo>
                  <a:lnTo>
                    <a:pt x="2081904" y="3147905"/>
                  </a:lnTo>
                  <a:lnTo>
                    <a:pt x="2131929" y="3118991"/>
                  </a:lnTo>
                  <a:lnTo>
                    <a:pt x="2131435" y="3117129"/>
                  </a:lnTo>
                  <a:close/>
                </a:path>
                <a:path w="7526020" h="4351020">
                  <a:moveTo>
                    <a:pt x="6798276" y="420266"/>
                  </a:moveTo>
                  <a:lnTo>
                    <a:pt x="6750862" y="447666"/>
                  </a:lnTo>
                  <a:lnTo>
                    <a:pt x="6751320" y="449026"/>
                  </a:lnTo>
                  <a:lnTo>
                    <a:pt x="6798605" y="421696"/>
                  </a:lnTo>
                  <a:lnTo>
                    <a:pt x="6798276" y="420266"/>
                  </a:lnTo>
                  <a:close/>
                </a:path>
                <a:path w="7526020" h="4351020">
                  <a:moveTo>
                    <a:pt x="5849772" y="968385"/>
                  </a:moveTo>
                  <a:lnTo>
                    <a:pt x="5802377" y="995774"/>
                  </a:lnTo>
                  <a:lnTo>
                    <a:pt x="5802858" y="997228"/>
                  </a:lnTo>
                  <a:lnTo>
                    <a:pt x="5850219" y="969854"/>
                  </a:lnTo>
                  <a:lnTo>
                    <a:pt x="5849772" y="968385"/>
                  </a:lnTo>
                  <a:close/>
                </a:path>
                <a:path w="7526020" h="4351020">
                  <a:moveTo>
                    <a:pt x="4474926" y="1762878"/>
                  </a:moveTo>
                  <a:lnTo>
                    <a:pt x="4427630" y="1790210"/>
                  </a:lnTo>
                  <a:lnTo>
                    <a:pt x="4428168" y="1791786"/>
                  </a:lnTo>
                  <a:lnTo>
                    <a:pt x="4475366" y="1764506"/>
                  </a:lnTo>
                  <a:lnTo>
                    <a:pt x="4474926" y="1762878"/>
                  </a:lnTo>
                  <a:close/>
                </a:path>
                <a:path w="7526020" h="4351020">
                  <a:moveTo>
                    <a:pt x="4219500" y="1910483"/>
                  </a:moveTo>
                  <a:lnTo>
                    <a:pt x="4169176" y="1939564"/>
                  </a:lnTo>
                  <a:lnTo>
                    <a:pt x="4170769" y="1940560"/>
                  </a:lnTo>
                  <a:lnTo>
                    <a:pt x="4221203" y="1911410"/>
                  </a:lnTo>
                  <a:lnTo>
                    <a:pt x="4219500" y="1910483"/>
                  </a:lnTo>
                  <a:close/>
                </a:path>
                <a:path w="7526020" h="4351020">
                  <a:moveTo>
                    <a:pt x="4125516" y="1964795"/>
                  </a:moveTo>
                  <a:lnTo>
                    <a:pt x="4078905" y="1991730"/>
                  </a:lnTo>
                  <a:lnTo>
                    <a:pt x="4079443" y="1993346"/>
                  </a:lnTo>
                  <a:lnTo>
                    <a:pt x="4125929" y="1966478"/>
                  </a:lnTo>
                  <a:lnTo>
                    <a:pt x="4125516" y="1964795"/>
                  </a:lnTo>
                  <a:close/>
                </a:path>
                <a:path w="7526020" h="4351020">
                  <a:moveTo>
                    <a:pt x="2794989" y="2733677"/>
                  </a:moveTo>
                  <a:lnTo>
                    <a:pt x="2744636" y="2762774"/>
                  </a:lnTo>
                  <a:lnTo>
                    <a:pt x="2746363" y="2763854"/>
                  </a:lnTo>
                  <a:lnTo>
                    <a:pt x="2796836" y="2734681"/>
                  </a:lnTo>
                  <a:lnTo>
                    <a:pt x="2794989" y="2733677"/>
                  </a:lnTo>
                  <a:close/>
                </a:path>
                <a:path w="7526020" h="4351020">
                  <a:moveTo>
                    <a:pt x="2700673" y="2788180"/>
                  </a:moveTo>
                  <a:lnTo>
                    <a:pt x="2654099" y="2815093"/>
                  </a:lnTo>
                  <a:lnTo>
                    <a:pt x="2654683" y="2816844"/>
                  </a:lnTo>
                  <a:lnTo>
                    <a:pt x="2701117" y="2790005"/>
                  </a:lnTo>
                  <a:lnTo>
                    <a:pt x="2700673" y="2788180"/>
                  </a:lnTo>
                  <a:close/>
                </a:path>
                <a:path w="7526020" h="4351020">
                  <a:moveTo>
                    <a:pt x="1696600" y="3368411"/>
                  </a:moveTo>
                  <a:lnTo>
                    <a:pt x="1650114" y="3395274"/>
                  </a:lnTo>
                  <a:lnTo>
                    <a:pt x="1650734" y="3397117"/>
                  </a:lnTo>
                  <a:lnTo>
                    <a:pt x="1697059" y="3370342"/>
                  </a:lnTo>
                  <a:lnTo>
                    <a:pt x="1696600" y="3368411"/>
                  </a:lnTo>
                  <a:close/>
                </a:path>
                <a:path w="7526020" h="4351020">
                  <a:moveTo>
                    <a:pt x="1353100" y="3566912"/>
                  </a:moveTo>
                  <a:lnTo>
                    <a:pt x="1306782" y="3593678"/>
                  </a:lnTo>
                  <a:lnTo>
                    <a:pt x="1307413" y="3595553"/>
                  </a:lnTo>
                  <a:lnTo>
                    <a:pt x="1353590" y="3568864"/>
                  </a:lnTo>
                  <a:lnTo>
                    <a:pt x="1353100" y="3566912"/>
                  </a:lnTo>
                  <a:close/>
                </a:path>
                <a:path w="7526020" h="4351020">
                  <a:moveTo>
                    <a:pt x="864313" y="3849371"/>
                  </a:moveTo>
                  <a:lnTo>
                    <a:pt x="813944" y="3878478"/>
                  </a:lnTo>
                  <a:lnTo>
                    <a:pt x="815853" y="3879671"/>
                  </a:lnTo>
                  <a:lnTo>
                    <a:pt x="866354" y="3850481"/>
                  </a:lnTo>
                  <a:lnTo>
                    <a:pt x="864313" y="3849371"/>
                  </a:lnTo>
                  <a:close/>
                </a:path>
                <a:path w="7526020" h="4351020">
                  <a:moveTo>
                    <a:pt x="771080" y="3903248"/>
                  </a:moveTo>
                  <a:lnTo>
                    <a:pt x="723264" y="3930880"/>
                  </a:lnTo>
                  <a:lnTo>
                    <a:pt x="723909" y="3932813"/>
                  </a:lnTo>
                  <a:lnTo>
                    <a:pt x="771522" y="3905293"/>
                  </a:lnTo>
                  <a:lnTo>
                    <a:pt x="771080" y="3903248"/>
                  </a:lnTo>
                  <a:close/>
                </a:path>
                <a:path w="7526020" h="4351020">
                  <a:moveTo>
                    <a:pt x="477717" y="4072776"/>
                  </a:moveTo>
                  <a:lnTo>
                    <a:pt x="430253" y="4100204"/>
                  </a:lnTo>
                  <a:lnTo>
                    <a:pt x="430903" y="4102168"/>
                  </a:lnTo>
                  <a:lnTo>
                    <a:pt x="478321" y="4074760"/>
                  </a:lnTo>
                  <a:lnTo>
                    <a:pt x="477717" y="4072776"/>
                  </a:lnTo>
                  <a:close/>
                </a:path>
                <a:path w="7526020" h="4351020">
                  <a:moveTo>
                    <a:pt x="2479245" y="2916138"/>
                  </a:moveTo>
                  <a:lnTo>
                    <a:pt x="2431666" y="2943633"/>
                  </a:lnTo>
                  <a:lnTo>
                    <a:pt x="2432263" y="2945400"/>
                  </a:lnTo>
                  <a:lnTo>
                    <a:pt x="2479849" y="2917896"/>
                  </a:lnTo>
                  <a:lnTo>
                    <a:pt x="2479245" y="2916138"/>
                  </a:lnTo>
                  <a:close/>
                </a:path>
                <a:path w="7526020" h="4351020">
                  <a:moveTo>
                    <a:pt x="2307858" y="3015179"/>
                  </a:moveTo>
                  <a:lnTo>
                    <a:pt x="2259556" y="3043091"/>
                  </a:lnTo>
                  <a:lnTo>
                    <a:pt x="2260294" y="3044797"/>
                  </a:lnTo>
                  <a:lnTo>
                    <a:pt x="2308620" y="3016865"/>
                  </a:lnTo>
                  <a:lnTo>
                    <a:pt x="2307858" y="3015179"/>
                  </a:lnTo>
                  <a:close/>
                </a:path>
                <a:path w="7526020" h="4351020">
                  <a:moveTo>
                    <a:pt x="255030" y="4201462"/>
                  </a:moveTo>
                  <a:lnTo>
                    <a:pt x="210420" y="4227241"/>
                  </a:lnTo>
                  <a:lnTo>
                    <a:pt x="211087" y="4229219"/>
                  </a:lnTo>
                  <a:lnTo>
                    <a:pt x="255694" y="4203437"/>
                  </a:lnTo>
                  <a:lnTo>
                    <a:pt x="255030" y="4201462"/>
                  </a:lnTo>
                  <a:close/>
                </a:path>
                <a:path w="7526020" h="4351020">
                  <a:moveTo>
                    <a:pt x="162012" y="4255215"/>
                  </a:moveTo>
                  <a:lnTo>
                    <a:pt x="141571" y="4267027"/>
                  </a:lnTo>
                  <a:lnTo>
                    <a:pt x="141530" y="4269423"/>
                  </a:lnTo>
                  <a:lnTo>
                    <a:pt x="161985" y="4257600"/>
                  </a:lnTo>
                  <a:lnTo>
                    <a:pt x="162012" y="4255215"/>
                  </a:lnTo>
                  <a:close/>
                </a:path>
                <a:path w="7526020" h="4351020">
                  <a:moveTo>
                    <a:pt x="121307" y="4278738"/>
                  </a:moveTo>
                  <a:lnTo>
                    <a:pt x="78633" y="4303398"/>
                  </a:lnTo>
                  <a:lnTo>
                    <a:pt x="79901" y="4305044"/>
                  </a:lnTo>
                  <a:lnTo>
                    <a:pt x="122641" y="4280340"/>
                  </a:lnTo>
                  <a:lnTo>
                    <a:pt x="121307" y="4278738"/>
                  </a:lnTo>
                  <a:close/>
                </a:path>
                <a:path w="7526020" h="4351020">
                  <a:moveTo>
                    <a:pt x="34074" y="4329147"/>
                  </a:moveTo>
                  <a:lnTo>
                    <a:pt x="0" y="4348838"/>
                  </a:lnTo>
                  <a:lnTo>
                    <a:pt x="667" y="4350840"/>
                  </a:lnTo>
                  <a:lnTo>
                    <a:pt x="34633" y="4331208"/>
                  </a:lnTo>
                  <a:lnTo>
                    <a:pt x="34074" y="4329147"/>
                  </a:lnTo>
                  <a:close/>
                </a:path>
                <a:path w="7526020" h="4351020">
                  <a:moveTo>
                    <a:pt x="7525535" y="0"/>
                  </a:moveTo>
                  <a:lnTo>
                    <a:pt x="7491295" y="19786"/>
                  </a:lnTo>
                  <a:lnTo>
                    <a:pt x="7491744" y="21068"/>
                  </a:lnTo>
                  <a:lnTo>
                    <a:pt x="7525968" y="1287"/>
                  </a:lnTo>
                  <a:lnTo>
                    <a:pt x="7525535" y="0"/>
                  </a:lnTo>
                  <a:close/>
                </a:path>
                <a:path w="7526020" h="4351020">
                  <a:moveTo>
                    <a:pt x="7462417" y="36474"/>
                  </a:moveTo>
                  <a:lnTo>
                    <a:pt x="7411200" y="66071"/>
                  </a:lnTo>
                  <a:lnTo>
                    <a:pt x="7412538" y="66848"/>
                  </a:lnTo>
                  <a:lnTo>
                    <a:pt x="7463662" y="37299"/>
                  </a:lnTo>
                  <a:lnTo>
                    <a:pt x="7462417" y="36474"/>
                  </a:lnTo>
                  <a:close/>
                </a:path>
                <a:path w="7526020" h="4351020">
                  <a:moveTo>
                    <a:pt x="7342379" y="105841"/>
                  </a:moveTo>
                  <a:lnTo>
                    <a:pt x="7307420" y="126043"/>
                  </a:lnTo>
                  <a:lnTo>
                    <a:pt x="7307865" y="127348"/>
                  </a:lnTo>
                  <a:lnTo>
                    <a:pt x="7342774" y="107171"/>
                  </a:lnTo>
                  <a:lnTo>
                    <a:pt x="7342379" y="105841"/>
                  </a:lnTo>
                  <a:close/>
                </a:path>
                <a:path w="7526020" h="4351020">
                  <a:moveTo>
                    <a:pt x="6344638" y="682413"/>
                  </a:moveTo>
                  <a:lnTo>
                    <a:pt x="6310130" y="702355"/>
                  </a:lnTo>
                  <a:lnTo>
                    <a:pt x="6310619" y="703747"/>
                  </a:lnTo>
                  <a:lnTo>
                    <a:pt x="6345113" y="683810"/>
                  </a:lnTo>
                  <a:lnTo>
                    <a:pt x="6344638" y="682413"/>
                  </a:lnTo>
                  <a:close/>
                </a:path>
                <a:path w="7526020" h="4351020">
                  <a:moveTo>
                    <a:pt x="6281631" y="718824"/>
                  </a:moveTo>
                  <a:lnTo>
                    <a:pt x="6229910" y="748712"/>
                  </a:lnTo>
                  <a:lnTo>
                    <a:pt x="6231363" y="749556"/>
                  </a:lnTo>
                  <a:lnTo>
                    <a:pt x="6282959" y="719734"/>
                  </a:lnTo>
                  <a:lnTo>
                    <a:pt x="6281631" y="718824"/>
                  </a:lnTo>
                  <a:close/>
                </a:path>
                <a:path w="7526020" h="4351020">
                  <a:moveTo>
                    <a:pt x="6161224" y="788405"/>
                  </a:moveTo>
                  <a:lnTo>
                    <a:pt x="6126257" y="808611"/>
                  </a:lnTo>
                  <a:lnTo>
                    <a:pt x="6126741" y="810027"/>
                  </a:lnTo>
                  <a:lnTo>
                    <a:pt x="6161652" y="789849"/>
                  </a:lnTo>
                  <a:lnTo>
                    <a:pt x="6161224" y="788405"/>
                  </a:lnTo>
                  <a:close/>
                </a:path>
                <a:path w="7526020" h="4351020">
                  <a:moveTo>
                    <a:pt x="1032623" y="3752108"/>
                  </a:moveTo>
                  <a:lnTo>
                    <a:pt x="983625" y="3780423"/>
                  </a:lnTo>
                  <a:lnTo>
                    <a:pt x="984482" y="3782204"/>
                  </a:lnTo>
                  <a:lnTo>
                    <a:pt x="1033481" y="3753884"/>
                  </a:lnTo>
                  <a:lnTo>
                    <a:pt x="1032623" y="3752108"/>
                  </a:lnTo>
                  <a:close/>
                </a:path>
                <a:path w="7526020" h="4351020">
                  <a:moveTo>
                    <a:pt x="6584890" y="543577"/>
                  </a:moveTo>
                  <a:lnTo>
                    <a:pt x="6538345" y="570475"/>
                  </a:lnTo>
                  <a:lnTo>
                    <a:pt x="6538806" y="571857"/>
                  </a:lnTo>
                  <a:lnTo>
                    <a:pt x="6585365" y="544947"/>
                  </a:lnTo>
                  <a:lnTo>
                    <a:pt x="6584890" y="543577"/>
                  </a:lnTo>
                  <a:close/>
                </a:path>
                <a:path w="7526020" h="4351020">
                  <a:moveTo>
                    <a:pt x="5600035" y="1112703"/>
                  </a:moveTo>
                  <a:lnTo>
                    <a:pt x="5552269" y="1140306"/>
                  </a:lnTo>
                  <a:lnTo>
                    <a:pt x="5552761" y="1141782"/>
                  </a:lnTo>
                  <a:lnTo>
                    <a:pt x="5600475" y="1114204"/>
                  </a:lnTo>
                  <a:lnTo>
                    <a:pt x="5600035" y="1112703"/>
                  </a:lnTo>
                  <a:close/>
                </a:path>
                <a:path w="7526020" h="4351020">
                  <a:moveTo>
                    <a:pt x="5316357" y="1276634"/>
                  </a:moveTo>
                  <a:lnTo>
                    <a:pt x="5269011" y="1303994"/>
                  </a:lnTo>
                  <a:lnTo>
                    <a:pt x="5269512" y="1305497"/>
                  </a:lnTo>
                  <a:lnTo>
                    <a:pt x="5316802" y="1278164"/>
                  </a:lnTo>
                  <a:lnTo>
                    <a:pt x="5316357" y="1276634"/>
                  </a:lnTo>
                  <a:close/>
                </a:path>
                <a:path w="7526020" h="4351020">
                  <a:moveTo>
                    <a:pt x="3876318" y="2108800"/>
                  </a:moveTo>
                  <a:lnTo>
                    <a:pt x="3828872" y="2136219"/>
                  </a:lnTo>
                  <a:lnTo>
                    <a:pt x="3829418" y="2137858"/>
                  </a:lnTo>
                  <a:lnTo>
                    <a:pt x="3876820" y="2110460"/>
                  </a:lnTo>
                  <a:lnTo>
                    <a:pt x="3876318" y="2108800"/>
                  </a:lnTo>
                  <a:close/>
                </a:path>
                <a:path w="7526020" h="4351020">
                  <a:moveTo>
                    <a:pt x="3238035" y="2477650"/>
                  </a:moveTo>
                  <a:lnTo>
                    <a:pt x="3190015" y="2505399"/>
                  </a:lnTo>
                  <a:lnTo>
                    <a:pt x="3191005" y="2506855"/>
                  </a:lnTo>
                  <a:lnTo>
                    <a:pt x="3238958" y="2479138"/>
                  </a:lnTo>
                  <a:lnTo>
                    <a:pt x="3238035" y="2477650"/>
                  </a:lnTo>
                  <a:close/>
                </a:path>
                <a:path w="7526020" h="4351020">
                  <a:moveTo>
                    <a:pt x="3288372" y="2448561"/>
                  </a:moveTo>
                  <a:lnTo>
                    <a:pt x="3266693" y="2461089"/>
                  </a:lnTo>
                  <a:lnTo>
                    <a:pt x="3266693" y="2463108"/>
                  </a:lnTo>
                  <a:lnTo>
                    <a:pt x="3288286" y="2450627"/>
                  </a:lnTo>
                  <a:lnTo>
                    <a:pt x="3288372" y="2448561"/>
                  </a:lnTo>
                  <a:close/>
                </a:path>
              </a:pathLst>
            </a:custGeom>
            <a:solidFill>
              <a:srgbClr val="1C1C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33031" y="1043736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4886" y="4333367"/>
                  </a:moveTo>
                  <a:lnTo>
                    <a:pt x="34531" y="4332033"/>
                  </a:lnTo>
                  <a:lnTo>
                    <a:pt x="33972" y="4329963"/>
                  </a:lnTo>
                  <a:lnTo>
                    <a:pt x="0" y="4349585"/>
                  </a:lnTo>
                  <a:lnTo>
                    <a:pt x="673" y="4351591"/>
                  </a:lnTo>
                  <a:lnTo>
                    <a:pt x="1104" y="4352887"/>
                  </a:lnTo>
                  <a:lnTo>
                    <a:pt x="34886" y="4333367"/>
                  </a:lnTo>
                  <a:close/>
                </a:path>
                <a:path w="7527290" h="4352925">
                  <a:moveTo>
                    <a:pt x="124218" y="4281754"/>
                  </a:moveTo>
                  <a:lnTo>
                    <a:pt x="123342" y="4280713"/>
                  </a:lnTo>
                  <a:lnTo>
                    <a:pt x="122008" y="4279112"/>
                  </a:lnTo>
                  <a:lnTo>
                    <a:pt x="79260" y="4303801"/>
                  </a:lnTo>
                  <a:lnTo>
                    <a:pt x="80530" y="4305452"/>
                  </a:lnTo>
                  <a:lnTo>
                    <a:pt x="81356" y="4306519"/>
                  </a:lnTo>
                  <a:lnTo>
                    <a:pt x="124218" y="4281754"/>
                  </a:lnTo>
                  <a:close/>
                </a:path>
                <a:path w="7527290" h="4352925">
                  <a:moveTo>
                    <a:pt x="161302" y="4256405"/>
                  </a:moveTo>
                  <a:lnTo>
                    <a:pt x="140855" y="4268228"/>
                  </a:lnTo>
                  <a:lnTo>
                    <a:pt x="140804" y="4270616"/>
                  </a:lnTo>
                  <a:lnTo>
                    <a:pt x="140779" y="4272191"/>
                  </a:lnTo>
                  <a:lnTo>
                    <a:pt x="161264" y="4260354"/>
                  </a:lnTo>
                  <a:lnTo>
                    <a:pt x="161277" y="4258792"/>
                  </a:lnTo>
                  <a:lnTo>
                    <a:pt x="161302" y="4256405"/>
                  </a:lnTo>
                  <a:close/>
                </a:path>
                <a:path w="7527290" h="4352925">
                  <a:moveTo>
                    <a:pt x="256159" y="4205541"/>
                  </a:moveTo>
                  <a:lnTo>
                    <a:pt x="255714" y="4204220"/>
                  </a:lnTo>
                  <a:lnTo>
                    <a:pt x="255054" y="4202252"/>
                  </a:lnTo>
                  <a:lnTo>
                    <a:pt x="210439" y="4228020"/>
                  </a:lnTo>
                  <a:lnTo>
                    <a:pt x="211112" y="4230001"/>
                  </a:lnTo>
                  <a:lnTo>
                    <a:pt x="211543" y="4231310"/>
                  </a:lnTo>
                  <a:lnTo>
                    <a:pt x="256159" y="4205541"/>
                  </a:lnTo>
                  <a:close/>
                </a:path>
                <a:path w="7527290" h="4352925">
                  <a:moveTo>
                    <a:pt x="478713" y="4076979"/>
                  </a:moveTo>
                  <a:lnTo>
                    <a:pt x="478294" y="4075620"/>
                  </a:lnTo>
                  <a:lnTo>
                    <a:pt x="477697" y="4073639"/>
                  </a:lnTo>
                  <a:lnTo>
                    <a:pt x="477647" y="4073474"/>
                  </a:lnTo>
                  <a:lnTo>
                    <a:pt x="430225" y="4100880"/>
                  </a:lnTo>
                  <a:lnTo>
                    <a:pt x="430276" y="4101033"/>
                  </a:lnTo>
                  <a:lnTo>
                    <a:pt x="430923" y="4102989"/>
                  </a:lnTo>
                  <a:lnTo>
                    <a:pt x="431368" y="4104322"/>
                  </a:lnTo>
                  <a:lnTo>
                    <a:pt x="478713" y="4076979"/>
                  </a:lnTo>
                  <a:close/>
                </a:path>
                <a:path w="7527290" h="4352925">
                  <a:moveTo>
                    <a:pt x="771652" y="3907752"/>
                  </a:moveTo>
                  <a:lnTo>
                    <a:pt x="771347" y="3906304"/>
                  </a:lnTo>
                  <a:lnTo>
                    <a:pt x="770902" y="3904259"/>
                  </a:lnTo>
                  <a:lnTo>
                    <a:pt x="770839" y="3904005"/>
                  </a:lnTo>
                  <a:lnTo>
                    <a:pt x="723226" y="3931526"/>
                  </a:lnTo>
                  <a:lnTo>
                    <a:pt x="723303" y="3931755"/>
                  </a:lnTo>
                  <a:lnTo>
                    <a:pt x="723950" y="3933685"/>
                  </a:lnTo>
                  <a:lnTo>
                    <a:pt x="724408" y="3935044"/>
                  </a:lnTo>
                  <a:lnTo>
                    <a:pt x="771652" y="3907752"/>
                  </a:lnTo>
                  <a:close/>
                </a:path>
                <a:path w="7527290" h="4352925">
                  <a:moveTo>
                    <a:pt x="869454" y="3851249"/>
                  </a:moveTo>
                  <a:lnTo>
                    <a:pt x="867994" y="3850449"/>
                  </a:lnTo>
                  <a:lnTo>
                    <a:pt x="865949" y="3849344"/>
                  </a:lnTo>
                  <a:lnTo>
                    <a:pt x="865670" y="3849192"/>
                  </a:lnTo>
                  <a:lnTo>
                    <a:pt x="815174" y="3878376"/>
                  </a:lnTo>
                  <a:lnTo>
                    <a:pt x="815416" y="3878529"/>
                  </a:lnTo>
                  <a:lnTo>
                    <a:pt x="817333" y="3879723"/>
                  </a:lnTo>
                  <a:lnTo>
                    <a:pt x="818692" y="3880574"/>
                  </a:lnTo>
                  <a:lnTo>
                    <a:pt x="869454" y="3851249"/>
                  </a:lnTo>
                  <a:close/>
                </a:path>
                <a:path w="7527290" h="4352925">
                  <a:moveTo>
                    <a:pt x="1034427" y="3755948"/>
                  </a:moveTo>
                  <a:lnTo>
                    <a:pt x="1033792" y="3754653"/>
                  </a:lnTo>
                  <a:lnTo>
                    <a:pt x="1032941" y="3752875"/>
                  </a:lnTo>
                  <a:lnTo>
                    <a:pt x="1032802" y="3752596"/>
                  </a:lnTo>
                  <a:lnTo>
                    <a:pt x="983805" y="3780917"/>
                  </a:lnTo>
                  <a:lnTo>
                    <a:pt x="983932" y="3781183"/>
                  </a:lnTo>
                  <a:lnTo>
                    <a:pt x="984796" y="3782974"/>
                  </a:lnTo>
                  <a:lnTo>
                    <a:pt x="985418" y="3784257"/>
                  </a:lnTo>
                  <a:lnTo>
                    <a:pt x="1034427" y="3755948"/>
                  </a:lnTo>
                  <a:close/>
                </a:path>
                <a:path w="7527290" h="4352925">
                  <a:moveTo>
                    <a:pt x="1353870" y="3571405"/>
                  </a:moveTo>
                  <a:lnTo>
                    <a:pt x="1353502" y="3569932"/>
                  </a:lnTo>
                  <a:lnTo>
                    <a:pt x="1353007" y="3567976"/>
                  </a:lnTo>
                  <a:lnTo>
                    <a:pt x="1352905" y="3567569"/>
                  </a:lnTo>
                  <a:lnTo>
                    <a:pt x="1306728" y="3594265"/>
                  </a:lnTo>
                  <a:lnTo>
                    <a:pt x="1306855" y="3594633"/>
                  </a:lnTo>
                  <a:lnTo>
                    <a:pt x="1307490" y="3596513"/>
                  </a:lnTo>
                  <a:lnTo>
                    <a:pt x="1307973" y="3597922"/>
                  </a:lnTo>
                  <a:lnTo>
                    <a:pt x="1353870" y="3571405"/>
                  </a:lnTo>
                  <a:close/>
                </a:path>
                <a:path w="7527290" h="4352925">
                  <a:moveTo>
                    <a:pt x="1697316" y="3373005"/>
                  </a:moveTo>
                  <a:lnTo>
                    <a:pt x="1696961" y="3371481"/>
                  </a:lnTo>
                  <a:lnTo>
                    <a:pt x="1696504" y="3369551"/>
                  </a:lnTo>
                  <a:lnTo>
                    <a:pt x="1696377" y="3369056"/>
                  </a:lnTo>
                  <a:lnTo>
                    <a:pt x="1650060" y="3395827"/>
                  </a:lnTo>
                  <a:lnTo>
                    <a:pt x="1650212" y="3396297"/>
                  </a:lnTo>
                  <a:lnTo>
                    <a:pt x="1650834" y="3398139"/>
                  </a:lnTo>
                  <a:lnTo>
                    <a:pt x="1651317" y="3399586"/>
                  </a:lnTo>
                  <a:lnTo>
                    <a:pt x="1697316" y="3373005"/>
                  </a:lnTo>
                  <a:close/>
                </a:path>
                <a:path w="7527290" h="4352925">
                  <a:moveTo>
                    <a:pt x="1919439" y="3244685"/>
                  </a:moveTo>
                  <a:lnTo>
                    <a:pt x="1918754" y="3243326"/>
                  </a:lnTo>
                  <a:lnTo>
                    <a:pt x="1917915" y="3241637"/>
                  </a:lnTo>
                  <a:lnTo>
                    <a:pt x="1917674" y="3241141"/>
                  </a:lnTo>
                  <a:lnTo>
                    <a:pt x="1865934" y="3271050"/>
                  </a:lnTo>
                  <a:lnTo>
                    <a:pt x="1866163" y="3271545"/>
                  </a:lnTo>
                  <a:lnTo>
                    <a:pt x="1866950" y="3273260"/>
                  </a:lnTo>
                  <a:lnTo>
                    <a:pt x="1867585" y="3274644"/>
                  </a:lnTo>
                  <a:lnTo>
                    <a:pt x="1919439" y="3244685"/>
                  </a:lnTo>
                  <a:close/>
                </a:path>
                <a:path w="7527290" h="4352925">
                  <a:moveTo>
                    <a:pt x="2131657" y="3122091"/>
                  </a:moveTo>
                  <a:lnTo>
                    <a:pt x="2131542" y="3120390"/>
                  </a:lnTo>
                  <a:lnTo>
                    <a:pt x="2131428" y="3118307"/>
                  </a:lnTo>
                  <a:lnTo>
                    <a:pt x="2131263" y="3117697"/>
                  </a:lnTo>
                  <a:lnTo>
                    <a:pt x="2081225" y="3146615"/>
                  </a:lnTo>
                  <a:lnTo>
                    <a:pt x="2081339" y="3147237"/>
                  </a:lnTo>
                  <a:lnTo>
                    <a:pt x="2081682" y="3149193"/>
                  </a:lnTo>
                  <a:lnTo>
                    <a:pt x="2081961" y="3150806"/>
                  </a:lnTo>
                  <a:lnTo>
                    <a:pt x="2131657" y="3122091"/>
                  </a:lnTo>
                  <a:close/>
                </a:path>
                <a:path w="7527290" h="4352925">
                  <a:moveTo>
                    <a:pt x="2309622" y="3019285"/>
                  </a:moveTo>
                  <a:lnTo>
                    <a:pt x="2308974" y="3017863"/>
                  </a:lnTo>
                  <a:lnTo>
                    <a:pt x="2308212" y="3016173"/>
                  </a:lnTo>
                  <a:lnTo>
                    <a:pt x="2307945" y="3015577"/>
                  </a:lnTo>
                  <a:lnTo>
                    <a:pt x="2259609" y="3043504"/>
                  </a:lnTo>
                  <a:lnTo>
                    <a:pt x="2259876" y="3044101"/>
                  </a:lnTo>
                  <a:lnTo>
                    <a:pt x="2260612" y="3045803"/>
                  </a:lnTo>
                  <a:lnTo>
                    <a:pt x="2261235" y="3047238"/>
                  </a:lnTo>
                  <a:lnTo>
                    <a:pt x="2309622" y="3019285"/>
                  </a:lnTo>
                  <a:close/>
                </a:path>
                <a:path w="7527290" h="4352925">
                  <a:moveTo>
                    <a:pt x="2480526" y="2920555"/>
                  </a:moveTo>
                  <a:lnTo>
                    <a:pt x="2480005" y="2919044"/>
                  </a:lnTo>
                  <a:lnTo>
                    <a:pt x="2479408" y="2917279"/>
                  </a:lnTo>
                  <a:lnTo>
                    <a:pt x="2479167" y="2916605"/>
                  </a:lnTo>
                  <a:lnTo>
                    <a:pt x="2431580" y="2944114"/>
                  </a:lnTo>
                  <a:lnTo>
                    <a:pt x="2431808" y="2944774"/>
                  </a:lnTo>
                  <a:lnTo>
                    <a:pt x="2432405" y="2946539"/>
                  </a:lnTo>
                  <a:lnTo>
                    <a:pt x="2432926" y="2948063"/>
                  </a:lnTo>
                  <a:lnTo>
                    <a:pt x="2480526" y="2920555"/>
                  </a:lnTo>
                  <a:close/>
                </a:path>
                <a:path w="7527290" h="4352925">
                  <a:moveTo>
                    <a:pt x="2701467" y="2792933"/>
                  </a:moveTo>
                  <a:lnTo>
                    <a:pt x="2701074" y="2791307"/>
                  </a:lnTo>
                  <a:lnTo>
                    <a:pt x="2700629" y="2789491"/>
                  </a:lnTo>
                  <a:lnTo>
                    <a:pt x="2700439" y="2788716"/>
                  </a:lnTo>
                  <a:lnTo>
                    <a:pt x="2654008" y="2815552"/>
                  </a:lnTo>
                  <a:lnTo>
                    <a:pt x="2654249" y="2816275"/>
                  </a:lnTo>
                  <a:lnTo>
                    <a:pt x="2654833" y="2818028"/>
                  </a:lnTo>
                  <a:lnTo>
                    <a:pt x="2655341" y="2819577"/>
                  </a:lnTo>
                  <a:lnTo>
                    <a:pt x="2701467" y="2792933"/>
                  </a:lnTo>
                  <a:close/>
                </a:path>
                <a:path w="7527290" h="4352925">
                  <a:moveTo>
                    <a:pt x="2800464" y="2735732"/>
                  </a:moveTo>
                  <a:lnTo>
                    <a:pt x="2798813" y="2734830"/>
                  </a:lnTo>
                  <a:lnTo>
                    <a:pt x="2796971" y="2733827"/>
                  </a:lnTo>
                  <a:lnTo>
                    <a:pt x="2796159" y="2733395"/>
                  </a:lnTo>
                  <a:lnTo>
                    <a:pt x="2745689" y="2762567"/>
                  </a:lnTo>
                  <a:lnTo>
                    <a:pt x="2746425" y="2763024"/>
                  </a:lnTo>
                  <a:lnTo>
                    <a:pt x="2748153" y="2764104"/>
                  </a:lnTo>
                  <a:lnTo>
                    <a:pt x="2749689" y="2765069"/>
                  </a:lnTo>
                  <a:lnTo>
                    <a:pt x="2800464" y="2735732"/>
                  </a:lnTo>
                  <a:close/>
                </a:path>
                <a:path w="7527290" h="4352925">
                  <a:moveTo>
                    <a:pt x="3240557" y="2481503"/>
                  </a:moveTo>
                  <a:lnTo>
                    <a:pt x="3239681" y="2480106"/>
                  </a:lnTo>
                  <a:lnTo>
                    <a:pt x="3238754" y="2478621"/>
                  </a:lnTo>
                  <a:lnTo>
                    <a:pt x="3238284" y="2477846"/>
                  </a:lnTo>
                  <a:lnTo>
                    <a:pt x="3190329" y="2505570"/>
                  </a:lnTo>
                  <a:lnTo>
                    <a:pt x="3190824" y="2506307"/>
                  </a:lnTo>
                  <a:lnTo>
                    <a:pt x="3191814" y="2507754"/>
                  </a:lnTo>
                  <a:lnTo>
                    <a:pt x="3192754" y="2509126"/>
                  </a:lnTo>
                  <a:lnTo>
                    <a:pt x="3240557" y="2481503"/>
                  </a:lnTo>
                  <a:close/>
                </a:path>
                <a:path w="7527290" h="4352925">
                  <a:moveTo>
                    <a:pt x="3287611" y="2449334"/>
                  </a:moveTo>
                  <a:lnTo>
                    <a:pt x="3266021" y="2461818"/>
                  </a:lnTo>
                  <a:lnTo>
                    <a:pt x="3266021" y="2462873"/>
                  </a:lnTo>
                  <a:lnTo>
                    <a:pt x="3266021" y="2464892"/>
                  </a:lnTo>
                  <a:lnTo>
                    <a:pt x="3266021" y="2466797"/>
                  </a:lnTo>
                  <a:lnTo>
                    <a:pt x="3287395" y="2454452"/>
                  </a:lnTo>
                  <a:lnTo>
                    <a:pt x="3287471" y="2452484"/>
                  </a:lnTo>
                  <a:lnTo>
                    <a:pt x="3287560" y="2450427"/>
                  </a:lnTo>
                  <a:lnTo>
                    <a:pt x="3287611" y="2449334"/>
                  </a:lnTo>
                  <a:close/>
                </a:path>
                <a:path w="7527290" h="4352925">
                  <a:moveTo>
                    <a:pt x="3448431" y="2361425"/>
                  </a:moveTo>
                  <a:lnTo>
                    <a:pt x="3447707" y="2359914"/>
                  </a:lnTo>
                  <a:lnTo>
                    <a:pt x="3446957" y="2358339"/>
                  </a:lnTo>
                  <a:lnTo>
                    <a:pt x="3446538" y="2357475"/>
                  </a:lnTo>
                  <a:lnTo>
                    <a:pt x="3394646" y="2387473"/>
                  </a:lnTo>
                  <a:lnTo>
                    <a:pt x="3395040" y="2388336"/>
                  </a:lnTo>
                  <a:lnTo>
                    <a:pt x="3395776" y="2389911"/>
                  </a:lnTo>
                  <a:lnTo>
                    <a:pt x="3396475" y="2391435"/>
                  </a:lnTo>
                  <a:lnTo>
                    <a:pt x="3448431" y="2361425"/>
                  </a:lnTo>
                  <a:close/>
                </a:path>
                <a:path w="7527290" h="4352925">
                  <a:moveTo>
                    <a:pt x="3660254" y="2239048"/>
                  </a:moveTo>
                  <a:lnTo>
                    <a:pt x="3660127" y="2237168"/>
                  </a:lnTo>
                  <a:lnTo>
                    <a:pt x="3660000" y="2235276"/>
                  </a:lnTo>
                  <a:lnTo>
                    <a:pt x="3659975" y="2234895"/>
                  </a:lnTo>
                  <a:lnTo>
                    <a:pt x="3659784" y="2234222"/>
                  </a:lnTo>
                  <a:lnTo>
                    <a:pt x="3611245" y="2262276"/>
                  </a:lnTo>
                  <a:lnTo>
                    <a:pt x="3611435" y="2263330"/>
                  </a:lnTo>
                  <a:lnTo>
                    <a:pt x="3611753" y="2265121"/>
                  </a:lnTo>
                  <a:lnTo>
                    <a:pt x="3612057" y="2266899"/>
                  </a:lnTo>
                  <a:lnTo>
                    <a:pt x="3660254" y="2239048"/>
                  </a:lnTo>
                  <a:close/>
                </a:path>
                <a:path w="7527290" h="4352925">
                  <a:moveTo>
                    <a:pt x="3877475" y="2113572"/>
                  </a:moveTo>
                  <a:lnTo>
                    <a:pt x="3876967" y="2111883"/>
                  </a:lnTo>
                  <a:lnTo>
                    <a:pt x="3876459" y="2110232"/>
                  </a:lnTo>
                  <a:lnTo>
                    <a:pt x="3876141" y="2109165"/>
                  </a:lnTo>
                  <a:lnTo>
                    <a:pt x="3828745" y="2136571"/>
                  </a:lnTo>
                  <a:lnTo>
                    <a:pt x="3829088" y="2137600"/>
                  </a:lnTo>
                  <a:lnTo>
                    <a:pt x="3829634" y="2139238"/>
                  </a:lnTo>
                  <a:lnTo>
                    <a:pt x="3830180" y="2140889"/>
                  </a:lnTo>
                  <a:lnTo>
                    <a:pt x="3877475" y="2113572"/>
                  </a:lnTo>
                  <a:close/>
                </a:path>
                <a:path w="7527290" h="4352925">
                  <a:moveTo>
                    <a:pt x="4126382" y="1969782"/>
                  </a:moveTo>
                  <a:lnTo>
                    <a:pt x="4125950" y="1968030"/>
                  </a:lnTo>
                  <a:lnTo>
                    <a:pt x="4125531" y="1966341"/>
                  </a:lnTo>
                  <a:lnTo>
                    <a:pt x="4125252" y="1965185"/>
                  </a:lnTo>
                  <a:lnTo>
                    <a:pt x="4078770" y="1992058"/>
                  </a:lnTo>
                  <a:lnTo>
                    <a:pt x="4079125" y="1993150"/>
                  </a:lnTo>
                  <a:lnTo>
                    <a:pt x="4079671" y="1994763"/>
                  </a:lnTo>
                  <a:lnTo>
                    <a:pt x="4080230" y="1996440"/>
                  </a:lnTo>
                  <a:lnTo>
                    <a:pt x="4126382" y="1969782"/>
                  </a:lnTo>
                  <a:close/>
                </a:path>
                <a:path w="7527290" h="4352925">
                  <a:moveTo>
                    <a:pt x="4225226" y="1912683"/>
                  </a:moveTo>
                  <a:lnTo>
                    <a:pt x="4223436" y="1911705"/>
                  </a:lnTo>
                  <a:lnTo>
                    <a:pt x="4221721" y="1910778"/>
                  </a:lnTo>
                  <a:lnTo>
                    <a:pt x="4220527" y="1910118"/>
                  </a:lnTo>
                  <a:lnTo>
                    <a:pt x="4170095" y="1939264"/>
                  </a:lnTo>
                  <a:lnTo>
                    <a:pt x="4171200" y="1939963"/>
                  </a:lnTo>
                  <a:lnTo>
                    <a:pt x="4172788" y="1940953"/>
                  </a:lnTo>
                  <a:lnTo>
                    <a:pt x="4174464" y="1942007"/>
                  </a:lnTo>
                  <a:lnTo>
                    <a:pt x="4225226" y="1912683"/>
                  </a:lnTo>
                  <a:close/>
                </a:path>
                <a:path w="7527290" h="4352925">
                  <a:moveTo>
                    <a:pt x="4475937" y="1767852"/>
                  </a:moveTo>
                  <a:lnTo>
                    <a:pt x="4475467" y="1766074"/>
                  </a:lnTo>
                  <a:lnTo>
                    <a:pt x="4475023" y="1764449"/>
                  </a:lnTo>
                  <a:lnTo>
                    <a:pt x="4474692" y="1763217"/>
                  </a:lnTo>
                  <a:lnTo>
                    <a:pt x="4427486" y="1790496"/>
                  </a:lnTo>
                  <a:lnTo>
                    <a:pt x="4427893" y="1791677"/>
                  </a:lnTo>
                  <a:lnTo>
                    <a:pt x="4428426" y="1793252"/>
                  </a:lnTo>
                  <a:lnTo>
                    <a:pt x="4429010" y="1794954"/>
                  </a:lnTo>
                  <a:lnTo>
                    <a:pt x="4475937" y="1767852"/>
                  </a:lnTo>
                  <a:close/>
                </a:path>
                <a:path w="7527290" h="4352925">
                  <a:moveTo>
                    <a:pt x="4931753" y="1504530"/>
                  </a:moveTo>
                  <a:lnTo>
                    <a:pt x="4931715" y="1502460"/>
                  </a:lnTo>
                  <a:lnTo>
                    <a:pt x="4931676" y="1500644"/>
                  </a:lnTo>
                  <a:lnTo>
                    <a:pt x="4931651" y="1499095"/>
                  </a:lnTo>
                  <a:lnTo>
                    <a:pt x="4913515" y="1509572"/>
                  </a:lnTo>
                  <a:lnTo>
                    <a:pt x="4913401" y="1511211"/>
                  </a:lnTo>
                  <a:lnTo>
                    <a:pt x="4913261" y="1513116"/>
                  </a:lnTo>
                  <a:lnTo>
                    <a:pt x="4913096" y="1515313"/>
                  </a:lnTo>
                  <a:lnTo>
                    <a:pt x="4931753" y="1504530"/>
                  </a:lnTo>
                  <a:close/>
                </a:path>
                <a:path w="7527290" h="4352925">
                  <a:moveTo>
                    <a:pt x="5065052" y="1427530"/>
                  </a:moveTo>
                  <a:lnTo>
                    <a:pt x="5063998" y="1426019"/>
                  </a:lnTo>
                  <a:lnTo>
                    <a:pt x="5063096" y="1424724"/>
                  </a:lnTo>
                  <a:lnTo>
                    <a:pt x="5062296" y="1423581"/>
                  </a:lnTo>
                  <a:lnTo>
                    <a:pt x="5015154" y="1450835"/>
                  </a:lnTo>
                  <a:lnTo>
                    <a:pt x="5015954" y="1451965"/>
                  </a:lnTo>
                  <a:lnTo>
                    <a:pt x="5016855" y="1453261"/>
                  </a:lnTo>
                  <a:lnTo>
                    <a:pt x="5017909" y="1454759"/>
                  </a:lnTo>
                  <a:lnTo>
                    <a:pt x="5065052" y="1427530"/>
                  </a:lnTo>
                  <a:close/>
                </a:path>
                <a:path w="7527290" h="4352925">
                  <a:moveTo>
                    <a:pt x="5317515" y="1281684"/>
                  </a:moveTo>
                  <a:lnTo>
                    <a:pt x="5316982" y="1279842"/>
                  </a:lnTo>
                  <a:lnTo>
                    <a:pt x="5316537" y="1278318"/>
                  </a:lnTo>
                  <a:lnTo>
                    <a:pt x="5316118" y="1276870"/>
                  </a:lnTo>
                  <a:lnTo>
                    <a:pt x="5268836" y="1304201"/>
                  </a:lnTo>
                  <a:lnTo>
                    <a:pt x="5269306" y="1305610"/>
                  </a:lnTo>
                  <a:lnTo>
                    <a:pt x="5269801" y="1307109"/>
                  </a:lnTo>
                  <a:lnTo>
                    <a:pt x="5270398" y="1308900"/>
                  </a:lnTo>
                  <a:lnTo>
                    <a:pt x="5317515" y="1281684"/>
                  </a:lnTo>
                  <a:close/>
                </a:path>
                <a:path w="7527290" h="4352925">
                  <a:moveTo>
                    <a:pt x="5601220" y="1117790"/>
                  </a:moveTo>
                  <a:lnTo>
                    <a:pt x="5600674" y="1115936"/>
                  </a:lnTo>
                  <a:lnTo>
                    <a:pt x="5600243" y="1114425"/>
                  </a:lnTo>
                  <a:lnTo>
                    <a:pt x="5599798" y="1112913"/>
                  </a:lnTo>
                  <a:lnTo>
                    <a:pt x="5552084" y="1140498"/>
                  </a:lnTo>
                  <a:lnTo>
                    <a:pt x="5552579" y="1141971"/>
                  </a:lnTo>
                  <a:lnTo>
                    <a:pt x="5553062" y="1143444"/>
                  </a:lnTo>
                  <a:lnTo>
                    <a:pt x="5553672" y="1145260"/>
                  </a:lnTo>
                  <a:lnTo>
                    <a:pt x="5601220" y="1117790"/>
                  </a:lnTo>
                  <a:close/>
                </a:path>
                <a:path w="7527290" h="4352925">
                  <a:moveTo>
                    <a:pt x="5851042" y="973480"/>
                  </a:moveTo>
                  <a:lnTo>
                    <a:pt x="5850471" y="971600"/>
                  </a:lnTo>
                  <a:lnTo>
                    <a:pt x="5850013" y="970140"/>
                  </a:lnTo>
                  <a:lnTo>
                    <a:pt x="5849544" y="968565"/>
                  </a:lnTo>
                  <a:lnTo>
                    <a:pt x="5802185" y="995934"/>
                  </a:lnTo>
                  <a:lnTo>
                    <a:pt x="5802693" y="997483"/>
                  </a:lnTo>
                  <a:lnTo>
                    <a:pt x="5803176" y="998931"/>
                  </a:lnTo>
                  <a:lnTo>
                    <a:pt x="5803785" y="1000772"/>
                  </a:lnTo>
                  <a:lnTo>
                    <a:pt x="5851042" y="973480"/>
                  </a:lnTo>
                  <a:close/>
                </a:path>
                <a:path w="7527290" h="4352925">
                  <a:moveTo>
                    <a:pt x="6162332" y="793648"/>
                  </a:moveTo>
                  <a:lnTo>
                    <a:pt x="6162116" y="792416"/>
                  </a:lnTo>
                  <a:lnTo>
                    <a:pt x="6161887" y="791667"/>
                  </a:lnTo>
                  <a:lnTo>
                    <a:pt x="6161468" y="790219"/>
                  </a:lnTo>
                  <a:lnTo>
                    <a:pt x="6160973" y="788555"/>
                  </a:lnTo>
                  <a:lnTo>
                    <a:pt x="6126061" y="808736"/>
                  </a:lnTo>
                  <a:lnTo>
                    <a:pt x="6126619" y="810348"/>
                  </a:lnTo>
                  <a:lnTo>
                    <a:pt x="6127102" y="811771"/>
                  </a:lnTo>
                  <a:lnTo>
                    <a:pt x="6127737" y="813638"/>
                  </a:lnTo>
                  <a:lnTo>
                    <a:pt x="6162332" y="793648"/>
                  </a:lnTo>
                  <a:close/>
                </a:path>
                <a:path w="7527290" h="4352925">
                  <a:moveTo>
                    <a:pt x="6286957" y="721652"/>
                  </a:moveTo>
                  <a:lnTo>
                    <a:pt x="6285179" y="720432"/>
                  </a:lnTo>
                  <a:lnTo>
                    <a:pt x="6283845" y="719518"/>
                  </a:lnTo>
                  <a:lnTo>
                    <a:pt x="6282283" y="718439"/>
                  </a:lnTo>
                  <a:lnTo>
                    <a:pt x="6230683" y="748271"/>
                  </a:lnTo>
                  <a:lnTo>
                    <a:pt x="6232385" y="749249"/>
                  </a:lnTo>
                  <a:lnTo>
                    <a:pt x="6233833" y="750100"/>
                  </a:lnTo>
                  <a:lnTo>
                    <a:pt x="6235776" y="751217"/>
                  </a:lnTo>
                  <a:lnTo>
                    <a:pt x="6286957" y="721652"/>
                  </a:lnTo>
                  <a:close/>
                </a:path>
                <a:path w="7527290" h="4352925">
                  <a:moveTo>
                    <a:pt x="6346114" y="687476"/>
                  </a:moveTo>
                  <a:lnTo>
                    <a:pt x="6345479" y="685596"/>
                  </a:lnTo>
                  <a:lnTo>
                    <a:pt x="6345009" y="684199"/>
                  </a:lnTo>
                  <a:lnTo>
                    <a:pt x="6344437" y="682523"/>
                  </a:lnTo>
                  <a:lnTo>
                    <a:pt x="6309944" y="702462"/>
                  </a:lnTo>
                  <a:lnTo>
                    <a:pt x="6310515" y="704113"/>
                  </a:lnTo>
                  <a:lnTo>
                    <a:pt x="6311011" y="705510"/>
                  </a:lnTo>
                  <a:lnTo>
                    <a:pt x="6311671" y="707377"/>
                  </a:lnTo>
                  <a:lnTo>
                    <a:pt x="6346114" y="687476"/>
                  </a:lnTo>
                  <a:close/>
                </a:path>
                <a:path w="7527290" h="4352925">
                  <a:moveTo>
                    <a:pt x="6586423" y="548652"/>
                  </a:moveTo>
                  <a:lnTo>
                    <a:pt x="6585763" y="546760"/>
                  </a:lnTo>
                  <a:lnTo>
                    <a:pt x="6585293" y="545388"/>
                  </a:lnTo>
                  <a:lnTo>
                    <a:pt x="6584683" y="543661"/>
                  </a:lnTo>
                  <a:lnTo>
                    <a:pt x="6538125" y="570572"/>
                  </a:lnTo>
                  <a:lnTo>
                    <a:pt x="6538709" y="572300"/>
                  </a:lnTo>
                  <a:lnTo>
                    <a:pt x="6539166" y="573684"/>
                  </a:lnTo>
                  <a:lnTo>
                    <a:pt x="6539801" y="575589"/>
                  </a:lnTo>
                  <a:lnTo>
                    <a:pt x="6586423" y="548652"/>
                  </a:lnTo>
                  <a:close/>
                </a:path>
                <a:path w="7527290" h="4352925">
                  <a:moveTo>
                    <a:pt x="6799161" y="425767"/>
                  </a:moveTo>
                  <a:lnTo>
                    <a:pt x="6798691" y="423722"/>
                  </a:lnTo>
                  <a:lnTo>
                    <a:pt x="6798361" y="422300"/>
                  </a:lnTo>
                  <a:lnTo>
                    <a:pt x="6797929" y="420408"/>
                  </a:lnTo>
                  <a:lnTo>
                    <a:pt x="6750647" y="447738"/>
                  </a:lnTo>
                  <a:lnTo>
                    <a:pt x="6751244" y="449516"/>
                  </a:lnTo>
                  <a:lnTo>
                    <a:pt x="6751701" y="450875"/>
                  </a:lnTo>
                  <a:lnTo>
                    <a:pt x="6752349" y="452805"/>
                  </a:lnTo>
                  <a:lnTo>
                    <a:pt x="6799161" y="425767"/>
                  </a:lnTo>
                  <a:close/>
                </a:path>
                <a:path w="7527290" h="4352925">
                  <a:moveTo>
                    <a:pt x="6930720" y="349770"/>
                  </a:moveTo>
                  <a:lnTo>
                    <a:pt x="6929818" y="347954"/>
                  </a:lnTo>
                  <a:lnTo>
                    <a:pt x="6929209" y="346710"/>
                  </a:lnTo>
                  <a:lnTo>
                    <a:pt x="6928371" y="345008"/>
                  </a:lnTo>
                  <a:lnTo>
                    <a:pt x="6877151" y="374611"/>
                  </a:lnTo>
                  <a:lnTo>
                    <a:pt x="6877939" y="376326"/>
                  </a:lnTo>
                  <a:lnTo>
                    <a:pt x="6878523" y="377596"/>
                  </a:lnTo>
                  <a:lnTo>
                    <a:pt x="6879361" y="379425"/>
                  </a:lnTo>
                  <a:lnTo>
                    <a:pt x="6930720" y="349770"/>
                  </a:lnTo>
                  <a:close/>
                </a:path>
                <a:path w="7527290" h="4352925">
                  <a:moveTo>
                    <a:pt x="7142670" y="227330"/>
                  </a:moveTo>
                  <a:lnTo>
                    <a:pt x="7142518" y="225069"/>
                  </a:lnTo>
                  <a:lnTo>
                    <a:pt x="7142404" y="223545"/>
                  </a:lnTo>
                  <a:lnTo>
                    <a:pt x="7142315" y="222072"/>
                  </a:lnTo>
                  <a:lnTo>
                    <a:pt x="7142137" y="221449"/>
                  </a:lnTo>
                  <a:lnTo>
                    <a:pt x="7093636" y="249491"/>
                  </a:lnTo>
                  <a:lnTo>
                    <a:pt x="7093991" y="251510"/>
                  </a:lnTo>
                  <a:lnTo>
                    <a:pt x="7094245" y="252958"/>
                  </a:lnTo>
                  <a:lnTo>
                    <a:pt x="7094626" y="255079"/>
                  </a:lnTo>
                  <a:lnTo>
                    <a:pt x="7142670" y="227330"/>
                  </a:lnTo>
                  <a:close/>
                </a:path>
                <a:path w="7527290" h="4352925">
                  <a:moveTo>
                    <a:pt x="7343508" y="111302"/>
                  </a:moveTo>
                  <a:lnTo>
                    <a:pt x="7343216" y="109664"/>
                  </a:lnTo>
                  <a:lnTo>
                    <a:pt x="7343076" y="109181"/>
                  </a:lnTo>
                  <a:lnTo>
                    <a:pt x="7342683" y="107848"/>
                  </a:lnTo>
                  <a:lnTo>
                    <a:pt x="7342098" y="105879"/>
                  </a:lnTo>
                  <a:lnTo>
                    <a:pt x="7307186" y="126060"/>
                  </a:lnTo>
                  <a:lnTo>
                    <a:pt x="7307847" y="127977"/>
                  </a:lnTo>
                  <a:lnTo>
                    <a:pt x="7308291" y="129286"/>
                  </a:lnTo>
                  <a:lnTo>
                    <a:pt x="7308964" y="131267"/>
                  </a:lnTo>
                  <a:lnTo>
                    <a:pt x="7343508" y="111302"/>
                  </a:lnTo>
                  <a:close/>
                </a:path>
                <a:path w="7527290" h="4352925">
                  <a:moveTo>
                    <a:pt x="7468044" y="39357"/>
                  </a:moveTo>
                  <a:lnTo>
                    <a:pt x="7466127" y="38087"/>
                  </a:lnTo>
                  <a:lnTo>
                    <a:pt x="7464882" y="37261"/>
                  </a:lnTo>
                  <a:lnTo>
                    <a:pt x="7462990" y="36004"/>
                  </a:lnTo>
                  <a:lnTo>
                    <a:pt x="7411860" y="65557"/>
                  </a:lnTo>
                  <a:lnTo>
                    <a:pt x="7413879" y="66725"/>
                  </a:lnTo>
                  <a:lnTo>
                    <a:pt x="7415212" y="67500"/>
                  </a:lnTo>
                  <a:lnTo>
                    <a:pt x="7417270" y="68694"/>
                  </a:lnTo>
                  <a:lnTo>
                    <a:pt x="7468044" y="39357"/>
                  </a:lnTo>
                  <a:close/>
                </a:path>
                <a:path w="7527290" h="4352925">
                  <a:moveTo>
                    <a:pt x="7527061" y="5270"/>
                  </a:moveTo>
                  <a:lnTo>
                    <a:pt x="7526388" y="3263"/>
                  </a:lnTo>
                  <a:lnTo>
                    <a:pt x="7525956" y="1981"/>
                  </a:lnTo>
                  <a:lnTo>
                    <a:pt x="7525283" y="0"/>
                  </a:lnTo>
                  <a:lnTo>
                    <a:pt x="7491069" y="19773"/>
                  </a:lnTo>
                  <a:lnTo>
                    <a:pt x="7491755" y="21742"/>
                  </a:lnTo>
                  <a:lnTo>
                    <a:pt x="7492200" y="23025"/>
                  </a:lnTo>
                  <a:lnTo>
                    <a:pt x="7492898" y="25006"/>
                  </a:lnTo>
                  <a:lnTo>
                    <a:pt x="7527061" y="5270"/>
                  </a:lnTo>
                  <a:close/>
                </a:path>
              </a:pathLst>
            </a:custGeom>
            <a:solidFill>
              <a:srgbClr val="1E1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34136" y="1048997"/>
              <a:ext cx="7526655" cy="4349750"/>
            </a:xfrm>
            <a:custGeom>
              <a:avLst/>
              <a:gdLst/>
              <a:ahLst/>
              <a:cxnLst/>
              <a:rect l="l" t="t" r="r" b="b"/>
              <a:pathLst>
                <a:path w="7526655" h="4349750">
                  <a:moveTo>
                    <a:pt x="5063947" y="1422263"/>
                  </a:moveTo>
                  <a:lnTo>
                    <a:pt x="5016814" y="1449491"/>
                  </a:lnTo>
                  <a:lnTo>
                    <a:pt x="5017515" y="1450489"/>
                  </a:lnTo>
                  <a:lnTo>
                    <a:pt x="4930652" y="1499265"/>
                  </a:lnTo>
                  <a:lnTo>
                    <a:pt x="4911999" y="1510040"/>
                  </a:lnTo>
                  <a:lnTo>
                    <a:pt x="4911861" y="1511953"/>
                  </a:lnTo>
                  <a:lnTo>
                    <a:pt x="5064847" y="1423558"/>
                  </a:lnTo>
                  <a:lnTo>
                    <a:pt x="5063947" y="1422263"/>
                  </a:lnTo>
                  <a:close/>
                </a:path>
                <a:path w="7526655" h="4349750">
                  <a:moveTo>
                    <a:pt x="6929616" y="344499"/>
                  </a:moveTo>
                  <a:lnTo>
                    <a:pt x="6878265" y="374164"/>
                  </a:lnTo>
                  <a:lnTo>
                    <a:pt x="6878850" y="375436"/>
                  </a:lnTo>
                  <a:lnTo>
                    <a:pt x="6930233" y="345748"/>
                  </a:lnTo>
                  <a:lnTo>
                    <a:pt x="6929616" y="344499"/>
                  </a:lnTo>
                  <a:close/>
                </a:path>
                <a:path w="7526655" h="4349750">
                  <a:moveTo>
                    <a:pt x="7141568" y="222058"/>
                  </a:moveTo>
                  <a:lnTo>
                    <a:pt x="7093527" y="249811"/>
                  </a:lnTo>
                  <a:lnTo>
                    <a:pt x="7093782" y="251250"/>
                  </a:lnTo>
                  <a:lnTo>
                    <a:pt x="7141672" y="223579"/>
                  </a:lnTo>
                  <a:lnTo>
                    <a:pt x="7141568" y="222058"/>
                  </a:lnTo>
                  <a:close/>
                </a:path>
                <a:path w="7526655" h="4349750">
                  <a:moveTo>
                    <a:pt x="3447328" y="2356155"/>
                  </a:moveTo>
                  <a:lnTo>
                    <a:pt x="3395374" y="2386168"/>
                  </a:lnTo>
                  <a:lnTo>
                    <a:pt x="3396102" y="2387751"/>
                  </a:lnTo>
                  <a:lnTo>
                    <a:pt x="3448077" y="2357720"/>
                  </a:lnTo>
                  <a:lnTo>
                    <a:pt x="3447328" y="2356155"/>
                  </a:lnTo>
                  <a:close/>
                </a:path>
                <a:path w="7526655" h="4349750">
                  <a:moveTo>
                    <a:pt x="3659155" y="2233786"/>
                  </a:moveTo>
                  <a:lnTo>
                    <a:pt x="3610963" y="2261626"/>
                  </a:lnTo>
                  <a:lnTo>
                    <a:pt x="3611280" y="2263422"/>
                  </a:lnTo>
                  <a:lnTo>
                    <a:pt x="3659286" y="2235685"/>
                  </a:lnTo>
                  <a:lnTo>
                    <a:pt x="3659155" y="2233786"/>
                  </a:lnTo>
                  <a:close/>
                </a:path>
                <a:path w="7526655" h="4349750">
                  <a:moveTo>
                    <a:pt x="1918342" y="3239423"/>
                  </a:moveTo>
                  <a:lnTo>
                    <a:pt x="1866487" y="3269379"/>
                  </a:lnTo>
                  <a:lnTo>
                    <a:pt x="1867275" y="3271100"/>
                  </a:lnTo>
                  <a:lnTo>
                    <a:pt x="1919183" y="3241108"/>
                  </a:lnTo>
                  <a:lnTo>
                    <a:pt x="1918342" y="3239423"/>
                  </a:lnTo>
                  <a:close/>
                </a:path>
                <a:path w="7526655" h="4349750">
                  <a:moveTo>
                    <a:pt x="2130560" y="3116828"/>
                  </a:moveTo>
                  <a:lnTo>
                    <a:pt x="2080865" y="3145536"/>
                  </a:lnTo>
                  <a:lnTo>
                    <a:pt x="2081210" y="3147489"/>
                  </a:lnTo>
                  <a:lnTo>
                    <a:pt x="2130701" y="3118894"/>
                  </a:lnTo>
                  <a:lnTo>
                    <a:pt x="2130560" y="3116828"/>
                  </a:lnTo>
                  <a:close/>
                </a:path>
                <a:path w="7526655" h="4349750">
                  <a:moveTo>
                    <a:pt x="6798060" y="420496"/>
                  </a:moveTo>
                  <a:lnTo>
                    <a:pt x="6751247" y="447539"/>
                  </a:lnTo>
                  <a:lnTo>
                    <a:pt x="6751705" y="448900"/>
                  </a:lnTo>
                  <a:lnTo>
                    <a:pt x="6798389" y="421926"/>
                  </a:lnTo>
                  <a:lnTo>
                    <a:pt x="6798060" y="420496"/>
                  </a:lnTo>
                  <a:close/>
                </a:path>
                <a:path w="7526655" h="4349750">
                  <a:moveTo>
                    <a:pt x="5849937" y="968211"/>
                  </a:moveTo>
                  <a:lnTo>
                    <a:pt x="5802681" y="995509"/>
                  </a:lnTo>
                  <a:lnTo>
                    <a:pt x="5803162" y="996964"/>
                  </a:lnTo>
                  <a:lnTo>
                    <a:pt x="5850384" y="969679"/>
                  </a:lnTo>
                  <a:lnTo>
                    <a:pt x="5849937" y="968211"/>
                  </a:lnTo>
                  <a:close/>
                </a:path>
                <a:path w="7526655" h="4349750">
                  <a:moveTo>
                    <a:pt x="4474839" y="1762580"/>
                  </a:moveTo>
                  <a:lnTo>
                    <a:pt x="4427913" y="1789688"/>
                  </a:lnTo>
                  <a:lnTo>
                    <a:pt x="4428451" y="1791265"/>
                  </a:lnTo>
                  <a:lnTo>
                    <a:pt x="4475279" y="1764208"/>
                  </a:lnTo>
                  <a:lnTo>
                    <a:pt x="4474839" y="1762580"/>
                  </a:lnTo>
                  <a:close/>
                </a:path>
                <a:path w="7526655" h="4349750">
                  <a:moveTo>
                    <a:pt x="4224130" y="1907410"/>
                  </a:moveTo>
                  <a:lnTo>
                    <a:pt x="4173365" y="1936736"/>
                  </a:lnTo>
                  <a:lnTo>
                    <a:pt x="4174958" y="1937732"/>
                  </a:lnTo>
                  <a:lnTo>
                    <a:pt x="4225833" y="1908337"/>
                  </a:lnTo>
                  <a:lnTo>
                    <a:pt x="4224130" y="1907410"/>
                  </a:lnTo>
                  <a:close/>
                </a:path>
                <a:path w="7526655" h="4349750">
                  <a:moveTo>
                    <a:pt x="4125278" y="1964515"/>
                  </a:moveTo>
                  <a:lnTo>
                    <a:pt x="4079128" y="1991175"/>
                  </a:lnTo>
                  <a:lnTo>
                    <a:pt x="4079666" y="1992791"/>
                  </a:lnTo>
                  <a:lnTo>
                    <a:pt x="4125691" y="1966198"/>
                  </a:lnTo>
                  <a:lnTo>
                    <a:pt x="4125278" y="1964515"/>
                  </a:lnTo>
                  <a:close/>
                </a:path>
                <a:path w="7526655" h="4349750">
                  <a:moveTo>
                    <a:pt x="2799370" y="2730469"/>
                  </a:moveTo>
                  <a:lnTo>
                    <a:pt x="2748593" y="2759801"/>
                  </a:lnTo>
                  <a:lnTo>
                    <a:pt x="2750320" y="2760881"/>
                  </a:lnTo>
                  <a:lnTo>
                    <a:pt x="2801217" y="2731473"/>
                  </a:lnTo>
                  <a:lnTo>
                    <a:pt x="2799370" y="2730469"/>
                  </a:lnTo>
                  <a:close/>
                </a:path>
                <a:path w="7526655" h="4349750">
                  <a:moveTo>
                    <a:pt x="2700365" y="2787662"/>
                  </a:moveTo>
                  <a:lnTo>
                    <a:pt x="2654244" y="2814305"/>
                  </a:lnTo>
                  <a:lnTo>
                    <a:pt x="2654828" y="2816056"/>
                  </a:lnTo>
                  <a:lnTo>
                    <a:pt x="2700809" y="2789488"/>
                  </a:lnTo>
                  <a:lnTo>
                    <a:pt x="2700365" y="2787662"/>
                  </a:lnTo>
                  <a:close/>
                </a:path>
                <a:path w="7526655" h="4349750">
                  <a:moveTo>
                    <a:pt x="1696221" y="3367738"/>
                  </a:moveTo>
                  <a:lnTo>
                    <a:pt x="1650218" y="3394314"/>
                  </a:lnTo>
                  <a:lnTo>
                    <a:pt x="1650837" y="3396157"/>
                  </a:lnTo>
                  <a:lnTo>
                    <a:pt x="1696680" y="3369669"/>
                  </a:lnTo>
                  <a:lnTo>
                    <a:pt x="1696221" y="3367738"/>
                  </a:lnTo>
                  <a:close/>
                </a:path>
                <a:path w="7526655" h="4349750">
                  <a:moveTo>
                    <a:pt x="1352774" y="3566142"/>
                  </a:moveTo>
                  <a:lnTo>
                    <a:pt x="1306867" y="3592661"/>
                  </a:lnTo>
                  <a:lnTo>
                    <a:pt x="1307498" y="3594536"/>
                  </a:lnTo>
                  <a:lnTo>
                    <a:pt x="1353263" y="3568093"/>
                  </a:lnTo>
                  <a:lnTo>
                    <a:pt x="1352774" y="3566142"/>
                  </a:lnTo>
                  <a:close/>
                </a:path>
                <a:path w="7526655" h="4349750">
                  <a:moveTo>
                    <a:pt x="868358" y="3845980"/>
                  </a:moveTo>
                  <a:lnTo>
                    <a:pt x="817588" y="3875309"/>
                  </a:lnTo>
                  <a:lnTo>
                    <a:pt x="819497" y="3876501"/>
                  </a:lnTo>
                  <a:lnTo>
                    <a:pt x="870399" y="3847090"/>
                  </a:lnTo>
                  <a:lnTo>
                    <a:pt x="868358" y="3845980"/>
                  </a:lnTo>
                  <a:close/>
                </a:path>
                <a:path w="7526655" h="4349750">
                  <a:moveTo>
                    <a:pt x="770554" y="3902480"/>
                  </a:moveTo>
                  <a:lnTo>
                    <a:pt x="723304" y="3929775"/>
                  </a:lnTo>
                  <a:lnTo>
                    <a:pt x="723948" y="3931709"/>
                  </a:lnTo>
                  <a:lnTo>
                    <a:pt x="770997" y="3904524"/>
                  </a:lnTo>
                  <a:lnTo>
                    <a:pt x="770554" y="3902480"/>
                  </a:lnTo>
                  <a:close/>
                </a:path>
                <a:path w="7526655" h="4349750">
                  <a:moveTo>
                    <a:pt x="477611" y="4071707"/>
                  </a:moveTo>
                  <a:lnTo>
                    <a:pt x="430265" y="4099059"/>
                  </a:lnTo>
                  <a:lnTo>
                    <a:pt x="430914" y="4101023"/>
                  </a:lnTo>
                  <a:lnTo>
                    <a:pt x="478216" y="4073692"/>
                  </a:lnTo>
                  <a:lnTo>
                    <a:pt x="477611" y="4071707"/>
                  </a:lnTo>
                  <a:close/>
                </a:path>
                <a:path w="7526655" h="4349750">
                  <a:moveTo>
                    <a:pt x="2479429" y="2915293"/>
                  </a:moveTo>
                  <a:lnTo>
                    <a:pt x="2431821" y="2942795"/>
                  </a:lnTo>
                  <a:lnTo>
                    <a:pt x="2432418" y="2944563"/>
                  </a:lnTo>
                  <a:lnTo>
                    <a:pt x="2480033" y="2917051"/>
                  </a:lnTo>
                  <a:lnTo>
                    <a:pt x="2479429" y="2915293"/>
                  </a:lnTo>
                  <a:close/>
                </a:path>
                <a:path w="7526655" h="4349750">
                  <a:moveTo>
                    <a:pt x="2308523" y="3014022"/>
                  </a:moveTo>
                  <a:lnTo>
                    <a:pt x="2260133" y="3041976"/>
                  </a:lnTo>
                  <a:lnTo>
                    <a:pt x="2260871" y="3043682"/>
                  </a:lnTo>
                  <a:lnTo>
                    <a:pt x="2309285" y="3015709"/>
                  </a:lnTo>
                  <a:lnTo>
                    <a:pt x="2308523" y="3014022"/>
                  </a:lnTo>
                  <a:close/>
                </a:path>
                <a:path w="7526655" h="4349750">
                  <a:moveTo>
                    <a:pt x="255057" y="4200273"/>
                  </a:moveTo>
                  <a:lnTo>
                    <a:pt x="210448" y="4226043"/>
                  </a:lnTo>
                  <a:lnTo>
                    <a:pt x="211115" y="4228021"/>
                  </a:lnTo>
                  <a:lnTo>
                    <a:pt x="255722" y="4202248"/>
                  </a:lnTo>
                  <a:lnTo>
                    <a:pt x="255057" y="4200273"/>
                  </a:lnTo>
                  <a:close/>
                </a:path>
                <a:path w="7526655" h="4349750">
                  <a:moveTo>
                    <a:pt x="160163" y="4255092"/>
                  </a:moveTo>
                  <a:lnTo>
                    <a:pt x="139683" y="4266923"/>
                  </a:lnTo>
                  <a:lnTo>
                    <a:pt x="139642" y="4269318"/>
                  </a:lnTo>
                  <a:lnTo>
                    <a:pt x="160137" y="4257476"/>
                  </a:lnTo>
                  <a:lnTo>
                    <a:pt x="160163" y="4255092"/>
                  </a:lnTo>
                  <a:close/>
                </a:path>
                <a:path w="7526655" h="4349750">
                  <a:moveTo>
                    <a:pt x="123118" y="4276492"/>
                  </a:moveTo>
                  <a:lnTo>
                    <a:pt x="80255" y="4301253"/>
                  </a:lnTo>
                  <a:lnTo>
                    <a:pt x="81523" y="4302899"/>
                  </a:lnTo>
                  <a:lnTo>
                    <a:pt x="124453" y="4278094"/>
                  </a:lnTo>
                  <a:lnTo>
                    <a:pt x="123118" y="4276492"/>
                  </a:lnTo>
                  <a:close/>
                </a:path>
                <a:path w="7526655" h="4349750">
                  <a:moveTo>
                    <a:pt x="33790" y="4328095"/>
                  </a:moveTo>
                  <a:lnTo>
                    <a:pt x="0" y="4347615"/>
                  </a:lnTo>
                  <a:lnTo>
                    <a:pt x="667" y="4349617"/>
                  </a:lnTo>
                  <a:lnTo>
                    <a:pt x="34350" y="4330156"/>
                  </a:lnTo>
                  <a:lnTo>
                    <a:pt x="33790" y="4328095"/>
                  </a:lnTo>
                  <a:close/>
                </a:path>
                <a:path w="7526655" h="4349750">
                  <a:moveTo>
                    <a:pt x="7525964" y="0"/>
                  </a:moveTo>
                  <a:lnTo>
                    <a:pt x="7491798" y="19736"/>
                  </a:lnTo>
                  <a:lnTo>
                    <a:pt x="7492248" y="21018"/>
                  </a:lnTo>
                  <a:lnTo>
                    <a:pt x="7526397" y="1287"/>
                  </a:lnTo>
                  <a:lnTo>
                    <a:pt x="7525964" y="0"/>
                  </a:lnTo>
                  <a:close/>
                </a:path>
                <a:path w="7526655" h="4349750">
                  <a:moveTo>
                    <a:pt x="7466944" y="34094"/>
                  </a:moveTo>
                  <a:lnTo>
                    <a:pt x="7416165" y="63428"/>
                  </a:lnTo>
                  <a:lnTo>
                    <a:pt x="7417503" y="64205"/>
                  </a:lnTo>
                  <a:lnTo>
                    <a:pt x="7468189" y="34919"/>
                  </a:lnTo>
                  <a:lnTo>
                    <a:pt x="7466944" y="34094"/>
                  </a:lnTo>
                  <a:close/>
                </a:path>
                <a:path w="7526655" h="4349750">
                  <a:moveTo>
                    <a:pt x="7342403" y="106039"/>
                  </a:moveTo>
                  <a:lnTo>
                    <a:pt x="7307862" y="125993"/>
                  </a:lnTo>
                  <a:lnTo>
                    <a:pt x="7308307" y="127298"/>
                  </a:lnTo>
                  <a:lnTo>
                    <a:pt x="7342650" y="107455"/>
                  </a:lnTo>
                  <a:lnTo>
                    <a:pt x="7342403" y="106039"/>
                  </a:lnTo>
                  <a:close/>
                </a:path>
                <a:path w="7526655" h="4349750">
                  <a:moveTo>
                    <a:pt x="6345019" y="682210"/>
                  </a:moveTo>
                  <a:lnTo>
                    <a:pt x="6310567" y="702113"/>
                  </a:lnTo>
                  <a:lnTo>
                    <a:pt x="6311055" y="703505"/>
                  </a:lnTo>
                  <a:lnTo>
                    <a:pt x="6345494" y="683607"/>
                  </a:lnTo>
                  <a:lnTo>
                    <a:pt x="6345019" y="682210"/>
                  </a:lnTo>
                  <a:close/>
                </a:path>
                <a:path w="7526655" h="4349750">
                  <a:moveTo>
                    <a:pt x="6285861" y="716385"/>
                  </a:moveTo>
                  <a:lnTo>
                    <a:pt x="6234675" y="745954"/>
                  </a:lnTo>
                  <a:lnTo>
                    <a:pt x="6236128" y="746798"/>
                  </a:lnTo>
                  <a:lnTo>
                    <a:pt x="6287189" y="717295"/>
                  </a:lnTo>
                  <a:lnTo>
                    <a:pt x="6285861" y="716385"/>
                  </a:lnTo>
                  <a:close/>
                </a:path>
                <a:path w="7526655" h="4349750">
                  <a:moveTo>
                    <a:pt x="6161231" y="788381"/>
                  </a:moveTo>
                  <a:lnTo>
                    <a:pt x="6126633" y="808368"/>
                  </a:lnTo>
                  <a:lnTo>
                    <a:pt x="6127116" y="809784"/>
                  </a:lnTo>
                  <a:lnTo>
                    <a:pt x="6161500" y="789918"/>
                  </a:lnTo>
                  <a:lnTo>
                    <a:pt x="6161231" y="788381"/>
                  </a:lnTo>
                  <a:close/>
                </a:path>
                <a:path w="7526655" h="4349750">
                  <a:moveTo>
                    <a:pt x="1033324" y="3750682"/>
                  </a:moveTo>
                  <a:lnTo>
                    <a:pt x="984314" y="3778994"/>
                  </a:lnTo>
                  <a:lnTo>
                    <a:pt x="985171" y="3780776"/>
                  </a:lnTo>
                  <a:lnTo>
                    <a:pt x="1034182" y="3752457"/>
                  </a:lnTo>
                  <a:lnTo>
                    <a:pt x="1033324" y="3750682"/>
                  </a:lnTo>
                  <a:close/>
                </a:path>
                <a:path w="7526655" h="4349750">
                  <a:moveTo>
                    <a:pt x="6585323" y="543391"/>
                  </a:moveTo>
                  <a:lnTo>
                    <a:pt x="6538702" y="570323"/>
                  </a:lnTo>
                  <a:lnTo>
                    <a:pt x="6539163" y="571706"/>
                  </a:lnTo>
                  <a:lnTo>
                    <a:pt x="6585798" y="544760"/>
                  </a:lnTo>
                  <a:lnTo>
                    <a:pt x="6585323" y="543391"/>
                  </a:lnTo>
                  <a:close/>
                </a:path>
                <a:path w="7526655" h="4349750">
                  <a:moveTo>
                    <a:pt x="5600124" y="1112523"/>
                  </a:moveTo>
                  <a:lnTo>
                    <a:pt x="5552572" y="1139993"/>
                  </a:lnTo>
                  <a:lnTo>
                    <a:pt x="5553064" y="1141469"/>
                  </a:lnTo>
                  <a:lnTo>
                    <a:pt x="5600563" y="1114024"/>
                  </a:lnTo>
                  <a:lnTo>
                    <a:pt x="5600124" y="1112523"/>
                  </a:lnTo>
                  <a:close/>
                </a:path>
                <a:path w="7526655" h="4349750">
                  <a:moveTo>
                    <a:pt x="5316421" y="1276413"/>
                  </a:moveTo>
                  <a:lnTo>
                    <a:pt x="5269299" y="1303634"/>
                  </a:lnTo>
                  <a:lnTo>
                    <a:pt x="5269800" y="1305137"/>
                  </a:lnTo>
                  <a:lnTo>
                    <a:pt x="5316866" y="1277943"/>
                  </a:lnTo>
                  <a:lnTo>
                    <a:pt x="5316421" y="1276413"/>
                  </a:lnTo>
                  <a:close/>
                </a:path>
                <a:path w="7526655" h="4349750">
                  <a:moveTo>
                    <a:pt x="3876374" y="2108302"/>
                  </a:moveTo>
                  <a:lnTo>
                    <a:pt x="3829081" y="2135623"/>
                  </a:lnTo>
                  <a:lnTo>
                    <a:pt x="3829627" y="2137262"/>
                  </a:lnTo>
                  <a:lnTo>
                    <a:pt x="3876877" y="2109962"/>
                  </a:lnTo>
                  <a:lnTo>
                    <a:pt x="3876374" y="2108302"/>
                  </a:lnTo>
                  <a:close/>
                </a:path>
                <a:path w="7526655" h="4349750">
                  <a:moveTo>
                    <a:pt x="3239451" y="2476241"/>
                  </a:moveTo>
                  <a:lnTo>
                    <a:pt x="3191648" y="2503856"/>
                  </a:lnTo>
                  <a:lnTo>
                    <a:pt x="3192638" y="2505312"/>
                  </a:lnTo>
                  <a:lnTo>
                    <a:pt x="3240375" y="2477730"/>
                  </a:lnTo>
                  <a:lnTo>
                    <a:pt x="3239451" y="2476241"/>
                  </a:lnTo>
                  <a:close/>
                </a:path>
                <a:path w="7526655" h="4349750">
                  <a:moveTo>
                    <a:pt x="3286294" y="2449181"/>
                  </a:moveTo>
                  <a:lnTo>
                    <a:pt x="3264915" y="2461532"/>
                  </a:lnTo>
                  <a:lnTo>
                    <a:pt x="3264915" y="2463551"/>
                  </a:lnTo>
                  <a:lnTo>
                    <a:pt x="3286208" y="2451247"/>
                  </a:lnTo>
                  <a:lnTo>
                    <a:pt x="3286294" y="2449181"/>
                  </a:lnTo>
                  <a:close/>
                </a:path>
              </a:pathLst>
            </a:custGeom>
            <a:solidFill>
              <a:srgbClr val="212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34804" y="1050285"/>
              <a:ext cx="7526020" cy="4349750"/>
            </a:xfrm>
            <a:custGeom>
              <a:avLst/>
              <a:gdLst/>
              <a:ahLst/>
              <a:cxnLst/>
              <a:rect l="l" t="t" r="r" b="b"/>
              <a:pathLst>
                <a:path w="7526020" h="4349750">
                  <a:moveTo>
                    <a:pt x="6929565" y="344460"/>
                  </a:moveTo>
                  <a:lnTo>
                    <a:pt x="6878183" y="374149"/>
                  </a:lnTo>
                  <a:lnTo>
                    <a:pt x="6878522" y="374885"/>
                  </a:lnTo>
                  <a:lnTo>
                    <a:pt x="6929922" y="345182"/>
                  </a:lnTo>
                  <a:lnTo>
                    <a:pt x="6929565" y="344460"/>
                  </a:lnTo>
                  <a:close/>
                </a:path>
                <a:path w="7526020" h="4349750">
                  <a:moveTo>
                    <a:pt x="7141005" y="222292"/>
                  </a:moveTo>
                  <a:lnTo>
                    <a:pt x="7093115" y="249962"/>
                  </a:lnTo>
                  <a:lnTo>
                    <a:pt x="7093262" y="250794"/>
                  </a:lnTo>
                  <a:lnTo>
                    <a:pt x="7141065" y="223171"/>
                  </a:lnTo>
                  <a:lnTo>
                    <a:pt x="7141005" y="222292"/>
                  </a:lnTo>
                  <a:close/>
                </a:path>
                <a:path w="7526020" h="4349750">
                  <a:moveTo>
                    <a:pt x="3447409" y="2356433"/>
                  </a:moveTo>
                  <a:lnTo>
                    <a:pt x="3395435" y="2386464"/>
                  </a:lnTo>
                  <a:lnTo>
                    <a:pt x="3395857" y="2387382"/>
                  </a:lnTo>
                  <a:lnTo>
                    <a:pt x="3447844" y="2357341"/>
                  </a:lnTo>
                  <a:lnTo>
                    <a:pt x="3447409" y="2356433"/>
                  </a:lnTo>
                  <a:close/>
                </a:path>
                <a:path w="7526020" h="4349750">
                  <a:moveTo>
                    <a:pt x="3658619" y="2234397"/>
                  </a:moveTo>
                  <a:lnTo>
                    <a:pt x="3610613" y="2262135"/>
                  </a:lnTo>
                  <a:lnTo>
                    <a:pt x="3610797" y="2263177"/>
                  </a:lnTo>
                  <a:lnTo>
                    <a:pt x="3658695" y="2235498"/>
                  </a:lnTo>
                  <a:lnTo>
                    <a:pt x="3658619" y="2234397"/>
                  </a:lnTo>
                  <a:close/>
                </a:path>
                <a:path w="7526020" h="4349750">
                  <a:moveTo>
                    <a:pt x="1918516" y="3239820"/>
                  </a:moveTo>
                  <a:lnTo>
                    <a:pt x="1866608" y="3269813"/>
                  </a:lnTo>
                  <a:lnTo>
                    <a:pt x="1867065" y="3270812"/>
                  </a:lnTo>
                  <a:lnTo>
                    <a:pt x="1919004" y="3240798"/>
                  </a:lnTo>
                  <a:lnTo>
                    <a:pt x="1918516" y="3239820"/>
                  </a:lnTo>
                  <a:close/>
                </a:path>
                <a:path w="7526020" h="4349750">
                  <a:moveTo>
                    <a:pt x="2130034" y="3117606"/>
                  </a:moveTo>
                  <a:lnTo>
                    <a:pt x="2080543" y="3146202"/>
                  </a:lnTo>
                  <a:lnTo>
                    <a:pt x="2080743" y="3147336"/>
                  </a:lnTo>
                  <a:lnTo>
                    <a:pt x="2130115" y="3118805"/>
                  </a:lnTo>
                  <a:lnTo>
                    <a:pt x="2130034" y="3117606"/>
                  </a:lnTo>
                  <a:close/>
                </a:path>
                <a:path w="7526020" h="4349750">
                  <a:moveTo>
                    <a:pt x="6797722" y="420639"/>
                  </a:moveTo>
                  <a:lnTo>
                    <a:pt x="6751038" y="447613"/>
                  </a:lnTo>
                  <a:lnTo>
                    <a:pt x="6751302" y="448400"/>
                  </a:lnTo>
                  <a:lnTo>
                    <a:pt x="6797912" y="421466"/>
                  </a:lnTo>
                  <a:lnTo>
                    <a:pt x="6797722" y="420639"/>
                  </a:lnTo>
                  <a:close/>
                </a:path>
                <a:path w="7526020" h="4349750">
                  <a:moveTo>
                    <a:pt x="5849716" y="968392"/>
                  </a:moveTo>
                  <a:lnTo>
                    <a:pt x="5802495" y="995676"/>
                  </a:lnTo>
                  <a:lnTo>
                    <a:pt x="5802773" y="996518"/>
                  </a:lnTo>
                  <a:lnTo>
                    <a:pt x="5849975" y="969242"/>
                  </a:lnTo>
                  <a:lnTo>
                    <a:pt x="5849716" y="968392"/>
                  </a:lnTo>
                  <a:close/>
                </a:path>
                <a:path w="7526020" h="4349750">
                  <a:moveTo>
                    <a:pt x="4474612" y="1762920"/>
                  </a:moveTo>
                  <a:lnTo>
                    <a:pt x="4427784" y="1789978"/>
                  </a:lnTo>
                  <a:lnTo>
                    <a:pt x="4428096" y="1790891"/>
                  </a:lnTo>
                  <a:lnTo>
                    <a:pt x="4474859" y="1763869"/>
                  </a:lnTo>
                  <a:lnTo>
                    <a:pt x="4474612" y="1762920"/>
                  </a:lnTo>
                  <a:close/>
                </a:path>
                <a:path w="7526020" h="4349750">
                  <a:moveTo>
                    <a:pt x="4225166" y="1907049"/>
                  </a:moveTo>
                  <a:lnTo>
                    <a:pt x="4174291" y="1936444"/>
                  </a:lnTo>
                  <a:lnTo>
                    <a:pt x="4175214" y="1937022"/>
                  </a:lnTo>
                  <a:lnTo>
                    <a:pt x="4226153" y="1907586"/>
                  </a:lnTo>
                  <a:lnTo>
                    <a:pt x="4225166" y="1907049"/>
                  </a:lnTo>
                  <a:close/>
                </a:path>
                <a:path w="7526020" h="4349750">
                  <a:moveTo>
                    <a:pt x="4125024" y="1964911"/>
                  </a:moveTo>
                  <a:lnTo>
                    <a:pt x="4078999" y="1991504"/>
                  </a:lnTo>
                  <a:lnTo>
                    <a:pt x="4079311" y="1992440"/>
                  </a:lnTo>
                  <a:lnTo>
                    <a:pt x="4125264" y="1965886"/>
                  </a:lnTo>
                  <a:lnTo>
                    <a:pt x="4125024" y="1964911"/>
                  </a:lnTo>
                  <a:close/>
                </a:path>
                <a:path w="7526020" h="4349750">
                  <a:moveTo>
                    <a:pt x="2800550" y="2730186"/>
                  </a:moveTo>
                  <a:lnTo>
                    <a:pt x="2749653" y="2759593"/>
                  </a:lnTo>
                  <a:lnTo>
                    <a:pt x="2750655" y="2760219"/>
                  </a:lnTo>
                  <a:lnTo>
                    <a:pt x="2801621" y="2730768"/>
                  </a:lnTo>
                  <a:lnTo>
                    <a:pt x="2800550" y="2730186"/>
                  </a:lnTo>
                  <a:close/>
                </a:path>
                <a:path w="7526020" h="4349750">
                  <a:moveTo>
                    <a:pt x="2700142" y="2788201"/>
                  </a:moveTo>
                  <a:lnTo>
                    <a:pt x="2654160" y="2814769"/>
                  </a:lnTo>
                  <a:lnTo>
                    <a:pt x="2654499" y="2815784"/>
                  </a:lnTo>
                  <a:lnTo>
                    <a:pt x="2700400" y="2789260"/>
                  </a:lnTo>
                  <a:lnTo>
                    <a:pt x="2700142" y="2788201"/>
                  </a:lnTo>
                  <a:close/>
                </a:path>
                <a:path w="7526020" h="4349750">
                  <a:moveTo>
                    <a:pt x="1696012" y="3368382"/>
                  </a:moveTo>
                  <a:lnTo>
                    <a:pt x="1650170" y="3394869"/>
                  </a:lnTo>
                  <a:lnTo>
                    <a:pt x="1650510" y="3395951"/>
                  </a:lnTo>
                  <a:lnTo>
                    <a:pt x="1696279" y="3369503"/>
                  </a:lnTo>
                  <a:lnTo>
                    <a:pt x="1696012" y="3368382"/>
                  </a:lnTo>
                  <a:close/>
                </a:path>
                <a:path w="7526020" h="4349750">
                  <a:moveTo>
                    <a:pt x="1352596" y="3566806"/>
                  </a:moveTo>
                  <a:lnTo>
                    <a:pt x="1306831" y="3593249"/>
                  </a:lnTo>
                  <a:lnTo>
                    <a:pt x="1307197" y="3594338"/>
                  </a:lnTo>
                  <a:lnTo>
                    <a:pt x="1352880" y="3567939"/>
                  </a:lnTo>
                  <a:lnTo>
                    <a:pt x="1352596" y="3566806"/>
                  </a:lnTo>
                  <a:close/>
                </a:path>
                <a:path w="7526020" h="4349750">
                  <a:moveTo>
                    <a:pt x="869732" y="3845803"/>
                  </a:moveTo>
                  <a:lnTo>
                    <a:pt x="818829" y="3875214"/>
                  </a:lnTo>
                  <a:lnTo>
                    <a:pt x="819937" y="3875906"/>
                  </a:lnTo>
                  <a:lnTo>
                    <a:pt x="870917" y="3846447"/>
                  </a:lnTo>
                  <a:lnTo>
                    <a:pt x="869732" y="3845803"/>
                  </a:lnTo>
                  <a:close/>
                </a:path>
                <a:path w="7526020" h="4349750">
                  <a:moveTo>
                    <a:pt x="770329" y="3903237"/>
                  </a:moveTo>
                  <a:lnTo>
                    <a:pt x="723281" y="3930421"/>
                  </a:lnTo>
                  <a:lnTo>
                    <a:pt x="723655" y="3931544"/>
                  </a:lnTo>
                  <a:lnTo>
                    <a:pt x="770586" y="3904425"/>
                  </a:lnTo>
                  <a:lnTo>
                    <a:pt x="770329" y="3903237"/>
                  </a:lnTo>
                  <a:close/>
                </a:path>
                <a:path w="7526020" h="4349750">
                  <a:moveTo>
                    <a:pt x="477549" y="4072404"/>
                  </a:moveTo>
                  <a:lnTo>
                    <a:pt x="430247" y="4099735"/>
                  </a:lnTo>
                  <a:lnTo>
                    <a:pt x="430624" y="4100876"/>
                  </a:lnTo>
                  <a:lnTo>
                    <a:pt x="477900" y="4073557"/>
                  </a:lnTo>
                  <a:lnTo>
                    <a:pt x="477549" y="4072404"/>
                  </a:lnTo>
                  <a:close/>
                </a:path>
                <a:path w="7526020" h="4349750">
                  <a:moveTo>
                    <a:pt x="2479366" y="2915764"/>
                  </a:moveTo>
                  <a:lnTo>
                    <a:pt x="2431751" y="2943276"/>
                  </a:lnTo>
                  <a:lnTo>
                    <a:pt x="2432098" y="2944301"/>
                  </a:lnTo>
                  <a:lnTo>
                    <a:pt x="2479716" y="2916784"/>
                  </a:lnTo>
                  <a:lnTo>
                    <a:pt x="2479366" y="2915764"/>
                  </a:lnTo>
                  <a:close/>
                </a:path>
                <a:path w="7526020" h="4349750">
                  <a:moveTo>
                    <a:pt x="2308618" y="3014421"/>
                  </a:moveTo>
                  <a:lnTo>
                    <a:pt x="2260203" y="3042395"/>
                  </a:lnTo>
                  <a:lnTo>
                    <a:pt x="2260632" y="3043385"/>
                  </a:lnTo>
                  <a:lnTo>
                    <a:pt x="2309061" y="3015400"/>
                  </a:lnTo>
                  <a:lnTo>
                    <a:pt x="2308618" y="3014421"/>
                  </a:lnTo>
                  <a:close/>
                </a:path>
                <a:path w="7526020" h="4349750">
                  <a:moveTo>
                    <a:pt x="255054" y="4200960"/>
                  </a:moveTo>
                  <a:lnTo>
                    <a:pt x="210448" y="4226734"/>
                  </a:lnTo>
                  <a:lnTo>
                    <a:pt x="210835" y="4227883"/>
                  </a:lnTo>
                  <a:lnTo>
                    <a:pt x="255440" y="4202108"/>
                  </a:lnTo>
                  <a:lnTo>
                    <a:pt x="255054" y="4200960"/>
                  </a:lnTo>
                  <a:close/>
                </a:path>
                <a:path w="7526020" h="4349750">
                  <a:moveTo>
                    <a:pt x="159469" y="4256189"/>
                  </a:moveTo>
                  <a:lnTo>
                    <a:pt x="138975" y="4268031"/>
                  </a:lnTo>
                  <a:lnTo>
                    <a:pt x="138951" y="4269422"/>
                  </a:lnTo>
                  <a:lnTo>
                    <a:pt x="159454" y="4257574"/>
                  </a:lnTo>
                  <a:lnTo>
                    <a:pt x="159469" y="4256189"/>
                  </a:lnTo>
                  <a:close/>
                </a:path>
                <a:path w="7526020" h="4349750">
                  <a:moveTo>
                    <a:pt x="123785" y="4276807"/>
                  </a:moveTo>
                  <a:lnTo>
                    <a:pt x="80856" y="4301612"/>
                  </a:lnTo>
                  <a:lnTo>
                    <a:pt x="81592" y="4302568"/>
                  </a:lnTo>
                  <a:lnTo>
                    <a:pt x="124560" y="4277738"/>
                  </a:lnTo>
                  <a:lnTo>
                    <a:pt x="123785" y="4276807"/>
                  </a:lnTo>
                  <a:close/>
                </a:path>
                <a:path w="7526020" h="4349750">
                  <a:moveTo>
                    <a:pt x="33682" y="4328868"/>
                  </a:moveTo>
                  <a:lnTo>
                    <a:pt x="0" y="4348330"/>
                  </a:lnTo>
                  <a:lnTo>
                    <a:pt x="387" y="4349493"/>
                  </a:lnTo>
                  <a:lnTo>
                    <a:pt x="34007" y="4330065"/>
                  </a:lnTo>
                  <a:lnTo>
                    <a:pt x="33682" y="4328868"/>
                  </a:lnTo>
                  <a:close/>
                </a:path>
                <a:path w="7526020" h="4349750">
                  <a:moveTo>
                    <a:pt x="7525729" y="0"/>
                  </a:moveTo>
                  <a:lnTo>
                    <a:pt x="7491581" y="19731"/>
                  </a:lnTo>
                  <a:lnTo>
                    <a:pt x="7491840" y="20471"/>
                  </a:lnTo>
                  <a:lnTo>
                    <a:pt x="7525980" y="744"/>
                  </a:lnTo>
                  <a:lnTo>
                    <a:pt x="7525729" y="0"/>
                  </a:lnTo>
                  <a:close/>
                </a:path>
                <a:path w="7526020" h="4349750">
                  <a:moveTo>
                    <a:pt x="7467522" y="33632"/>
                  </a:moveTo>
                  <a:lnTo>
                    <a:pt x="7416836" y="62918"/>
                  </a:lnTo>
                  <a:lnTo>
                    <a:pt x="7417609" y="63367"/>
                  </a:lnTo>
                  <a:lnTo>
                    <a:pt x="7468241" y="34109"/>
                  </a:lnTo>
                  <a:lnTo>
                    <a:pt x="7467522" y="33632"/>
                  </a:lnTo>
                  <a:close/>
                </a:path>
                <a:path w="7526020" h="4349750">
                  <a:moveTo>
                    <a:pt x="7341983" y="106167"/>
                  </a:moveTo>
                  <a:lnTo>
                    <a:pt x="7307640" y="126011"/>
                  </a:lnTo>
                  <a:lnTo>
                    <a:pt x="7307897" y="126765"/>
                  </a:lnTo>
                  <a:lnTo>
                    <a:pt x="7342126" y="106986"/>
                  </a:lnTo>
                  <a:lnTo>
                    <a:pt x="7341983" y="106167"/>
                  </a:lnTo>
                  <a:close/>
                </a:path>
                <a:path w="7526020" h="4349750">
                  <a:moveTo>
                    <a:pt x="6344827" y="682319"/>
                  </a:moveTo>
                  <a:lnTo>
                    <a:pt x="6310388" y="702218"/>
                  </a:lnTo>
                  <a:lnTo>
                    <a:pt x="6310670" y="703024"/>
                  </a:lnTo>
                  <a:lnTo>
                    <a:pt x="6345101" y="683128"/>
                  </a:lnTo>
                  <a:lnTo>
                    <a:pt x="6344827" y="682319"/>
                  </a:lnTo>
                  <a:close/>
                </a:path>
                <a:path w="7526020" h="4349750">
                  <a:moveTo>
                    <a:pt x="6286522" y="716008"/>
                  </a:moveTo>
                  <a:lnTo>
                    <a:pt x="6235461" y="745510"/>
                  </a:lnTo>
                  <a:lnTo>
                    <a:pt x="6236302" y="745999"/>
                  </a:lnTo>
                  <a:lnTo>
                    <a:pt x="6287290" y="716534"/>
                  </a:lnTo>
                  <a:lnTo>
                    <a:pt x="6286522" y="716008"/>
                  </a:lnTo>
                  <a:close/>
                </a:path>
                <a:path w="7526020" h="4349750">
                  <a:moveTo>
                    <a:pt x="6160832" y="788630"/>
                  </a:moveTo>
                  <a:lnTo>
                    <a:pt x="6126449" y="808497"/>
                  </a:lnTo>
                  <a:lnTo>
                    <a:pt x="6126729" y="809317"/>
                  </a:lnTo>
                  <a:lnTo>
                    <a:pt x="6160988" y="789520"/>
                  </a:lnTo>
                  <a:lnTo>
                    <a:pt x="6160832" y="788630"/>
                  </a:lnTo>
                  <a:close/>
                </a:path>
                <a:path w="7526020" h="4349750">
                  <a:moveTo>
                    <a:pt x="5064180" y="1422271"/>
                  </a:moveTo>
                  <a:lnTo>
                    <a:pt x="4911193" y="1510666"/>
                  </a:lnTo>
                  <a:lnTo>
                    <a:pt x="4911113" y="1511774"/>
                  </a:lnTo>
                  <a:lnTo>
                    <a:pt x="5064701" y="1423021"/>
                  </a:lnTo>
                  <a:lnTo>
                    <a:pt x="5064180" y="1422271"/>
                  </a:lnTo>
                  <a:close/>
                </a:path>
                <a:path w="7526020" h="4349750">
                  <a:moveTo>
                    <a:pt x="1033515" y="3751170"/>
                  </a:moveTo>
                  <a:lnTo>
                    <a:pt x="984503" y="3779488"/>
                  </a:lnTo>
                  <a:lnTo>
                    <a:pt x="985001" y="3780523"/>
                  </a:lnTo>
                  <a:lnTo>
                    <a:pt x="1034013" y="3752201"/>
                  </a:lnTo>
                  <a:lnTo>
                    <a:pt x="1033515" y="3751170"/>
                  </a:lnTo>
                  <a:close/>
                </a:path>
                <a:path w="7526020" h="4349750">
                  <a:moveTo>
                    <a:pt x="6585131" y="543473"/>
                  </a:moveTo>
                  <a:lnTo>
                    <a:pt x="6538496" y="570418"/>
                  </a:lnTo>
                  <a:lnTo>
                    <a:pt x="6538762" y="571218"/>
                  </a:lnTo>
                  <a:lnTo>
                    <a:pt x="6585405" y="544265"/>
                  </a:lnTo>
                  <a:lnTo>
                    <a:pt x="6585131" y="543473"/>
                  </a:lnTo>
                  <a:close/>
                </a:path>
                <a:path w="7526020" h="4349750">
                  <a:moveTo>
                    <a:pt x="5599896" y="1112737"/>
                  </a:moveTo>
                  <a:lnTo>
                    <a:pt x="5552397" y="1140182"/>
                  </a:lnTo>
                  <a:lnTo>
                    <a:pt x="5552682" y="1141036"/>
                  </a:lnTo>
                  <a:lnTo>
                    <a:pt x="5600150" y="1113606"/>
                  </a:lnTo>
                  <a:lnTo>
                    <a:pt x="5599896" y="1112737"/>
                  </a:lnTo>
                  <a:close/>
                </a:path>
                <a:path w="7526020" h="4349750">
                  <a:moveTo>
                    <a:pt x="5316199" y="1276656"/>
                  </a:moveTo>
                  <a:lnTo>
                    <a:pt x="5269133" y="1303850"/>
                  </a:lnTo>
                  <a:lnTo>
                    <a:pt x="5269423" y="1304721"/>
                  </a:lnTo>
                  <a:lnTo>
                    <a:pt x="5316456" y="1277542"/>
                  </a:lnTo>
                  <a:lnTo>
                    <a:pt x="5316199" y="1276656"/>
                  </a:lnTo>
                  <a:close/>
                </a:path>
                <a:path w="7526020" h="4349750">
                  <a:moveTo>
                    <a:pt x="3876210" y="2108674"/>
                  </a:moveTo>
                  <a:lnTo>
                    <a:pt x="3828960" y="2135975"/>
                  </a:lnTo>
                  <a:lnTo>
                    <a:pt x="3829277" y="2136925"/>
                  </a:lnTo>
                  <a:lnTo>
                    <a:pt x="3876501" y="2109636"/>
                  </a:lnTo>
                  <a:lnTo>
                    <a:pt x="3876210" y="2108674"/>
                  </a:lnTo>
                  <a:close/>
                </a:path>
                <a:path w="7526020" h="4349750">
                  <a:moveTo>
                    <a:pt x="3239707" y="2476442"/>
                  </a:moveTo>
                  <a:lnTo>
                    <a:pt x="3191971" y="2504024"/>
                  </a:lnTo>
                  <a:lnTo>
                    <a:pt x="3192545" y="2504868"/>
                  </a:lnTo>
                  <a:lnTo>
                    <a:pt x="3240243" y="2477306"/>
                  </a:lnTo>
                  <a:lnTo>
                    <a:pt x="3239707" y="2476442"/>
                  </a:lnTo>
                  <a:close/>
                </a:path>
                <a:path w="7526020" h="4349750">
                  <a:moveTo>
                    <a:pt x="3285541" y="2449960"/>
                  </a:moveTo>
                  <a:lnTo>
                    <a:pt x="3264247" y="2462263"/>
                  </a:lnTo>
                  <a:lnTo>
                    <a:pt x="3264247" y="2463434"/>
                  </a:lnTo>
                  <a:lnTo>
                    <a:pt x="3285491" y="2451158"/>
                  </a:lnTo>
                  <a:lnTo>
                    <a:pt x="3285541" y="2449960"/>
                  </a:lnTo>
                  <a:close/>
                </a:path>
              </a:pathLst>
            </a:custGeom>
            <a:solidFill>
              <a:srgbClr val="2323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35191" y="1051029"/>
              <a:ext cx="7526655" cy="4351020"/>
            </a:xfrm>
            <a:custGeom>
              <a:avLst/>
              <a:gdLst/>
              <a:ahLst/>
              <a:cxnLst/>
              <a:rect l="l" t="t" r="r" b="b"/>
              <a:pathLst>
                <a:path w="7526655" h="4351020">
                  <a:moveTo>
                    <a:pt x="6929534" y="344438"/>
                  </a:moveTo>
                  <a:lnTo>
                    <a:pt x="6878134" y="374141"/>
                  </a:lnTo>
                  <a:lnTo>
                    <a:pt x="6878724" y="375423"/>
                  </a:lnTo>
                  <a:lnTo>
                    <a:pt x="6930155" y="345696"/>
                  </a:lnTo>
                  <a:lnTo>
                    <a:pt x="6929534" y="344438"/>
                  </a:lnTo>
                  <a:close/>
                </a:path>
                <a:path w="7526655" h="4351020">
                  <a:moveTo>
                    <a:pt x="7140677" y="222427"/>
                  </a:moveTo>
                  <a:lnTo>
                    <a:pt x="7092875" y="250050"/>
                  </a:lnTo>
                  <a:lnTo>
                    <a:pt x="7093132" y="251498"/>
                  </a:lnTo>
                  <a:lnTo>
                    <a:pt x="7140782" y="223956"/>
                  </a:lnTo>
                  <a:lnTo>
                    <a:pt x="7140677" y="222427"/>
                  </a:lnTo>
                  <a:close/>
                </a:path>
                <a:path w="7526655" h="4351020">
                  <a:moveTo>
                    <a:pt x="3447456" y="2356597"/>
                  </a:moveTo>
                  <a:lnTo>
                    <a:pt x="3395469" y="2386638"/>
                  </a:lnTo>
                  <a:lnTo>
                    <a:pt x="3396223" y="2388276"/>
                  </a:lnTo>
                  <a:lnTo>
                    <a:pt x="3448225" y="2358219"/>
                  </a:lnTo>
                  <a:lnTo>
                    <a:pt x="3447456" y="2356597"/>
                  </a:lnTo>
                  <a:close/>
                </a:path>
                <a:path w="7526655" h="4351020">
                  <a:moveTo>
                    <a:pt x="3658307" y="2234754"/>
                  </a:moveTo>
                  <a:lnTo>
                    <a:pt x="3610409" y="2262433"/>
                  </a:lnTo>
                  <a:lnTo>
                    <a:pt x="3610737" y="2264289"/>
                  </a:lnTo>
                  <a:lnTo>
                    <a:pt x="3658442" y="2236716"/>
                  </a:lnTo>
                  <a:lnTo>
                    <a:pt x="3658307" y="2234754"/>
                  </a:lnTo>
                  <a:close/>
                </a:path>
                <a:path w="7526655" h="4351020">
                  <a:moveTo>
                    <a:pt x="1918617" y="3240054"/>
                  </a:moveTo>
                  <a:lnTo>
                    <a:pt x="1866677" y="3270068"/>
                  </a:lnTo>
                  <a:lnTo>
                    <a:pt x="1867500" y="3271864"/>
                  </a:lnTo>
                  <a:lnTo>
                    <a:pt x="1919495" y="3241811"/>
                  </a:lnTo>
                  <a:lnTo>
                    <a:pt x="1918617" y="3240054"/>
                  </a:lnTo>
                  <a:close/>
                </a:path>
                <a:path w="7526655" h="4351020">
                  <a:moveTo>
                    <a:pt x="2129728" y="3118061"/>
                  </a:moveTo>
                  <a:lnTo>
                    <a:pt x="2080355" y="3146592"/>
                  </a:lnTo>
                  <a:lnTo>
                    <a:pt x="2080715" y="3148627"/>
                  </a:lnTo>
                  <a:lnTo>
                    <a:pt x="2129875" y="3120213"/>
                  </a:lnTo>
                  <a:lnTo>
                    <a:pt x="2129728" y="3118061"/>
                  </a:lnTo>
                  <a:close/>
                </a:path>
                <a:path w="7526655" h="4351020">
                  <a:moveTo>
                    <a:pt x="6797524" y="420722"/>
                  </a:moveTo>
                  <a:lnTo>
                    <a:pt x="6750915" y="447656"/>
                  </a:lnTo>
                  <a:lnTo>
                    <a:pt x="6751377" y="449029"/>
                  </a:lnTo>
                  <a:lnTo>
                    <a:pt x="6797856" y="422164"/>
                  </a:lnTo>
                  <a:lnTo>
                    <a:pt x="6797524" y="420722"/>
                  </a:lnTo>
                  <a:close/>
                </a:path>
                <a:path w="7526655" h="4351020">
                  <a:moveTo>
                    <a:pt x="5849587" y="968498"/>
                  </a:moveTo>
                  <a:lnTo>
                    <a:pt x="5802386" y="995774"/>
                  </a:lnTo>
                  <a:lnTo>
                    <a:pt x="5802875" y="997254"/>
                  </a:lnTo>
                  <a:lnTo>
                    <a:pt x="5849949" y="970045"/>
                  </a:lnTo>
                  <a:lnTo>
                    <a:pt x="5849730" y="968969"/>
                  </a:lnTo>
                  <a:lnTo>
                    <a:pt x="5849587" y="968498"/>
                  </a:lnTo>
                  <a:close/>
                </a:path>
                <a:path w="7526655" h="4351020">
                  <a:moveTo>
                    <a:pt x="4474471" y="1763125"/>
                  </a:moveTo>
                  <a:lnTo>
                    <a:pt x="4427708" y="1790147"/>
                  </a:lnTo>
                  <a:lnTo>
                    <a:pt x="4428261" y="1791768"/>
                  </a:lnTo>
                  <a:lnTo>
                    <a:pt x="4474829" y="1764852"/>
                  </a:lnTo>
                  <a:lnTo>
                    <a:pt x="4474471" y="1763125"/>
                  </a:lnTo>
                  <a:close/>
                </a:path>
                <a:path w="7526655" h="4351020">
                  <a:moveTo>
                    <a:pt x="4225765" y="1906842"/>
                  </a:moveTo>
                  <a:lnTo>
                    <a:pt x="4174827" y="1936278"/>
                  </a:lnTo>
                  <a:lnTo>
                    <a:pt x="4176467" y="1937303"/>
                  </a:lnTo>
                  <a:lnTo>
                    <a:pt x="4227518" y="1907795"/>
                  </a:lnTo>
                  <a:lnTo>
                    <a:pt x="4225765" y="1906842"/>
                  </a:lnTo>
                  <a:close/>
                </a:path>
                <a:path w="7526655" h="4351020">
                  <a:moveTo>
                    <a:pt x="4124876" y="1965142"/>
                  </a:moveTo>
                  <a:lnTo>
                    <a:pt x="4078923" y="1991696"/>
                  </a:lnTo>
                  <a:lnTo>
                    <a:pt x="4079478" y="1993361"/>
                  </a:lnTo>
                  <a:lnTo>
                    <a:pt x="4125301" y="1966876"/>
                  </a:lnTo>
                  <a:lnTo>
                    <a:pt x="4124876" y="1965142"/>
                  </a:lnTo>
                  <a:close/>
                </a:path>
                <a:path w="7526655" h="4351020">
                  <a:moveTo>
                    <a:pt x="2801233" y="2730024"/>
                  </a:moveTo>
                  <a:lnTo>
                    <a:pt x="2750267" y="2759475"/>
                  </a:lnTo>
                  <a:lnTo>
                    <a:pt x="2752060" y="2760596"/>
                  </a:lnTo>
                  <a:lnTo>
                    <a:pt x="2803150" y="2731067"/>
                  </a:lnTo>
                  <a:lnTo>
                    <a:pt x="2801233" y="2730024"/>
                  </a:lnTo>
                  <a:close/>
                </a:path>
                <a:path w="7526655" h="4351020">
                  <a:moveTo>
                    <a:pt x="2700012" y="2788516"/>
                  </a:moveTo>
                  <a:lnTo>
                    <a:pt x="2654111" y="2815040"/>
                  </a:lnTo>
                  <a:lnTo>
                    <a:pt x="2654718" y="2816859"/>
                  </a:lnTo>
                  <a:lnTo>
                    <a:pt x="2700474" y="2790413"/>
                  </a:lnTo>
                  <a:lnTo>
                    <a:pt x="2700012" y="2788516"/>
                  </a:lnTo>
                  <a:close/>
                </a:path>
                <a:path w="7526655" h="4351020">
                  <a:moveTo>
                    <a:pt x="1695891" y="3368759"/>
                  </a:moveTo>
                  <a:lnTo>
                    <a:pt x="1650122" y="3395207"/>
                  </a:lnTo>
                  <a:lnTo>
                    <a:pt x="1650704" y="3397170"/>
                  </a:lnTo>
                  <a:lnTo>
                    <a:pt x="1696370" y="3370775"/>
                  </a:lnTo>
                  <a:lnTo>
                    <a:pt x="1695891" y="3368759"/>
                  </a:lnTo>
                  <a:close/>
                </a:path>
                <a:path w="7526655" h="4351020">
                  <a:moveTo>
                    <a:pt x="1352493" y="3567195"/>
                  </a:moveTo>
                  <a:lnTo>
                    <a:pt x="1306809" y="3593594"/>
                  </a:lnTo>
                  <a:lnTo>
                    <a:pt x="1307469" y="3595556"/>
                  </a:lnTo>
                  <a:lnTo>
                    <a:pt x="1353005" y="3569237"/>
                  </a:lnTo>
                  <a:lnTo>
                    <a:pt x="1352493" y="3567195"/>
                  </a:lnTo>
                  <a:close/>
                </a:path>
                <a:path w="7526655" h="4351020">
                  <a:moveTo>
                    <a:pt x="870529" y="3845703"/>
                  </a:moveTo>
                  <a:lnTo>
                    <a:pt x="819550" y="3875162"/>
                  </a:lnTo>
                  <a:lnTo>
                    <a:pt x="821550" y="3876413"/>
                  </a:lnTo>
                  <a:lnTo>
                    <a:pt x="872669" y="3846867"/>
                  </a:lnTo>
                  <a:lnTo>
                    <a:pt x="870529" y="3845703"/>
                  </a:lnTo>
                  <a:close/>
                </a:path>
                <a:path w="7526655" h="4351020">
                  <a:moveTo>
                    <a:pt x="770199" y="3903681"/>
                  </a:moveTo>
                  <a:lnTo>
                    <a:pt x="723267" y="3930800"/>
                  </a:lnTo>
                  <a:lnTo>
                    <a:pt x="723943" y="3932829"/>
                  </a:lnTo>
                  <a:lnTo>
                    <a:pt x="770663" y="3905825"/>
                  </a:lnTo>
                  <a:lnTo>
                    <a:pt x="770199" y="3903681"/>
                  </a:lnTo>
                  <a:close/>
                </a:path>
                <a:path w="7526655" h="4351020">
                  <a:moveTo>
                    <a:pt x="477512" y="4072813"/>
                  </a:moveTo>
                  <a:lnTo>
                    <a:pt x="430236" y="4100132"/>
                  </a:lnTo>
                  <a:lnTo>
                    <a:pt x="430918" y="4102194"/>
                  </a:lnTo>
                  <a:lnTo>
                    <a:pt x="478016" y="4074972"/>
                  </a:lnTo>
                  <a:lnTo>
                    <a:pt x="477654" y="4073279"/>
                  </a:lnTo>
                  <a:lnTo>
                    <a:pt x="477512" y="4072813"/>
                  </a:lnTo>
                  <a:close/>
                </a:path>
                <a:path w="7526655" h="4351020">
                  <a:moveTo>
                    <a:pt x="2479328" y="2916040"/>
                  </a:moveTo>
                  <a:lnTo>
                    <a:pt x="2431710" y="2943557"/>
                  </a:lnTo>
                  <a:lnTo>
                    <a:pt x="2432332" y="2945396"/>
                  </a:lnTo>
                  <a:lnTo>
                    <a:pt x="2479957" y="2917869"/>
                  </a:lnTo>
                  <a:lnTo>
                    <a:pt x="2479328" y="2916040"/>
                  </a:lnTo>
                  <a:close/>
                </a:path>
                <a:path w="7526655" h="4351020">
                  <a:moveTo>
                    <a:pt x="2308673" y="3014656"/>
                  </a:moveTo>
                  <a:lnTo>
                    <a:pt x="2260244" y="3042641"/>
                  </a:lnTo>
                  <a:lnTo>
                    <a:pt x="2261012" y="3044417"/>
                  </a:lnTo>
                  <a:lnTo>
                    <a:pt x="2309467" y="3016411"/>
                  </a:lnTo>
                  <a:lnTo>
                    <a:pt x="2308673" y="3014656"/>
                  </a:lnTo>
                  <a:close/>
                </a:path>
                <a:path w="7526655" h="4351020">
                  <a:moveTo>
                    <a:pt x="255052" y="4201364"/>
                  </a:moveTo>
                  <a:lnTo>
                    <a:pt x="210447" y="4227139"/>
                  </a:lnTo>
                  <a:lnTo>
                    <a:pt x="211148" y="4229219"/>
                  </a:lnTo>
                  <a:lnTo>
                    <a:pt x="255750" y="4203440"/>
                  </a:lnTo>
                  <a:lnTo>
                    <a:pt x="255052" y="4201364"/>
                  </a:lnTo>
                  <a:close/>
                </a:path>
                <a:path w="7526655" h="4351020">
                  <a:moveTo>
                    <a:pt x="159067" y="4256830"/>
                  </a:moveTo>
                  <a:lnTo>
                    <a:pt x="138563" y="4268678"/>
                  </a:lnTo>
                  <a:lnTo>
                    <a:pt x="138520" y="4271198"/>
                  </a:lnTo>
                  <a:lnTo>
                    <a:pt x="159039" y="4259338"/>
                  </a:lnTo>
                  <a:lnTo>
                    <a:pt x="159067" y="4256830"/>
                  </a:lnTo>
                  <a:close/>
                </a:path>
                <a:path w="7526655" h="4351020">
                  <a:moveTo>
                    <a:pt x="124173" y="4276994"/>
                  </a:moveTo>
                  <a:lnTo>
                    <a:pt x="81205" y="4301824"/>
                  </a:lnTo>
                  <a:lnTo>
                    <a:pt x="82538" y="4303555"/>
                  </a:lnTo>
                  <a:lnTo>
                    <a:pt x="125576" y="4278679"/>
                  </a:lnTo>
                  <a:lnTo>
                    <a:pt x="124173" y="4276994"/>
                  </a:lnTo>
                  <a:close/>
                </a:path>
                <a:path w="7526655" h="4351020">
                  <a:moveTo>
                    <a:pt x="33620" y="4329321"/>
                  </a:moveTo>
                  <a:lnTo>
                    <a:pt x="0" y="4348749"/>
                  </a:lnTo>
                  <a:lnTo>
                    <a:pt x="702" y="4350855"/>
                  </a:lnTo>
                  <a:lnTo>
                    <a:pt x="34208" y="4331489"/>
                  </a:lnTo>
                  <a:lnTo>
                    <a:pt x="33620" y="4329321"/>
                  </a:lnTo>
                  <a:close/>
                </a:path>
                <a:path w="7526655" h="4351020">
                  <a:moveTo>
                    <a:pt x="7525592" y="0"/>
                  </a:moveTo>
                  <a:lnTo>
                    <a:pt x="7491453" y="19727"/>
                  </a:lnTo>
                  <a:lnTo>
                    <a:pt x="7491903" y="21011"/>
                  </a:lnTo>
                  <a:lnTo>
                    <a:pt x="7526026" y="1289"/>
                  </a:lnTo>
                  <a:lnTo>
                    <a:pt x="7525592" y="0"/>
                  </a:lnTo>
                  <a:close/>
                </a:path>
                <a:path w="7526655" h="4351020">
                  <a:moveTo>
                    <a:pt x="7467853" y="33365"/>
                  </a:moveTo>
                  <a:lnTo>
                    <a:pt x="7417221" y="62623"/>
                  </a:lnTo>
                  <a:lnTo>
                    <a:pt x="7418563" y="63401"/>
                  </a:lnTo>
                  <a:lnTo>
                    <a:pt x="7469101" y="34191"/>
                  </a:lnTo>
                  <a:lnTo>
                    <a:pt x="7467853" y="33365"/>
                  </a:lnTo>
                  <a:close/>
                </a:path>
                <a:path w="7526655" h="4351020">
                  <a:moveTo>
                    <a:pt x="7341738" y="106241"/>
                  </a:moveTo>
                  <a:lnTo>
                    <a:pt x="7307509" y="126021"/>
                  </a:lnTo>
                  <a:lnTo>
                    <a:pt x="7307956" y="127331"/>
                  </a:lnTo>
                  <a:lnTo>
                    <a:pt x="7341987" y="107662"/>
                  </a:lnTo>
                  <a:lnTo>
                    <a:pt x="7341738" y="106241"/>
                  </a:lnTo>
                  <a:close/>
                </a:path>
                <a:path w="7526655" h="4351020">
                  <a:moveTo>
                    <a:pt x="6344714" y="682384"/>
                  </a:moveTo>
                  <a:lnTo>
                    <a:pt x="6310283" y="702280"/>
                  </a:lnTo>
                  <a:lnTo>
                    <a:pt x="6310777" y="703691"/>
                  </a:lnTo>
                  <a:lnTo>
                    <a:pt x="6345194" y="683798"/>
                  </a:lnTo>
                  <a:lnTo>
                    <a:pt x="6344714" y="682384"/>
                  </a:lnTo>
                  <a:close/>
                </a:path>
                <a:path w="7526655" h="4351020">
                  <a:moveTo>
                    <a:pt x="6286903" y="715790"/>
                  </a:moveTo>
                  <a:lnTo>
                    <a:pt x="6235914" y="745255"/>
                  </a:lnTo>
                  <a:lnTo>
                    <a:pt x="6237387" y="746110"/>
                  </a:lnTo>
                  <a:lnTo>
                    <a:pt x="6288248" y="716713"/>
                  </a:lnTo>
                  <a:lnTo>
                    <a:pt x="6286903" y="715790"/>
                  </a:lnTo>
                  <a:close/>
                </a:path>
                <a:path w="7526655" h="4351020">
                  <a:moveTo>
                    <a:pt x="6160600" y="788776"/>
                  </a:moveTo>
                  <a:lnTo>
                    <a:pt x="6126341" y="808573"/>
                  </a:lnTo>
                  <a:lnTo>
                    <a:pt x="6126831" y="810010"/>
                  </a:lnTo>
                  <a:lnTo>
                    <a:pt x="6160873" y="790334"/>
                  </a:lnTo>
                  <a:lnTo>
                    <a:pt x="6160600" y="788776"/>
                  </a:lnTo>
                  <a:close/>
                </a:path>
                <a:path w="7526655" h="4351020">
                  <a:moveTo>
                    <a:pt x="5064314" y="1422277"/>
                  </a:moveTo>
                  <a:lnTo>
                    <a:pt x="4910726" y="1511030"/>
                  </a:lnTo>
                  <a:lnTo>
                    <a:pt x="4910584" y="1512990"/>
                  </a:lnTo>
                  <a:lnTo>
                    <a:pt x="5065235" y="1423603"/>
                  </a:lnTo>
                  <a:lnTo>
                    <a:pt x="5064314" y="1422277"/>
                  </a:lnTo>
                  <a:close/>
                </a:path>
                <a:path w="7526655" h="4351020">
                  <a:moveTo>
                    <a:pt x="1033625" y="3751457"/>
                  </a:moveTo>
                  <a:lnTo>
                    <a:pt x="984613" y="3779779"/>
                  </a:lnTo>
                  <a:lnTo>
                    <a:pt x="985511" y="3781645"/>
                  </a:lnTo>
                  <a:lnTo>
                    <a:pt x="1034604" y="3753270"/>
                  </a:lnTo>
                  <a:lnTo>
                    <a:pt x="1034248" y="3752745"/>
                  </a:lnTo>
                  <a:lnTo>
                    <a:pt x="1033625" y="3751457"/>
                  </a:lnTo>
                  <a:close/>
                </a:path>
                <a:path w="7526655" h="4351020">
                  <a:moveTo>
                    <a:pt x="6585018" y="543521"/>
                  </a:moveTo>
                  <a:lnTo>
                    <a:pt x="6538375" y="570474"/>
                  </a:lnTo>
                  <a:lnTo>
                    <a:pt x="6538841" y="571872"/>
                  </a:lnTo>
                  <a:lnTo>
                    <a:pt x="6585398" y="544963"/>
                  </a:lnTo>
                  <a:lnTo>
                    <a:pt x="6585179" y="543987"/>
                  </a:lnTo>
                  <a:lnTo>
                    <a:pt x="6585018" y="543521"/>
                  </a:lnTo>
                  <a:close/>
                </a:path>
                <a:path w="7526655" h="4351020">
                  <a:moveTo>
                    <a:pt x="5599763" y="1112862"/>
                  </a:moveTo>
                  <a:lnTo>
                    <a:pt x="5552294" y="1140292"/>
                  </a:lnTo>
                  <a:lnTo>
                    <a:pt x="5552796" y="1141797"/>
                  </a:lnTo>
                  <a:lnTo>
                    <a:pt x="5600108" y="1114451"/>
                  </a:lnTo>
                  <a:lnTo>
                    <a:pt x="5599818" y="1113052"/>
                  </a:lnTo>
                  <a:lnTo>
                    <a:pt x="5599763" y="1112862"/>
                  </a:lnTo>
                  <a:close/>
                </a:path>
                <a:path w="7526655" h="4351020">
                  <a:moveTo>
                    <a:pt x="5316069" y="1276798"/>
                  </a:moveTo>
                  <a:lnTo>
                    <a:pt x="5269035" y="1303977"/>
                  </a:lnTo>
                  <a:lnTo>
                    <a:pt x="5269541" y="1305516"/>
                  </a:lnTo>
                  <a:lnTo>
                    <a:pt x="5316468" y="1278392"/>
                  </a:lnTo>
                  <a:lnTo>
                    <a:pt x="5316330" y="1277698"/>
                  </a:lnTo>
                  <a:lnTo>
                    <a:pt x="5316069" y="1276798"/>
                  </a:lnTo>
                  <a:close/>
                </a:path>
                <a:path w="7526655" h="4351020">
                  <a:moveTo>
                    <a:pt x="3876113" y="2108892"/>
                  </a:moveTo>
                  <a:lnTo>
                    <a:pt x="3828889" y="2136181"/>
                  </a:lnTo>
                  <a:lnTo>
                    <a:pt x="3829446" y="2137877"/>
                  </a:lnTo>
                  <a:lnTo>
                    <a:pt x="3876578" y="2110636"/>
                  </a:lnTo>
                  <a:lnTo>
                    <a:pt x="3876389" y="2109802"/>
                  </a:lnTo>
                  <a:lnTo>
                    <a:pt x="3876113" y="2108892"/>
                  </a:lnTo>
                  <a:close/>
                </a:path>
                <a:path w="7526655" h="4351020">
                  <a:moveTo>
                    <a:pt x="3239855" y="2476562"/>
                  </a:moveTo>
                  <a:lnTo>
                    <a:pt x="3192157" y="2504124"/>
                  </a:lnTo>
                  <a:lnTo>
                    <a:pt x="3193183" y="2505631"/>
                  </a:lnTo>
                  <a:lnTo>
                    <a:pt x="3240811" y="2478103"/>
                  </a:lnTo>
                  <a:lnTo>
                    <a:pt x="3239855" y="2476562"/>
                  </a:lnTo>
                  <a:close/>
                </a:path>
                <a:path w="7526655" h="4351020">
                  <a:moveTo>
                    <a:pt x="3285103" y="2450414"/>
                  </a:moveTo>
                  <a:lnTo>
                    <a:pt x="3263860" y="2462690"/>
                  </a:lnTo>
                  <a:lnTo>
                    <a:pt x="3263860" y="2464781"/>
                  </a:lnTo>
                  <a:lnTo>
                    <a:pt x="3285014" y="2452554"/>
                  </a:lnTo>
                  <a:lnTo>
                    <a:pt x="3285103" y="2450414"/>
                  </a:lnTo>
                  <a:close/>
                </a:path>
              </a:pathLst>
            </a:custGeom>
            <a:solidFill>
              <a:srgbClr val="2323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35894" y="1052318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6929453" y="344407"/>
                  </a:moveTo>
                  <a:lnTo>
                    <a:pt x="6878022" y="374134"/>
                  </a:lnTo>
                  <a:lnTo>
                    <a:pt x="6878085" y="374272"/>
                  </a:lnTo>
                  <a:lnTo>
                    <a:pt x="6879124" y="375815"/>
                  </a:lnTo>
                  <a:lnTo>
                    <a:pt x="6930484" y="346135"/>
                  </a:lnTo>
                  <a:lnTo>
                    <a:pt x="6929901" y="345316"/>
                  </a:lnTo>
                  <a:lnTo>
                    <a:pt x="6929453" y="344407"/>
                  </a:lnTo>
                  <a:close/>
                </a:path>
                <a:path w="7526020" h="4351020">
                  <a:moveTo>
                    <a:pt x="7140080" y="222667"/>
                  </a:moveTo>
                  <a:lnTo>
                    <a:pt x="7092429" y="250208"/>
                  </a:lnTo>
                  <a:lnTo>
                    <a:pt x="7092806" y="252333"/>
                  </a:lnTo>
                  <a:lnTo>
                    <a:pt x="7140235" y="224925"/>
                  </a:lnTo>
                  <a:lnTo>
                    <a:pt x="7140080" y="222667"/>
                  </a:lnTo>
                  <a:close/>
                </a:path>
                <a:path w="7526020" h="4351020">
                  <a:moveTo>
                    <a:pt x="3447523" y="2356930"/>
                  </a:moveTo>
                  <a:lnTo>
                    <a:pt x="3395521" y="2386987"/>
                  </a:lnTo>
                  <a:lnTo>
                    <a:pt x="3395745" y="2387476"/>
                  </a:lnTo>
                  <a:lnTo>
                    <a:pt x="3396395" y="2388406"/>
                  </a:lnTo>
                  <a:lnTo>
                    <a:pt x="3448496" y="2358298"/>
                  </a:lnTo>
                  <a:lnTo>
                    <a:pt x="3447523" y="2356930"/>
                  </a:lnTo>
                  <a:close/>
                </a:path>
                <a:path w="7526020" h="4351020">
                  <a:moveTo>
                    <a:pt x="3657740" y="2235427"/>
                  </a:moveTo>
                  <a:lnTo>
                    <a:pt x="3610035" y="2263000"/>
                  </a:lnTo>
                  <a:lnTo>
                    <a:pt x="3610347" y="2264768"/>
                  </a:lnTo>
                  <a:lnTo>
                    <a:pt x="3657870" y="2237306"/>
                  </a:lnTo>
                  <a:lnTo>
                    <a:pt x="3657740" y="2235427"/>
                  </a:lnTo>
                  <a:close/>
                </a:path>
                <a:path w="7526020" h="4351020">
                  <a:moveTo>
                    <a:pt x="1918793" y="3240522"/>
                  </a:moveTo>
                  <a:lnTo>
                    <a:pt x="1866797" y="3270575"/>
                  </a:lnTo>
                  <a:lnTo>
                    <a:pt x="1867173" y="3271396"/>
                  </a:lnTo>
                  <a:lnTo>
                    <a:pt x="1867525" y="3271906"/>
                  </a:lnTo>
                  <a:lnTo>
                    <a:pt x="1919619" y="3241802"/>
                  </a:lnTo>
                  <a:lnTo>
                    <a:pt x="1918989" y="3240916"/>
                  </a:lnTo>
                  <a:lnTo>
                    <a:pt x="1918793" y="3240522"/>
                  </a:lnTo>
                  <a:close/>
                </a:path>
                <a:path w="7526020" h="4351020">
                  <a:moveTo>
                    <a:pt x="2129173" y="3118924"/>
                  </a:moveTo>
                  <a:lnTo>
                    <a:pt x="2080013" y="3147338"/>
                  </a:lnTo>
                  <a:lnTo>
                    <a:pt x="2080297" y="3148950"/>
                  </a:lnTo>
                  <a:lnTo>
                    <a:pt x="2129290" y="3120638"/>
                  </a:lnTo>
                  <a:lnTo>
                    <a:pt x="2129173" y="3118924"/>
                  </a:lnTo>
                  <a:close/>
                </a:path>
                <a:path w="7526020" h="4351020">
                  <a:moveTo>
                    <a:pt x="6797154" y="420875"/>
                  </a:moveTo>
                  <a:lnTo>
                    <a:pt x="6750674" y="447740"/>
                  </a:lnTo>
                  <a:lnTo>
                    <a:pt x="6751323" y="449668"/>
                  </a:lnTo>
                  <a:lnTo>
                    <a:pt x="6797623" y="422912"/>
                  </a:lnTo>
                  <a:lnTo>
                    <a:pt x="6797154" y="420875"/>
                  </a:lnTo>
                  <a:close/>
                </a:path>
                <a:path w="7526020" h="4351020">
                  <a:moveTo>
                    <a:pt x="5849247" y="968756"/>
                  </a:moveTo>
                  <a:lnTo>
                    <a:pt x="5802173" y="995964"/>
                  </a:lnTo>
                  <a:lnTo>
                    <a:pt x="5802783" y="997808"/>
                  </a:lnTo>
                  <a:lnTo>
                    <a:pt x="5849647" y="970727"/>
                  </a:lnTo>
                  <a:lnTo>
                    <a:pt x="5849247" y="968756"/>
                  </a:lnTo>
                  <a:close/>
                </a:path>
                <a:path w="7526020" h="4351020">
                  <a:moveTo>
                    <a:pt x="4474126" y="1763563"/>
                  </a:moveTo>
                  <a:lnTo>
                    <a:pt x="4427559" y="1790478"/>
                  </a:lnTo>
                  <a:lnTo>
                    <a:pt x="4428141" y="1792183"/>
                  </a:lnTo>
                  <a:lnTo>
                    <a:pt x="4474505" y="1765391"/>
                  </a:lnTo>
                  <a:lnTo>
                    <a:pt x="4474126" y="1763563"/>
                  </a:lnTo>
                  <a:close/>
                </a:path>
                <a:path w="7526020" h="4351020">
                  <a:moveTo>
                    <a:pt x="4226816" y="1906506"/>
                  </a:moveTo>
                  <a:lnTo>
                    <a:pt x="4175764" y="1936013"/>
                  </a:lnTo>
                  <a:lnTo>
                    <a:pt x="4177437" y="1937059"/>
                  </a:lnTo>
                  <a:lnTo>
                    <a:pt x="4228615" y="1907485"/>
                  </a:lnTo>
                  <a:lnTo>
                    <a:pt x="4226816" y="1906506"/>
                  </a:lnTo>
                  <a:close/>
                </a:path>
                <a:path w="7526020" h="4351020">
                  <a:moveTo>
                    <a:pt x="4124599" y="1965587"/>
                  </a:moveTo>
                  <a:lnTo>
                    <a:pt x="4078776" y="1992072"/>
                  </a:lnTo>
                  <a:lnTo>
                    <a:pt x="4079335" y="1993750"/>
                  </a:lnTo>
                  <a:lnTo>
                    <a:pt x="4125030" y="1967344"/>
                  </a:lnTo>
                  <a:lnTo>
                    <a:pt x="4124599" y="1965587"/>
                  </a:lnTo>
                  <a:close/>
                </a:path>
                <a:path w="7526020" h="4351020">
                  <a:moveTo>
                    <a:pt x="2802448" y="2729777"/>
                  </a:moveTo>
                  <a:lnTo>
                    <a:pt x="2751358" y="2759307"/>
                  </a:lnTo>
                  <a:lnTo>
                    <a:pt x="2752897" y="2760269"/>
                  </a:lnTo>
                  <a:lnTo>
                    <a:pt x="2804104" y="2730678"/>
                  </a:lnTo>
                  <a:lnTo>
                    <a:pt x="2802448" y="2729777"/>
                  </a:lnTo>
                  <a:close/>
                </a:path>
                <a:path w="7526020" h="4351020">
                  <a:moveTo>
                    <a:pt x="2699772" y="2789123"/>
                  </a:moveTo>
                  <a:lnTo>
                    <a:pt x="2654015" y="2815570"/>
                  </a:lnTo>
                  <a:lnTo>
                    <a:pt x="2654530" y="2817113"/>
                  </a:lnTo>
                  <a:lnTo>
                    <a:pt x="2700165" y="2790742"/>
                  </a:lnTo>
                  <a:lnTo>
                    <a:pt x="2699772" y="2789123"/>
                  </a:lnTo>
                  <a:close/>
                </a:path>
                <a:path w="7526020" h="4351020">
                  <a:moveTo>
                    <a:pt x="1695668" y="3369486"/>
                  </a:moveTo>
                  <a:lnTo>
                    <a:pt x="1650001" y="3395881"/>
                  </a:lnTo>
                  <a:lnTo>
                    <a:pt x="1650438" y="3397355"/>
                  </a:lnTo>
                  <a:lnTo>
                    <a:pt x="1696030" y="3371009"/>
                  </a:lnTo>
                  <a:lnTo>
                    <a:pt x="1695668" y="3369486"/>
                  </a:lnTo>
                  <a:close/>
                </a:path>
                <a:path w="7526020" h="4351020">
                  <a:moveTo>
                    <a:pt x="1352303" y="3567948"/>
                  </a:moveTo>
                  <a:lnTo>
                    <a:pt x="1306767" y="3594267"/>
                  </a:lnTo>
                  <a:lnTo>
                    <a:pt x="1307243" y="3595681"/>
                  </a:lnTo>
                  <a:lnTo>
                    <a:pt x="1352674" y="3569427"/>
                  </a:lnTo>
                  <a:lnTo>
                    <a:pt x="1352303" y="3567948"/>
                  </a:lnTo>
                  <a:close/>
                </a:path>
                <a:path w="7526020" h="4351020">
                  <a:moveTo>
                    <a:pt x="871967" y="3845578"/>
                  </a:moveTo>
                  <a:lnTo>
                    <a:pt x="820848" y="3875124"/>
                  </a:lnTo>
                  <a:lnTo>
                    <a:pt x="822206" y="3875972"/>
                  </a:lnTo>
                  <a:lnTo>
                    <a:pt x="873428" y="3846372"/>
                  </a:lnTo>
                  <a:lnTo>
                    <a:pt x="871967" y="3845578"/>
                  </a:lnTo>
                  <a:close/>
                </a:path>
                <a:path w="7526020" h="4351020">
                  <a:moveTo>
                    <a:pt x="769960" y="3904536"/>
                  </a:moveTo>
                  <a:lnTo>
                    <a:pt x="723241" y="3931539"/>
                  </a:lnTo>
                  <a:lnTo>
                    <a:pt x="723695" y="3932900"/>
                  </a:lnTo>
                  <a:lnTo>
                    <a:pt x="770273" y="3905983"/>
                  </a:lnTo>
                  <a:lnTo>
                    <a:pt x="769960" y="3904536"/>
                  </a:lnTo>
                  <a:close/>
                </a:path>
                <a:path w="7526020" h="4351020">
                  <a:moveTo>
                    <a:pt x="477314" y="4073683"/>
                  </a:moveTo>
                  <a:lnTo>
                    <a:pt x="430216" y="4100905"/>
                  </a:lnTo>
                  <a:lnTo>
                    <a:pt x="430657" y="4102240"/>
                  </a:lnTo>
                  <a:lnTo>
                    <a:pt x="477618" y="4075102"/>
                  </a:lnTo>
                  <a:lnTo>
                    <a:pt x="477314" y="4073683"/>
                  </a:lnTo>
                  <a:close/>
                </a:path>
                <a:path w="7526020" h="4351020">
                  <a:moveTo>
                    <a:pt x="2479254" y="2916580"/>
                  </a:moveTo>
                  <a:lnTo>
                    <a:pt x="2431630" y="2944107"/>
                  </a:lnTo>
                  <a:lnTo>
                    <a:pt x="2432143" y="2945626"/>
                  </a:lnTo>
                  <a:lnTo>
                    <a:pt x="2479776" y="2918100"/>
                  </a:lnTo>
                  <a:lnTo>
                    <a:pt x="2479254" y="2916580"/>
                  </a:lnTo>
                  <a:close/>
                </a:path>
                <a:path w="7526020" h="4351020">
                  <a:moveTo>
                    <a:pt x="2308765" y="3015122"/>
                  </a:moveTo>
                  <a:lnTo>
                    <a:pt x="2260310" y="3043128"/>
                  </a:lnTo>
                  <a:lnTo>
                    <a:pt x="2260932" y="3044565"/>
                  </a:lnTo>
                  <a:lnTo>
                    <a:pt x="2309411" y="3016550"/>
                  </a:lnTo>
                  <a:lnTo>
                    <a:pt x="2308765" y="3015122"/>
                  </a:lnTo>
                  <a:close/>
                </a:path>
                <a:path w="7526020" h="4351020">
                  <a:moveTo>
                    <a:pt x="255048" y="4202151"/>
                  </a:moveTo>
                  <a:lnTo>
                    <a:pt x="210446" y="4227930"/>
                  </a:lnTo>
                  <a:lnTo>
                    <a:pt x="210888" y="4229240"/>
                  </a:lnTo>
                  <a:lnTo>
                    <a:pt x="255490" y="4203465"/>
                  </a:lnTo>
                  <a:lnTo>
                    <a:pt x="255048" y="4202151"/>
                  </a:lnTo>
                  <a:close/>
                </a:path>
                <a:path w="7526020" h="4351020">
                  <a:moveTo>
                    <a:pt x="158337" y="4258049"/>
                  </a:moveTo>
                  <a:lnTo>
                    <a:pt x="137818" y="4269909"/>
                  </a:lnTo>
                  <a:lnTo>
                    <a:pt x="137791" y="4271480"/>
                  </a:lnTo>
                  <a:lnTo>
                    <a:pt x="158320" y="4259617"/>
                  </a:lnTo>
                  <a:lnTo>
                    <a:pt x="158337" y="4258049"/>
                  </a:lnTo>
                  <a:close/>
                </a:path>
                <a:path w="7526020" h="4351020">
                  <a:moveTo>
                    <a:pt x="124874" y="4277390"/>
                  </a:moveTo>
                  <a:lnTo>
                    <a:pt x="81836" y="4302266"/>
                  </a:lnTo>
                  <a:lnTo>
                    <a:pt x="82662" y="4303338"/>
                  </a:lnTo>
                  <a:lnTo>
                    <a:pt x="125748" y="4278440"/>
                  </a:lnTo>
                  <a:lnTo>
                    <a:pt x="124874" y="4277390"/>
                  </a:lnTo>
                  <a:close/>
                </a:path>
                <a:path w="7526020" h="4351020">
                  <a:moveTo>
                    <a:pt x="33506" y="4330200"/>
                  </a:moveTo>
                  <a:lnTo>
                    <a:pt x="0" y="4349566"/>
                  </a:lnTo>
                  <a:lnTo>
                    <a:pt x="430" y="4350858"/>
                  </a:lnTo>
                  <a:lnTo>
                    <a:pt x="33868" y="4331535"/>
                  </a:lnTo>
                  <a:lnTo>
                    <a:pt x="33506" y="4330200"/>
                  </a:lnTo>
                  <a:close/>
                </a:path>
                <a:path w="7526020" h="4351020">
                  <a:moveTo>
                    <a:pt x="7525324" y="0"/>
                  </a:moveTo>
                  <a:lnTo>
                    <a:pt x="7491201" y="19722"/>
                  </a:lnTo>
                  <a:lnTo>
                    <a:pt x="7491897" y="21707"/>
                  </a:lnTo>
                  <a:lnTo>
                    <a:pt x="7525997" y="2001"/>
                  </a:lnTo>
                  <a:lnTo>
                    <a:pt x="7525324" y="0"/>
                  </a:lnTo>
                  <a:close/>
                </a:path>
                <a:path w="7526020" h="4351020">
                  <a:moveTo>
                    <a:pt x="7468398" y="32902"/>
                  </a:moveTo>
                  <a:lnTo>
                    <a:pt x="7417860" y="62112"/>
                  </a:lnTo>
                  <a:lnTo>
                    <a:pt x="7419914" y="63305"/>
                  </a:lnTo>
                  <a:lnTo>
                    <a:pt x="7470320" y="34176"/>
                  </a:lnTo>
                  <a:lnTo>
                    <a:pt x="7468398" y="32902"/>
                  </a:lnTo>
                  <a:close/>
                </a:path>
                <a:path w="7526020" h="4351020">
                  <a:moveTo>
                    <a:pt x="7341285" y="106372"/>
                  </a:moveTo>
                  <a:lnTo>
                    <a:pt x="7307254" y="126042"/>
                  </a:lnTo>
                  <a:lnTo>
                    <a:pt x="7307928" y="128019"/>
                  </a:lnTo>
                  <a:lnTo>
                    <a:pt x="7341661" y="108525"/>
                  </a:lnTo>
                  <a:lnTo>
                    <a:pt x="7341285" y="106372"/>
                  </a:lnTo>
                  <a:close/>
                </a:path>
                <a:path w="7526020" h="4351020">
                  <a:moveTo>
                    <a:pt x="6344492" y="682509"/>
                  </a:moveTo>
                  <a:lnTo>
                    <a:pt x="6310075" y="702402"/>
                  </a:lnTo>
                  <a:lnTo>
                    <a:pt x="6310732" y="704276"/>
                  </a:lnTo>
                  <a:lnTo>
                    <a:pt x="6345133" y="684396"/>
                  </a:lnTo>
                  <a:lnTo>
                    <a:pt x="6344492" y="682509"/>
                  </a:lnTo>
                  <a:close/>
                </a:path>
                <a:path w="7526020" h="4351020">
                  <a:moveTo>
                    <a:pt x="6287546" y="715423"/>
                  </a:moveTo>
                  <a:lnTo>
                    <a:pt x="6236685" y="744821"/>
                  </a:lnTo>
                  <a:lnTo>
                    <a:pt x="6238623" y="745946"/>
                  </a:lnTo>
                  <a:lnTo>
                    <a:pt x="6289328" y="716645"/>
                  </a:lnTo>
                  <a:lnTo>
                    <a:pt x="6287546" y="715423"/>
                  </a:lnTo>
                  <a:close/>
                </a:path>
                <a:path w="7526020" h="4351020">
                  <a:moveTo>
                    <a:pt x="6160171" y="789045"/>
                  </a:moveTo>
                  <a:lnTo>
                    <a:pt x="6126129" y="808721"/>
                  </a:lnTo>
                  <a:lnTo>
                    <a:pt x="6126765" y="810586"/>
                  </a:lnTo>
                  <a:lnTo>
                    <a:pt x="6160526" y="791077"/>
                  </a:lnTo>
                  <a:lnTo>
                    <a:pt x="6160171" y="789045"/>
                  </a:lnTo>
                  <a:close/>
                </a:path>
                <a:path w="7526020" h="4351020">
                  <a:moveTo>
                    <a:pt x="5064533" y="1422314"/>
                  </a:moveTo>
                  <a:lnTo>
                    <a:pt x="4909882" y="1511701"/>
                  </a:lnTo>
                  <a:lnTo>
                    <a:pt x="4909723" y="1513888"/>
                  </a:lnTo>
                  <a:lnTo>
                    <a:pt x="5065581" y="1423821"/>
                  </a:lnTo>
                  <a:lnTo>
                    <a:pt x="5064533" y="1422314"/>
                  </a:lnTo>
                  <a:close/>
                </a:path>
                <a:path w="7526020" h="4351020">
                  <a:moveTo>
                    <a:pt x="1033902" y="3751981"/>
                  </a:moveTo>
                  <a:lnTo>
                    <a:pt x="984809" y="3780356"/>
                  </a:lnTo>
                  <a:lnTo>
                    <a:pt x="985430" y="3781649"/>
                  </a:lnTo>
                  <a:lnTo>
                    <a:pt x="1034711" y="3753171"/>
                  </a:lnTo>
                  <a:lnTo>
                    <a:pt x="1033902" y="3751981"/>
                  </a:lnTo>
                  <a:close/>
                </a:path>
                <a:path w="7526020" h="4351020">
                  <a:moveTo>
                    <a:pt x="6584696" y="543674"/>
                  </a:moveTo>
                  <a:lnTo>
                    <a:pt x="6538139" y="570583"/>
                  </a:lnTo>
                  <a:lnTo>
                    <a:pt x="6538742" y="572514"/>
                  </a:lnTo>
                  <a:lnTo>
                    <a:pt x="6585149" y="545696"/>
                  </a:lnTo>
                  <a:lnTo>
                    <a:pt x="6584696" y="543674"/>
                  </a:lnTo>
                  <a:close/>
                </a:path>
                <a:path w="7526020" h="4351020">
                  <a:moveTo>
                    <a:pt x="5599406" y="1113162"/>
                  </a:moveTo>
                  <a:lnTo>
                    <a:pt x="5552093" y="1140508"/>
                  </a:lnTo>
                  <a:lnTo>
                    <a:pt x="5552673" y="1142341"/>
                  </a:lnTo>
                  <a:lnTo>
                    <a:pt x="5599807" y="1115103"/>
                  </a:lnTo>
                  <a:lnTo>
                    <a:pt x="5599406" y="1113162"/>
                  </a:lnTo>
                  <a:close/>
                </a:path>
                <a:path w="7526020" h="4351020">
                  <a:moveTo>
                    <a:pt x="5315766" y="1277103"/>
                  </a:moveTo>
                  <a:lnTo>
                    <a:pt x="5268839" y="1304227"/>
                  </a:lnTo>
                  <a:lnTo>
                    <a:pt x="5269399" y="1306039"/>
                  </a:lnTo>
                  <a:lnTo>
                    <a:pt x="5316146" y="1279025"/>
                  </a:lnTo>
                  <a:lnTo>
                    <a:pt x="5315766" y="1277103"/>
                  </a:lnTo>
                  <a:close/>
                </a:path>
                <a:path w="7526020" h="4351020">
                  <a:moveTo>
                    <a:pt x="3875875" y="2109346"/>
                  </a:moveTo>
                  <a:lnTo>
                    <a:pt x="3828744" y="2136588"/>
                  </a:lnTo>
                  <a:lnTo>
                    <a:pt x="3829275" y="2138255"/>
                  </a:lnTo>
                  <a:lnTo>
                    <a:pt x="3876272" y="2111096"/>
                  </a:lnTo>
                  <a:lnTo>
                    <a:pt x="3875875" y="2109346"/>
                  </a:lnTo>
                  <a:close/>
                </a:path>
                <a:path w="7526020" h="4351020">
                  <a:moveTo>
                    <a:pt x="3240109" y="2476814"/>
                  </a:moveTo>
                  <a:lnTo>
                    <a:pt x="3192481" y="2504342"/>
                  </a:lnTo>
                  <a:lnTo>
                    <a:pt x="3193409" y="2505707"/>
                  </a:lnTo>
                  <a:lnTo>
                    <a:pt x="3240980" y="2478217"/>
                  </a:lnTo>
                  <a:lnTo>
                    <a:pt x="3240109" y="2476814"/>
                  </a:lnTo>
                  <a:close/>
                </a:path>
                <a:path w="7526020" h="4351020">
                  <a:moveTo>
                    <a:pt x="3284312" y="2451265"/>
                  </a:moveTo>
                  <a:lnTo>
                    <a:pt x="3263157" y="2463492"/>
                  </a:lnTo>
                  <a:lnTo>
                    <a:pt x="3263157" y="2465401"/>
                  </a:lnTo>
                  <a:lnTo>
                    <a:pt x="3284230" y="2453223"/>
                  </a:lnTo>
                  <a:lnTo>
                    <a:pt x="3284312" y="2451265"/>
                  </a:lnTo>
                  <a:close/>
                </a:path>
              </a:pathLst>
            </a:custGeom>
            <a:solidFill>
              <a:srgbClr val="2626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36320" y="1054328"/>
              <a:ext cx="7527290" cy="4351020"/>
            </a:xfrm>
            <a:custGeom>
              <a:avLst/>
              <a:gdLst/>
              <a:ahLst/>
              <a:cxnLst/>
              <a:rect l="l" t="t" r="r" b="b"/>
              <a:pathLst>
                <a:path w="7527290" h="4351020">
                  <a:moveTo>
                    <a:pt x="33997" y="4331589"/>
                  </a:moveTo>
                  <a:lnTo>
                    <a:pt x="33439" y="4329531"/>
                  </a:lnTo>
                  <a:lnTo>
                    <a:pt x="0" y="4348861"/>
                  </a:lnTo>
                  <a:lnTo>
                    <a:pt x="660" y="4350855"/>
                  </a:lnTo>
                  <a:lnTo>
                    <a:pt x="33997" y="4331589"/>
                  </a:lnTo>
                  <a:close/>
                </a:path>
                <a:path w="7527290" h="4351020">
                  <a:moveTo>
                    <a:pt x="126644" y="4278033"/>
                  </a:moveTo>
                  <a:lnTo>
                    <a:pt x="125310" y="4276433"/>
                  </a:lnTo>
                  <a:lnTo>
                    <a:pt x="82232" y="4301337"/>
                  </a:lnTo>
                  <a:lnTo>
                    <a:pt x="83502" y="4302976"/>
                  </a:lnTo>
                  <a:lnTo>
                    <a:pt x="126644" y="4278033"/>
                  </a:lnTo>
                  <a:close/>
                </a:path>
                <a:path w="7527290" h="4351020">
                  <a:moveTo>
                    <a:pt x="157886" y="4257611"/>
                  </a:moveTo>
                  <a:lnTo>
                    <a:pt x="137363" y="4269473"/>
                  </a:lnTo>
                  <a:lnTo>
                    <a:pt x="137312" y="4271873"/>
                  </a:lnTo>
                  <a:lnTo>
                    <a:pt x="157861" y="4259999"/>
                  </a:lnTo>
                  <a:lnTo>
                    <a:pt x="157886" y="4257611"/>
                  </a:lnTo>
                  <a:close/>
                </a:path>
                <a:path w="7527290" h="4351020">
                  <a:moveTo>
                    <a:pt x="255727" y="4203433"/>
                  </a:moveTo>
                  <a:lnTo>
                    <a:pt x="255054" y="4201464"/>
                  </a:lnTo>
                  <a:lnTo>
                    <a:pt x="210451" y="4227233"/>
                  </a:lnTo>
                  <a:lnTo>
                    <a:pt x="211124" y="4229214"/>
                  </a:lnTo>
                  <a:lnTo>
                    <a:pt x="255727" y="4203433"/>
                  </a:lnTo>
                  <a:close/>
                </a:path>
                <a:path w="7527290" h="4351020">
                  <a:moveTo>
                    <a:pt x="477672" y="4075353"/>
                  </a:moveTo>
                  <a:lnTo>
                    <a:pt x="477634" y="4075176"/>
                  </a:lnTo>
                  <a:lnTo>
                    <a:pt x="477189" y="4073093"/>
                  </a:lnTo>
                  <a:lnTo>
                    <a:pt x="430225" y="4100233"/>
                  </a:lnTo>
                  <a:lnTo>
                    <a:pt x="430872" y="4102201"/>
                  </a:lnTo>
                  <a:lnTo>
                    <a:pt x="430923" y="4102354"/>
                  </a:lnTo>
                  <a:lnTo>
                    <a:pt x="477672" y="4075353"/>
                  </a:lnTo>
                  <a:close/>
                </a:path>
                <a:path w="7527290" h="4351020">
                  <a:moveTo>
                    <a:pt x="770343" y="3906278"/>
                  </a:moveTo>
                  <a:lnTo>
                    <a:pt x="770280" y="3906024"/>
                  </a:lnTo>
                  <a:lnTo>
                    <a:pt x="769835" y="3903980"/>
                  </a:lnTo>
                  <a:lnTo>
                    <a:pt x="723265" y="3930891"/>
                  </a:lnTo>
                  <a:lnTo>
                    <a:pt x="723912" y="3932834"/>
                  </a:lnTo>
                  <a:lnTo>
                    <a:pt x="723976" y="3933050"/>
                  </a:lnTo>
                  <a:lnTo>
                    <a:pt x="770343" y="3906278"/>
                  </a:lnTo>
                  <a:close/>
                </a:path>
                <a:path w="7527290" h="4351020">
                  <a:moveTo>
                    <a:pt x="875322" y="3845636"/>
                  </a:moveTo>
                  <a:lnTo>
                    <a:pt x="875042" y="3845483"/>
                  </a:lnTo>
                  <a:lnTo>
                    <a:pt x="872998" y="3844366"/>
                  </a:lnTo>
                  <a:lnTo>
                    <a:pt x="821778" y="3873970"/>
                  </a:lnTo>
                  <a:lnTo>
                    <a:pt x="823683" y="3875163"/>
                  </a:lnTo>
                  <a:lnTo>
                    <a:pt x="823925" y="3875316"/>
                  </a:lnTo>
                  <a:lnTo>
                    <a:pt x="875322" y="3845636"/>
                  </a:lnTo>
                  <a:close/>
                </a:path>
                <a:path w="7527290" h="4351020">
                  <a:moveTo>
                    <a:pt x="1035570" y="3753066"/>
                  </a:moveTo>
                  <a:lnTo>
                    <a:pt x="1035392" y="3752799"/>
                  </a:lnTo>
                  <a:lnTo>
                    <a:pt x="1034275" y="3751173"/>
                  </a:lnTo>
                  <a:lnTo>
                    <a:pt x="984999" y="3779647"/>
                  </a:lnTo>
                  <a:lnTo>
                    <a:pt x="985850" y="3781425"/>
                  </a:lnTo>
                  <a:lnTo>
                    <a:pt x="986015" y="3781679"/>
                  </a:lnTo>
                  <a:lnTo>
                    <a:pt x="1035570" y="3753066"/>
                  </a:lnTo>
                  <a:close/>
                </a:path>
                <a:path w="7527290" h="4351020">
                  <a:moveTo>
                    <a:pt x="1352829" y="3569779"/>
                  </a:moveTo>
                  <a:lnTo>
                    <a:pt x="1352727" y="3569373"/>
                  </a:lnTo>
                  <a:lnTo>
                    <a:pt x="1352245" y="3567417"/>
                  </a:lnTo>
                  <a:lnTo>
                    <a:pt x="1306817" y="3593681"/>
                  </a:lnTo>
                  <a:lnTo>
                    <a:pt x="1307439" y="3595547"/>
                  </a:lnTo>
                  <a:lnTo>
                    <a:pt x="1307553" y="3595941"/>
                  </a:lnTo>
                  <a:lnTo>
                    <a:pt x="1352829" y="3569779"/>
                  </a:lnTo>
                  <a:close/>
                </a:path>
                <a:path w="7527290" h="4351020">
                  <a:moveTo>
                    <a:pt x="1696173" y="3371431"/>
                  </a:moveTo>
                  <a:lnTo>
                    <a:pt x="1696059" y="3370935"/>
                  </a:lnTo>
                  <a:lnTo>
                    <a:pt x="1695602" y="3369005"/>
                  </a:lnTo>
                  <a:lnTo>
                    <a:pt x="1650009" y="3395357"/>
                  </a:lnTo>
                  <a:lnTo>
                    <a:pt x="1650568" y="3397237"/>
                  </a:lnTo>
                  <a:lnTo>
                    <a:pt x="1650707" y="3397707"/>
                  </a:lnTo>
                  <a:lnTo>
                    <a:pt x="1696173" y="3371431"/>
                  </a:lnTo>
                  <a:close/>
                </a:path>
                <a:path w="7527290" h="4351020">
                  <a:moveTo>
                    <a:pt x="1920608" y="3241789"/>
                  </a:moveTo>
                  <a:lnTo>
                    <a:pt x="1920278" y="3241332"/>
                  </a:lnTo>
                  <a:lnTo>
                    <a:pt x="1919185" y="3239795"/>
                  </a:lnTo>
                  <a:lnTo>
                    <a:pt x="1867090" y="3269907"/>
                  </a:lnTo>
                  <a:lnTo>
                    <a:pt x="1868170" y="3271456"/>
                  </a:lnTo>
                  <a:lnTo>
                    <a:pt x="1868474" y="3271901"/>
                  </a:lnTo>
                  <a:lnTo>
                    <a:pt x="1920608" y="3241789"/>
                  </a:lnTo>
                  <a:close/>
                </a:path>
                <a:path w="7527290" h="4351020">
                  <a:moveTo>
                    <a:pt x="2129040" y="3121380"/>
                  </a:moveTo>
                  <a:lnTo>
                    <a:pt x="2129002" y="3120694"/>
                  </a:lnTo>
                  <a:lnTo>
                    <a:pt x="2128863" y="3118637"/>
                  </a:lnTo>
                  <a:lnTo>
                    <a:pt x="2079866" y="3146945"/>
                  </a:lnTo>
                  <a:lnTo>
                    <a:pt x="2080209" y="3148901"/>
                  </a:lnTo>
                  <a:lnTo>
                    <a:pt x="2080323" y="3149523"/>
                  </a:lnTo>
                  <a:lnTo>
                    <a:pt x="2129040" y="3121380"/>
                  </a:lnTo>
                  <a:close/>
                </a:path>
                <a:path w="7527290" h="4351020">
                  <a:moveTo>
                    <a:pt x="2310015" y="3016834"/>
                  </a:moveTo>
                  <a:lnTo>
                    <a:pt x="2309736" y="3016237"/>
                  </a:lnTo>
                  <a:lnTo>
                    <a:pt x="2308974" y="3014548"/>
                  </a:lnTo>
                  <a:lnTo>
                    <a:pt x="2260498" y="3042564"/>
                  </a:lnTo>
                  <a:lnTo>
                    <a:pt x="2261235" y="3044266"/>
                  </a:lnTo>
                  <a:lnTo>
                    <a:pt x="2261489" y="3044863"/>
                  </a:lnTo>
                  <a:lnTo>
                    <a:pt x="2310015" y="3016834"/>
                  </a:lnTo>
                  <a:close/>
                </a:path>
                <a:path w="7527290" h="4351020">
                  <a:moveTo>
                    <a:pt x="2480183" y="2918536"/>
                  </a:moveTo>
                  <a:lnTo>
                    <a:pt x="2479941" y="2917850"/>
                  </a:lnTo>
                  <a:lnTo>
                    <a:pt x="2479344" y="2916097"/>
                  </a:lnTo>
                  <a:lnTo>
                    <a:pt x="2431707" y="2943618"/>
                  </a:lnTo>
                  <a:lnTo>
                    <a:pt x="2432304" y="2945396"/>
                  </a:lnTo>
                  <a:lnTo>
                    <a:pt x="2432532" y="2946057"/>
                  </a:lnTo>
                  <a:lnTo>
                    <a:pt x="2480183" y="2918536"/>
                  </a:lnTo>
                  <a:close/>
                </a:path>
                <a:path w="7527290" h="4351020">
                  <a:moveTo>
                    <a:pt x="2700363" y="2791333"/>
                  </a:moveTo>
                  <a:lnTo>
                    <a:pt x="2700172" y="2790558"/>
                  </a:lnTo>
                  <a:lnTo>
                    <a:pt x="2699728" y="2788742"/>
                  </a:lnTo>
                  <a:lnTo>
                    <a:pt x="2654096" y="2815107"/>
                  </a:lnTo>
                  <a:lnTo>
                    <a:pt x="2654681" y="2816860"/>
                  </a:lnTo>
                  <a:lnTo>
                    <a:pt x="2654922" y="2817584"/>
                  </a:lnTo>
                  <a:lnTo>
                    <a:pt x="2700363" y="2791333"/>
                  </a:lnTo>
                  <a:close/>
                </a:path>
                <a:path w="7527290" h="4351020">
                  <a:moveTo>
                    <a:pt x="2806331" y="2730119"/>
                  </a:moveTo>
                  <a:lnTo>
                    <a:pt x="2805519" y="2729674"/>
                  </a:lnTo>
                  <a:lnTo>
                    <a:pt x="2803677" y="2728671"/>
                  </a:lnTo>
                  <a:lnTo>
                    <a:pt x="2752471" y="2758262"/>
                  </a:lnTo>
                  <a:lnTo>
                    <a:pt x="2754185" y="2759341"/>
                  </a:lnTo>
                  <a:lnTo>
                    <a:pt x="2754934" y="2759811"/>
                  </a:lnTo>
                  <a:lnTo>
                    <a:pt x="2806331" y="2730119"/>
                  </a:lnTo>
                  <a:close/>
                </a:path>
                <a:path w="7527290" h="4351020">
                  <a:moveTo>
                    <a:pt x="3241941" y="2478468"/>
                  </a:moveTo>
                  <a:lnTo>
                    <a:pt x="3241471" y="2477706"/>
                  </a:lnTo>
                  <a:lnTo>
                    <a:pt x="3240544" y="2476208"/>
                  </a:lnTo>
                  <a:lnTo>
                    <a:pt x="3192970" y="2503703"/>
                  </a:lnTo>
                  <a:lnTo>
                    <a:pt x="3193250" y="2504109"/>
                  </a:lnTo>
                  <a:lnTo>
                    <a:pt x="3193910" y="2505189"/>
                  </a:lnTo>
                  <a:lnTo>
                    <a:pt x="3194380" y="2505951"/>
                  </a:lnTo>
                  <a:lnTo>
                    <a:pt x="3241941" y="2478468"/>
                  </a:lnTo>
                  <a:close/>
                </a:path>
                <a:path w="7527290" h="4351020">
                  <a:moveTo>
                    <a:pt x="3283801" y="2451214"/>
                  </a:moveTo>
                  <a:lnTo>
                    <a:pt x="3262731" y="2463393"/>
                  </a:lnTo>
                  <a:lnTo>
                    <a:pt x="3262731" y="2465413"/>
                  </a:lnTo>
                  <a:lnTo>
                    <a:pt x="3262731" y="2466467"/>
                  </a:lnTo>
                  <a:lnTo>
                    <a:pt x="3283661" y="2454376"/>
                  </a:lnTo>
                  <a:lnTo>
                    <a:pt x="3283712" y="2453284"/>
                  </a:lnTo>
                  <a:lnTo>
                    <a:pt x="3283801" y="2451214"/>
                  </a:lnTo>
                  <a:close/>
                </a:path>
                <a:path w="7527290" h="4351020">
                  <a:moveTo>
                    <a:pt x="3449624" y="2358504"/>
                  </a:moveTo>
                  <a:lnTo>
                    <a:pt x="3449066" y="2357717"/>
                  </a:lnTo>
                  <a:lnTo>
                    <a:pt x="3448062" y="2356294"/>
                  </a:lnTo>
                  <a:lnTo>
                    <a:pt x="3395967" y="2386406"/>
                  </a:lnTo>
                  <a:lnTo>
                    <a:pt x="3396958" y="2387828"/>
                  </a:lnTo>
                  <a:lnTo>
                    <a:pt x="3397504" y="2388603"/>
                  </a:lnTo>
                  <a:lnTo>
                    <a:pt x="3449624" y="2358504"/>
                  </a:lnTo>
                  <a:close/>
                </a:path>
                <a:path w="7527290" h="4351020">
                  <a:moveTo>
                    <a:pt x="3657650" y="2238324"/>
                  </a:moveTo>
                  <a:lnTo>
                    <a:pt x="3657574" y="2237206"/>
                  </a:lnTo>
                  <a:lnTo>
                    <a:pt x="3657435" y="2235301"/>
                  </a:lnTo>
                  <a:lnTo>
                    <a:pt x="3609911" y="2262759"/>
                  </a:lnTo>
                  <a:lnTo>
                    <a:pt x="3610229" y="2264562"/>
                  </a:lnTo>
                  <a:lnTo>
                    <a:pt x="3610419" y="2265616"/>
                  </a:lnTo>
                  <a:lnTo>
                    <a:pt x="3657650" y="2238324"/>
                  </a:lnTo>
                  <a:close/>
                </a:path>
                <a:path w="7527290" h="4351020">
                  <a:moveTo>
                    <a:pt x="3876484" y="2111908"/>
                  </a:moveTo>
                  <a:lnTo>
                    <a:pt x="3876230" y="2110816"/>
                  </a:lnTo>
                  <a:lnTo>
                    <a:pt x="3875836" y="2109089"/>
                  </a:lnTo>
                  <a:lnTo>
                    <a:pt x="3828846" y="2136254"/>
                  </a:lnTo>
                  <a:lnTo>
                    <a:pt x="3829367" y="2137905"/>
                  </a:lnTo>
                  <a:lnTo>
                    <a:pt x="3829697" y="2138934"/>
                  </a:lnTo>
                  <a:lnTo>
                    <a:pt x="3876484" y="2111908"/>
                  </a:lnTo>
                  <a:close/>
                </a:path>
                <a:path w="7527290" h="4351020">
                  <a:moveTo>
                    <a:pt x="4125290" y="1968182"/>
                  </a:moveTo>
                  <a:lnTo>
                    <a:pt x="4125010" y="1967026"/>
                  </a:lnTo>
                  <a:lnTo>
                    <a:pt x="4124604" y="1965337"/>
                  </a:lnTo>
                  <a:lnTo>
                    <a:pt x="4078897" y="1991741"/>
                  </a:lnTo>
                  <a:lnTo>
                    <a:pt x="4079443" y="1993366"/>
                  </a:lnTo>
                  <a:lnTo>
                    <a:pt x="4079811" y="1994458"/>
                  </a:lnTo>
                  <a:lnTo>
                    <a:pt x="4125290" y="1968182"/>
                  </a:lnTo>
                  <a:close/>
                </a:path>
                <a:path w="7527290" h="4351020">
                  <a:moveTo>
                    <a:pt x="4231094" y="1907057"/>
                  </a:moveTo>
                  <a:lnTo>
                    <a:pt x="4229887" y="1906409"/>
                  </a:lnTo>
                  <a:lnTo>
                    <a:pt x="4228185" y="1905482"/>
                  </a:lnTo>
                  <a:lnTo>
                    <a:pt x="4177004" y="1935060"/>
                  </a:lnTo>
                  <a:lnTo>
                    <a:pt x="4178592" y="1936051"/>
                  </a:lnTo>
                  <a:lnTo>
                    <a:pt x="4179709" y="1936750"/>
                  </a:lnTo>
                  <a:lnTo>
                    <a:pt x="4231094" y="1907057"/>
                  </a:lnTo>
                  <a:close/>
                </a:path>
                <a:path w="7527290" h="4351020">
                  <a:moveTo>
                    <a:pt x="4474680" y="1766341"/>
                  </a:moveTo>
                  <a:lnTo>
                    <a:pt x="4474426" y="1765071"/>
                  </a:lnTo>
                  <a:lnTo>
                    <a:pt x="4474070" y="1763382"/>
                  </a:lnTo>
                  <a:lnTo>
                    <a:pt x="4427715" y="1790179"/>
                  </a:lnTo>
                  <a:lnTo>
                    <a:pt x="4428248" y="1791754"/>
                  </a:lnTo>
                  <a:lnTo>
                    <a:pt x="4428655" y="1792935"/>
                  </a:lnTo>
                  <a:lnTo>
                    <a:pt x="4474680" y="1766341"/>
                  </a:lnTo>
                  <a:close/>
                </a:path>
                <a:path w="7527290" h="4351020">
                  <a:moveTo>
                    <a:pt x="5066843" y="1424254"/>
                  </a:moveTo>
                  <a:lnTo>
                    <a:pt x="5066042" y="1423111"/>
                  </a:lnTo>
                  <a:lnTo>
                    <a:pt x="5065153" y="1421815"/>
                  </a:lnTo>
                  <a:lnTo>
                    <a:pt x="4909286" y="1511884"/>
                  </a:lnTo>
                  <a:lnTo>
                    <a:pt x="4909147" y="1513801"/>
                  </a:lnTo>
                  <a:lnTo>
                    <a:pt x="4909032" y="1515427"/>
                  </a:lnTo>
                  <a:lnTo>
                    <a:pt x="5066843" y="1424254"/>
                  </a:lnTo>
                  <a:close/>
                </a:path>
                <a:path w="7527290" h="4351020">
                  <a:moveTo>
                    <a:pt x="5316334" y="1280134"/>
                  </a:moveTo>
                  <a:lnTo>
                    <a:pt x="5316029" y="1278623"/>
                  </a:lnTo>
                  <a:lnTo>
                    <a:pt x="5315712" y="1277023"/>
                  </a:lnTo>
                  <a:lnTo>
                    <a:pt x="5268963" y="1304036"/>
                  </a:lnTo>
                  <a:lnTo>
                    <a:pt x="5269433" y="1305560"/>
                  </a:lnTo>
                  <a:lnTo>
                    <a:pt x="5269877" y="1306969"/>
                  </a:lnTo>
                  <a:lnTo>
                    <a:pt x="5316334" y="1280134"/>
                  </a:lnTo>
                  <a:close/>
                </a:path>
                <a:path w="7527290" h="4351020">
                  <a:moveTo>
                    <a:pt x="5600027" y="1116253"/>
                  </a:moveTo>
                  <a:lnTo>
                    <a:pt x="5599696" y="1114666"/>
                  </a:lnTo>
                  <a:lnTo>
                    <a:pt x="5599379" y="1113104"/>
                  </a:lnTo>
                  <a:lnTo>
                    <a:pt x="5552237" y="1140333"/>
                  </a:lnTo>
                  <a:lnTo>
                    <a:pt x="5552706" y="1141831"/>
                  </a:lnTo>
                  <a:lnTo>
                    <a:pt x="5553176" y="1143317"/>
                  </a:lnTo>
                  <a:lnTo>
                    <a:pt x="5600027" y="1116253"/>
                  </a:lnTo>
                  <a:close/>
                </a:path>
                <a:path w="7527290" h="4351020">
                  <a:moveTo>
                    <a:pt x="5849861" y="971931"/>
                  </a:moveTo>
                  <a:lnTo>
                    <a:pt x="5849531" y="970267"/>
                  </a:lnTo>
                  <a:lnTo>
                    <a:pt x="5849213" y="968717"/>
                  </a:lnTo>
                  <a:lnTo>
                    <a:pt x="5802350" y="995807"/>
                  </a:lnTo>
                  <a:lnTo>
                    <a:pt x="5802833" y="997254"/>
                  </a:lnTo>
                  <a:lnTo>
                    <a:pt x="5803341" y="998804"/>
                  </a:lnTo>
                  <a:lnTo>
                    <a:pt x="5849861" y="971931"/>
                  </a:lnTo>
                  <a:close/>
                </a:path>
                <a:path w="7527290" h="4351020">
                  <a:moveTo>
                    <a:pt x="6160668" y="792378"/>
                  </a:moveTo>
                  <a:lnTo>
                    <a:pt x="6160363" y="790613"/>
                  </a:lnTo>
                  <a:lnTo>
                    <a:pt x="6160097" y="789076"/>
                  </a:lnTo>
                  <a:lnTo>
                    <a:pt x="6126327" y="808583"/>
                  </a:lnTo>
                  <a:lnTo>
                    <a:pt x="6126810" y="809993"/>
                  </a:lnTo>
                  <a:lnTo>
                    <a:pt x="6127369" y="811618"/>
                  </a:lnTo>
                  <a:lnTo>
                    <a:pt x="6160668" y="792378"/>
                  </a:lnTo>
                  <a:close/>
                </a:path>
                <a:path w="7527290" h="4351020">
                  <a:moveTo>
                    <a:pt x="6291796" y="716622"/>
                  </a:moveTo>
                  <a:lnTo>
                    <a:pt x="6290221" y="715556"/>
                  </a:lnTo>
                  <a:lnTo>
                    <a:pt x="6288900" y="714641"/>
                  </a:lnTo>
                  <a:lnTo>
                    <a:pt x="6238189" y="743940"/>
                  </a:lnTo>
                  <a:lnTo>
                    <a:pt x="6239649" y="744791"/>
                  </a:lnTo>
                  <a:lnTo>
                    <a:pt x="6241339" y="745769"/>
                  </a:lnTo>
                  <a:lnTo>
                    <a:pt x="6291796" y="716622"/>
                  </a:lnTo>
                  <a:close/>
                </a:path>
                <a:path w="7527290" h="4351020">
                  <a:moveTo>
                    <a:pt x="6345745" y="685469"/>
                  </a:moveTo>
                  <a:lnTo>
                    <a:pt x="6345174" y="683793"/>
                  </a:lnTo>
                  <a:lnTo>
                    <a:pt x="6344704" y="682396"/>
                  </a:lnTo>
                  <a:lnTo>
                    <a:pt x="6310300" y="702271"/>
                  </a:lnTo>
                  <a:lnTo>
                    <a:pt x="6310782" y="703668"/>
                  </a:lnTo>
                  <a:lnTo>
                    <a:pt x="6311366" y="705319"/>
                  </a:lnTo>
                  <a:lnTo>
                    <a:pt x="6345745" y="685469"/>
                  </a:lnTo>
                  <a:close/>
                </a:path>
                <a:path w="7527290" h="4351020">
                  <a:moveTo>
                    <a:pt x="6585458" y="546989"/>
                  </a:moveTo>
                  <a:lnTo>
                    <a:pt x="6585039" y="545147"/>
                  </a:lnTo>
                  <a:lnTo>
                    <a:pt x="6584721" y="543687"/>
                  </a:lnTo>
                  <a:lnTo>
                    <a:pt x="6538315" y="570509"/>
                  </a:lnTo>
                  <a:lnTo>
                    <a:pt x="6538747" y="571906"/>
                  </a:lnTo>
                  <a:lnTo>
                    <a:pt x="6539281" y="573659"/>
                  </a:lnTo>
                  <a:lnTo>
                    <a:pt x="6585458" y="546989"/>
                  </a:lnTo>
                  <a:close/>
                </a:path>
                <a:path w="7527290" h="4351020">
                  <a:moveTo>
                    <a:pt x="6797954" y="424230"/>
                  </a:moveTo>
                  <a:lnTo>
                    <a:pt x="6797522" y="422338"/>
                  </a:lnTo>
                  <a:lnTo>
                    <a:pt x="6797192" y="420903"/>
                  </a:lnTo>
                  <a:lnTo>
                    <a:pt x="6750888" y="447662"/>
                  </a:lnTo>
                  <a:lnTo>
                    <a:pt x="6751345" y="449033"/>
                  </a:lnTo>
                  <a:lnTo>
                    <a:pt x="6751929" y="450824"/>
                  </a:lnTo>
                  <a:lnTo>
                    <a:pt x="6797954" y="424230"/>
                  </a:lnTo>
                  <a:close/>
                </a:path>
                <a:path w="7527290" h="4351020">
                  <a:moveTo>
                    <a:pt x="6931965" y="346811"/>
                  </a:moveTo>
                  <a:lnTo>
                    <a:pt x="6930860" y="345274"/>
                  </a:lnTo>
                  <a:lnTo>
                    <a:pt x="6930047" y="344131"/>
                  </a:lnTo>
                  <a:lnTo>
                    <a:pt x="6878688" y="373811"/>
                  </a:lnTo>
                  <a:lnTo>
                    <a:pt x="6879476" y="374967"/>
                  </a:lnTo>
                  <a:lnTo>
                    <a:pt x="6880517" y="376529"/>
                  </a:lnTo>
                  <a:lnTo>
                    <a:pt x="6931965" y="346811"/>
                  </a:lnTo>
                  <a:close/>
                </a:path>
                <a:path w="7527290" h="4351020">
                  <a:moveTo>
                    <a:pt x="7140054" y="226606"/>
                  </a:moveTo>
                  <a:lnTo>
                    <a:pt x="7139902" y="224447"/>
                  </a:lnTo>
                  <a:lnTo>
                    <a:pt x="7139800" y="222923"/>
                  </a:lnTo>
                  <a:lnTo>
                    <a:pt x="7092378" y="250329"/>
                  </a:lnTo>
                  <a:lnTo>
                    <a:pt x="7092632" y="251764"/>
                  </a:lnTo>
                  <a:lnTo>
                    <a:pt x="7092988" y="253796"/>
                  </a:lnTo>
                  <a:lnTo>
                    <a:pt x="7140054" y="226606"/>
                  </a:lnTo>
                  <a:close/>
                </a:path>
                <a:path w="7527290" h="4351020">
                  <a:moveTo>
                    <a:pt x="7341844" y="110032"/>
                  </a:moveTo>
                  <a:lnTo>
                    <a:pt x="7341476" y="107937"/>
                  </a:lnTo>
                  <a:lnTo>
                    <a:pt x="7341235" y="106527"/>
                  </a:lnTo>
                  <a:lnTo>
                    <a:pt x="7307491" y="126009"/>
                  </a:lnTo>
                  <a:lnTo>
                    <a:pt x="7307935" y="127317"/>
                  </a:lnTo>
                  <a:lnTo>
                    <a:pt x="7308596" y="129235"/>
                  </a:lnTo>
                  <a:lnTo>
                    <a:pt x="7341844" y="110032"/>
                  </a:lnTo>
                  <a:close/>
                </a:path>
                <a:path w="7527290" h="4351020">
                  <a:moveTo>
                    <a:pt x="7473023" y="34251"/>
                  </a:moveTo>
                  <a:lnTo>
                    <a:pt x="7471130" y="32994"/>
                  </a:lnTo>
                  <a:lnTo>
                    <a:pt x="7469886" y="32169"/>
                  </a:lnTo>
                  <a:lnTo>
                    <a:pt x="7419480" y="61302"/>
                  </a:lnTo>
                  <a:lnTo>
                    <a:pt x="7420813" y="62077"/>
                  </a:lnTo>
                  <a:lnTo>
                    <a:pt x="7422832" y="63246"/>
                  </a:lnTo>
                  <a:lnTo>
                    <a:pt x="7473023" y="34251"/>
                  </a:lnTo>
                  <a:close/>
                </a:path>
                <a:path w="7527290" h="4351020">
                  <a:moveTo>
                    <a:pt x="7526668" y="3263"/>
                  </a:moveTo>
                  <a:lnTo>
                    <a:pt x="7525994" y="1282"/>
                  </a:lnTo>
                  <a:lnTo>
                    <a:pt x="7525563" y="0"/>
                  </a:lnTo>
                  <a:lnTo>
                    <a:pt x="7491463" y="19697"/>
                  </a:lnTo>
                  <a:lnTo>
                    <a:pt x="7491908" y="20980"/>
                  </a:lnTo>
                  <a:lnTo>
                    <a:pt x="7492606" y="22948"/>
                  </a:lnTo>
                  <a:lnTo>
                    <a:pt x="7526668" y="3263"/>
                  </a:lnTo>
                  <a:close/>
                </a:path>
              </a:pathLst>
            </a:custGeom>
            <a:solidFill>
              <a:srgbClr val="2828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837004" y="1057588"/>
              <a:ext cx="7526655" cy="4349750"/>
            </a:xfrm>
            <a:custGeom>
              <a:avLst/>
              <a:gdLst/>
              <a:ahLst/>
              <a:cxnLst/>
              <a:rect l="l" t="t" r="r" b="b"/>
              <a:pathLst>
                <a:path w="7526655" h="4349750">
                  <a:moveTo>
                    <a:pt x="6931283" y="343549"/>
                  </a:moveTo>
                  <a:lnTo>
                    <a:pt x="6879844" y="373265"/>
                  </a:lnTo>
                  <a:lnTo>
                    <a:pt x="6880624" y="374425"/>
                  </a:lnTo>
                  <a:lnTo>
                    <a:pt x="6932093" y="344687"/>
                  </a:lnTo>
                  <a:lnTo>
                    <a:pt x="6931283" y="343549"/>
                  </a:lnTo>
                  <a:close/>
                </a:path>
                <a:path w="7526655" h="4349750">
                  <a:moveTo>
                    <a:pt x="7139376" y="223338"/>
                  </a:moveTo>
                  <a:lnTo>
                    <a:pt x="7092310" y="250527"/>
                  </a:lnTo>
                  <a:lnTo>
                    <a:pt x="7092565" y="251966"/>
                  </a:lnTo>
                  <a:lnTo>
                    <a:pt x="7139480" y="224859"/>
                  </a:lnTo>
                  <a:lnTo>
                    <a:pt x="7139376" y="223338"/>
                  </a:lnTo>
                  <a:close/>
                </a:path>
                <a:path w="7526655" h="4349750">
                  <a:moveTo>
                    <a:pt x="3448945" y="2355234"/>
                  </a:moveTo>
                  <a:lnTo>
                    <a:pt x="3396827" y="2385342"/>
                  </a:lnTo>
                  <a:lnTo>
                    <a:pt x="3397824" y="2386770"/>
                  </a:lnTo>
                  <a:lnTo>
                    <a:pt x="3449952" y="2356650"/>
                  </a:lnTo>
                  <a:lnTo>
                    <a:pt x="3448945" y="2355234"/>
                  </a:lnTo>
                  <a:close/>
                </a:path>
                <a:path w="7526655" h="4349750">
                  <a:moveTo>
                    <a:pt x="3656967" y="2235063"/>
                  </a:moveTo>
                  <a:lnTo>
                    <a:pt x="3609739" y="2262346"/>
                  </a:lnTo>
                  <a:lnTo>
                    <a:pt x="3610056" y="2264143"/>
                  </a:lnTo>
                  <a:lnTo>
                    <a:pt x="3657098" y="2236962"/>
                  </a:lnTo>
                  <a:lnTo>
                    <a:pt x="3656967" y="2235063"/>
                  </a:lnTo>
                  <a:close/>
                </a:path>
                <a:path w="7526655" h="4349750">
                  <a:moveTo>
                    <a:pt x="1919924" y="3238522"/>
                  </a:moveTo>
                  <a:lnTo>
                    <a:pt x="1867792" y="3268638"/>
                  </a:lnTo>
                  <a:lnTo>
                    <a:pt x="1868865" y="3270195"/>
                  </a:lnTo>
                  <a:lnTo>
                    <a:pt x="1921018" y="3240061"/>
                  </a:lnTo>
                  <a:lnTo>
                    <a:pt x="1919924" y="3238522"/>
                  </a:lnTo>
                  <a:close/>
                </a:path>
                <a:path w="7526655" h="4349750">
                  <a:moveTo>
                    <a:pt x="2128366" y="3118109"/>
                  </a:moveTo>
                  <a:lnTo>
                    <a:pt x="2079641" y="3146256"/>
                  </a:lnTo>
                  <a:lnTo>
                    <a:pt x="2079986" y="3148210"/>
                  </a:lnTo>
                  <a:lnTo>
                    <a:pt x="2128508" y="3120175"/>
                  </a:lnTo>
                  <a:lnTo>
                    <a:pt x="2128366" y="3118109"/>
                  </a:lnTo>
                  <a:close/>
                </a:path>
                <a:path w="7526655" h="4349750">
                  <a:moveTo>
                    <a:pt x="6797277" y="420962"/>
                  </a:moveTo>
                  <a:lnTo>
                    <a:pt x="6751245" y="447554"/>
                  </a:lnTo>
                  <a:lnTo>
                    <a:pt x="6751689" y="448923"/>
                  </a:lnTo>
                  <a:lnTo>
                    <a:pt x="6797606" y="422392"/>
                  </a:lnTo>
                  <a:lnTo>
                    <a:pt x="6797277" y="420962"/>
                  </a:lnTo>
                  <a:close/>
                </a:path>
                <a:path w="7526655" h="4349750">
                  <a:moveTo>
                    <a:pt x="5849186" y="968658"/>
                  </a:moveTo>
                  <a:lnTo>
                    <a:pt x="5802663" y="995533"/>
                  </a:lnTo>
                  <a:lnTo>
                    <a:pt x="5803144" y="996987"/>
                  </a:lnTo>
                  <a:lnTo>
                    <a:pt x="5849499" y="970204"/>
                  </a:lnTo>
                  <a:lnTo>
                    <a:pt x="5849186" y="968658"/>
                  </a:lnTo>
                  <a:close/>
                </a:path>
                <a:path w="7526655" h="4349750">
                  <a:moveTo>
                    <a:pt x="4474005" y="1763075"/>
                  </a:moveTo>
                  <a:lnTo>
                    <a:pt x="4427971" y="1789668"/>
                  </a:lnTo>
                  <a:lnTo>
                    <a:pt x="4428510" y="1791245"/>
                  </a:lnTo>
                  <a:lnTo>
                    <a:pt x="4474353" y="1764756"/>
                  </a:lnTo>
                  <a:lnTo>
                    <a:pt x="4474005" y="1763075"/>
                  </a:lnTo>
                  <a:close/>
                </a:path>
                <a:path w="7526655" h="4349750">
                  <a:moveTo>
                    <a:pt x="4230411" y="1903795"/>
                  </a:moveTo>
                  <a:lnTo>
                    <a:pt x="4179029" y="1933478"/>
                  </a:lnTo>
                  <a:lnTo>
                    <a:pt x="4180622" y="1934473"/>
                  </a:lnTo>
                  <a:lnTo>
                    <a:pt x="4232114" y="1904721"/>
                  </a:lnTo>
                  <a:lnTo>
                    <a:pt x="4230411" y="1903795"/>
                  </a:lnTo>
                  <a:close/>
                </a:path>
                <a:path w="7526655" h="4349750">
                  <a:moveTo>
                    <a:pt x="4124616" y="1964911"/>
                  </a:moveTo>
                  <a:lnTo>
                    <a:pt x="4079128" y="1991189"/>
                  </a:lnTo>
                  <a:lnTo>
                    <a:pt x="4079666" y="1992805"/>
                  </a:lnTo>
                  <a:lnTo>
                    <a:pt x="4125029" y="1966594"/>
                  </a:lnTo>
                  <a:lnTo>
                    <a:pt x="4124616" y="1964911"/>
                  </a:lnTo>
                  <a:close/>
                </a:path>
                <a:path w="7526655" h="4349750">
                  <a:moveTo>
                    <a:pt x="2805651" y="2726853"/>
                  </a:moveTo>
                  <a:lnTo>
                    <a:pt x="2754257" y="2756543"/>
                  </a:lnTo>
                  <a:lnTo>
                    <a:pt x="2755984" y="2757622"/>
                  </a:lnTo>
                  <a:lnTo>
                    <a:pt x="2807498" y="2727858"/>
                  </a:lnTo>
                  <a:lnTo>
                    <a:pt x="2805651" y="2726853"/>
                  </a:lnTo>
                  <a:close/>
                </a:path>
                <a:path w="7526655" h="4349750">
                  <a:moveTo>
                    <a:pt x="2699687" y="2788067"/>
                  </a:moveTo>
                  <a:lnTo>
                    <a:pt x="2654244" y="2814319"/>
                  </a:lnTo>
                  <a:lnTo>
                    <a:pt x="2654828" y="2816069"/>
                  </a:lnTo>
                  <a:lnTo>
                    <a:pt x="2700131" y="2789893"/>
                  </a:lnTo>
                  <a:lnTo>
                    <a:pt x="2699687" y="2788067"/>
                  </a:lnTo>
                  <a:close/>
                </a:path>
                <a:path w="7526655" h="4349750">
                  <a:moveTo>
                    <a:pt x="1695498" y="3368169"/>
                  </a:moveTo>
                  <a:lnTo>
                    <a:pt x="1650025" y="3394438"/>
                  </a:lnTo>
                  <a:lnTo>
                    <a:pt x="1650582" y="3396318"/>
                  </a:lnTo>
                  <a:lnTo>
                    <a:pt x="1695957" y="3370101"/>
                  </a:lnTo>
                  <a:lnTo>
                    <a:pt x="1695498" y="3368169"/>
                  </a:lnTo>
                  <a:close/>
                </a:path>
                <a:path w="7526655" h="4349750">
                  <a:moveTo>
                    <a:pt x="1352154" y="3566513"/>
                  </a:moveTo>
                  <a:lnTo>
                    <a:pt x="1306872" y="3592672"/>
                  </a:lnTo>
                  <a:lnTo>
                    <a:pt x="1307423" y="3594593"/>
                  </a:lnTo>
                  <a:lnTo>
                    <a:pt x="1352644" y="3568465"/>
                  </a:lnTo>
                  <a:lnTo>
                    <a:pt x="1352154" y="3566513"/>
                  </a:lnTo>
                  <a:close/>
                </a:path>
                <a:path w="7526655" h="4349750">
                  <a:moveTo>
                    <a:pt x="874639" y="3842365"/>
                  </a:moveTo>
                  <a:lnTo>
                    <a:pt x="823252" y="3872050"/>
                  </a:lnTo>
                  <a:lnTo>
                    <a:pt x="825160" y="3873243"/>
                  </a:lnTo>
                  <a:lnTo>
                    <a:pt x="876680" y="3843475"/>
                  </a:lnTo>
                  <a:lnTo>
                    <a:pt x="874639" y="3842365"/>
                  </a:lnTo>
                  <a:close/>
                </a:path>
                <a:path w="7526655" h="4349750">
                  <a:moveTo>
                    <a:pt x="769660" y="3903010"/>
                  </a:moveTo>
                  <a:lnTo>
                    <a:pt x="723304" y="3929789"/>
                  </a:lnTo>
                  <a:lnTo>
                    <a:pt x="723948" y="3931722"/>
                  </a:lnTo>
                  <a:lnTo>
                    <a:pt x="770102" y="3905055"/>
                  </a:lnTo>
                  <a:lnTo>
                    <a:pt x="769660" y="3903010"/>
                  </a:lnTo>
                  <a:close/>
                </a:path>
                <a:path w="7526655" h="4349750">
                  <a:moveTo>
                    <a:pt x="476988" y="4072081"/>
                  </a:moveTo>
                  <a:lnTo>
                    <a:pt x="430245" y="4099083"/>
                  </a:lnTo>
                  <a:lnTo>
                    <a:pt x="430895" y="4101047"/>
                  </a:lnTo>
                  <a:lnTo>
                    <a:pt x="477432" y="4074158"/>
                  </a:lnTo>
                  <a:lnTo>
                    <a:pt x="476988" y="4072081"/>
                  </a:lnTo>
                  <a:close/>
                </a:path>
                <a:path w="7526655" h="4349750">
                  <a:moveTo>
                    <a:pt x="2479502" y="2915264"/>
                  </a:moveTo>
                  <a:lnTo>
                    <a:pt x="2431855" y="2942789"/>
                  </a:lnTo>
                  <a:lnTo>
                    <a:pt x="2432452" y="2944557"/>
                  </a:lnTo>
                  <a:lnTo>
                    <a:pt x="2480106" y="2917023"/>
                  </a:lnTo>
                  <a:lnTo>
                    <a:pt x="2479502" y="2915264"/>
                  </a:lnTo>
                  <a:close/>
                </a:path>
                <a:path w="7526655" h="4349750">
                  <a:moveTo>
                    <a:pt x="2309335" y="3013567"/>
                  </a:moveTo>
                  <a:lnTo>
                    <a:pt x="2260816" y="3041595"/>
                  </a:lnTo>
                  <a:lnTo>
                    <a:pt x="2261554" y="3043301"/>
                  </a:lnTo>
                  <a:lnTo>
                    <a:pt x="2310097" y="3015253"/>
                  </a:lnTo>
                  <a:lnTo>
                    <a:pt x="2309335" y="3013567"/>
                  </a:lnTo>
                  <a:close/>
                </a:path>
                <a:path w="7526655" h="4349750">
                  <a:moveTo>
                    <a:pt x="255079" y="4200274"/>
                  </a:moveTo>
                  <a:lnTo>
                    <a:pt x="210475" y="4226041"/>
                  </a:lnTo>
                  <a:lnTo>
                    <a:pt x="211142" y="4228019"/>
                  </a:lnTo>
                  <a:lnTo>
                    <a:pt x="255743" y="4202249"/>
                  </a:lnTo>
                  <a:lnTo>
                    <a:pt x="255079" y="4200274"/>
                  </a:lnTo>
                  <a:close/>
                </a:path>
                <a:path w="7526655" h="4349750">
                  <a:moveTo>
                    <a:pt x="157182" y="4256827"/>
                  </a:moveTo>
                  <a:lnTo>
                    <a:pt x="136638" y="4268695"/>
                  </a:lnTo>
                  <a:lnTo>
                    <a:pt x="136597" y="4271091"/>
                  </a:lnTo>
                  <a:lnTo>
                    <a:pt x="157156" y="4259212"/>
                  </a:lnTo>
                  <a:lnTo>
                    <a:pt x="157182" y="4256827"/>
                  </a:lnTo>
                  <a:close/>
                </a:path>
                <a:path w="7526655" h="4349750">
                  <a:moveTo>
                    <a:pt x="126019" y="4274829"/>
                  </a:moveTo>
                  <a:lnTo>
                    <a:pt x="82858" y="4299763"/>
                  </a:lnTo>
                  <a:lnTo>
                    <a:pt x="84126" y="4301409"/>
                  </a:lnTo>
                  <a:lnTo>
                    <a:pt x="127353" y="4276432"/>
                  </a:lnTo>
                  <a:lnTo>
                    <a:pt x="126019" y="4274829"/>
                  </a:lnTo>
                  <a:close/>
                </a:path>
                <a:path w="7526655" h="4349750">
                  <a:moveTo>
                    <a:pt x="33330" y="4328374"/>
                  </a:moveTo>
                  <a:lnTo>
                    <a:pt x="0" y="4347629"/>
                  </a:lnTo>
                  <a:lnTo>
                    <a:pt x="667" y="4349631"/>
                  </a:lnTo>
                  <a:lnTo>
                    <a:pt x="33890" y="4330435"/>
                  </a:lnTo>
                  <a:lnTo>
                    <a:pt x="33330" y="4328374"/>
                  </a:lnTo>
                  <a:close/>
                </a:path>
                <a:path w="7526655" h="4349750">
                  <a:moveTo>
                    <a:pt x="7525987" y="0"/>
                  </a:moveTo>
                  <a:lnTo>
                    <a:pt x="7491922" y="19678"/>
                  </a:lnTo>
                  <a:lnTo>
                    <a:pt x="7492372" y="20960"/>
                  </a:lnTo>
                  <a:lnTo>
                    <a:pt x="7526420" y="1287"/>
                  </a:lnTo>
                  <a:lnTo>
                    <a:pt x="7525987" y="0"/>
                  </a:lnTo>
                  <a:close/>
                </a:path>
                <a:path w="7526655" h="4349750">
                  <a:moveTo>
                    <a:pt x="7472349" y="30985"/>
                  </a:moveTo>
                  <a:lnTo>
                    <a:pt x="7422155" y="59981"/>
                  </a:lnTo>
                  <a:lnTo>
                    <a:pt x="7423493" y="60758"/>
                  </a:lnTo>
                  <a:lnTo>
                    <a:pt x="7473593" y="31810"/>
                  </a:lnTo>
                  <a:lnTo>
                    <a:pt x="7472349" y="30985"/>
                  </a:lnTo>
                  <a:close/>
                </a:path>
                <a:path w="7526655" h="4349750">
                  <a:moveTo>
                    <a:pt x="7341165" y="106768"/>
                  </a:moveTo>
                  <a:lnTo>
                    <a:pt x="7307918" y="125974"/>
                  </a:lnTo>
                  <a:lnTo>
                    <a:pt x="7308363" y="127279"/>
                  </a:lnTo>
                  <a:lnTo>
                    <a:pt x="7341412" y="108184"/>
                  </a:lnTo>
                  <a:lnTo>
                    <a:pt x="7341165" y="106768"/>
                  </a:lnTo>
                  <a:close/>
                </a:path>
                <a:path w="7526655" h="4349750">
                  <a:moveTo>
                    <a:pt x="6345066" y="682196"/>
                  </a:moveTo>
                  <a:lnTo>
                    <a:pt x="6310691" y="702054"/>
                  </a:lnTo>
                  <a:lnTo>
                    <a:pt x="6311179" y="703447"/>
                  </a:lnTo>
                  <a:lnTo>
                    <a:pt x="6345541" y="683593"/>
                  </a:lnTo>
                  <a:lnTo>
                    <a:pt x="6345066" y="682196"/>
                  </a:lnTo>
                  <a:close/>
                </a:path>
                <a:path w="7526655" h="4349750">
                  <a:moveTo>
                    <a:pt x="6291117" y="713362"/>
                  </a:moveTo>
                  <a:lnTo>
                    <a:pt x="6240666" y="742507"/>
                  </a:lnTo>
                  <a:lnTo>
                    <a:pt x="6242119" y="743350"/>
                  </a:lnTo>
                  <a:lnTo>
                    <a:pt x="6292444" y="714272"/>
                  </a:lnTo>
                  <a:lnTo>
                    <a:pt x="6291117" y="713362"/>
                  </a:lnTo>
                  <a:close/>
                </a:path>
                <a:path w="7526655" h="4349750">
                  <a:moveTo>
                    <a:pt x="6159993" y="789110"/>
                  </a:moveTo>
                  <a:lnTo>
                    <a:pt x="6126689" y="808349"/>
                  </a:lnTo>
                  <a:lnTo>
                    <a:pt x="6127172" y="809766"/>
                  </a:lnTo>
                  <a:lnTo>
                    <a:pt x="6160262" y="790647"/>
                  </a:lnTo>
                  <a:lnTo>
                    <a:pt x="6159993" y="789110"/>
                  </a:lnTo>
                  <a:close/>
                </a:path>
                <a:path w="7526655" h="4349750">
                  <a:moveTo>
                    <a:pt x="5066168" y="1420993"/>
                  </a:moveTo>
                  <a:lnTo>
                    <a:pt x="4908356" y="1512158"/>
                  </a:lnTo>
                  <a:lnTo>
                    <a:pt x="4908218" y="1514072"/>
                  </a:lnTo>
                  <a:lnTo>
                    <a:pt x="5067068" y="1422289"/>
                  </a:lnTo>
                  <a:lnTo>
                    <a:pt x="5066168" y="1420993"/>
                  </a:lnTo>
                  <a:close/>
                </a:path>
                <a:path w="7526655" h="4349750">
                  <a:moveTo>
                    <a:pt x="1034886" y="3749793"/>
                  </a:moveTo>
                  <a:lnTo>
                    <a:pt x="985340" y="3778415"/>
                  </a:lnTo>
                  <a:lnTo>
                    <a:pt x="986432" y="3780060"/>
                  </a:lnTo>
                  <a:lnTo>
                    <a:pt x="1035995" y="3751423"/>
                  </a:lnTo>
                  <a:lnTo>
                    <a:pt x="1034886" y="3749793"/>
                  </a:lnTo>
                  <a:close/>
                </a:path>
                <a:path w="7526655" h="4349750">
                  <a:moveTo>
                    <a:pt x="6584776" y="543720"/>
                  </a:moveTo>
                  <a:lnTo>
                    <a:pt x="6538605" y="570393"/>
                  </a:lnTo>
                  <a:lnTo>
                    <a:pt x="6539037" y="571792"/>
                  </a:lnTo>
                  <a:lnTo>
                    <a:pt x="6585102" y="545176"/>
                  </a:lnTo>
                  <a:lnTo>
                    <a:pt x="6584776" y="543720"/>
                  </a:lnTo>
                  <a:close/>
                </a:path>
                <a:path w="7526655" h="4349750">
                  <a:moveTo>
                    <a:pt x="5599349" y="1112984"/>
                  </a:moveTo>
                  <a:lnTo>
                    <a:pt x="5552492" y="1140052"/>
                  </a:lnTo>
                  <a:lnTo>
                    <a:pt x="5552958" y="1141544"/>
                  </a:lnTo>
                  <a:lnTo>
                    <a:pt x="5599673" y="1114552"/>
                  </a:lnTo>
                  <a:lnTo>
                    <a:pt x="5599349" y="1112984"/>
                  </a:lnTo>
                  <a:close/>
                </a:path>
                <a:path w="7526655" h="4349750">
                  <a:moveTo>
                    <a:pt x="5315652" y="1276871"/>
                  </a:moveTo>
                  <a:lnTo>
                    <a:pt x="5269196" y="1303707"/>
                  </a:lnTo>
                  <a:lnTo>
                    <a:pt x="5269666" y="1305228"/>
                  </a:lnTo>
                  <a:lnTo>
                    <a:pt x="5315969" y="1278475"/>
                  </a:lnTo>
                  <a:lnTo>
                    <a:pt x="5315652" y="1276871"/>
                  </a:lnTo>
                  <a:close/>
                </a:path>
                <a:path w="7526655" h="4349750">
                  <a:moveTo>
                    <a:pt x="3875801" y="2108647"/>
                  </a:moveTo>
                  <a:lnTo>
                    <a:pt x="3829020" y="2135671"/>
                  </a:lnTo>
                  <a:lnTo>
                    <a:pt x="3829547" y="2137323"/>
                  </a:lnTo>
                  <a:lnTo>
                    <a:pt x="3876192" y="2110371"/>
                  </a:lnTo>
                  <a:lnTo>
                    <a:pt x="3875801" y="2108647"/>
                  </a:lnTo>
                  <a:close/>
                </a:path>
                <a:path w="7526655" h="4349750">
                  <a:moveTo>
                    <a:pt x="3241269" y="2475205"/>
                  </a:moveTo>
                  <a:lnTo>
                    <a:pt x="3193704" y="2502682"/>
                  </a:lnTo>
                  <a:lnTo>
                    <a:pt x="3194623" y="2504179"/>
                  </a:lnTo>
                  <a:lnTo>
                    <a:pt x="3242193" y="2476693"/>
                  </a:lnTo>
                  <a:lnTo>
                    <a:pt x="3241269" y="2475205"/>
                  </a:lnTo>
                  <a:close/>
                </a:path>
                <a:path w="7526655" h="4349750">
                  <a:moveTo>
                    <a:pt x="3282988" y="2451104"/>
                  </a:moveTo>
                  <a:lnTo>
                    <a:pt x="3262047" y="2463202"/>
                  </a:lnTo>
                  <a:lnTo>
                    <a:pt x="3262047" y="2465221"/>
                  </a:lnTo>
                  <a:lnTo>
                    <a:pt x="3282902" y="2453171"/>
                  </a:lnTo>
                  <a:lnTo>
                    <a:pt x="3282988" y="2451104"/>
                  </a:lnTo>
                  <a:close/>
                </a:path>
              </a:pathLst>
            </a:custGeom>
            <a:solidFill>
              <a:srgbClr val="282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37666" y="989202"/>
              <a:ext cx="7651115" cy="4421505"/>
            </a:xfrm>
            <a:custGeom>
              <a:avLst/>
              <a:gdLst/>
              <a:ahLst/>
              <a:cxnLst/>
              <a:rect l="l" t="t" r="r" b="b"/>
              <a:pathLst>
                <a:path w="7651115" h="4421505">
                  <a:moveTo>
                    <a:pt x="34137" y="4402188"/>
                  </a:moveTo>
                  <a:lnTo>
                    <a:pt x="33578" y="4400156"/>
                  </a:lnTo>
                  <a:lnTo>
                    <a:pt x="33223" y="4398823"/>
                  </a:lnTo>
                  <a:lnTo>
                    <a:pt x="0" y="4418025"/>
                  </a:lnTo>
                  <a:lnTo>
                    <a:pt x="431" y="4419320"/>
                  </a:lnTo>
                  <a:lnTo>
                    <a:pt x="1092" y="4421289"/>
                  </a:lnTo>
                  <a:lnTo>
                    <a:pt x="34137" y="4402188"/>
                  </a:lnTo>
                  <a:close/>
                </a:path>
                <a:path w="7651115" h="4421505">
                  <a:moveTo>
                    <a:pt x="128866" y="4347438"/>
                  </a:moveTo>
                  <a:lnTo>
                    <a:pt x="127558" y="4345876"/>
                  </a:lnTo>
                  <a:lnTo>
                    <a:pt x="126682" y="4344822"/>
                  </a:lnTo>
                  <a:lnTo>
                    <a:pt x="83464" y="4369803"/>
                  </a:lnTo>
                  <a:lnTo>
                    <a:pt x="84289" y="4370870"/>
                  </a:lnTo>
                  <a:lnTo>
                    <a:pt x="85534" y="4372483"/>
                  </a:lnTo>
                  <a:lnTo>
                    <a:pt x="128866" y="4347438"/>
                  </a:lnTo>
                  <a:close/>
                </a:path>
                <a:path w="7651115" h="4421505">
                  <a:moveTo>
                    <a:pt x="156489" y="4327601"/>
                  </a:moveTo>
                  <a:lnTo>
                    <a:pt x="135928" y="4339488"/>
                  </a:lnTo>
                  <a:lnTo>
                    <a:pt x="135902" y="4341050"/>
                  </a:lnTo>
                  <a:lnTo>
                    <a:pt x="135864" y="4343400"/>
                  </a:lnTo>
                  <a:lnTo>
                    <a:pt x="156451" y="4331500"/>
                  </a:lnTo>
                  <a:lnTo>
                    <a:pt x="156476" y="4329176"/>
                  </a:lnTo>
                  <a:lnTo>
                    <a:pt x="156489" y="4327601"/>
                  </a:lnTo>
                  <a:close/>
                </a:path>
                <a:path w="7651115" h="4421505">
                  <a:moveTo>
                    <a:pt x="256159" y="4273867"/>
                  </a:moveTo>
                  <a:lnTo>
                    <a:pt x="255511" y="4271950"/>
                  </a:lnTo>
                  <a:lnTo>
                    <a:pt x="255079" y="4270641"/>
                  </a:lnTo>
                  <a:lnTo>
                    <a:pt x="210477" y="4296410"/>
                  </a:lnTo>
                  <a:lnTo>
                    <a:pt x="210921" y="4297718"/>
                  </a:lnTo>
                  <a:lnTo>
                    <a:pt x="211556" y="4299636"/>
                  </a:lnTo>
                  <a:lnTo>
                    <a:pt x="256159" y="4273867"/>
                  </a:lnTo>
                  <a:close/>
                </a:path>
                <a:path w="7651115" h="4421505">
                  <a:moveTo>
                    <a:pt x="477494" y="4145940"/>
                  </a:moveTo>
                  <a:lnTo>
                    <a:pt x="477062" y="4143972"/>
                  </a:lnTo>
                  <a:lnTo>
                    <a:pt x="476770" y="4142549"/>
                  </a:lnTo>
                  <a:lnTo>
                    <a:pt x="430225" y="4169435"/>
                  </a:lnTo>
                  <a:lnTo>
                    <a:pt x="430669" y="4170769"/>
                  </a:lnTo>
                  <a:lnTo>
                    <a:pt x="431266" y="4172648"/>
                  </a:lnTo>
                  <a:lnTo>
                    <a:pt x="477494" y="4145940"/>
                  </a:lnTo>
                  <a:close/>
                </a:path>
                <a:path w="7651115" h="4421505">
                  <a:moveTo>
                    <a:pt x="770153" y="3976776"/>
                  </a:moveTo>
                  <a:lnTo>
                    <a:pt x="769747" y="3974896"/>
                  </a:lnTo>
                  <a:lnTo>
                    <a:pt x="769429" y="3973449"/>
                  </a:lnTo>
                  <a:lnTo>
                    <a:pt x="723277" y="4000119"/>
                  </a:lnTo>
                  <a:lnTo>
                    <a:pt x="723734" y="4001478"/>
                  </a:lnTo>
                  <a:lnTo>
                    <a:pt x="724331" y="4003268"/>
                  </a:lnTo>
                  <a:lnTo>
                    <a:pt x="770153" y="3976776"/>
                  </a:lnTo>
                  <a:close/>
                </a:path>
                <a:path w="7651115" h="4421505">
                  <a:moveTo>
                    <a:pt x="879335" y="3913670"/>
                  </a:moveTo>
                  <a:lnTo>
                    <a:pt x="877468" y="3912666"/>
                  </a:lnTo>
                  <a:lnTo>
                    <a:pt x="876007" y="3911866"/>
                  </a:lnTo>
                  <a:lnTo>
                    <a:pt x="824496" y="3941635"/>
                  </a:lnTo>
                  <a:lnTo>
                    <a:pt x="825855" y="3942486"/>
                  </a:lnTo>
                  <a:lnTo>
                    <a:pt x="827595" y="3943578"/>
                  </a:lnTo>
                  <a:lnTo>
                    <a:pt x="879335" y="3913670"/>
                  </a:lnTo>
                  <a:close/>
                </a:path>
                <a:path w="7651115" h="4421505">
                  <a:moveTo>
                    <a:pt x="1037132" y="3822471"/>
                  </a:moveTo>
                  <a:lnTo>
                    <a:pt x="1036142" y="3821011"/>
                  </a:lnTo>
                  <a:lnTo>
                    <a:pt x="1035329" y="3819817"/>
                  </a:lnTo>
                  <a:lnTo>
                    <a:pt x="985761" y="3848455"/>
                  </a:lnTo>
                  <a:lnTo>
                    <a:pt x="986561" y="3849649"/>
                  </a:lnTo>
                  <a:lnTo>
                    <a:pt x="987539" y="3851135"/>
                  </a:lnTo>
                  <a:lnTo>
                    <a:pt x="1037132" y="3822471"/>
                  </a:lnTo>
                  <a:close/>
                </a:path>
                <a:path w="7651115" h="4421505">
                  <a:moveTo>
                    <a:pt x="1352778" y="3640036"/>
                  </a:moveTo>
                  <a:lnTo>
                    <a:pt x="1352346" y="3638334"/>
                  </a:lnTo>
                  <a:lnTo>
                    <a:pt x="1351978" y="3636861"/>
                  </a:lnTo>
                  <a:lnTo>
                    <a:pt x="1306753" y="3662984"/>
                  </a:lnTo>
                  <a:lnTo>
                    <a:pt x="1307172" y="3664432"/>
                  </a:lnTo>
                  <a:lnTo>
                    <a:pt x="1307655" y="3666109"/>
                  </a:lnTo>
                  <a:lnTo>
                    <a:pt x="1352778" y="3640036"/>
                  </a:lnTo>
                  <a:close/>
                </a:path>
                <a:path w="7651115" h="4421505">
                  <a:moveTo>
                    <a:pt x="1696034" y="3441636"/>
                  </a:moveTo>
                  <a:lnTo>
                    <a:pt x="1695653" y="3440011"/>
                  </a:lnTo>
                  <a:lnTo>
                    <a:pt x="1695284" y="3438487"/>
                  </a:lnTo>
                  <a:lnTo>
                    <a:pt x="1649907" y="3464712"/>
                  </a:lnTo>
                  <a:lnTo>
                    <a:pt x="1650352" y="3466185"/>
                  </a:lnTo>
                  <a:lnTo>
                    <a:pt x="1650822" y="3467760"/>
                  </a:lnTo>
                  <a:lnTo>
                    <a:pt x="1696034" y="3441636"/>
                  </a:lnTo>
                  <a:close/>
                </a:path>
                <a:path w="7651115" h="4421505">
                  <a:moveTo>
                    <a:pt x="1922132" y="3310953"/>
                  </a:moveTo>
                  <a:lnTo>
                    <a:pt x="1921230" y="3309696"/>
                  </a:lnTo>
                  <a:lnTo>
                    <a:pt x="1920354" y="3308451"/>
                  </a:lnTo>
                  <a:lnTo>
                    <a:pt x="1868195" y="3338588"/>
                  </a:lnTo>
                  <a:lnTo>
                    <a:pt x="1869059" y="3339846"/>
                  </a:lnTo>
                  <a:lnTo>
                    <a:pt x="1869935" y="3341116"/>
                  </a:lnTo>
                  <a:lnTo>
                    <a:pt x="1922132" y="3310953"/>
                  </a:lnTo>
                  <a:close/>
                </a:path>
                <a:path w="7651115" h="4421505">
                  <a:moveTo>
                    <a:pt x="2128075" y="3191916"/>
                  </a:moveTo>
                  <a:lnTo>
                    <a:pt x="2127961" y="3190278"/>
                  </a:lnTo>
                  <a:lnTo>
                    <a:pt x="2127834" y="3188563"/>
                  </a:lnTo>
                  <a:lnTo>
                    <a:pt x="2079320" y="3216605"/>
                  </a:lnTo>
                  <a:lnTo>
                    <a:pt x="2079599" y="3218218"/>
                  </a:lnTo>
                  <a:lnTo>
                    <a:pt x="2079879" y="3219767"/>
                  </a:lnTo>
                  <a:lnTo>
                    <a:pt x="2128075" y="3191916"/>
                  </a:lnTo>
                  <a:close/>
                </a:path>
                <a:path w="7651115" h="4421505">
                  <a:moveTo>
                    <a:pt x="2310828" y="3086290"/>
                  </a:moveTo>
                  <a:lnTo>
                    <a:pt x="2310155" y="3085033"/>
                  </a:lnTo>
                  <a:lnTo>
                    <a:pt x="2309431" y="3083649"/>
                  </a:lnTo>
                  <a:lnTo>
                    <a:pt x="2260892" y="3111690"/>
                  </a:lnTo>
                  <a:lnTo>
                    <a:pt x="2261514" y="3113125"/>
                  </a:lnTo>
                  <a:lnTo>
                    <a:pt x="2261844" y="3113913"/>
                  </a:lnTo>
                  <a:lnTo>
                    <a:pt x="2262111" y="3114446"/>
                  </a:lnTo>
                  <a:lnTo>
                    <a:pt x="2310828" y="3086290"/>
                  </a:lnTo>
                  <a:close/>
                </a:path>
                <a:path w="7651115" h="4421505">
                  <a:moveTo>
                    <a:pt x="2480411" y="2988259"/>
                  </a:moveTo>
                  <a:lnTo>
                    <a:pt x="2479954" y="2986938"/>
                  </a:lnTo>
                  <a:lnTo>
                    <a:pt x="2479433" y="2985414"/>
                  </a:lnTo>
                  <a:lnTo>
                    <a:pt x="2431783" y="3012948"/>
                  </a:lnTo>
                  <a:lnTo>
                    <a:pt x="2432304" y="3014472"/>
                  </a:lnTo>
                  <a:lnTo>
                    <a:pt x="2432748" y="3015818"/>
                  </a:lnTo>
                  <a:lnTo>
                    <a:pt x="2480411" y="2988259"/>
                  </a:lnTo>
                  <a:close/>
                </a:path>
                <a:path w="7651115" h="4421505">
                  <a:moveTo>
                    <a:pt x="2700185" y="2861246"/>
                  </a:moveTo>
                  <a:lnTo>
                    <a:pt x="2699855" y="2859900"/>
                  </a:lnTo>
                  <a:lnTo>
                    <a:pt x="2699461" y="2858287"/>
                  </a:lnTo>
                  <a:lnTo>
                    <a:pt x="2654160" y="2884462"/>
                  </a:lnTo>
                  <a:lnTo>
                    <a:pt x="2654681" y="2886011"/>
                  </a:lnTo>
                  <a:lnTo>
                    <a:pt x="2655100" y="2887294"/>
                  </a:lnTo>
                  <a:lnTo>
                    <a:pt x="2700185" y="2861246"/>
                  </a:lnTo>
                  <a:close/>
                </a:path>
                <a:path w="7651115" h="4421505">
                  <a:moveTo>
                    <a:pt x="2809811" y="2797873"/>
                  </a:moveTo>
                  <a:lnTo>
                    <a:pt x="2808490" y="2797149"/>
                  </a:lnTo>
                  <a:lnTo>
                    <a:pt x="2806827" y="2796248"/>
                  </a:lnTo>
                  <a:lnTo>
                    <a:pt x="2755315" y="2826016"/>
                  </a:lnTo>
                  <a:lnTo>
                    <a:pt x="2756852" y="2826982"/>
                  </a:lnTo>
                  <a:lnTo>
                    <a:pt x="2758109" y="2827756"/>
                  </a:lnTo>
                  <a:lnTo>
                    <a:pt x="2809811" y="2797873"/>
                  </a:lnTo>
                  <a:close/>
                </a:path>
                <a:path w="7651115" h="4421505">
                  <a:moveTo>
                    <a:pt x="3243021" y="2547493"/>
                  </a:moveTo>
                  <a:lnTo>
                    <a:pt x="3242399" y="2546489"/>
                  </a:lnTo>
                  <a:lnTo>
                    <a:pt x="3241522" y="2545080"/>
                  </a:lnTo>
                  <a:lnTo>
                    <a:pt x="3193961" y="2572575"/>
                  </a:lnTo>
                  <a:lnTo>
                    <a:pt x="3194812" y="2573972"/>
                  </a:lnTo>
                  <a:lnTo>
                    <a:pt x="3195434" y="2574988"/>
                  </a:lnTo>
                  <a:lnTo>
                    <a:pt x="3243021" y="2547493"/>
                  </a:lnTo>
                  <a:close/>
                </a:path>
                <a:path w="7651115" h="4421505">
                  <a:moveTo>
                    <a:pt x="3282238" y="2521559"/>
                  </a:moveTo>
                  <a:lnTo>
                    <a:pt x="3261385" y="2533612"/>
                  </a:lnTo>
                  <a:lnTo>
                    <a:pt x="3261385" y="2535517"/>
                  </a:lnTo>
                  <a:lnTo>
                    <a:pt x="3261385" y="2536875"/>
                  </a:lnTo>
                  <a:lnTo>
                    <a:pt x="3282099" y="2524899"/>
                  </a:lnTo>
                  <a:lnTo>
                    <a:pt x="3282150" y="2523528"/>
                  </a:lnTo>
                  <a:lnTo>
                    <a:pt x="3282238" y="2521559"/>
                  </a:lnTo>
                  <a:close/>
                </a:path>
                <a:path w="7651115" h="4421505">
                  <a:moveTo>
                    <a:pt x="3450907" y="2427325"/>
                  </a:moveTo>
                  <a:lnTo>
                    <a:pt x="3450259" y="2426411"/>
                  </a:lnTo>
                  <a:lnTo>
                    <a:pt x="3449282" y="2425039"/>
                  </a:lnTo>
                  <a:lnTo>
                    <a:pt x="3397161" y="2455164"/>
                  </a:lnTo>
                  <a:lnTo>
                    <a:pt x="3398113" y="2456535"/>
                  </a:lnTo>
                  <a:lnTo>
                    <a:pt x="3398774" y="2457462"/>
                  </a:lnTo>
                  <a:lnTo>
                    <a:pt x="3450907" y="2427325"/>
                  </a:lnTo>
                  <a:close/>
                </a:path>
                <a:path w="7651115" h="4421505">
                  <a:moveTo>
                    <a:pt x="3656647" y="2308415"/>
                  </a:moveTo>
                  <a:lnTo>
                    <a:pt x="3656558" y="2307234"/>
                  </a:lnTo>
                  <a:lnTo>
                    <a:pt x="3656431" y="2305354"/>
                  </a:lnTo>
                  <a:lnTo>
                    <a:pt x="3609390" y="2332532"/>
                  </a:lnTo>
                  <a:lnTo>
                    <a:pt x="3609695" y="2334298"/>
                  </a:lnTo>
                  <a:lnTo>
                    <a:pt x="3609898" y="2335428"/>
                  </a:lnTo>
                  <a:lnTo>
                    <a:pt x="3656647" y="2308415"/>
                  </a:lnTo>
                  <a:close/>
                </a:path>
                <a:path w="7651115" h="4421505">
                  <a:moveTo>
                    <a:pt x="3876154" y="2181542"/>
                  </a:moveTo>
                  <a:lnTo>
                    <a:pt x="3875925" y="2180513"/>
                  </a:lnTo>
                  <a:lnTo>
                    <a:pt x="3875519" y="2178761"/>
                  </a:lnTo>
                  <a:lnTo>
                    <a:pt x="3828885" y="2205710"/>
                  </a:lnTo>
                  <a:lnTo>
                    <a:pt x="3829405" y="2207387"/>
                  </a:lnTo>
                  <a:lnTo>
                    <a:pt x="3829723" y="2208377"/>
                  </a:lnTo>
                  <a:lnTo>
                    <a:pt x="3876154" y="2181542"/>
                  </a:lnTo>
                  <a:close/>
                </a:path>
                <a:path w="7651115" h="4421505">
                  <a:moveTo>
                    <a:pt x="4125023" y="2037702"/>
                  </a:moveTo>
                  <a:lnTo>
                    <a:pt x="4124795" y="2036749"/>
                  </a:lnTo>
                  <a:lnTo>
                    <a:pt x="4124363" y="2034984"/>
                  </a:lnTo>
                  <a:lnTo>
                    <a:pt x="4078998" y="2061197"/>
                  </a:lnTo>
                  <a:lnTo>
                    <a:pt x="4079557" y="2062873"/>
                  </a:lnTo>
                  <a:lnTo>
                    <a:pt x="4079862" y="2063800"/>
                  </a:lnTo>
                  <a:lnTo>
                    <a:pt x="4125023" y="2037702"/>
                  </a:lnTo>
                  <a:close/>
                </a:path>
                <a:path w="7651115" h="4421505">
                  <a:moveTo>
                    <a:pt x="4234180" y="1974608"/>
                  </a:moveTo>
                  <a:lnTo>
                    <a:pt x="4233240" y="1974088"/>
                  </a:lnTo>
                  <a:lnTo>
                    <a:pt x="4231449" y="1973110"/>
                  </a:lnTo>
                  <a:lnTo>
                    <a:pt x="4179951" y="2002866"/>
                  </a:lnTo>
                  <a:lnTo>
                    <a:pt x="4181627" y="2003907"/>
                  </a:lnTo>
                  <a:lnTo>
                    <a:pt x="4182516" y="2004466"/>
                  </a:lnTo>
                  <a:lnTo>
                    <a:pt x="4234180" y="1974608"/>
                  </a:lnTo>
                  <a:close/>
                </a:path>
                <a:path w="7651115" h="4421505">
                  <a:moveTo>
                    <a:pt x="4474248" y="1835848"/>
                  </a:moveTo>
                  <a:lnTo>
                    <a:pt x="4474070" y="1834972"/>
                  </a:lnTo>
                  <a:lnTo>
                    <a:pt x="4473689" y="1833143"/>
                  </a:lnTo>
                  <a:lnTo>
                    <a:pt x="4427842" y="1859635"/>
                  </a:lnTo>
                  <a:lnTo>
                    <a:pt x="4428426" y="1861337"/>
                  </a:lnTo>
                  <a:lnTo>
                    <a:pt x="4428706" y="1862175"/>
                  </a:lnTo>
                  <a:lnTo>
                    <a:pt x="4474248" y="1835848"/>
                  </a:lnTo>
                  <a:close/>
                </a:path>
                <a:path w="7651115" h="4421505">
                  <a:moveTo>
                    <a:pt x="5067859" y="1492745"/>
                  </a:moveTo>
                  <a:lnTo>
                    <a:pt x="5067452" y="1492186"/>
                  </a:lnTo>
                  <a:lnTo>
                    <a:pt x="5066398" y="1490675"/>
                  </a:lnTo>
                  <a:lnTo>
                    <a:pt x="4907546" y="1582458"/>
                  </a:lnTo>
                  <a:lnTo>
                    <a:pt x="4907508" y="1582966"/>
                  </a:lnTo>
                  <a:lnTo>
                    <a:pt x="4907318" y="1584693"/>
                  </a:lnTo>
                  <a:lnTo>
                    <a:pt x="4907204" y="1585607"/>
                  </a:lnTo>
                  <a:lnTo>
                    <a:pt x="5067859" y="1492745"/>
                  </a:lnTo>
                  <a:close/>
                </a:path>
                <a:path w="7651115" h="4421505">
                  <a:moveTo>
                    <a:pt x="5315813" y="1349438"/>
                  </a:moveTo>
                  <a:lnTo>
                    <a:pt x="5315686" y="1348790"/>
                  </a:lnTo>
                  <a:lnTo>
                    <a:pt x="5315305" y="1346873"/>
                  </a:lnTo>
                  <a:lnTo>
                    <a:pt x="5269001" y="1373619"/>
                  </a:lnTo>
                  <a:lnTo>
                    <a:pt x="5269560" y="1375435"/>
                  </a:lnTo>
                  <a:lnTo>
                    <a:pt x="5269750" y="1376057"/>
                  </a:lnTo>
                  <a:lnTo>
                    <a:pt x="5315813" y="1349438"/>
                  </a:lnTo>
                  <a:close/>
                </a:path>
                <a:path w="7651115" h="4421505">
                  <a:moveTo>
                    <a:pt x="5599519" y="1185456"/>
                  </a:moveTo>
                  <a:lnTo>
                    <a:pt x="5599404" y="1184884"/>
                  </a:lnTo>
                  <a:lnTo>
                    <a:pt x="5599011" y="1182941"/>
                  </a:lnTo>
                  <a:lnTo>
                    <a:pt x="5552287" y="1209941"/>
                  </a:lnTo>
                  <a:lnTo>
                    <a:pt x="5552859" y="1211770"/>
                  </a:lnTo>
                  <a:lnTo>
                    <a:pt x="5553037" y="1212316"/>
                  </a:lnTo>
                  <a:lnTo>
                    <a:pt x="5599519" y="1185456"/>
                  </a:lnTo>
                  <a:close/>
                </a:path>
                <a:path w="7651115" h="4421505">
                  <a:moveTo>
                    <a:pt x="5849328" y="1041069"/>
                  </a:moveTo>
                  <a:lnTo>
                    <a:pt x="5849226" y="1040561"/>
                  </a:lnTo>
                  <a:lnTo>
                    <a:pt x="5848832" y="1038593"/>
                  </a:lnTo>
                  <a:lnTo>
                    <a:pt x="5802477" y="1065377"/>
                  </a:lnTo>
                  <a:lnTo>
                    <a:pt x="5803087" y="1067219"/>
                  </a:lnTo>
                  <a:lnTo>
                    <a:pt x="5803239" y="1067701"/>
                  </a:lnTo>
                  <a:lnTo>
                    <a:pt x="5849328" y="1041069"/>
                  </a:lnTo>
                  <a:close/>
                </a:path>
                <a:path w="7651115" h="4421505">
                  <a:moveTo>
                    <a:pt x="6160020" y="861491"/>
                  </a:moveTo>
                  <a:lnTo>
                    <a:pt x="6159944" y="861072"/>
                  </a:lnTo>
                  <a:lnTo>
                    <a:pt x="6159589" y="859040"/>
                  </a:lnTo>
                  <a:lnTo>
                    <a:pt x="6126505" y="878154"/>
                  </a:lnTo>
                  <a:lnTo>
                    <a:pt x="6127140" y="880021"/>
                  </a:lnTo>
                  <a:lnTo>
                    <a:pt x="6127280" y="880414"/>
                  </a:lnTo>
                  <a:lnTo>
                    <a:pt x="6160020" y="861491"/>
                  </a:lnTo>
                  <a:close/>
                </a:path>
                <a:path w="7651115" h="4421505">
                  <a:moveTo>
                    <a:pt x="6293891" y="784110"/>
                  </a:moveTo>
                  <a:lnTo>
                    <a:pt x="6293561" y="783882"/>
                  </a:lnTo>
                  <a:lnTo>
                    <a:pt x="6291783" y="782662"/>
                  </a:lnTo>
                  <a:lnTo>
                    <a:pt x="6241453" y="811745"/>
                  </a:lnTo>
                  <a:lnTo>
                    <a:pt x="6243383" y="812863"/>
                  </a:lnTo>
                  <a:lnTo>
                    <a:pt x="6243764" y="813092"/>
                  </a:lnTo>
                  <a:lnTo>
                    <a:pt x="6293891" y="784110"/>
                  </a:lnTo>
                  <a:close/>
                </a:path>
                <a:path w="7651115" h="4421505">
                  <a:moveTo>
                    <a:pt x="6345631" y="754214"/>
                  </a:moveTo>
                  <a:lnTo>
                    <a:pt x="6345517" y="753872"/>
                  </a:lnTo>
                  <a:lnTo>
                    <a:pt x="6344869" y="751992"/>
                  </a:lnTo>
                  <a:lnTo>
                    <a:pt x="6310515" y="771842"/>
                  </a:lnTo>
                  <a:lnTo>
                    <a:pt x="6311163" y="773709"/>
                  </a:lnTo>
                  <a:lnTo>
                    <a:pt x="6311290" y="774052"/>
                  </a:lnTo>
                  <a:lnTo>
                    <a:pt x="6345631" y="754214"/>
                  </a:lnTo>
                  <a:close/>
                </a:path>
                <a:path w="7651115" h="4421505">
                  <a:moveTo>
                    <a:pt x="6584950" y="615886"/>
                  </a:moveTo>
                  <a:lnTo>
                    <a:pt x="6584886" y="615594"/>
                  </a:lnTo>
                  <a:lnTo>
                    <a:pt x="6584429" y="613575"/>
                  </a:lnTo>
                  <a:lnTo>
                    <a:pt x="6538366" y="640181"/>
                  </a:lnTo>
                  <a:lnTo>
                    <a:pt x="6538963" y="642124"/>
                  </a:lnTo>
                  <a:lnTo>
                    <a:pt x="6539052" y="642404"/>
                  </a:lnTo>
                  <a:lnTo>
                    <a:pt x="6584950" y="615886"/>
                  </a:lnTo>
                  <a:close/>
                </a:path>
                <a:path w="7651115" h="4421505">
                  <a:moveTo>
                    <a:pt x="6797459" y="493052"/>
                  </a:moveTo>
                  <a:lnTo>
                    <a:pt x="6797408" y="492823"/>
                  </a:lnTo>
                  <a:lnTo>
                    <a:pt x="6796938" y="490778"/>
                  </a:lnTo>
                  <a:lnTo>
                    <a:pt x="6751028" y="517309"/>
                  </a:lnTo>
                  <a:lnTo>
                    <a:pt x="6751650" y="519252"/>
                  </a:lnTo>
                  <a:lnTo>
                    <a:pt x="6751726" y="519493"/>
                  </a:lnTo>
                  <a:lnTo>
                    <a:pt x="6797459" y="493052"/>
                  </a:lnTo>
                  <a:close/>
                </a:path>
                <a:path w="7651115" h="4421505">
                  <a:moveTo>
                    <a:pt x="6932714" y="414883"/>
                  </a:moveTo>
                  <a:lnTo>
                    <a:pt x="6932600" y="414731"/>
                  </a:lnTo>
                  <a:lnTo>
                    <a:pt x="6931419" y="413080"/>
                  </a:lnTo>
                  <a:lnTo>
                    <a:pt x="6879958" y="442823"/>
                  </a:lnTo>
                  <a:lnTo>
                    <a:pt x="6881076" y="444487"/>
                  </a:lnTo>
                  <a:lnTo>
                    <a:pt x="6881190" y="444652"/>
                  </a:lnTo>
                  <a:lnTo>
                    <a:pt x="6932714" y="414883"/>
                  </a:lnTo>
                  <a:close/>
                </a:path>
                <a:path w="7651115" h="4421505">
                  <a:moveTo>
                    <a:pt x="7650505" y="0"/>
                  </a:moveTo>
                  <a:lnTo>
                    <a:pt x="7526426" y="71678"/>
                  </a:lnTo>
                  <a:lnTo>
                    <a:pt x="7525753" y="69684"/>
                  </a:lnTo>
                  <a:lnTo>
                    <a:pt x="7491704" y="89357"/>
                  </a:lnTo>
                  <a:lnTo>
                    <a:pt x="7492390" y="91338"/>
                  </a:lnTo>
                  <a:lnTo>
                    <a:pt x="7474852" y="101473"/>
                  </a:lnTo>
                  <a:lnTo>
                    <a:pt x="7472921" y="100203"/>
                  </a:lnTo>
                  <a:lnTo>
                    <a:pt x="7422820" y="129146"/>
                  </a:lnTo>
                  <a:lnTo>
                    <a:pt x="7424877" y="130340"/>
                  </a:lnTo>
                  <a:lnTo>
                    <a:pt x="7341121" y="178727"/>
                  </a:lnTo>
                  <a:lnTo>
                    <a:pt x="7340740" y="176580"/>
                  </a:lnTo>
                  <a:lnTo>
                    <a:pt x="7307694" y="195668"/>
                  </a:lnTo>
                  <a:lnTo>
                    <a:pt x="7308355" y="197650"/>
                  </a:lnTo>
                  <a:lnTo>
                    <a:pt x="7138962" y="295503"/>
                  </a:lnTo>
                  <a:lnTo>
                    <a:pt x="7138810" y="293255"/>
                  </a:lnTo>
                  <a:lnTo>
                    <a:pt x="7091896" y="320357"/>
                  </a:lnTo>
                  <a:lnTo>
                    <a:pt x="7092277" y="322478"/>
                  </a:lnTo>
                  <a:lnTo>
                    <a:pt x="7092302" y="322643"/>
                  </a:lnTo>
                  <a:lnTo>
                    <a:pt x="7650505" y="0"/>
                  </a:lnTo>
                  <a:close/>
                </a:path>
              </a:pathLst>
            </a:custGeom>
            <a:solidFill>
              <a:srgbClr val="2B2B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38762" y="1060909"/>
              <a:ext cx="7526020" cy="4351020"/>
            </a:xfrm>
            <a:custGeom>
              <a:avLst/>
              <a:gdLst/>
              <a:ahLst/>
              <a:cxnLst/>
              <a:rect l="l" t="t" r="r" b="b"/>
              <a:pathLst>
                <a:path w="7526020" h="4351020">
                  <a:moveTo>
                    <a:pt x="6931618" y="343169"/>
                  </a:moveTo>
                  <a:lnTo>
                    <a:pt x="6880105" y="372943"/>
                  </a:lnTo>
                  <a:lnTo>
                    <a:pt x="6881173" y="374530"/>
                  </a:lnTo>
                  <a:lnTo>
                    <a:pt x="6932732" y="344734"/>
                  </a:lnTo>
                  <a:lnTo>
                    <a:pt x="6931618" y="343169"/>
                  </a:lnTo>
                  <a:close/>
                </a:path>
                <a:path w="7526020" h="4351020">
                  <a:moveTo>
                    <a:pt x="7137888" y="223947"/>
                  </a:moveTo>
                  <a:lnTo>
                    <a:pt x="7091212" y="250925"/>
                  </a:lnTo>
                  <a:lnTo>
                    <a:pt x="7091570" y="252942"/>
                  </a:lnTo>
                  <a:lnTo>
                    <a:pt x="7138035" y="226091"/>
                  </a:lnTo>
                  <a:lnTo>
                    <a:pt x="7137888" y="223947"/>
                  </a:lnTo>
                  <a:close/>
                </a:path>
                <a:path w="7526020" h="4351020">
                  <a:moveTo>
                    <a:pt x="3449820" y="2355616"/>
                  </a:moveTo>
                  <a:lnTo>
                    <a:pt x="3397678" y="2385753"/>
                  </a:lnTo>
                  <a:lnTo>
                    <a:pt x="3398607" y="2387083"/>
                  </a:lnTo>
                  <a:lnTo>
                    <a:pt x="3450764" y="2356942"/>
                  </a:lnTo>
                  <a:lnTo>
                    <a:pt x="3449820" y="2355616"/>
                  </a:lnTo>
                  <a:close/>
                </a:path>
                <a:path w="7526020" h="4351020">
                  <a:moveTo>
                    <a:pt x="3655552" y="2236704"/>
                  </a:moveTo>
                  <a:lnTo>
                    <a:pt x="3608811" y="2263721"/>
                  </a:lnTo>
                  <a:lnTo>
                    <a:pt x="3609113" y="2265433"/>
                  </a:lnTo>
                  <a:lnTo>
                    <a:pt x="3655678" y="2238524"/>
                  </a:lnTo>
                  <a:lnTo>
                    <a:pt x="3655552" y="2236704"/>
                  </a:lnTo>
                  <a:close/>
                </a:path>
                <a:path w="7526020" h="4351020">
                  <a:moveTo>
                    <a:pt x="1921037" y="3239238"/>
                  </a:moveTo>
                  <a:lnTo>
                    <a:pt x="1868848" y="3269403"/>
                  </a:lnTo>
                  <a:lnTo>
                    <a:pt x="1869695" y="3270632"/>
                  </a:lnTo>
                  <a:lnTo>
                    <a:pt x="1921906" y="3240460"/>
                  </a:lnTo>
                  <a:lnTo>
                    <a:pt x="1921037" y="3239238"/>
                  </a:lnTo>
                  <a:close/>
                </a:path>
                <a:path w="7526020" h="4351020">
                  <a:moveTo>
                    <a:pt x="2126980" y="3120205"/>
                  </a:moveTo>
                  <a:lnTo>
                    <a:pt x="2078789" y="3148059"/>
                  </a:lnTo>
                  <a:lnTo>
                    <a:pt x="2079068" y="3149637"/>
                  </a:lnTo>
                  <a:lnTo>
                    <a:pt x="2127094" y="3121883"/>
                  </a:lnTo>
                  <a:lnTo>
                    <a:pt x="2126980" y="3120205"/>
                  </a:lnTo>
                  <a:close/>
                </a:path>
                <a:path w="7526020" h="4351020">
                  <a:moveTo>
                    <a:pt x="6796371" y="421341"/>
                  </a:moveTo>
                  <a:lnTo>
                    <a:pt x="6750637" y="447775"/>
                  </a:lnTo>
                  <a:lnTo>
                    <a:pt x="6751235" y="449620"/>
                  </a:lnTo>
                  <a:lnTo>
                    <a:pt x="6796817" y="423278"/>
                  </a:lnTo>
                  <a:lnTo>
                    <a:pt x="6796371" y="421341"/>
                  </a:lnTo>
                  <a:close/>
                </a:path>
                <a:path w="7526020" h="4351020">
                  <a:moveTo>
                    <a:pt x="5848243" y="969350"/>
                  </a:moveTo>
                  <a:lnTo>
                    <a:pt x="5802155" y="995988"/>
                  </a:lnTo>
                  <a:lnTo>
                    <a:pt x="5802701" y="997772"/>
                  </a:lnTo>
                  <a:lnTo>
                    <a:pt x="5848625" y="971233"/>
                  </a:lnTo>
                  <a:lnTo>
                    <a:pt x="5848243" y="969350"/>
                  </a:lnTo>
                  <a:close/>
                </a:path>
                <a:path w="7526020" h="4351020">
                  <a:moveTo>
                    <a:pt x="4473155" y="1764138"/>
                  </a:moveTo>
                  <a:lnTo>
                    <a:pt x="4427618" y="1790458"/>
                  </a:lnTo>
                  <a:lnTo>
                    <a:pt x="4428118" y="1792135"/>
                  </a:lnTo>
                  <a:lnTo>
                    <a:pt x="4473520" y="1765898"/>
                  </a:lnTo>
                  <a:lnTo>
                    <a:pt x="4473155" y="1764138"/>
                  </a:lnTo>
                  <a:close/>
                </a:path>
                <a:path w="7526020" h="4351020">
                  <a:moveTo>
                    <a:pt x="4233095" y="1902890"/>
                  </a:moveTo>
                  <a:lnTo>
                    <a:pt x="4181427" y="1932754"/>
                  </a:lnTo>
                  <a:lnTo>
                    <a:pt x="4183042" y="1933763"/>
                  </a:lnTo>
                  <a:lnTo>
                    <a:pt x="4234831" y="1903834"/>
                  </a:lnTo>
                  <a:lnTo>
                    <a:pt x="4233095" y="1902890"/>
                  </a:lnTo>
                  <a:close/>
                </a:path>
                <a:path w="7526020" h="4351020">
                  <a:moveTo>
                    <a:pt x="4123937" y="1965983"/>
                  </a:moveTo>
                  <a:lnTo>
                    <a:pt x="4078776" y="1992085"/>
                  </a:lnTo>
                  <a:lnTo>
                    <a:pt x="4079316" y="1993706"/>
                  </a:lnTo>
                  <a:lnTo>
                    <a:pt x="4124353" y="1967679"/>
                  </a:lnTo>
                  <a:lnTo>
                    <a:pt x="4123937" y="1965983"/>
                  </a:lnTo>
                  <a:close/>
                </a:path>
                <a:path w="7526020" h="4351020">
                  <a:moveTo>
                    <a:pt x="2808728" y="2726161"/>
                  </a:moveTo>
                  <a:lnTo>
                    <a:pt x="2757021" y="2756047"/>
                  </a:lnTo>
                  <a:lnTo>
                    <a:pt x="2758521" y="2756985"/>
                  </a:lnTo>
                  <a:lnTo>
                    <a:pt x="2810341" y="2727039"/>
                  </a:lnTo>
                  <a:lnTo>
                    <a:pt x="2808728" y="2726161"/>
                  </a:lnTo>
                  <a:close/>
                </a:path>
                <a:path w="7526020" h="4351020">
                  <a:moveTo>
                    <a:pt x="2699093" y="2789529"/>
                  </a:moveTo>
                  <a:lnTo>
                    <a:pt x="2654015" y="2815583"/>
                  </a:lnTo>
                  <a:lnTo>
                    <a:pt x="2654517" y="2817088"/>
                  </a:lnTo>
                  <a:lnTo>
                    <a:pt x="2699477" y="2791106"/>
                  </a:lnTo>
                  <a:lnTo>
                    <a:pt x="2699093" y="2789529"/>
                  </a:lnTo>
                  <a:close/>
                </a:path>
                <a:path w="7526020" h="4351020">
                  <a:moveTo>
                    <a:pt x="1694945" y="3369917"/>
                  </a:moveTo>
                  <a:lnTo>
                    <a:pt x="1649729" y="3396051"/>
                  </a:lnTo>
                  <a:lnTo>
                    <a:pt x="1650159" y="3397501"/>
                  </a:lnTo>
                  <a:lnTo>
                    <a:pt x="1695301" y="3371413"/>
                  </a:lnTo>
                  <a:lnTo>
                    <a:pt x="1694945" y="3369917"/>
                  </a:lnTo>
                  <a:close/>
                </a:path>
                <a:path w="7526020" h="4351020">
                  <a:moveTo>
                    <a:pt x="1351683" y="3568319"/>
                  </a:moveTo>
                  <a:lnTo>
                    <a:pt x="1306562" y="3594399"/>
                  </a:lnTo>
                  <a:lnTo>
                    <a:pt x="1306971" y="3595827"/>
                  </a:lnTo>
                  <a:lnTo>
                    <a:pt x="1352049" y="3569777"/>
                  </a:lnTo>
                  <a:lnTo>
                    <a:pt x="1351683" y="3568319"/>
                  </a:lnTo>
                  <a:close/>
                </a:path>
                <a:path w="7526020" h="4351020">
                  <a:moveTo>
                    <a:pt x="878246" y="3841961"/>
                  </a:moveTo>
                  <a:lnTo>
                    <a:pt x="826511" y="3871864"/>
                  </a:lnTo>
                  <a:lnTo>
                    <a:pt x="827856" y="3872705"/>
                  </a:lnTo>
                  <a:lnTo>
                    <a:pt x="879693" y="3842748"/>
                  </a:lnTo>
                  <a:lnTo>
                    <a:pt x="878246" y="3841961"/>
                  </a:lnTo>
                  <a:close/>
                </a:path>
                <a:path w="7526020" h="4351020">
                  <a:moveTo>
                    <a:pt x="769066" y="3905067"/>
                  </a:moveTo>
                  <a:lnTo>
                    <a:pt x="723241" y="3931553"/>
                  </a:lnTo>
                  <a:lnTo>
                    <a:pt x="723691" y="3932901"/>
                  </a:lnTo>
                  <a:lnTo>
                    <a:pt x="769376" y="3906500"/>
                  </a:lnTo>
                  <a:lnTo>
                    <a:pt x="769066" y="3905067"/>
                  </a:lnTo>
                  <a:close/>
                </a:path>
                <a:path w="7526020" h="4351020">
                  <a:moveTo>
                    <a:pt x="476400" y="4074225"/>
                  </a:moveTo>
                  <a:lnTo>
                    <a:pt x="430183" y="4100938"/>
                  </a:lnTo>
                  <a:lnTo>
                    <a:pt x="430634" y="4102257"/>
                  </a:lnTo>
                  <a:lnTo>
                    <a:pt x="476701" y="4075635"/>
                  </a:lnTo>
                  <a:lnTo>
                    <a:pt x="476400" y="4074225"/>
                  </a:lnTo>
                  <a:close/>
                </a:path>
                <a:path w="7526020" h="4351020">
                  <a:moveTo>
                    <a:pt x="2479327" y="2916552"/>
                  </a:moveTo>
                  <a:lnTo>
                    <a:pt x="2431663" y="2944101"/>
                  </a:lnTo>
                  <a:lnTo>
                    <a:pt x="2432165" y="2945584"/>
                  </a:lnTo>
                  <a:lnTo>
                    <a:pt x="2479836" y="2918035"/>
                  </a:lnTo>
                  <a:lnTo>
                    <a:pt x="2479327" y="2916552"/>
                  </a:lnTo>
                  <a:close/>
                </a:path>
                <a:path w="7526020" h="4351020">
                  <a:moveTo>
                    <a:pt x="2309734" y="3014575"/>
                  </a:moveTo>
                  <a:lnTo>
                    <a:pt x="2261021" y="3042730"/>
                  </a:lnTo>
                  <a:lnTo>
                    <a:pt x="2261701" y="3044094"/>
                  </a:lnTo>
                  <a:lnTo>
                    <a:pt x="2310451" y="3015922"/>
                  </a:lnTo>
                  <a:lnTo>
                    <a:pt x="2309734" y="3014575"/>
                  </a:lnTo>
                  <a:close/>
                </a:path>
                <a:path w="7526020" h="4351020">
                  <a:moveTo>
                    <a:pt x="255070" y="4202152"/>
                  </a:moveTo>
                  <a:lnTo>
                    <a:pt x="210473" y="4227928"/>
                  </a:lnTo>
                  <a:lnTo>
                    <a:pt x="210912" y="4229233"/>
                  </a:lnTo>
                  <a:lnTo>
                    <a:pt x="255510" y="4203460"/>
                  </a:lnTo>
                  <a:lnTo>
                    <a:pt x="255070" y="4202152"/>
                  </a:lnTo>
                  <a:close/>
                </a:path>
                <a:path w="7526020" h="4351020">
                  <a:moveTo>
                    <a:pt x="155356" y="4259785"/>
                  </a:moveTo>
                  <a:lnTo>
                    <a:pt x="134773" y="4271682"/>
                  </a:lnTo>
                  <a:lnTo>
                    <a:pt x="134746" y="4273248"/>
                  </a:lnTo>
                  <a:lnTo>
                    <a:pt x="155339" y="4261348"/>
                  </a:lnTo>
                  <a:lnTo>
                    <a:pt x="155356" y="4259785"/>
                  </a:lnTo>
                  <a:close/>
                </a:path>
                <a:path w="7526020" h="4351020">
                  <a:moveTo>
                    <a:pt x="127774" y="4275727"/>
                  </a:moveTo>
                  <a:lnTo>
                    <a:pt x="84439" y="4300775"/>
                  </a:lnTo>
                  <a:lnTo>
                    <a:pt x="85263" y="4301845"/>
                  </a:lnTo>
                  <a:lnTo>
                    <a:pt x="128645" y="4276774"/>
                  </a:lnTo>
                  <a:lnTo>
                    <a:pt x="127774" y="4275727"/>
                  </a:lnTo>
                  <a:close/>
                </a:path>
                <a:path w="7526020" h="4351020">
                  <a:moveTo>
                    <a:pt x="33046" y="4330479"/>
                  </a:moveTo>
                  <a:lnTo>
                    <a:pt x="0" y="4349580"/>
                  </a:lnTo>
                  <a:lnTo>
                    <a:pt x="429" y="4350869"/>
                  </a:lnTo>
                  <a:lnTo>
                    <a:pt x="33408" y="4331812"/>
                  </a:lnTo>
                  <a:lnTo>
                    <a:pt x="33046" y="4330479"/>
                  </a:lnTo>
                  <a:close/>
                </a:path>
                <a:path w="7526020" h="4351020">
                  <a:moveTo>
                    <a:pt x="7525347" y="0"/>
                  </a:moveTo>
                  <a:lnTo>
                    <a:pt x="7491325" y="19664"/>
                  </a:lnTo>
                  <a:lnTo>
                    <a:pt x="7491984" y="21545"/>
                  </a:lnTo>
                  <a:lnTo>
                    <a:pt x="7525985" y="1896"/>
                  </a:lnTo>
                  <a:lnTo>
                    <a:pt x="7525347" y="0"/>
                  </a:lnTo>
                  <a:close/>
                </a:path>
                <a:path w="7526020" h="4351020">
                  <a:moveTo>
                    <a:pt x="7473802" y="29792"/>
                  </a:moveTo>
                  <a:lnTo>
                    <a:pt x="7423850" y="58664"/>
                  </a:lnTo>
                  <a:lnTo>
                    <a:pt x="7425797" y="59795"/>
                  </a:lnTo>
                  <a:lnTo>
                    <a:pt x="7475568" y="31032"/>
                  </a:lnTo>
                  <a:lnTo>
                    <a:pt x="7474721" y="30401"/>
                  </a:lnTo>
                  <a:lnTo>
                    <a:pt x="7473802" y="29792"/>
                  </a:lnTo>
                  <a:close/>
                </a:path>
                <a:path w="7526020" h="4351020">
                  <a:moveTo>
                    <a:pt x="7340046" y="107102"/>
                  </a:moveTo>
                  <a:lnTo>
                    <a:pt x="7307310" y="126023"/>
                  </a:lnTo>
                  <a:lnTo>
                    <a:pt x="7307949" y="127898"/>
                  </a:lnTo>
                  <a:lnTo>
                    <a:pt x="7340403" y="109143"/>
                  </a:lnTo>
                  <a:lnTo>
                    <a:pt x="7340046" y="107102"/>
                  </a:lnTo>
                  <a:close/>
                </a:path>
                <a:path w="7526020" h="4351020">
                  <a:moveTo>
                    <a:pt x="6344539" y="682496"/>
                  </a:moveTo>
                  <a:lnTo>
                    <a:pt x="6310199" y="702344"/>
                  </a:lnTo>
                  <a:lnTo>
                    <a:pt x="6310825" y="704130"/>
                  </a:lnTo>
                  <a:lnTo>
                    <a:pt x="6345150" y="684294"/>
                  </a:lnTo>
                  <a:lnTo>
                    <a:pt x="6344539" y="682496"/>
                  </a:lnTo>
                  <a:close/>
                </a:path>
                <a:path w="7526020" h="4351020">
                  <a:moveTo>
                    <a:pt x="6292800" y="712400"/>
                  </a:moveTo>
                  <a:lnTo>
                    <a:pt x="6242674" y="741372"/>
                  </a:lnTo>
                  <a:lnTo>
                    <a:pt x="6244523" y="742446"/>
                  </a:lnTo>
                  <a:lnTo>
                    <a:pt x="6294454" y="713591"/>
                  </a:lnTo>
                  <a:lnTo>
                    <a:pt x="6293621" y="712962"/>
                  </a:lnTo>
                  <a:lnTo>
                    <a:pt x="6292800" y="712400"/>
                  </a:lnTo>
                  <a:close/>
                </a:path>
                <a:path w="7526020" h="4351020">
                  <a:moveTo>
                    <a:pt x="6158932" y="789774"/>
                  </a:moveTo>
                  <a:lnTo>
                    <a:pt x="6126185" y="808702"/>
                  </a:lnTo>
                  <a:lnTo>
                    <a:pt x="6126792" y="810482"/>
                  </a:lnTo>
                  <a:lnTo>
                    <a:pt x="6159271" y="791712"/>
                  </a:lnTo>
                  <a:lnTo>
                    <a:pt x="6158932" y="789774"/>
                  </a:lnTo>
                  <a:close/>
                </a:path>
                <a:path w="7526020" h="4351020">
                  <a:moveTo>
                    <a:pt x="5066766" y="1421036"/>
                  </a:moveTo>
                  <a:lnTo>
                    <a:pt x="4906118" y="1513889"/>
                  </a:lnTo>
                  <a:lnTo>
                    <a:pt x="4905867" y="1516047"/>
                  </a:lnTo>
                  <a:lnTo>
                    <a:pt x="5067794" y="1422470"/>
                  </a:lnTo>
                  <a:lnTo>
                    <a:pt x="5066766" y="1421036"/>
                  </a:lnTo>
                  <a:close/>
                </a:path>
                <a:path w="7526020" h="4351020">
                  <a:moveTo>
                    <a:pt x="1036041" y="3750757"/>
                  </a:moveTo>
                  <a:lnTo>
                    <a:pt x="986453" y="3779419"/>
                  </a:lnTo>
                  <a:lnTo>
                    <a:pt x="987237" y="3780600"/>
                  </a:lnTo>
                  <a:lnTo>
                    <a:pt x="1036841" y="3751934"/>
                  </a:lnTo>
                  <a:lnTo>
                    <a:pt x="1036041" y="3750757"/>
                  </a:lnTo>
                  <a:close/>
                </a:path>
                <a:path w="7526020" h="4351020">
                  <a:moveTo>
                    <a:pt x="6583863" y="544169"/>
                  </a:moveTo>
                  <a:lnTo>
                    <a:pt x="6537967" y="570696"/>
                  </a:lnTo>
                  <a:lnTo>
                    <a:pt x="6538537" y="572537"/>
                  </a:lnTo>
                  <a:lnTo>
                    <a:pt x="6584294" y="546094"/>
                  </a:lnTo>
                  <a:lnTo>
                    <a:pt x="6583863" y="544169"/>
                  </a:lnTo>
                  <a:close/>
                </a:path>
                <a:path w="7526020" h="4351020">
                  <a:moveTo>
                    <a:pt x="5598435" y="1113737"/>
                  </a:moveTo>
                  <a:lnTo>
                    <a:pt x="5551945" y="1140607"/>
                  </a:lnTo>
                  <a:lnTo>
                    <a:pt x="5552493" y="1142365"/>
                  </a:lnTo>
                  <a:lnTo>
                    <a:pt x="5598819" y="1115594"/>
                  </a:lnTo>
                  <a:lnTo>
                    <a:pt x="5598435" y="1113737"/>
                  </a:lnTo>
                  <a:close/>
                </a:path>
                <a:path w="7526020" h="4351020">
                  <a:moveTo>
                    <a:pt x="5314720" y="1277721"/>
                  </a:moveTo>
                  <a:lnTo>
                    <a:pt x="5268662" y="1304342"/>
                  </a:lnTo>
                  <a:lnTo>
                    <a:pt x="5269199" y="1306080"/>
                  </a:lnTo>
                  <a:lnTo>
                    <a:pt x="5315084" y="1279563"/>
                  </a:lnTo>
                  <a:lnTo>
                    <a:pt x="5314720" y="1277721"/>
                  </a:lnTo>
                  <a:close/>
                </a:path>
                <a:path w="7526020" h="4351020">
                  <a:moveTo>
                    <a:pt x="3875064" y="2109829"/>
                  </a:moveTo>
                  <a:lnTo>
                    <a:pt x="3828638" y="2136663"/>
                  </a:lnTo>
                  <a:lnTo>
                    <a:pt x="3829151" y="2138274"/>
                  </a:lnTo>
                  <a:lnTo>
                    <a:pt x="3875448" y="2111520"/>
                  </a:lnTo>
                  <a:lnTo>
                    <a:pt x="3875064" y="2109829"/>
                  </a:lnTo>
                  <a:close/>
                </a:path>
                <a:path w="7526020" h="4351020">
                  <a:moveTo>
                    <a:pt x="3241927" y="2475776"/>
                  </a:moveTo>
                  <a:lnTo>
                    <a:pt x="3194350" y="2503275"/>
                  </a:lnTo>
                  <a:lnTo>
                    <a:pt x="3195187" y="2504638"/>
                  </a:lnTo>
                  <a:lnTo>
                    <a:pt x="3242772" y="2477139"/>
                  </a:lnTo>
                  <a:lnTo>
                    <a:pt x="3241927" y="2475776"/>
                  </a:lnTo>
                  <a:close/>
                </a:path>
                <a:path w="7526020" h="4351020">
                  <a:moveTo>
                    <a:pt x="3281006" y="2453189"/>
                  </a:moveTo>
                  <a:lnTo>
                    <a:pt x="3260289" y="2465163"/>
                  </a:lnTo>
                  <a:lnTo>
                    <a:pt x="3260289" y="2467016"/>
                  </a:lnTo>
                  <a:lnTo>
                    <a:pt x="3280926" y="2455090"/>
                  </a:lnTo>
                  <a:lnTo>
                    <a:pt x="3281006" y="2453189"/>
                  </a:lnTo>
                  <a:close/>
                </a:path>
              </a:pathLst>
            </a:custGeom>
            <a:solidFill>
              <a:srgbClr val="2D2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39190" y="1062811"/>
              <a:ext cx="7527290" cy="4353560"/>
            </a:xfrm>
            <a:custGeom>
              <a:avLst/>
              <a:gdLst/>
              <a:ahLst/>
              <a:cxnLst/>
              <a:rect l="l" t="t" r="r" b="b"/>
              <a:pathLst>
                <a:path w="7527290" h="4353560">
                  <a:moveTo>
                    <a:pt x="34112" y="4334091"/>
                  </a:moveTo>
                  <a:lnTo>
                    <a:pt x="33896" y="4333316"/>
                  </a:lnTo>
                  <a:lnTo>
                    <a:pt x="33528" y="4331982"/>
                  </a:lnTo>
                  <a:lnTo>
                    <a:pt x="32969" y="4329912"/>
                  </a:lnTo>
                  <a:lnTo>
                    <a:pt x="0" y="4348975"/>
                  </a:lnTo>
                  <a:lnTo>
                    <a:pt x="660" y="4350982"/>
                  </a:lnTo>
                  <a:lnTo>
                    <a:pt x="1092" y="4352264"/>
                  </a:lnTo>
                  <a:lnTo>
                    <a:pt x="1346" y="4353014"/>
                  </a:lnTo>
                  <a:lnTo>
                    <a:pt x="34112" y="4334091"/>
                  </a:lnTo>
                  <a:close/>
                </a:path>
                <a:path w="7527290" h="4353560">
                  <a:moveTo>
                    <a:pt x="130924" y="4278147"/>
                  </a:moveTo>
                  <a:lnTo>
                    <a:pt x="130416" y="4277538"/>
                  </a:lnTo>
                  <a:lnTo>
                    <a:pt x="129552" y="4276483"/>
                  </a:lnTo>
                  <a:lnTo>
                    <a:pt x="128206" y="4274883"/>
                  </a:lnTo>
                  <a:lnTo>
                    <a:pt x="84823" y="4299953"/>
                  </a:lnTo>
                  <a:lnTo>
                    <a:pt x="86093" y="4301591"/>
                  </a:lnTo>
                  <a:lnTo>
                    <a:pt x="86931" y="4302671"/>
                  </a:lnTo>
                  <a:lnTo>
                    <a:pt x="87401" y="4303293"/>
                  </a:lnTo>
                  <a:lnTo>
                    <a:pt x="130924" y="4278147"/>
                  </a:lnTo>
                  <a:close/>
                </a:path>
                <a:path w="7527290" h="4353560">
                  <a:moveTo>
                    <a:pt x="154901" y="4259453"/>
                  </a:moveTo>
                  <a:lnTo>
                    <a:pt x="134315" y="4271353"/>
                  </a:lnTo>
                  <a:lnTo>
                    <a:pt x="134277" y="4273753"/>
                  </a:lnTo>
                  <a:lnTo>
                    <a:pt x="134239" y="4275328"/>
                  </a:lnTo>
                  <a:lnTo>
                    <a:pt x="134226" y="4276242"/>
                  </a:lnTo>
                  <a:lnTo>
                    <a:pt x="154851" y="4264317"/>
                  </a:lnTo>
                  <a:lnTo>
                    <a:pt x="154863" y="4263415"/>
                  </a:lnTo>
                  <a:lnTo>
                    <a:pt x="154876" y="4261840"/>
                  </a:lnTo>
                  <a:lnTo>
                    <a:pt x="154901" y="4259453"/>
                  </a:lnTo>
                  <a:close/>
                </a:path>
                <a:path w="7527290" h="4353560">
                  <a:moveTo>
                    <a:pt x="256438" y="4205630"/>
                  </a:moveTo>
                  <a:lnTo>
                    <a:pt x="256184" y="4204855"/>
                  </a:lnTo>
                  <a:lnTo>
                    <a:pt x="255739" y="4203547"/>
                  </a:lnTo>
                  <a:lnTo>
                    <a:pt x="255079" y="4201566"/>
                  </a:lnTo>
                  <a:lnTo>
                    <a:pt x="210477" y="4227334"/>
                  </a:lnTo>
                  <a:lnTo>
                    <a:pt x="211150" y="4229316"/>
                  </a:lnTo>
                  <a:lnTo>
                    <a:pt x="211582" y="4230624"/>
                  </a:lnTo>
                  <a:lnTo>
                    <a:pt x="211848" y="4231386"/>
                  </a:lnTo>
                  <a:lnTo>
                    <a:pt x="256438" y="4205630"/>
                  </a:lnTo>
                  <a:close/>
                </a:path>
                <a:path w="7527290" h="4353560">
                  <a:moveTo>
                    <a:pt x="477189" y="4078071"/>
                  </a:moveTo>
                  <a:lnTo>
                    <a:pt x="477012" y="4077246"/>
                  </a:lnTo>
                  <a:lnTo>
                    <a:pt x="476719" y="4075823"/>
                  </a:lnTo>
                  <a:lnTo>
                    <a:pt x="476262" y="4073741"/>
                  </a:lnTo>
                  <a:lnTo>
                    <a:pt x="430199" y="4100360"/>
                  </a:lnTo>
                  <a:lnTo>
                    <a:pt x="430847" y="4102328"/>
                  </a:lnTo>
                  <a:lnTo>
                    <a:pt x="431292" y="4103674"/>
                  </a:lnTo>
                  <a:lnTo>
                    <a:pt x="431546" y="4104449"/>
                  </a:lnTo>
                  <a:lnTo>
                    <a:pt x="477189" y="4078071"/>
                  </a:lnTo>
                  <a:close/>
                </a:path>
                <a:path w="7527290" h="4353560">
                  <a:moveTo>
                    <a:pt x="769886" y="3908958"/>
                  </a:moveTo>
                  <a:lnTo>
                    <a:pt x="769696" y="3908107"/>
                  </a:lnTo>
                  <a:lnTo>
                    <a:pt x="769391" y="3906659"/>
                  </a:lnTo>
                  <a:lnTo>
                    <a:pt x="768946" y="3904602"/>
                  </a:lnTo>
                  <a:lnTo>
                    <a:pt x="723252" y="3931005"/>
                  </a:lnTo>
                  <a:lnTo>
                    <a:pt x="723900" y="3932961"/>
                  </a:lnTo>
                  <a:lnTo>
                    <a:pt x="724357" y="3934307"/>
                  </a:lnTo>
                  <a:lnTo>
                    <a:pt x="724623" y="3935107"/>
                  </a:lnTo>
                  <a:lnTo>
                    <a:pt x="769886" y="3908958"/>
                  </a:lnTo>
                  <a:close/>
                </a:path>
                <a:path w="7527290" h="4353560">
                  <a:moveTo>
                    <a:pt x="883640" y="3843236"/>
                  </a:moveTo>
                  <a:lnTo>
                    <a:pt x="882777" y="3842766"/>
                  </a:lnTo>
                  <a:lnTo>
                    <a:pt x="881316" y="3841966"/>
                  </a:lnTo>
                  <a:lnTo>
                    <a:pt x="879259" y="3840848"/>
                  </a:lnTo>
                  <a:lnTo>
                    <a:pt x="827417" y="3870807"/>
                  </a:lnTo>
                  <a:lnTo>
                    <a:pt x="829348" y="3872014"/>
                  </a:lnTo>
                  <a:lnTo>
                    <a:pt x="830707" y="3872865"/>
                  </a:lnTo>
                  <a:lnTo>
                    <a:pt x="831494" y="3873360"/>
                  </a:lnTo>
                  <a:lnTo>
                    <a:pt x="883640" y="3843236"/>
                  </a:lnTo>
                  <a:close/>
                </a:path>
                <a:path w="7527290" h="4353560">
                  <a:moveTo>
                    <a:pt x="1038809" y="3753574"/>
                  </a:moveTo>
                  <a:lnTo>
                    <a:pt x="1038339" y="3752875"/>
                  </a:lnTo>
                  <a:lnTo>
                    <a:pt x="1037526" y="3751681"/>
                  </a:lnTo>
                  <a:lnTo>
                    <a:pt x="1036408" y="3750043"/>
                  </a:lnTo>
                  <a:lnTo>
                    <a:pt x="986802" y="3778707"/>
                  </a:lnTo>
                  <a:lnTo>
                    <a:pt x="987907" y="3780358"/>
                  </a:lnTo>
                  <a:lnTo>
                    <a:pt x="988695" y="3781552"/>
                  </a:lnTo>
                  <a:lnTo>
                    <a:pt x="989164" y="3782263"/>
                  </a:lnTo>
                  <a:lnTo>
                    <a:pt x="1038809" y="3753574"/>
                  </a:lnTo>
                  <a:close/>
                </a:path>
                <a:path w="7527290" h="4353560">
                  <a:moveTo>
                    <a:pt x="1352702" y="3572205"/>
                  </a:moveTo>
                  <a:lnTo>
                    <a:pt x="1352486" y="3571329"/>
                  </a:lnTo>
                  <a:lnTo>
                    <a:pt x="1352105" y="3569855"/>
                  </a:lnTo>
                  <a:lnTo>
                    <a:pt x="1351610" y="3567887"/>
                  </a:lnTo>
                  <a:lnTo>
                    <a:pt x="1306537" y="3593935"/>
                  </a:lnTo>
                  <a:lnTo>
                    <a:pt x="1307096" y="3595878"/>
                  </a:lnTo>
                  <a:lnTo>
                    <a:pt x="1307503" y="3597325"/>
                  </a:lnTo>
                  <a:lnTo>
                    <a:pt x="1307757" y="3598176"/>
                  </a:lnTo>
                  <a:lnTo>
                    <a:pt x="1352702" y="3572205"/>
                  </a:lnTo>
                  <a:close/>
                </a:path>
                <a:path w="7527290" h="4353560">
                  <a:moveTo>
                    <a:pt x="1695907" y="3373907"/>
                  </a:moveTo>
                  <a:lnTo>
                    <a:pt x="1695691" y="3372993"/>
                  </a:lnTo>
                  <a:lnTo>
                    <a:pt x="1695335" y="3371481"/>
                  </a:lnTo>
                  <a:lnTo>
                    <a:pt x="1694865" y="3369513"/>
                  </a:lnTo>
                  <a:lnTo>
                    <a:pt x="1649730" y="3395611"/>
                  </a:lnTo>
                  <a:lnTo>
                    <a:pt x="1650288" y="3397504"/>
                  </a:lnTo>
                  <a:lnTo>
                    <a:pt x="1650720" y="3398990"/>
                  </a:lnTo>
                  <a:lnTo>
                    <a:pt x="1650987" y="3399866"/>
                  </a:lnTo>
                  <a:lnTo>
                    <a:pt x="1695907" y="3373907"/>
                  </a:lnTo>
                  <a:close/>
                </a:path>
                <a:path w="7527290" h="4353560">
                  <a:moveTo>
                    <a:pt x="1923999" y="3242119"/>
                  </a:moveTo>
                  <a:lnTo>
                    <a:pt x="1923465" y="3241370"/>
                  </a:lnTo>
                  <a:lnTo>
                    <a:pt x="1922576" y="3240125"/>
                  </a:lnTo>
                  <a:lnTo>
                    <a:pt x="1921471" y="3238563"/>
                  </a:lnTo>
                  <a:lnTo>
                    <a:pt x="1869262" y="3268738"/>
                  </a:lnTo>
                  <a:lnTo>
                    <a:pt x="1870354" y="3270313"/>
                  </a:lnTo>
                  <a:lnTo>
                    <a:pt x="1871218" y="3271570"/>
                  </a:lnTo>
                  <a:lnTo>
                    <a:pt x="1871726" y="3272320"/>
                  </a:lnTo>
                  <a:lnTo>
                    <a:pt x="1923999" y="3242119"/>
                  </a:lnTo>
                  <a:close/>
                </a:path>
                <a:path w="7527290" h="4353560">
                  <a:moveTo>
                    <a:pt x="2126996" y="3124835"/>
                  </a:moveTo>
                  <a:lnTo>
                    <a:pt x="2126919" y="3123806"/>
                  </a:lnTo>
                  <a:lnTo>
                    <a:pt x="2126805" y="3122091"/>
                  </a:lnTo>
                  <a:lnTo>
                    <a:pt x="2126665" y="3119983"/>
                  </a:lnTo>
                  <a:lnTo>
                    <a:pt x="2078634" y="3147745"/>
                  </a:lnTo>
                  <a:lnTo>
                    <a:pt x="2078990" y="3149727"/>
                  </a:lnTo>
                  <a:lnTo>
                    <a:pt x="2079269" y="3151340"/>
                  </a:lnTo>
                  <a:lnTo>
                    <a:pt x="2079434" y="3152305"/>
                  </a:lnTo>
                  <a:lnTo>
                    <a:pt x="2126996" y="3124835"/>
                  </a:lnTo>
                  <a:close/>
                </a:path>
                <a:path w="7527290" h="4353560">
                  <a:moveTo>
                    <a:pt x="2312073" y="3017888"/>
                  </a:moveTo>
                  <a:lnTo>
                    <a:pt x="2311628" y="3017062"/>
                  </a:lnTo>
                  <a:lnTo>
                    <a:pt x="2310892" y="3015678"/>
                  </a:lnTo>
                  <a:lnTo>
                    <a:pt x="2310015" y="3014027"/>
                  </a:lnTo>
                  <a:lnTo>
                    <a:pt x="2261260" y="3042196"/>
                  </a:lnTo>
                  <a:lnTo>
                    <a:pt x="2262111" y="3043885"/>
                  </a:lnTo>
                  <a:lnTo>
                    <a:pt x="2262797" y="3045282"/>
                  </a:lnTo>
                  <a:lnTo>
                    <a:pt x="2263216" y="3046120"/>
                  </a:lnTo>
                  <a:lnTo>
                    <a:pt x="2312073" y="3017888"/>
                  </a:lnTo>
                  <a:close/>
                </a:path>
                <a:path w="7527290" h="4353560">
                  <a:moveTo>
                    <a:pt x="2480856" y="2920365"/>
                  </a:moveTo>
                  <a:lnTo>
                    <a:pt x="2480538" y="2919450"/>
                  </a:lnTo>
                  <a:lnTo>
                    <a:pt x="2480018" y="2917939"/>
                  </a:lnTo>
                  <a:lnTo>
                    <a:pt x="2479408" y="2916136"/>
                  </a:lnTo>
                  <a:lnTo>
                    <a:pt x="2431745" y="2943682"/>
                  </a:lnTo>
                  <a:lnTo>
                    <a:pt x="2432354" y="2945485"/>
                  </a:lnTo>
                  <a:lnTo>
                    <a:pt x="2432418" y="2947263"/>
                  </a:lnTo>
                  <a:lnTo>
                    <a:pt x="2432481" y="2948317"/>
                  </a:lnTo>
                  <a:lnTo>
                    <a:pt x="2480856" y="2920365"/>
                  </a:lnTo>
                  <a:close/>
                </a:path>
                <a:path w="7527290" h="4353560">
                  <a:moveTo>
                    <a:pt x="2700134" y="2793669"/>
                  </a:moveTo>
                  <a:lnTo>
                    <a:pt x="2699893" y="2792692"/>
                  </a:lnTo>
                  <a:lnTo>
                    <a:pt x="2699499" y="2791079"/>
                  </a:lnTo>
                  <a:lnTo>
                    <a:pt x="2699042" y="2789212"/>
                  </a:lnTo>
                  <a:lnTo>
                    <a:pt x="2654084" y="2815196"/>
                  </a:lnTo>
                  <a:lnTo>
                    <a:pt x="2654681" y="2816987"/>
                  </a:lnTo>
                  <a:lnTo>
                    <a:pt x="2655151" y="2818549"/>
                  </a:lnTo>
                  <a:lnTo>
                    <a:pt x="2655430" y="2819501"/>
                  </a:lnTo>
                  <a:lnTo>
                    <a:pt x="2700134" y="2793669"/>
                  </a:lnTo>
                  <a:close/>
                </a:path>
                <a:path w="7527290" h="4353560">
                  <a:moveTo>
                    <a:pt x="2814459" y="2727617"/>
                  </a:moveTo>
                  <a:lnTo>
                    <a:pt x="2813456" y="2727071"/>
                  </a:lnTo>
                  <a:lnTo>
                    <a:pt x="2811792" y="2726169"/>
                  </a:lnTo>
                  <a:lnTo>
                    <a:pt x="2809900" y="2725140"/>
                  </a:lnTo>
                  <a:lnTo>
                    <a:pt x="2758084" y="2755087"/>
                  </a:lnTo>
                  <a:lnTo>
                    <a:pt x="2759849" y="2756192"/>
                  </a:lnTo>
                  <a:lnTo>
                    <a:pt x="2761386" y="2757157"/>
                  </a:lnTo>
                  <a:lnTo>
                    <a:pt x="2762326" y="2757741"/>
                  </a:lnTo>
                  <a:lnTo>
                    <a:pt x="2814459" y="2727617"/>
                  </a:lnTo>
                  <a:close/>
                </a:path>
                <a:path w="7527290" h="4353560">
                  <a:moveTo>
                    <a:pt x="3244685" y="2479027"/>
                  </a:moveTo>
                  <a:lnTo>
                    <a:pt x="3244151" y="2478176"/>
                  </a:lnTo>
                  <a:lnTo>
                    <a:pt x="3243288" y="2476766"/>
                  </a:lnTo>
                  <a:lnTo>
                    <a:pt x="3242335" y="2475242"/>
                  </a:lnTo>
                  <a:lnTo>
                    <a:pt x="3194748" y="2502738"/>
                  </a:lnTo>
                  <a:lnTo>
                    <a:pt x="3195701" y="2504275"/>
                  </a:lnTo>
                  <a:lnTo>
                    <a:pt x="3196552" y="2505684"/>
                  </a:lnTo>
                  <a:lnTo>
                    <a:pt x="3197085" y="2506535"/>
                  </a:lnTo>
                  <a:lnTo>
                    <a:pt x="3244685" y="2479027"/>
                  </a:lnTo>
                  <a:close/>
                </a:path>
                <a:path w="7527290" h="4353560">
                  <a:moveTo>
                    <a:pt x="3280486" y="2453195"/>
                  </a:moveTo>
                  <a:lnTo>
                    <a:pt x="3259861" y="2465120"/>
                  </a:lnTo>
                  <a:lnTo>
                    <a:pt x="3259861" y="2467191"/>
                  </a:lnTo>
                  <a:lnTo>
                    <a:pt x="3259861" y="2469108"/>
                  </a:lnTo>
                  <a:lnTo>
                    <a:pt x="3259861" y="2470264"/>
                  </a:lnTo>
                  <a:lnTo>
                    <a:pt x="3280270" y="2458466"/>
                  </a:lnTo>
                  <a:lnTo>
                    <a:pt x="3280321" y="2457272"/>
                  </a:lnTo>
                  <a:lnTo>
                    <a:pt x="3280410" y="2455316"/>
                  </a:lnTo>
                  <a:lnTo>
                    <a:pt x="3280486" y="2453195"/>
                  </a:lnTo>
                  <a:close/>
                </a:path>
                <a:path w="7527290" h="4353560">
                  <a:moveTo>
                    <a:pt x="3452926" y="2358707"/>
                  </a:moveTo>
                  <a:lnTo>
                    <a:pt x="3452342" y="2357869"/>
                  </a:lnTo>
                  <a:lnTo>
                    <a:pt x="3451364" y="2356510"/>
                  </a:lnTo>
                  <a:lnTo>
                    <a:pt x="3450323" y="2355050"/>
                  </a:lnTo>
                  <a:lnTo>
                    <a:pt x="3398177" y="2385187"/>
                  </a:lnTo>
                  <a:lnTo>
                    <a:pt x="3399205" y="2386660"/>
                  </a:lnTo>
                  <a:lnTo>
                    <a:pt x="3400158" y="2388031"/>
                  </a:lnTo>
                  <a:lnTo>
                    <a:pt x="3400742" y="2388857"/>
                  </a:lnTo>
                  <a:lnTo>
                    <a:pt x="3452926" y="2358707"/>
                  </a:lnTo>
                  <a:close/>
                </a:path>
                <a:path w="7527290" h="4353560">
                  <a:moveTo>
                    <a:pt x="3655593" y="2241613"/>
                  </a:moveTo>
                  <a:lnTo>
                    <a:pt x="3655504" y="2240470"/>
                  </a:lnTo>
                  <a:lnTo>
                    <a:pt x="3655377" y="2238591"/>
                  </a:lnTo>
                  <a:lnTo>
                    <a:pt x="3655237" y="2236622"/>
                  </a:lnTo>
                  <a:lnTo>
                    <a:pt x="3608679" y="2263533"/>
                  </a:lnTo>
                  <a:lnTo>
                    <a:pt x="3609009" y="2265388"/>
                  </a:lnTo>
                  <a:lnTo>
                    <a:pt x="3609314" y="2267153"/>
                  </a:lnTo>
                  <a:lnTo>
                    <a:pt x="3609505" y="2268232"/>
                  </a:lnTo>
                  <a:lnTo>
                    <a:pt x="3655593" y="2241613"/>
                  </a:lnTo>
                  <a:close/>
                </a:path>
                <a:path w="7527290" h="4353560">
                  <a:moveTo>
                    <a:pt x="3876052" y="2114232"/>
                  </a:moveTo>
                  <a:lnTo>
                    <a:pt x="3875811" y="2113153"/>
                  </a:lnTo>
                  <a:lnTo>
                    <a:pt x="3875417" y="2111400"/>
                  </a:lnTo>
                  <a:lnTo>
                    <a:pt x="3875011" y="2109622"/>
                  </a:lnTo>
                  <a:lnTo>
                    <a:pt x="3828719" y="2136381"/>
                  </a:lnTo>
                  <a:lnTo>
                    <a:pt x="3829266" y="2138083"/>
                  </a:lnTo>
                  <a:lnTo>
                    <a:pt x="3829786" y="2139746"/>
                  </a:lnTo>
                  <a:lnTo>
                    <a:pt x="3830116" y="2140775"/>
                  </a:lnTo>
                  <a:lnTo>
                    <a:pt x="3876052" y="2114232"/>
                  </a:lnTo>
                  <a:close/>
                </a:path>
                <a:path w="7527290" h="4353560">
                  <a:moveTo>
                    <a:pt x="4125049" y="1970366"/>
                  </a:moveTo>
                  <a:lnTo>
                    <a:pt x="4124782" y="1969287"/>
                  </a:lnTo>
                  <a:lnTo>
                    <a:pt x="4124350" y="1967522"/>
                  </a:lnTo>
                  <a:lnTo>
                    <a:pt x="4123918" y="1965782"/>
                  </a:lnTo>
                  <a:lnTo>
                    <a:pt x="4078884" y="1991804"/>
                  </a:lnTo>
                  <a:lnTo>
                    <a:pt x="4079443" y="1993480"/>
                  </a:lnTo>
                  <a:lnTo>
                    <a:pt x="4079773" y="1994458"/>
                  </a:lnTo>
                  <a:lnTo>
                    <a:pt x="4079976" y="1995170"/>
                  </a:lnTo>
                  <a:lnTo>
                    <a:pt x="4080294" y="1996224"/>
                  </a:lnTo>
                  <a:lnTo>
                    <a:pt x="4125049" y="1970366"/>
                  </a:lnTo>
                  <a:close/>
                </a:path>
                <a:path w="7527290" h="4353560">
                  <a:moveTo>
                    <a:pt x="4239069" y="1904479"/>
                  </a:moveTo>
                  <a:lnTo>
                    <a:pt x="4237964" y="1903882"/>
                  </a:lnTo>
                  <a:lnTo>
                    <a:pt x="4236161" y="1902904"/>
                  </a:lnTo>
                  <a:lnTo>
                    <a:pt x="4234396" y="1901939"/>
                  </a:lnTo>
                  <a:lnTo>
                    <a:pt x="4182605" y="1931873"/>
                  </a:lnTo>
                  <a:lnTo>
                    <a:pt x="4184256" y="1932901"/>
                  </a:lnTo>
                  <a:lnTo>
                    <a:pt x="4185932" y="1933943"/>
                  </a:lnTo>
                  <a:lnTo>
                    <a:pt x="4186961" y="1934591"/>
                  </a:lnTo>
                  <a:lnTo>
                    <a:pt x="4239069" y="1904479"/>
                  </a:lnTo>
                  <a:close/>
                </a:path>
                <a:path w="7527290" h="4353560">
                  <a:moveTo>
                    <a:pt x="4474057" y="1768703"/>
                  </a:moveTo>
                  <a:lnTo>
                    <a:pt x="4473829" y="1767573"/>
                  </a:lnTo>
                  <a:lnTo>
                    <a:pt x="4473448" y="1765757"/>
                  </a:lnTo>
                  <a:lnTo>
                    <a:pt x="4473079" y="1764004"/>
                  </a:lnTo>
                  <a:lnTo>
                    <a:pt x="4427690" y="1790242"/>
                  </a:lnTo>
                  <a:lnTo>
                    <a:pt x="4428172" y="1791919"/>
                  </a:lnTo>
                  <a:lnTo>
                    <a:pt x="4428693" y="1793659"/>
                  </a:lnTo>
                  <a:lnTo>
                    <a:pt x="4429010" y="1794738"/>
                  </a:lnTo>
                  <a:lnTo>
                    <a:pt x="4474057" y="1768703"/>
                  </a:lnTo>
                  <a:close/>
                </a:path>
                <a:path w="7527290" h="4353560">
                  <a:moveTo>
                    <a:pt x="5070056" y="1424343"/>
                  </a:moveTo>
                  <a:lnTo>
                    <a:pt x="5069395" y="1423416"/>
                  </a:lnTo>
                  <a:lnTo>
                    <a:pt x="5068328" y="1421917"/>
                  </a:lnTo>
                  <a:lnTo>
                    <a:pt x="5067363" y="1420571"/>
                  </a:lnTo>
                  <a:lnTo>
                    <a:pt x="4905438" y="1514157"/>
                  </a:lnTo>
                  <a:lnTo>
                    <a:pt x="4905197" y="1516202"/>
                  </a:lnTo>
                  <a:lnTo>
                    <a:pt x="4904930" y="1518450"/>
                  </a:lnTo>
                  <a:lnTo>
                    <a:pt x="4904778" y="1519847"/>
                  </a:lnTo>
                  <a:lnTo>
                    <a:pt x="5070056" y="1424343"/>
                  </a:lnTo>
                  <a:close/>
                </a:path>
                <a:path w="7527290" h="4353560">
                  <a:moveTo>
                    <a:pt x="5315597" y="1282471"/>
                  </a:moveTo>
                  <a:lnTo>
                    <a:pt x="5315369" y="1281277"/>
                  </a:lnTo>
                  <a:lnTo>
                    <a:pt x="5314988" y="1279347"/>
                  </a:lnTo>
                  <a:lnTo>
                    <a:pt x="5314645" y="1277670"/>
                  </a:lnTo>
                  <a:lnTo>
                    <a:pt x="5268760" y="1304188"/>
                  </a:lnTo>
                  <a:lnTo>
                    <a:pt x="5269255" y="1305775"/>
                  </a:lnTo>
                  <a:lnTo>
                    <a:pt x="5269814" y="1307592"/>
                  </a:lnTo>
                  <a:lnTo>
                    <a:pt x="5270170" y="1308722"/>
                  </a:lnTo>
                  <a:lnTo>
                    <a:pt x="5315597" y="1282471"/>
                  </a:lnTo>
                  <a:close/>
                </a:path>
                <a:path w="7527290" h="4353560">
                  <a:moveTo>
                    <a:pt x="5599379" y="1118501"/>
                  </a:moveTo>
                  <a:lnTo>
                    <a:pt x="5599125" y="1117295"/>
                  </a:lnTo>
                  <a:lnTo>
                    <a:pt x="5598731" y="1115352"/>
                  </a:lnTo>
                  <a:lnTo>
                    <a:pt x="5598388" y="1113701"/>
                  </a:lnTo>
                  <a:lnTo>
                    <a:pt x="5552059" y="1140472"/>
                  </a:lnTo>
                  <a:lnTo>
                    <a:pt x="5552554" y="1142034"/>
                  </a:lnTo>
                  <a:lnTo>
                    <a:pt x="5553126" y="1143876"/>
                  </a:lnTo>
                  <a:lnTo>
                    <a:pt x="5553481" y="1145019"/>
                  </a:lnTo>
                  <a:lnTo>
                    <a:pt x="5599379" y="1118501"/>
                  </a:lnTo>
                  <a:close/>
                </a:path>
                <a:path w="7527290" h="4353560">
                  <a:moveTo>
                    <a:pt x="5849175" y="974166"/>
                  </a:moveTo>
                  <a:lnTo>
                    <a:pt x="5848921" y="972947"/>
                  </a:lnTo>
                  <a:lnTo>
                    <a:pt x="5848528" y="970965"/>
                  </a:lnTo>
                  <a:lnTo>
                    <a:pt x="5848185" y="969340"/>
                  </a:lnTo>
                  <a:lnTo>
                    <a:pt x="5802261" y="995870"/>
                  </a:lnTo>
                  <a:lnTo>
                    <a:pt x="5802731" y="997432"/>
                  </a:lnTo>
                  <a:lnTo>
                    <a:pt x="5803290" y="999312"/>
                  </a:lnTo>
                  <a:lnTo>
                    <a:pt x="5803633" y="1000480"/>
                  </a:lnTo>
                  <a:lnTo>
                    <a:pt x="5849175" y="974166"/>
                  </a:lnTo>
                  <a:close/>
                </a:path>
                <a:path w="7527290" h="4353560">
                  <a:moveTo>
                    <a:pt x="6159703" y="794753"/>
                  </a:moveTo>
                  <a:lnTo>
                    <a:pt x="6159474" y="793483"/>
                  </a:lnTo>
                  <a:lnTo>
                    <a:pt x="6159119" y="791451"/>
                  </a:lnTo>
                  <a:lnTo>
                    <a:pt x="6158839" y="789813"/>
                  </a:lnTo>
                  <a:lnTo>
                    <a:pt x="6126353" y="808583"/>
                  </a:lnTo>
                  <a:lnTo>
                    <a:pt x="6126873" y="810082"/>
                  </a:lnTo>
                  <a:lnTo>
                    <a:pt x="6127508" y="811949"/>
                  </a:lnTo>
                  <a:lnTo>
                    <a:pt x="6127902" y="813117"/>
                  </a:lnTo>
                  <a:lnTo>
                    <a:pt x="6159703" y="794753"/>
                  </a:lnTo>
                  <a:close/>
                </a:path>
                <a:path w="7527290" h="4353560">
                  <a:moveTo>
                    <a:pt x="6298108" y="714781"/>
                  </a:moveTo>
                  <a:lnTo>
                    <a:pt x="6297041" y="713981"/>
                  </a:lnTo>
                  <a:lnTo>
                    <a:pt x="6295352" y="712698"/>
                  </a:lnTo>
                  <a:lnTo>
                    <a:pt x="6294018" y="711695"/>
                  </a:lnTo>
                  <a:lnTo>
                    <a:pt x="6244094" y="740549"/>
                  </a:lnTo>
                  <a:lnTo>
                    <a:pt x="6245631" y="741451"/>
                  </a:lnTo>
                  <a:lnTo>
                    <a:pt x="6247574" y="742569"/>
                  </a:lnTo>
                  <a:lnTo>
                    <a:pt x="6248781" y="743280"/>
                  </a:lnTo>
                  <a:lnTo>
                    <a:pt x="6298108" y="714781"/>
                  </a:lnTo>
                  <a:close/>
                </a:path>
                <a:path w="7527290" h="4353560">
                  <a:moveTo>
                    <a:pt x="6346266" y="686955"/>
                  </a:moveTo>
                  <a:lnTo>
                    <a:pt x="6345860" y="685774"/>
                  </a:lnTo>
                  <a:lnTo>
                    <a:pt x="6345225" y="683882"/>
                  </a:lnTo>
                  <a:lnTo>
                    <a:pt x="6344717" y="682396"/>
                  </a:lnTo>
                  <a:lnTo>
                    <a:pt x="6310388" y="702233"/>
                  </a:lnTo>
                  <a:lnTo>
                    <a:pt x="6310909" y="703719"/>
                  </a:lnTo>
                  <a:lnTo>
                    <a:pt x="6311570" y="705586"/>
                  </a:lnTo>
                  <a:lnTo>
                    <a:pt x="6311976" y="706767"/>
                  </a:lnTo>
                  <a:lnTo>
                    <a:pt x="6346266" y="686955"/>
                  </a:lnTo>
                  <a:close/>
                </a:path>
                <a:path w="7527290" h="4353560">
                  <a:moveTo>
                    <a:pt x="6584950" y="549046"/>
                  </a:moveTo>
                  <a:lnTo>
                    <a:pt x="6584658" y="547776"/>
                  </a:lnTo>
                  <a:lnTo>
                    <a:pt x="6584213" y="545757"/>
                  </a:lnTo>
                  <a:lnTo>
                    <a:pt x="6583858" y="544195"/>
                  </a:lnTo>
                  <a:lnTo>
                    <a:pt x="6538100" y="570636"/>
                  </a:lnTo>
                  <a:lnTo>
                    <a:pt x="6538569" y="572135"/>
                  </a:lnTo>
                  <a:lnTo>
                    <a:pt x="6539166" y="574065"/>
                  </a:lnTo>
                  <a:lnTo>
                    <a:pt x="6539535" y="575284"/>
                  </a:lnTo>
                  <a:lnTo>
                    <a:pt x="6584950" y="549046"/>
                  </a:lnTo>
                  <a:close/>
                </a:path>
                <a:path w="7527290" h="4353560">
                  <a:moveTo>
                    <a:pt x="6797408" y="426288"/>
                  </a:moveTo>
                  <a:lnTo>
                    <a:pt x="6797395" y="425767"/>
                  </a:lnTo>
                  <a:lnTo>
                    <a:pt x="6797205" y="424954"/>
                  </a:lnTo>
                  <a:lnTo>
                    <a:pt x="6796735" y="422910"/>
                  </a:lnTo>
                  <a:lnTo>
                    <a:pt x="6796379" y="421386"/>
                  </a:lnTo>
                  <a:lnTo>
                    <a:pt x="6750799" y="447725"/>
                  </a:lnTo>
                  <a:lnTo>
                    <a:pt x="6751282" y="449186"/>
                  </a:lnTo>
                  <a:lnTo>
                    <a:pt x="6751904" y="451129"/>
                  </a:lnTo>
                  <a:lnTo>
                    <a:pt x="6752298" y="452348"/>
                  </a:lnTo>
                  <a:lnTo>
                    <a:pt x="6797408" y="426288"/>
                  </a:lnTo>
                  <a:close/>
                </a:path>
                <a:path w="7527290" h="4353560">
                  <a:moveTo>
                    <a:pt x="6935076" y="346748"/>
                  </a:moveTo>
                  <a:lnTo>
                    <a:pt x="6934340" y="345706"/>
                  </a:lnTo>
                  <a:lnTo>
                    <a:pt x="6933158" y="344055"/>
                  </a:lnTo>
                  <a:lnTo>
                    <a:pt x="6932295" y="342836"/>
                  </a:lnTo>
                  <a:lnTo>
                    <a:pt x="6880733" y="372630"/>
                  </a:lnTo>
                  <a:lnTo>
                    <a:pt x="6881571" y="373875"/>
                  </a:lnTo>
                  <a:lnTo>
                    <a:pt x="6882701" y="375539"/>
                  </a:lnTo>
                  <a:lnTo>
                    <a:pt x="6883400" y="376593"/>
                  </a:lnTo>
                  <a:lnTo>
                    <a:pt x="6935076" y="346748"/>
                  </a:lnTo>
                  <a:close/>
                </a:path>
                <a:path w="7527290" h="4353560">
                  <a:moveTo>
                    <a:pt x="7137959" y="229514"/>
                  </a:moveTo>
                  <a:lnTo>
                    <a:pt x="7137870" y="228092"/>
                  </a:lnTo>
                  <a:lnTo>
                    <a:pt x="7137717" y="225831"/>
                  </a:lnTo>
                  <a:lnTo>
                    <a:pt x="7137603" y="224193"/>
                  </a:lnTo>
                  <a:lnTo>
                    <a:pt x="7091134" y="251040"/>
                  </a:lnTo>
                  <a:lnTo>
                    <a:pt x="7091413" y="252590"/>
                  </a:lnTo>
                  <a:lnTo>
                    <a:pt x="7091781" y="254711"/>
                  </a:lnTo>
                  <a:lnTo>
                    <a:pt x="7092023" y="256057"/>
                  </a:lnTo>
                  <a:lnTo>
                    <a:pt x="7137959" y="229514"/>
                  </a:lnTo>
                  <a:close/>
                </a:path>
                <a:path w="7527290" h="4353560">
                  <a:moveTo>
                    <a:pt x="7340854" y="112293"/>
                  </a:moveTo>
                  <a:lnTo>
                    <a:pt x="7340613" y="110921"/>
                  </a:lnTo>
                  <a:lnTo>
                    <a:pt x="7340232" y="108775"/>
                  </a:lnTo>
                  <a:lnTo>
                    <a:pt x="7339965" y="107251"/>
                  </a:lnTo>
                  <a:lnTo>
                    <a:pt x="7307516" y="125996"/>
                  </a:lnTo>
                  <a:lnTo>
                    <a:pt x="7307999" y="127406"/>
                  </a:lnTo>
                  <a:lnTo>
                    <a:pt x="7308672" y="129387"/>
                  </a:lnTo>
                  <a:lnTo>
                    <a:pt x="7309091" y="130632"/>
                  </a:lnTo>
                  <a:lnTo>
                    <a:pt x="7340854" y="112293"/>
                  </a:lnTo>
                  <a:close/>
                </a:path>
                <a:path w="7527290" h="4353560">
                  <a:moveTo>
                    <a:pt x="7479335" y="32270"/>
                  </a:moveTo>
                  <a:lnTo>
                    <a:pt x="7478204" y="31419"/>
                  </a:lnTo>
                  <a:lnTo>
                    <a:pt x="7476401" y="30073"/>
                  </a:lnTo>
                  <a:lnTo>
                    <a:pt x="7475131" y="29133"/>
                  </a:lnTo>
                  <a:lnTo>
                    <a:pt x="7425360" y="57899"/>
                  </a:lnTo>
                  <a:lnTo>
                    <a:pt x="7426807" y="58737"/>
                  </a:lnTo>
                  <a:lnTo>
                    <a:pt x="7428865" y="59931"/>
                  </a:lnTo>
                  <a:lnTo>
                    <a:pt x="7430160" y="60680"/>
                  </a:lnTo>
                  <a:lnTo>
                    <a:pt x="7479335" y="32270"/>
                  </a:lnTo>
                  <a:close/>
                </a:path>
                <a:path w="7527290" h="4353560">
                  <a:moveTo>
                    <a:pt x="7527125" y="4660"/>
                  </a:moveTo>
                  <a:lnTo>
                    <a:pt x="7526693" y="3390"/>
                  </a:lnTo>
                  <a:lnTo>
                    <a:pt x="7526020" y="1397"/>
                  </a:lnTo>
                  <a:lnTo>
                    <a:pt x="7525550" y="0"/>
                  </a:lnTo>
                  <a:lnTo>
                    <a:pt x="7491552" y="19646"/>
                  </a:lnTo>
                  <a:lnTo>
                    <a:pt x="7492035" y="21031"/>
                  </a:lnTo>
                  <a:lnTo>
                    <a:pt x="7492733" y="23025"/>
                  </a:lnTo>
                  <a:lnTo>
                    <a:pt x="7493178" y="24282"/>
                  </a:lnTo>
                  <a:lnTo>
                    <a:pt x="7527125" y="4660"/>
                  </a:lnTo>
                  <a:close/>
                </a:path>
              </a:pathLst>
            </a:custGeom>
            <a:solidFill>
              <a:srgbClr val="3030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0540" y="1067467"/>
              <a:ext cx="7526655" cy="4349750"/>
            </a:xfrm>
            <a:custGeom>
              <a:avLst/>
              <a:gdLst/>
              <a:ahLst/>
              <a:cxnLst/>
              <a:rect l="l" t="t" r="r" b="b"/>
              <a:pathLst>
                <a:path w="7526655" h="4349750">
                  <a:moveTo>
                    <a:pt x="6933731" y="342080"/>
                  </a:moveTo>
                  <a:lnTo>
                    <a:pt x="6882061" y="371934"/>
                  </a:lnTo>
                  <a:lnTo>
                    <a:pt x="6883185" y="373603"/>
                  </a:lnTo>
                  <a:lnTo>
                    <a:pt x="6934903" y="343727"/>
                  </a:lnTo>
                  <a:lnTo>
                    <a:pt x="6933731" y="342080"/>
                  </a:lnTo>
                  <a:close/>
                </a:path>
                <a:path w="7526655" h="4349750">
                  <a:moveTo>
                    <a:pt x="7136621" y="224851"/>
                  </a:moveTo>
                  <a:lnTo>
                    <a:pt x="7090681" y="251395"/>
                  </a:lnTo>
                  <a:lnTo>
                    <a:pt x="7090799" y="252062"/>
                  </a:lnTo>
                  <a:lnTo>
                    <a:pt x="7090825" y="253653"/>
                  </a:lnTo>
                  <a:lnTo>
                    <a:pt x="7136775" y="227108"/>
                  </a:lnTo>
                  <a:lnTo>
                    <a:pt x="7136621" y="224851"/>
                  </a:lnTo>
                  <a:close/>
                </a:path>
                <a:path w="7526655" h="4349750">
                  <a:moveTo>
                    <a:pt x="3451588" y="2354045"/>
                  </a:moveTo>
                  <a:lnTo>
                    <a:pt x="3399398" y="2384200"/>
                  </a:lnTo>
                  <a:lnTo>
                    <a:pt x="3400356" y="2385571"/>
                  </a:lnTo>
                  <a:lnTo>
                    <a:pt x="3452561" y="2355413"/>
                  </a:lnTo>
                  <a:lnTo>
                    <a:pt x="3451588" y="2354045"/>
                  </a:lnTo>
                  <a:close/>
                </a:path>
                <a:path w="7526655" h="4349750">
                  <a:moveTo>
                    <a:pt x="3654243" y="2236952"/>
                  </a:moveTo>
                  <a:lnTo>
                    <a:pt x="3608165" y="2263576"/>
                  </a:lnTo>
                  <a:lnTo>
                    <a:pt x="3608508" y="2265326"/>
                  </a:lnTo>
                  <a:lnTo>
                    <a:pt x="3654373" y="2238830"/>
                  </a:lnTo>
                  <a:lnTo>
                    <a:pt x="3654243" y="2236952"/>
                  </a:lnTo>
                  <a:close/>
                </a:path>
                <a:path w="7526655" h="4349750">
                  <a:moveTo>
                    <a:pt x="1922654" y="3237456"/>
                  </a:moveTo>
                  <a:lnTo>
                    <a:pt x="1870384" y="3267658"/>
                  </a:lnTo>
                  <a:lnTo>
                    <a:pt x="1871247" y="3268911"/>
                  </a:lnTo>
                  <a:lnTo>
                    <a:pt x="1923540" y="3238702"/>
                  </a:lnTo>
                  <a:lnTo>
                    <a:pt x="1922654" y="3237456"/>
                  </a:lnTo>
                  <a:close/>
                </a:path>
                <a:path w="7526655" h="4349750">
                  <a:moveTo>
                    <a:pt x="2125647" y="3120168"/>
                  </a:moveTo>
                  <a:lnTo>
                    <a:pt x="2078095" y="3147643"/>
                  </a:lnTo>
                  <a:lnTo>
                    <a:pt x="2078407" y="3149238"/>
                  </a:lnTo>
                  <a:lnTo>
                    <a:pt x="2125764" y="3121880"/>
                  </a:lnTo>
                  <a:lnTo>
                    <a:pt x="2125647" y="3120168"/>
                  </a:lnTo>
                  <a:close/>
                </a:path>
                <a:path w="7526655" h="4349750">
                  <a:moveTo>
                    <a:pt x="6796061" y="421625"/>
                  </a:moveTo>
                  <a:lnTo>
                    <a:pt x="6750957" y="447686"/>
                  </a:lnTo>
                  <a:lnTo>
                    <a:pt x="6751586" y="449626"/>
                  </a:lnTo>
                  <a:lnTo>
                    <a:pt x="6796118" y="423900"/>
                  </a:lnTo>
                  <a:lnTo>
                    <a:pt x="6796061" y="421625"/>
                  </a:lnTo>
                  <a:close/>
                </a:path>
                <a:path w="7526655" h="4349750">
                  <a:moveTo>
                    <a:pt x="5847828" y="969510"/>
                  </a:moveTo>
                  <a:lnTo>
                    <a:pt x="5802288" y="995823"/>
                  </a:lnTo>
                  <a:lnTo>
                    <a:pt x="5802843" y="997697"/>
                  </a:lnTo>
                  <a:lnTo>
                    <a:pt x="5848103" y="971551"/>
                  </a:lnTo>
                  <a:lnTo>
                    <a:pt x="5847977" y="970247"/>
                  </a:lnTo>
                  <a:lnTo>
                    <a:pt x="5847828" y="969510"/>
                  </a:lnTo>
                  <a:close/>
                </a:path>
                <a:path w="7526655" h="4349750">
                  <a:moveTo>
                    <a:pt x="4472715" y="1764043"/>
                  </a:moveTo>
                  <a:lnTo>
                    <a:pt x="4427663" y="1790074"/>
                  </a:lnTo>
                  <a:lnTo>
                    <a:pt x="4428176" y="1791818"/>
                  </a:lnTo>
                  <a:lnTo>
                    <a:pt x="4472958" y="1765948"/>
                  </a:lnTo>
                  <a:lnTo>
                    <a:pt x="4472758" y="1764251"/>
                  </a:lnTo>
                  <a:lnTo>
                    <a:pt x="4472715" y="1764043"/>
                  </a:lnTo>
                  <a:close/>
                </a:path>
                <a:path w="7526655" h="4349750">
                  <a:moveTo>
                    <a:pt x="4237727" y="1899818"/>
                  </a:moveTo>
                  <a:lnTo>
                    <a:pt x="4185618" y="1929927"/>
                  </a:lnTo>
                  <a:lnTo>
                    <a:pt x="4187291" y="1930973"/>
                  </a:lnTo>
                  <a:lnTo>
                    <a:pt x="4239527" y="1900797"/>
                  </a:lnTo>
                  <a:lnTo>
                    <a:pt x="4237727" y="1899818"/>
                  </a:lnTo>
                  <a:close/>
                </a:path>
                <a:path w="7526655" h="4349750">
                  <a:moveTo>
                    <a:pt x="4123699" y="1965703"/>
                  </a:moveTo>
                  <a:lnTo>
                    <a:pt x="4078946" y="1991561"/>
                  </a:lnTo>
                  <a:lnTo>
                    <a:pt x="4079453" y="1993269"/>
                  </a:lnTo>
                  <a:lnTo>
                    <a:pt x="4124130" y="1967460"/>
                  </a:lnTo>
                  <a:lnTo>
                    <a:pt x="4123699" y="1965703"/>
                  </a:lnTo>
                  <a:close/>
                </a:path>
                <a:path w="7526655" h="4349750">
                  <a:moveTo>
                    <a:pt x="2813111" y="2722954"/>
                  </a:moveTo>
                  <a:lnTo>
                    <a:pt x="2760980" y="2753075"/>
                  </a:lnTo>
                  <a:lnTo>
                    <a:pt x="2762520" y="2754038"/>
                  </a:lnTo>
                  <a:lnTo>
                    <a:pt x="2814767" y="2723856"/>
                  </a:lnTo>
                  <a:lnTo>
                    <a:pt x="2813111" y="2722954"/>
                  </a:lnTo>
                  <a:close/>
                </a:path>
                <a:path w="7526655" h="4349750">
                  <a:moveTo>
                    <a:pt x="2698785" y="2789011"/>
                  </a:moveTo>
                  <a:lnTo>
                    <a:pt x="2654091" y="2814835"/>
                  </a:lnTo>
                  <a:lnTo>
                    <a:pt x="2654553" y="2816409"/>
                  </a:lnTo>
                  <a:lnTo>
                    <a:pt x="2699179" y="2790629"/>
                  </a:lnTo>
                  <a:lnTo>
                    <a:pt x="2698785" y="2789011"/>
                  </a:lnTo>
                  <a:close/>
                </a:path>
                <a:path w="7526655" h="4349750">
                  <a:moveTo>
                    <a:pt x="1694566" y="3369244"/>
                  </a:moveTo>
                  <a:lnTo>
                    <a:pt x="1649642" y="3395201"/>
                  </a:lnTo>
                  <a:lnTo>
                    <a:pt x="1650079" y="3396675"/>
                  </a:lnTo>
                  <a:lnTo>
                    <a:pt x="1694928" y="3370767"/>
                  </a:lnTo>
                  <a:lnTo>
                    <a:pt x="1694566" y="3369244"/>
                  </a:lnTo>
                  <a:close/>
                </a:path>
                <a:path w="7526655" h="4349750">
                  <a:moveTo>
                    <a:pt x="1351357" y="3567548"/>
                  </a:moveTo>
                  <a:lnTo>
                    <a:pt x="1306411" y="3593518"/>
                  </a:lnTo>
                  <a:lnTo>
                    <a:pt x="1306826" y="3594966"/>
                  </a:lnTo>
                  <a:lnTo>
                    <a:pt x="1351469" y="3569177"/>
                  </a:lnTo>
                  <a:lnTo>
                    <a:pt x="1351357" y="3567548"/>
                  </a:lnTo>
                  <a:close/>
                </a:path>
                <a:path w="7526655" h="4349750">
                  <a:moveTo>
                    <a:pt x="882293" y="3838572"/>
                  </a:moveTo>
                  <a:lnTo>
                    <a:pt x="830156" y="3868696"/>
                  </a:lnTo>
                  <a:lnTo>
                    <a:pt x="831515" y="3869545"/>
                  </a:lnTo>
                  <a:lnTo>
                    <a:pt x="883755" y="3839367"/>
                  </a:lnTo>
                  <a:lnTo>
                    <a:pt x="882293" y="3838572"/>
                  </a:lnTo>
                  <a:close/>
                </a:path>
                <a:path w="7526655" h="4349750">
                  <a:moveTo>
                    <a:pt x="768540" y="3904297"/>
                  </a:moveTo>
                  <a:lnTo>
                    <a:pt x="723275" y="3930451"/>
                  </a:lnTo>
                  <a:lnTo>
                    <a:pt x="723725" y="3931814"/>
                  </a:lnTo>
                  <a:lnTo>
                    <a:pt x="768853" y="3905744"/>
                  </a:lnTo>
                  <a:lnTo>
                    <a:pt x="768540" y="3904297"/>
                  </a:lnTo>
                  <a:close/>
                </a:path>
                <a:path w="7526655" h="4349750">
                  <a:moveTo>
                    <a:pt x="475851" y="4073412"/>
                  </a:moveTo>
                  <a:lnTo>
                    <a:pt x="430202" y="4099788"/>
                  </a:lnTo>
                  <a:lnTo>
                    <a:pt x="430642" y="4101123"/>
                  </a:lnTo>
                  <a:lnTo>
                    <a:pt x="476121" y="4074850"/>
                  </a:lnTo>
                  <a:lnTo>
                    <a:pt x="476068" y="4074429"/>
                  </a:lnTo>
                  <a:lnTo>
                    <a:pt x="475851" y="4073412"/>
                  </a:lnTo>
                  <a:close/>
                </a:path>
                <a:path w="7526655" h="4349750">
                  <a:moveTo>
                    <a:pt x="2479511" y="2915707"/>
                  </a:moveTo>
                  <a:lnTo>
                    <a:pt x="2431140" y="2943655"/>
                  </a:lnTo>
                  <a:lnTo>
                    <a:pt x="2431238" y="2945414"/>
                  </a:lnTo>
                  <a:lnTo>
                    <a:pt x="2480030" y="2917228"/>
                  </a:lnTo>
                  <a:lnTo>
                    <a:pt x="2479511" y="2915707"/>
                  </a:lnTo>
                  <a:close/>
                </a:path>
                <a:path w="7526655" h="4349750">
                  <a:moveTo>
                    <a:pt x="2310728" y="3013229"/>
                  </a:moveTo>
                  <a:lnTo>
                    <a:pt x="2261876" y="3041455"/>
                  </a:lnTo>
                  <a:lnTo>
                    <a:pt x="2262571" y="3042850"/>
                  </a:lnTo>
                  <a:lnTo>
                    <a:pt x="2311461" y="3014607"/>
                  </a:lnTo>
                  <a:lnTo>
                    <a:pt x="2310728" y="3013229"/>
                  </a:lnTo>
                  <a:close/>
                </a:path>
                <a:path w="7526655" h="4349750">
                  <a:moveTo>
                    <a:pt x="255097" y="4200963"/>
                  </a:moveTo>
                  <a:lnTo>
                    <a:pt x="210501" y="4226730"/>
                  </a:lnTo>
                  <a:lnTo>
                    <a:pt x="210942" y="4228039"/>
                  </a:lnTo>
                  <a:lnTo>
                    <a:pt x="255539" y="4202277"/>
                  </a:lnTo>
                  <a:lnTo>
                    <a:pt x="255097" y="4200963"/>
                  </a:lnTo>
                  <a:close/>
                </a:path>
                <a:path w="7526655" h="4349750">
                  <a:moveTo>
                    <a:pt x="153507" y="4259660"/>
                  </a:moveTo>
                  <a:lnTo>
                    <a:pt x="132885" y="4271576"/>
                  </a:lnTo>
                  <a:lnTo>
                    <a:pt x="132858" y="4273147"/>
                  </a:lnTo>
                  <a:lnTo>
                    <a:pt x="153490" y="4261228"/>
                  </a:lnTo>
                  <a:lnTo>
                    <a:pt x="153507" y="4259660"/>
                  </a:lnTo>
                  <a:close/>
                </a:path>
                <a:path w="7526655" h="4349750">
                  <a:moveTo>
                    <a:pt x="129586" y="4273482"/>
                  </a:moveTo>
                  <a:lnTo>
                    <a:pt x="86061" y="4298631"/>
                  </a:lnTo>
                  <a:lnTo>
                    <a:pt x="86887" y="4299703"/>
                  </a:lnTo>
                  <a:lnTo>
                    <a:pt x="130460" y="4274532"/>
                  </a:lnTo>
                  <a:lnTo>
                    <a:pt x="129586" y="4273482"/>
                  </a:lnTo>
                  <a:close/>
                </a:path>
                <a:path w="7526655" h="4349750">
                  <a:moveTo>
                    <a:pt x="32762" y="4329426"/>
                  </a:moveTo>
                  <a:lnTo>
                    <a:pt x="0" y="4348356"/>
                  </a:lnTo>
                  <a:lnTo>
                    <a:pt x="430" y="4349648"/>
                  </a:lnTo>
                  <a:lnTo>
                    <a:pt x="33125" y="4330761"/>
                  </a:lnTo>
                  <a:lnTo>
                    <a:pt x="32762" y="4329426"/>
                  </a:lnTo>
                  <a:close/>
                </a:path>
                <a:path w="7526655" h="4349750">
                  <a:moveTo>
                    <a:pt x="7525776" y="0"/>
                  </a:moveTo>
                  <a:lnTo>
                    <a:pt x="7491828" y="19614"/>
                  </a:lnTo>
                  <a:lnTo>
                    <a:pt x="7492524" y="21599"/>
                  </a:lnTo>
                  <a:lnTo>
                    <a:pt x="7526449" y="2001"/>
                  </a:lnTo>
                  <a:lnTo>
                    <a:pt x="7525776" y="0"/>
                  </a:lnTo>
                  <a:close/>
                </a:path>
                <a:path w="7526655" h="4349750">
                  <a:moveTo>
                    <a:pt x="7477997" y="27606"/>
                  </a:moveTo>
                  <a:lnTo>
                    <a:pt x="7428816" y="56022"/>
                  </a:lnTo>
                  <a:lnTo>
                    <a:pt x="7430870" y="57215"/>
                  </a:lnTo>
                  <a:lnTo>
                    <a:pt x="7479801" y="28949"/>
                  </a:lnTo>
                  <a:lnTo>
                    <a:pt x="7477997" y="27606"/>
                  </a:lnTo>
                  <a:close/>
                </a:path>
                <a:path w="7526655" h="4349750">
                  <a:moveTo>
                    <a:pt x="7339506" y="107625"/>
                  </a:moveTo>
                  <a:lnTo>
                    <a:pt x="7307751" y="125973"/>
                  </a:lnTo>
                  <a:lnTo>
                    <a:pt x="7308425" y="127949"/>
                  </a:lnTo>
                  <a:lnTo>
                    <a:pt x="7339883" y="109777"/>
                  </a:lnTo>
                  <a:lnTo>
                    <a:pt x="7339506" y="107625"/>
                  </a:lnTo>
                  <a:close/>
                </a:path>
                <a:path w="7526655" h="4349750">
                  <a:moveTo>
                    <a:pt x="6344920" y="682292"/>
                  </a:moveTo>
                  <a:lnTo>
                    <a:pt x="6310636" y="702102"/>
                  </a:lnTo>
                  <a:lnTo>
                    <a:pt x="6311293" y="703975"/>
                  </a:lnTo>
                  <a:lnTo>
                    <a:pt x="6345561" y="684179"/>
                  </a:lnTo>
                  <a:lnTo>
                    <a:pt x="6344920" y="682292"/>
                  </a:lnTo>
                  <a:close/>
                </a:path>
                <a:path w="7526655" h="4349750">
                  <a:moveTo>
                    <a:pt x="6296762" y="710118"/>
                  </a:moveTo>
                  <a:lnTo>
                    <a:pt x="6247441" y="738615"/>
                  </a:lnTo>
                  <a:lnTo>
                    <a:pt x="6249380" y="739741"/>
                  </a:lnTo>
                  <a:lnTo>
                    <a:pt x="6298452" y="711393"/>
                  </a:lnTo>
                  <a:lnTo>
                    <a:pt x="6296762" y="710118"/>
                  </a:lnTo>
                  <a:close/>
                </a:path>
                <a:path w="7526655" h="4349750">
                  <a:moveTo>
                    <a:pt x="6158356" y="790088"/>
                  </a:moveTo>
                  <a:lnTo>
                    <a:pt x="6126560" y="808459"/>
                  </a:lnTo>
                  <a:lnTo>
                    <a:pt x="6127197" y="810324"/>
                  </a:lnTo>
                  <a:lnTo>
                    <a:pt x="6158711" y="792119"/>
                  </a:lnTo>
                  <a:lnTo>
                    <a:pt x="6158356" y="790088"/>
                  </a:lnTo>
                  <a:close/>
                </a:path>
                <a:path w="7526655" h="4349750">
                  <a:moveTo>
                    <a:pt x="5068717" y="1419676"/>
                  </a:moveTo>
                  <a:lnTo>
                    <a:pt x="4903428" y="1515179"/>
                  </a:lnTo>
                  <a:lnTo>
                    <a:pt x="4903167" y="1517424"/>
                  </a:lnTo>
                  <a:lnTo>
                    <a:pt x="5069789" y="1421170"/>
                  </a:lnTo>
                  <a:lnTo>
                    <a:pt x="5068717" y="1419676"/>
                  </a:lnTo>
                  <a:close/>
                </a:path>
                <a:path w="7526655" h="4349750">
                  <a:moveTo>
                    <a:pt x="1037467" y="3748913"/>
                  </a:moveTo>
                  <a:lnTo>
                    <a:pt x="987819" y="3777599"/>
                  </a:lnTo>
                  <a:lnTo>
                    <a:pt x="988612" y="3778793"/>
                  </a:lnTo>
                  <a:lnTo>
                    <a:pt x="1038276" y="3750103"/>
                  </a:lnTo>
                  <a:lnTo>
                    <a:pt x="1037467" y="3748913"/>
                  </a:lnTo>
                  <a:close/>
                </a:path>
                <a:path w="7526655" h="4349750">
                  <a:moveTo>
                    <a:pt x="6583601" y="544383"/>
                  </a:moveTo>
                  <a:lnTo>
                    <a:pt x="6538193" y="570620"/>
                  </a:lnTo>
                  <a:lnTo>
                    <a:pt x="6538790" y="572554"/>
                  </a:lnTo>
                  <a:lnTo>
                    <a:pt x="6583967" y="546456"/>
                  </a:lnTo>
                  <a:lnTo>
                    <a:pt x="6583879" y="545622"/>
                  </a:lnTo>
                  <a:lnTo>
                    <a:pt x="6583601" y="544383"/>
                  </a:lnTo>
                  <a:close/>
                </a:path>
                <a:path w="7526655" h="4349750">
                  <a:moveTo>
                    <a:pt x="5598035" y="1113839"/>
                  </a:moveTo>
                  <a:lnTo>
                    <a:pt x="5552136" y="1140359"/>
                  </a:lnTo>
                  <a:lnTo>
                    <a:pt x="5552709" y="1142196"/>
                  </a:lnTo>
                  <a:lnTo>
                    <a:pt x="5598358" y="1115824"/>
                  </a:lnTo>
                  <a:lnTo>
                    <a:pt x="5598232" y="1114789"/>
                  </a:lnTo>
                  <a:lnTo>
                    <a:pt x="5598035" y="1113839"/>
                  </a:lnTo>
                  <a:close/>
                </a:path>
                <a:path w="7526655" h="4349750">
                  <a:moveTo>
                    <a:pt x="5314256" y="1277805"/>
                  </a:moveTo>
                  <a:lnTo>
                    <a:pt x="5268822" y="1304056"/>
                  </a:lnTo>
                  <a:lnTo>
                    <a:pt x="5269382" y="1305868"/>
                  </a:lnTo>
                  <a:lnTo>
                    <a:pt x="5314607" y="1279742"/>
                  </a:lnTo>
                  <a:lnTo>
                    <a:pt x="5314577" y="1279428"/>
                  </a:lnTo>
                  <a:lnTo>
                    <a:pt x="5314256" y="1277805"/>
                  </a:lnTo>
                  <a:close/>
                </a:path>
                <a:path w="7526655" h="4349750">
                  <a:moveTo>
                    <a:pt x="3874714" y="2109566"/>
                  </a:moveTo>
                  <a:lnTo>
                    <a:pt x="3828773" y="2136110"/>
                  </a:lnTo>
                  <a:lnTo>
                    <a:pt x="3829304" y="2137776"/>
                  </a:lnTo>
                  <a:lnTo>
                    <a:pt x="3875110" y="2111314"/>
                  </a:lnTo>
                  <a:lnTo>
                    <a:pt x="3874714" y="2109566"/>
                  </a:lnTo>
                  <a:close/>
                </a:path>
                <a:path w="7526655" h="4349750">
                  <a:moveTo>
                    <a:pt x="3243343" y="2474368"/>
                  </a:moveTo>
                  <a:lnTo>
                    <a:pt x="3195738" y="2501874"/>
                  </a:lnTo>
                  <a:lnTo>
                    <a:pt x="3196600" y="2503278"/>
                  </a:lnTo>
                  <a:lnTo>
                    <a:pt x="3244214" y="2475772"/>
                  </a:lnTo>
                  <a:lnTo>
                    <a:pt x="3243343" y="2474368"/>
                  </a:lnTo>
                  <a:close/>
                </a:path>
                <a:path w="7526655" h="4349750">
                  <a:moveTo>
                    <a:pt x="3278928" y="2453807"/>
                  </a:moveTo>
                  <a:lnTo>
                    <a:pt x="3258511" y="2465604"/>
                  </a:lnTo>
                  <a:lnTo>
                    <a:pt x="3258511" y="2467513"/>
                  </a:lnTo>
                  <a:lnTo>
                    <a:pt x="3278847" y="2455765"/>
                  </a:lnTo>
                  <a:lnTo>
                    <a:pt x="3278928" y="2453807"/>
                  </a:lnTo>
                  <a:close/>
                </a:path>
              </a:pathLst>
            </a:custGeom>
            <a:solidFill>
              <a:srgbClr val="333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0968" y="1069479"/>
              <a:ext cx="7527290" cy="4351020"/>
            </a:xfrm>
            <a:custGeom>
              <a:avLst/>
              <a:gdLst/>
              <a:ahLst/>
              <a:cxnLst/>
              <a:rect l="l" t="t" r="r" b="b"/>
              <a:pathLst>
                <a:path w="7527290" h="4351020">
                  <a:moveTo>
                    <a:pt x="33197" y="4332389"/>
                  </a:moveTo>
                  <a:lnTo>
                    <a:pt x="33083" y="4330916"/>
                  </a:lnTo>
                  <a:lnTo>
                    <a:pt x="33007" y="4329938"/>
                  </a:lnTo>
                  <a:lnTo>
                    <a:pt x="32689" y="4328757"/>
                  </a:lnTo>
                  <a:lnTo>
                    <a:pt x="0" y="4347642"/>
                  </a:lnTo>
                  <a:lnTo>
                    <a:pt x="660" y="4349648"/>
                  </a:lnTo>
                  <a:lnTo>
                    <a:pt x="1092" y="4350931"/>
                  </a:lnTo>
                  <a:lnTo>
                    <a:pt x="33197" y="4332389"/>
                  </a:lnTo>
                  <a:close/>
                </a:path>
                <a:path w="7527290" h="4351020">
                  <a:moveTo>
                    <a:pt x="132232" y="4275175"/>
                  </a:moveTo>
                  <a:lnTo>
                    <a:pt x="131356" y="4274134"/>
                  </a:lnTo>
                  <a:lnTo>
                    <a:pt x="130022" y="4272521"/>
                  </a:lnTo>
                  <a:lnTo>
                    <a:pt x="86448" y="4297692"/>
                  </a:lnTo>
                  <a:lnTo>
                    <a:pt x="87718" y="4299343"/>
                  </a:lnTo>
                  <a:lnTo>
                    <a:pt x="88544" y="4300410"/>
                  </a:lnTo>
                  <a:lnTo>
                    <a:pt x="132232" y="4275175"/>
                  </a:lnTo>
                  <a:close/>
                </a:path>
                <a:path w="7527290" h="4351020">
                  <a:moveTo>
                    <a:pt x="153060" y="4259224"/>
                  </a:moveTo>
                  <a:lnTo>
                    <a:pt x="132422" y="4271137"/>
                  </a:lnTo>
                  <a:lnTo>
                    <a:pt x="132384" y="4273537"/>
                  </a:lnTo>
                  <a:lnTo>
                    <a:pt x="132334" y="4274134"/>
                  </a:lnTo>
                  <a:lnTo>
                    <a:pt x="132232" y="4275175"/>
                  </a:lnTo>
                  <a:lnTo>
                    <a:pt x="153009" y="4263174"/>
                  </a:lnTo>
                  <a:lnTo>
                    <a:pt x="153035" y="4261612"/>
                  </a:lnTo>
                  <a:lnTo>
                    <a:pt x="153060" y="4259224"/>
                  </a:lnTo>
                  <a:close/>
                </a:path>
                <a:path w="7527290" h="4351020">
                  <a:moveTo>
                    <a:pt x="256209" y="4203560"/>
                  </a:moveTo>
                  <a:lnTo>
                    <a:pt x="255765" y="4202252"/>
                  </a:lnTo>
                  <a:lnTo>
                    <a:pt x="255104" y="4200271"/>
                  </a:lnTo>
                  <a:lnTo>
                    <a:pt x="210502" y="4226039"/>
                  </a:lnTo>
                  <a:lnTo>
                    <a:pt x="211175" y="4228008"/>
                  </a:lnTo>
                  <a:lnTo>
                    <a:pt x="211620" y="4229316"/>
                  </a:lnTo>
                  <a:lnTo>
                    <a:pt x="256209" y="4203560"/>
                  </a:lnTo>
                  <a:close/>
                </a:path>
                <a:path w="7527290" h="4351020">
                  <a:moveTo>
                    <a:pt x="476148" y="4076509"/>
                  </a:moveTo>
                  <a:lnTo>
                    <a:pt x="475957" y="4075023"/>
                  </a:lnTo>
                  <a:lnTo>
                    <a:pt x="475691" y="4072839"/>
                  </a:lnTo>
                  <a:lnTo>
                    <a:pt x="430212" y="4099115"/>
                  </a:lnTo>
                  <a:lnTo>
                    <a:pt x="430860" y="4101084"/>
                  </a:lnTo>
                  <a:lnTo>
                    <a:pt x="431292" y="4102417"/>
                  </a:lnTo>
                  <a:lnTo>
                    <a:pt x="476148" y="4076509"/>
                  </a:lnTo>
                  <a:close/>
                </a:path>
                <a:path w="7527290" h="4351020">
                  <a:moveTo>
                    <a:pt x="768616" y="3904678"/>
                  </a:moveTo>
                  <a:lnTo>
                    <a:pt x="768413" y="3903738"/>
                  </a:lnTo>
                  <a:lnTo>
                    <a:pt x="723290" y="3929811"/>
                  </a:lnTo>
                  <a:lnTo>
                    <a:pt x="723925" y="3931742"/>
                  </a:lnTo>
                  <a:lnTo>
                    <a:pt x="724382" y="3933113"/>
                  </a:lnTo>
                  <a:lnTo>
                    <a:pt x="768616" y="3907548"/>
                  </a:lnTo>
                  <a:lnTo>
                    <a:pt x="768616" y="3905923"/>
                  </a:lnTo>
                  <a:lnTo>
                    <a:pt x="768616" y="3904678"/>
                  </a:lnTo>
                  <a:close/>
                </a:path>
                <a:path w="7527290" h="4351020">
                  <a:moveTo>
                    <a:pt x="886828" y="3839260"/>
                  </a:moveTo>
                  <a:lnTo>
                    <a:pt x="885367" y="3838473"/>
                  </a:lnTo>
                  <a:lnTo>
                    <a:pt x="883323" y="3837355"/>
                  </a:lnTo>
                  <a:lnTo>
                    <a:pt x="831075" y="3867543"/>
                  </a:lnTo>
                  <a:lnTo>
                    <a:pt x="832993" y="3868737"/>
                  </a:lnTo>
                  <a:lnTo>
                    <a:pt x="834351" y="3869575"/>
                  </a:lnTo>
                  <a:lnTo>
                    <a:pt x="886828" y="3839260"/>
                  </a:lnTo>
                  <a:close/>
                </a:path>
                <a:path w="7527290" h="4351020">
                  <a:moveTo>
                    <a:pt x="1039761" y="3750919"/>
                  </a:moveTo>
                  <a:lnTo>
                    <a:pt x="1038948" y="3749725"/>
                  </a:lnTo>
                  <a:lnTo>
                    <a:pt x="1037844" y="3748100"/>
                  </a:lnTo>
                  <a:lnTo>
                    <a:pt x="988174" y="3776789"/>
                  </a:lnTo>
                  <a:lnTo>
                    <a:pt x="989266" y="3778427"/>
                  </a:lnTo>
                  <a:lnTo>
                    <a:pt x="990066" y="3779621"/>
                  </a:lnTo>
                  <a:lnTo>
                    <a:pt x="1039761" y="3750919"/>
                  </a:lnTo>
                  <a:close/>
                </a:path>
                <a:path w="7527290" h="4351020">
                  <a:moveTo>
                    <a:pt x="1351127" y="3571049"/>
                  </a:moveTo>
                  <a:lnTo>
                    <a:pt x="1351089" y="3569373"/>
                  </a:lnTo>
                  <a:lnTo>
                    <a:pt x="1351038" y="3567176"/>
                  </a:lnTo>
                  <a:lnTo>
                    <a:pt x="1306398" y="3592957"/>
                  </a:lnTo>
                  <a:lnTo>
                    <a:pt x="1306944" y="3594887"/>
                  </a:lnTo>
                  <a:lnTo>
                    <a:pt x="1307363" y="3596335"/>
                  </a:lnTo>
                  <a:lnTo>
                    <a:pt x="1351127" y="3571049"/>
                  </a:lnTo>
                  <a:close/>
                </a:path>
                <a:path w="7527290" h="4351020">
                  <a:moveTo>
                    <a:pt x="1694624" y="3372612"/>
                  </a:moveTo>
                  <a:lnTo>
                    <a:pt x="1694599" y="3370897"/>
                  </a:lnTo>
                  <a:lnTo>
                    <a:pt x="1694497" y="3368764"/>
                  </a:lnTo>
                  <a:lnTo>
                    <a:pt x="1649641" y="3394672"/>
                  </a:lnTo>
                  <a:lnTo>
                    <a:pt x="1650199" y="3396551"/>
                  </a:lnTo>
                  <a:lnTo>
                    <a:pt x="1650644" y="3398024"/>
                  </a:lnTo>
                  <a:lnTo>
                    <a:pt x="1694624" y="3372612"/>
                  </a:lnTo>
                  <a:close/>
                </a:path>
                <a:path w="7527290" h="4351020">
                  <a:moveTo>
                    <a:pt x="1925091" y="3239478"/>
                  </a:moveTo>
                  <a:lnTo>
                    <a:pt x="1924202" y="3238233"/>
                  </a:lnTo>
                  <a:lnTo>
                    <a:pt x="1923110" y="3236696"/>
                  </a:lnTo>
                  <a:lnTo>
                    <a:pt x="1870811" y="3266910"/>
                  </a:lnTo>
                  <a:lnTo>
                    <a:pt x="1871891" y="3268459"/>
                  </a:lnTo>
                  <a:lnTo>
                    <a:pt x="1872742" y="3269716"/>
                  </a:lnTo>
                  <a:lnTo>
                    <a:pt x="1925091" y="3239478"/>
                  </a:lnTo>
                  <a:close/>
                </a:path>
                <a:path w="7527290" h="4351020">
                  <a:moveTo>
                    <a:pt x="2125586" y="3123654"/>
                  </a:moveTo>
                  <a:lnTo>
                    <a:pt x="2125472" y="3121939"/>
                  </a:lnTo>
                  <a:lnTo>
                    <a:pt x="2125332" y="3119869"/>
                  </a:lnTo>
                  <a:lnTo>
                    <a:pt x="2077974" y="3147237"/>
                  </a:lnTo>
                  <a:lnTo>
                    <a:pt x="2077961" y="3149384"/>
                  </a:lnTo>
                  <a:lnTo>
                    <a:pt x="2077999" y="3151149"/>
                  </a:lnTo>
                  <a:lnTo>
                    <a:pt x="2125586" y="3123654"/>
                  </a:lnTo>
                  <a:close/>
                </a:path>
                <a:path w="7527290" h="4351020">
                  <a:moveTo>
                    <a:pt x="2312632" y="3015602"/>
                  </a:moveTo>
                  <a:lnTo>
                    <a:pt x="2311895" y="3014230"/>
                  </a:lnTo>
                  <a:lnTo>
                    <a:pt x="2311031" y="3012605"/>
                  </a:lnTo>
                  <a:lnTo>
                    <a:pt x="2262136" y="3040850"/>
                  </a:lnTo>
                  <a:lnTo>
                    <a:pt x="2262962" y="3042501"/>
                  </a:lnTo>
                  <a:lnTo>
                    <a:pt x="2263660" y="3043898"/>
                  </a:lnTo>
                  <a:lnTo>
                    <a:pt x="2312632" y="3015602"/>
                  </a:lnTo>
                  <a:close/>
                </a:path>
                <a:path w="7527290" h="4351020">
                  <a:moveTo>
                    <a:pt x="2480716" y="2918510"/>
                  </a:moveTo>
                  <a:lnTo>
                    <a:pt x="2480195" y="2916986"/>
                  </a:lnTo>
                  <a:lnTo>
                    <a:pt x="2479598" y="2915221"/>
                  </a:lnTo>
                  <a:lnTo>
                    <a:pt x="2430805" y="2943402"/>
                  </a:lnTo>
                  <a:lnTo>
                    <a:pt x="2430919" y="2945460"/>
                  </a:lnTo>
                  <a:lnTo>
                    <a:pt x="2431021" y="2947212"/>
                  </a:lnTo>
                  <a:lnTo>
                    <a:pt x="2480716" y="2918510"/>
                  </a:lnTo>
                  <a:close/>
                </a:path>
                <a:path w="7527290" h="4351020">
                  <a:moveTo>
                    <a:pt x="2698889" y="2792463"/>
                  </a:moveTo>
                  <a:lnTo>
                    <a:pt x="2698877" y="2790634"/>
                  </a:lnTo>
                  <a:lnTo>
                    <a:pt x="2698864" y="2789110"/>
                  </a:lnTo>
                  <a:lnTo>
                    <a:pt x="2698750" y="2788628"/>
                  </a:lnTo>
                  <a:lnTo>
                    <a:pt x="2654122" y="2814409"/>
                  </a:lnTo>
                  <a:lnTo>
                    <a:pt x="2654643" y="2816187"/>
                  </a:lnTo>
                  <a:lnTo>
                    <a:pt x="2655100" y="2817761"/>
                  </a:lnTo>
                  <a:lnTo>
                    <a:pt x="2698889" y="2792463"/>
                  </a:lnTo>
                  <a:close/>
                </a:path>
                <a:path w="7527290" h="4351020">
                  <a:moveTo>
                    <a:pt x="2817838" y="2723756"/>
                  </a:moveTo>
                  <a:lnTo>
                    <a:pt x="2816174" y="2722854"/>
                  </a:lnTo>
                  <a:lnTo>
                    <a:pt x="2814332" y="2721851"/>
                  </a:lnTo>
                  <a:lnTo>
                    <a:pt x="2762085" y="2752026"/>
                  </a:lnTo>
                  <a:lnTo>
                    <a:pt x="2763812" y="2753106"/>
                  </a:lnTo>
                  <a:lnTo>
                    <a:pt x="2765348" y="2754071"/>
                  </a:lnTo>
                  <a:lnTo>
                    <a:pt x="2817838" y="2723756"/>
                  </a:lnTo>
                  <a:close/>
                </a:path>
                <a:path w="7527290" h="4351020">
                  <a:moveTo>
                    <a:pt x="3245574" y="2476652"/>
                  </a:moveTo>
                  <a:lnTo>
                    <a:pt x="3244697" y="2475255"/>
                  </a:lnTo>
                  <a:lnTo>
                    <a:pt x="3243783" y="2473769"/>
                  </a:lnTo>
                  <a:lnTo>
                    <a:pt x="3196171" y="2501277"/>
                  </a:lnTo>
                  <a:lnTo>
                    <a:pt x="3197085" y="2502763"/>
                  </a:lnTo>
                  <a:lnTo>
                    <a:pt x="3197949" y="2504173"/>
                  </a:lnTo>
                  <a:lnTo>
                    <a:pt x="3245574" y="2476652"/>
                  </a:lnTo>
                  <a:close/>
                </a:path>
                <a:path w="7527290" h="4351020">
                  <a:moveTo>
                    <a:pt x="3278416" y="2453754"/>
                  </a:moveTo>
                  <a:lnTo>
                    <a:pt x="3258083" y="2465501"/>
                  </a:lnTo>
                  <a:lnTo>
                    <a:pt x="3258083" y="2467533"/>
                  </a:lnTo>
                  <a:lnTo>
                    <a:pt x="3258083" y="2469438"/>
                  </a:lnTo>
                  <a:lnTo>
                    <a:pt x="3278251" y="2457780"/>
                  </a:lnTo>
                  <a:lnTo>
                    <a:pt x="3278327" y="2455824"/>
                  </a:lnTo>
                  <a:lnTo>
                    <a:pt x="3278416" y="2453754"/>
                  </a:lnTo>
                  <a:close/>
                </a:path>
                <a:path w="7527290" h="4351020">
                  <a:moveTo>
                    <a:pt x="3454108" y="2356193"/>
                  </a:moveTo>
                  <a:lnTo>
                    <a:pt x="3453130" y="2354821"/>
                  </a:lnTo>
                  <a:lnTo>
                    <a:pt x="3452126" y="2353411"/>
                  </a:lnTo>
                  <a:lnTo>
                    <a:pt x="3399917" y="2383561"/>
                  </a:lnTo>
                  <a:lnTo>
                    <a:pt x="3400920" y="2384996"/>
                  </a:lnTo>
                  <a:lnTo>
                    <a:pt x="3401872" y="2386368"/>
                  </a:lnTo>
                  <a:lnTo>
                    <a:pt x="3454108" y="2356193"/>
                  </a:lnTo>
                  <a:close/>
                </a:path>
                <a:path w="7527290" h="4351020">
                  <a:moveTo>
                    <a:pt x="3654196" y="2240597"/>
                  </a:moveTo>
                  <a:lnTo>
                    <a:pt x="3654069" y="2238730"/>
                  </a:lnTo>
                  <a:lnTo>
                    <a:pt x="3653942" y="2236825"/>
                  </a:lnTo>
                  <a:lnTo>
                    <a:pt x="3608070" y="2263317"/>
                  </a:lnTo>
                  <a:lnTo>
                    <a:pt x="3608057" y="2265311"/>
                  </a:lnTo>
                  <a:lnTo>
                    <a:pt x="3608095" y="2267242"/>
                  </a:lnTo>
                  <a:lnTo>
                    <a:pt x="3654196" y="2240597"/>
                  </a:lnTo>
                  <a:close/>
                </a:path>
                <a:path w="7527290" h="4351020">
                  <a:moveTo>
                    <a:pt x="3875163" y="2112962"/>
                  </a:moveTo>
                  <a:lnTo>
                    <a:pt x="3874922" y="2111121"/>
                  </a:lnTo>
                  <a:lnTo>
                    <a:pt x="3874732" y="2109520"/>
                  </a:lnTo>
                  <a:lnTo>
                    <a:pt x="3874681" y="2109305"/>
                  </a:lnTo>
                  <a:lnTo>
                    <a:pt x="3828872" y="2135771"/>
                  </a:lnTo>
                  <a:lnTo>
                    <a:pt x="3829393" y="2137422"/>
                  </a:lnTo>
                  <a:lnTo>
                    <a:pt x="3829926" y="2139086"/>
                  </a:lnTo>
                  <a:lnTo>
                    <a:pt x="3875163" y="2112962"/>
                  </a:lnTo>
                  <a:close/>
                </a:path>
                <a:path w="7527290" h="4351020">
                  <a:moveTo>
                    <a:pt x="4123842" y="1969300"/>
                  </a:moveTo>
                  <a:lnTo>
                    <a:pt x="4123817" y="1967306"/>
                  </a:lnTo>
                  <a:lnTo>
                    <a:pt x="4123702" y="1965452"/>
                  </a:lnTo>
                  <a:lnTo>
                    <a:pt x="4079024" y="1991258"/>
                  </a:lnTo>
                  <a:lnTo>
                    <a:pt x="4079506" y="1992909"/>
                  </a:lnTo>
                  <a:lnTo>
                    <a:pt x="4080014" y="1994611"/>
                  </a:lnTo>
                  <a:lnTo>
                    <a:pt x="4123842" y="1969300"/>
                  </a:lnTo>
                  <a:close/>
                </a:path>
                <a:path w="7527290" h="4351020">
                  <a:moveTo>
                    <a:pt x="4242600" y="1900694"/>
                  </a:moveTo>
                  <a:lnTo>
                    <a:pt x="4240796" y="1899716"/>
                  </a:lnTo>
                  <a:lnTo>
                    <a:pt x="4239095" y="1898789"/>
                  </a:lnTo>
                  <a:lnTo>
                    <a:pt x="4186859" y="1928964"/>
                  </a:lnTo>
                  <a:lnTo>
                    <a:pt x="4188447" y="1929968"/>
                  </a:lnTo>
                  <a:lnTo>
                    <a:pt x="4190123" y="1931009"/>
                  </a:lnTo>
                  <a:lnTo>
                    <a:pt x="4242600" y="1900694"/>
                  </a:lnTo>
                  <a:close/>
                </a:path>
                <a:path w="7527290" h="4351020">
                  <a:moveTo>
                    <a:pt x="4472952" y="1767624"/>
                  </a:moveTo>
                  <a:lnTo>
                    <a:pt x="4472737" y="1765706"/>
                  </a:lnTo>
                  <a:lnTo>
                    <a:pt x="4472521" y="1763941"/>
                  </a:lnTo>
                  <a:lnTo>
                    <a:pt x="4427740" y="1789811"/>
                  </a:lnTo>
                  <a:lnTo>
                    <a:pt x="4428210" y="1791423"/>
                  </a:lnTo>
                  <a:lnTo>
                    <a:pt x="4428731" y="1793176"/>
                  </a:lnTo>
                  <a:lnTo>
                    <a:pt x="4472952" y="1767624"/>
                  </a:lnTo>
                  <a:close/>
                </a:path>
                <a:path w="7527290" h="4351020">
                  <a:moveTo>
                    <a:pt x="5071351" y="1421942"/>
                  </a:moveTo>
                  <a:lnTo>
                    <a:pt x="5070272" y="1420444"/>
                  </a:lnTo>
                  <a:lnTo>
                    <a:pt x="5069357" y="1419161"/>
                  </a:lnTo>
                  <a:lnTo>
                    <a:pt x="4902733" y="1515414"/>
                  </a:lnTo>
                  <a:lnTo>
                    <a:pt x="4902505" y="1517383"/>
                  </a:lnTo>
                  <a:lnTo>
                    <a:pt x="4902238" y="1519631"/>
                  </a:lnTo>
                  <a:lnTo>
                    <a:pt x="5071351" y="1421942"/>
                  </a:lnTo>
                  <a:close/>
                </a:path>
                <a:path w="7527290" h="4351020">
                  <a:moveTo>
                    <a:pt x="5314531" y="1281455"/>
                  </a:moveTo>
                  <a:lnTo>
                    <a:pt x="5314340" y="1279436"/>
                  </a:lnTo>
                  <a:lnTo>
                    <a:pt x="5314175" y="1277734"/>
                  </a:lnTo>
                  <a:lnTo>
                    <a:pt x="5268950" y="1303858"/>
                  </a:lnTo>
                  <a:lnTo>
                    <a:pt x="5269420" y="1305382"/>
                  </a:lnTo>
                  <a:lnTo>
                    <a:pt x="5269979" y="1307198"/>
                  </a:lnTo>
                  <a:lnTo>
                    <a:pt x="5314531" y="1281455"/>
                  </a:lnTo>
                  <a:close/>
                </a:path>
                <a:path w="7527290" h="4351020">
                  <a:moveTo>
                    <a:pt x="5598376" y="1117485"/>
                  </a:moveTo>
                  <a:lnTo>
                    <a:pt x="5598122" y="1115453"/>
                  </a:lnTo>
                  <a:lnTo>
                    <a:pt x="5597918" y="1113815"/>
                  </a:lnTo>
                  <a:lnTo>
                    <a:pt x="5552275" y="1140193"/>
                  </a:lnTo>
                  <a:lnTo>
                    <a:pt x="5552745" y="1141679"/>
                  </a:lnTo>
                  <a:lnTo>
                    <a:pt x="5553316" y="1143520"/>
                  </a:lnTo>
                  <a:lnTo>
                    <a:pt x="5598376" y="1117485"/>
                  </a:lnTo>
                  <a:close/>
                </a:path>
                <a:path w="7527290" h="4351020">
                  <a:moveTo>
                    <a:pt x="5848032" y="973264"/>
                  </a:moveTo>
                  <a:lnTo>
                    <a:pt x="5847829" y="971181"/>
                  </a:lnTo>
                  <a:lnTo>
                    <a:pt x="5847664" y="969543"/>
                  </a:lnTo>
                  <a:lnTo>
                    <a:pt x="5802414" y="995692"/>
                  </a:lnTo>
                  <a:lnTo>
                    <a:pt x="5802846" y="997165"/>
                  </a:lnTo>
                  <a:lnTo>
                    <a:pt x="5803404" y="999045"/>
                  </a:lnTo>
                  <a:lnTo>
                    <a:pt x="5848032" y="973264"/>
                  </a:lnTo>
                  <a:close/>
                </a:path>
                <a:path w="7527290" h="4351020">
                  <a:moveTo>
                    <a:pt x="6158903" y="793686"/>
                  </a:moveTo>
                  <a:lnTo>
                    <a:pt x="6158547" y="791654"/>
                  </a:lnTo>
                  <a:lnTo>
                    <a:pt x="6158281" y="790117"/>
                  </a:lnTo>
                  <a:lnTo>
                    <a:pt x="6126759" y="808316"/>
                  </a:lnTo>
                  <a:lnTo>
                    <a:pt x="6127242" y="809739"/>
                  </a:lnTo>
                  <a:lnTo>
                    <a:pt x="6127775" y="811263"/>
                  </a:lnTo>
                  <a:lnTo>
                    <a:pt x="6127864" y="811606"/>
                  </a:lnTo>
                  <a:lnTo>
                    <a:pt x="6158903" y="793686"/>
                  </a:lnTo>
                  <a:close/>
                </a:path>
                <a:path w="7527290" h="4351020">
                  <a:moveTo>
                    <a:pt x="6300965" y="711619"/>
                  </a:moveTo>
                  <a:lnTo>
                    <a:pt x="6299276" y="710336"/>
                  </a:lnTo>
                  <a:lnTo>
                    <a:pt x="6298019" y="709383"/>
                  </a:lnTo>
                  <a:lnTo>
                    <a:pt x="6248946" y="737730"/>
                  </a:lnTo>
                  <a:lnTo>
                    <a:pt x="6250394" y="738581"/>
                  </a:lnTo>
                  <a:lnTo>
                    <a:pt x="6252337" y="739698"/>
                  </a:lnTo>
                  <a:lnTo>
                    <a:pt x="6300965" y="711619"/>
                  </a:lnTo>
                  <a:close/>
                </a:path>
                <a:path w="7527290" h="4351020">
                  <a:moveTo>
                    <a:pt x="6346241" y="685457"/>
                  </a:moveTo>
                  <a:lnTo>
                    <a:pt x="6345606" y="683564"/>
                  </a:lnTo>
                  <a:lnTo>
                    <a:pt x="6345123" y="682167"/>
                  </a:lnTo>
                  <a:lnTo>
                    <a:pt x="6310858" y="701967"/>
                  </a:lnTo>
                  <a:lnTo>
                    <a:pt x="6311341" y="703364"/>
                  </a:lnTo>
                  <a:lnTo>
                    <a:pt x="6312001" y="705231"/>
                  </a:lnTo>
                  <a:lnTo>
                    <a:pt x="6346241" y="685457"/>
                  </a:lnTo>
                  <a:close/>
                </a:path>
                <a:path w="7527290" h="4351020">
                  <a:moveTo>
                    <a:pt x="6583921" y="548157"/>
                  </a:moveTo>
                  <a:lnTo>
                    <a:pt x="6583693" y="545998"/>
                  </a:lnTo>
                  <a:lnTo>
                    <a:pt x="6583527" y="544449"/>
                  </a:lnTo>
                  <a:lnTo>
                    <a:pt x="6538354" y="570547"/>
                  </a:lnTo>
                  <a:lnTo>
                    <a:pt x="6538785" y="571944"/>
                  </a:lnTo>
                  <a:lnTo>
                    <a:pt x="6539382" y="573887"/>
                  </a:lnTo>
                  <a:lnTo>
                    <a:pt x="6583921" y="548157"/>
                  </a:lnTo>
                  <a:close/>
                </a:path>
                <a:path w="7527290" h="4351020">
                  <a:moveTo>
                    <a:pt x="6795783" y="425767"/>
                  </a:moveTo>
                  <a:lnTo>
                    <a:pt x="6795719" y="423494"/>
                  </a:lnTo>
                  <a:lnTo>
                    <a:pt x="6795681" y="421894"/>
                  </a:lnTo>
                  <a:lnTo>
                    <a:pt x="6751155" y="447624"/>
                  </a:lnTo>
                  <a:lnTo>
                    <a:pt x="6751599" y="448983"/>
                  </a:lnTo>
                  <a:lnTo>
                    <a:pt x="6752222" y="450926"/>
                  </a:lnTo>
                  <a:lnTo>
                    <a:pt x="6795783" y="425767"/>
                  </a:lnTo>
                  <a:close/>
                </a:path>
                <a:path w="7527290" h="4351020">
                  <a:moveTo>
                    <a:pt x="6936448" y="344500"/>
                  </a:moveTo>
                  <a:lnTo>
                    <a:pt x="6935279" y="342861"/>
                  </a:lnTo>
                  <a:lnTo>
                    <a:pt x="6934467" y="341718"/>
                  </a:lnTo>
                  <a:lnTo>
                    <a:pt x="6882752" y="371602"/>
                  </a:lnTo>
                  <a:lnTo>
                    <a:pt x="6883527" y="372757"/>
                  </a:lnTo>
                  <a:lnTo>
                    <a:pt x="6884657" y="374421"/>
                  </a:lnTo>
                  <a:lnTo>
                    <a:pt x="6936448" y="344500"/>
                  </a:lnTo>
                  <a:close/>
                </a:path>
                <a:path w="7527290" h="4351020">
                  <a:moveTo>
                    <a:pt x="7136600" y="228879"/>
                  </a:moveTo>
                  <a:lnTo>
                    <a:pt x="7136447" y="226618"/>
                  </a:lnTo>
                  <a:lnTo>
                    <a:pt x="7136346" y="225107"/>
                  </a:lnTo>
                  <a:lnTo>
                    <a:pt x="7090397" y="251650"/>
                  </a:lnTo>
                  <a:lnTo>
                    <a:pt x="7090423" y="253225"/>
                  </a:lnTo>
                  <a:lnTo>
                    <a:pt x="7090448" y="255536"/>
                  </a:lnTo>
                  <a:lnTo>
                    <a:pt x="7136600" y="228879"/>
                  </a:lnTo>
                  <a:close/>
                </a:path>
                <a:path w="7527290" h="4351020">
                  <a:moveTo>
                    <a:pt x="7340066" y="111340"/>
                  </a:moveTo>
                  <a:lnTo>
                    <a:pt x="7339698" y="109181"/>
                  </a:lnTo>
                  <a:lnTo>
                    <a:pt x="7339444" y="107772"/>
                  </a:lnTo>
                  <a:lnTo>
                    <a:pt x="7307986" y="125945"/>
                  </a:lnTo>
                  <a:lnTo>
                    <a:pt x="7308431" y="127254"/>
                  </a:lnTo>
                  <a:lnTo>
                    <a:pt x="7308875" y="128511"/>
                  </a:lnTo>
                  <a:lnTo>
                    <a:pt x="7309066" y="129247"/>
                  </a:lnTo>
                  <a:lnTo>
                    <a:pt x="7340066" y="111340"/>
                  </a:lnTo>
                  <a:close/>
                </a:path>
                <a:path w="7527290" h="4351020">
                  <a:moveTo>
                    <a:pt x="7482332" y="29159"/>
                  </a:moveTo>
                  <a:lnTo>
                    <a:pt x="7480528" y="27813"/>
                  </a:lnTo>
                  <a:lnTo>
                    <a:pt x="7479373" y="26949"/>
                  </a:lnTo>
                  <a:lnTo>
                    <a:pt x="7430440" y="55206"/>
                  </a:lnTo>
                  <a:lnTo>
                    <a:pt x="7431773" y="55981"/>
                  </a:lnTo>
                  <a:lnTo>
                    <a:pt x="7433831" y="57175"/>
                  </a:lnTo>
                  <a:lnTo>
                    <a:pt x="7482332" y="29159"/>
                  </a:lnTo>
                  <a:close/>
                </a:path>
                <a:path w="7527290" h="4351020">
                  <a:moveTo>
                    <a:pt x="7527125" y="3289"/>
                  </a:moveTo>
                  <a:lnTo>
                    <a:pt x="7526452" y="1282"/>
                  </a:lnTo>
                  <a:lnTo>
                    <a:pt x="7526020" y="0"/>
                  </a:lnTo>
                  <a:lnTo>
                    <a:pt x="7492085" y="19596"/>
                  </a:lnTo>
                  <a:lnTo>
                    <a:pt x="7492543" y="20878"/>
                  </a:lnTo>
                  <a:lnTo>
                    <a:pt x="7493241" y="22860"/>
                  </a:lnTo>
                  <a:lnTo>
                    <a:pt x="7527125" y="3289"/>
                  </a:lnTo>
                  <a:close/>
                </a:path>
              </a:pathLst>
            </a:custGeom>
            <a:solidFill>
              <a:srgbClr val="3535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42069" y="999870"/>
              <a:ext cx="7652384" cy="4422775"/>
            </a:xfrm>
            <a:custGeom>
              <a:avLst/>
              <a:gdLst/>
              <a:ahLst/>
              <a:cxnLst/>
              <a:rect l="l" t="t" r="r" b="b"/>
              <a:pathLst>
                <a:path w="7652384" h="4422775">
                  <a:moveTo>
                    <a:pt x="6935355" y="414107"/>
                  </a:moveTo>
                  <a:lnTo>
                    <a:pt x="6883560" y="444028"/>
                  </a:lnTo>
                  <a:lnTo>
                    <a:pt x="6883674" y="444199"/>
                  </a:lnTo>
                  <a:lnTo>
                    <a:pt x="6935466" y="414264"/>
                  </a:lnTo>
                  <a:lnTo>
                    <a:pt x="6935355" y="414107"/>
                  </a:lnTo>
                  <a:close/>
                </a:path>
                <a:path w="7652384" h="4422775">
                  <a:moveTo>
                    <a:pt x="7652198" y="0"/>
                  </a:moveTo>
                  <a:lnTo>
                    <a:pt x="7089359" y="325142"/>
                  </a:lnTo>
                  <a:lnTo>
                    <a:pt x="7089362" y="325314"/>
                  </a:lnTo>
                  <a:lnTo>
                    <a:pt x="7652198" y="0"/>
                  </a:lnTo>
                  <a:close/>
                </a:path>
                <a:path w="7652384" h="4422775">
                  <a:moveTo>
                    <a:pt x="3453013" y="2425795"/>
                  </a:moveTo>
                  <a:lnTo>
                    <a:pt x="3400784" y="2455966"/>
                  </a:lnTo>
                  <a:lnTo>
                    <a:pt x="3401436" y="2456900"/>
                  </a:lnTo>
                  <a:lnTo>
                    <a:pt x="3453665" y="2426712"/>
                  </a:lnTo>
                  <a:lnTo>
                    <a:pt x="3453013" y="2425795"/>
                  </a:lnTo>
                  <a:close/>
                </a:path>
                <a:path w="7652384" h="4422775">
                  <a:moveTo>
                    <a:pt x="3653105" y="2310205"/>
                  </a:moveTo>
                  <a:lnTo>
                    <a:pt x="3606995" y="2336841"/>
                  </a:lnTo>
                  <a:lnTo>
                    <a:pt x="3607015" y="2338077"/>
                  </a:lnTo>
                  <a:lnTo>
                    <a:pt x="3653187" y="2311391"/>
                  </a:lnTo>
                  <a:lnTo>
                    <a:pt x="3653105" y="2310205"/>
                  </a:lnTo>
                  <a:close/>
                </a:path>
                <a:path w="7652384" h="4422775">
                  <a:moveTo>
                    <a:pt x="1923991" y="3309083"/>
                  </a:moveTo>
                  <a:lnTo>
                    <a:pt x="1871653" y="3339318"/>
                  </a:lnTo>
                  <a:lnTo>
                    <a:pt x="1872531" y="3340593"/>
                  </a:lnTo>
                  <a:lnTo>
                    <a:pt x="1924882" y="3310335"/>
                  </a:lnTo>
                  <a:lnTo>
                    <a:pt x="1923991" y="3309083"/>
                  </a:lnTo>
                  <a:close/>
                </a:path>
                <a:path w="7652384" h="4422775">
                  <a:moveTo>
                    <a:pt x="2124494" y="3193256"/>
                  </a:moveTo>
                  <a:lnTo>
                    <a:pt x="2076899" y="3220751"/>
                  </a:lnTo>
                  <a:lnTo>
                    <a:pt x="2076927" y="3222454"/>
                  </a:lnTo>
                  <a:lnTo>
                    <a:pt x="2124606" y="3194896"/>
                  </a:lnTo>
                  <a:lnTo>
                    <a:pt x="2124494" y="3193256"/>
                  </a:lnTo>
                  <a:close/>
                </a:path>
                <a:path w="7652384" h="4422775">
                  <a:moveTo>
                    <a:pt x="6794685" y="495370"/>
                  </a:moveTo>
                  <a:lnTo>
                    <a:pt x="6751130" y="520531"/>
                  </a:lnTo>
                  <a:lnTo>
                    <a:pt x="6751206" y="520765"/>
                  </a:lnTo>
                  <a:lnTo>
                    <a:pt x="6794691" y="495631"/>
                  </a:lnTo>
                  <a:lnTo>
                    <a:pt x="6794685" y="495370"/>
                  </a:lnTo>
                  <a:close/>
                </a:path>
                <a:path w="7652384" h="4422775">
                  <a:moveTo>
                    <a:pt x="5846933" y="1042869"/>
                  </a:moveTo>
                  <a:lnTo>
                    <a:pt x="5802308" y="1068648"/>
                  </a:lnTo>
                  <a:lnTo>
                    <a:pt x="5802452" y="1069135"/>
                  </a:lnTo>
                  <a:lnTo>
                    <a:pt x="5846983" y="1043397"/>
                  </a:lnTo>
                  <a:lnTo>
                    <a:pt x="5846933" y="1042869"/>
                  </a:lnTo>
                  <a:close/>
                </a:path>
                <a:path w="7652384" h="4422775">
                  <a:moveTo>
                    <a:pt x="4471863" y="1837223"/>
                  </a:moveTo>
                  <a:lnTo>
                    <a:pt x="4427635" y="1862773"/>
                  </a:lnTo>
                  <a:lnTo>
                    <a:pt x="4427885" y="1863622"/>
                  </a:lnTo>
                  <a:lnTo>
                    <a:pt x="4471971" y="1838141"/>
                  </a:lnTo>
                  <a:lnTo>
                    <a:pt x="4471863" y="1837223"/>
                  </a:lnTo>
                  <a:close/>
                </a:path>
                <a:path w="7652384" h="4422775">
                  <a:moveTo>
                    <a:pt x="4241501" y="1970299"/>
                  </a:moveTo>
                  <a:lnTo>
                    <a:pt x="4189029" y="2000611"/>
                  </a:lnTo>
                  <a:lnTo>
                    <a:pt x="4189917" y="2001166"/>
                  </a:lnTo>
                  <a:lnTo>
                    <a:pt x="4242439" y="1970809"/>
                  </a:lnTo>
                  <a:lnTo>
                    <a:pt x="4241501" y="1970299"/>
                  </a:lnTo>
                  <a:close/>
                </a:path>
                <a:path w="7652384" h="4422775">
                  <a:moveTo>
                    <a:pt x="4122742" y="2038904"/>
                  </a:moveTo>
                  <a:lnTo>
                    <a:pt x="4078921" y="2064218"/>
                  </a:lnTo>
                  <a:lnTo>
                    <a:pt x="4079201" y="2065159"/>
                  </a:lnTo>
                  <a:lnTo>
                    <a:pt x="4122752" y="2039986"/>
                  </a:lnTo>
                  <a:lnTo>
                    <a:pt x="4122742" y="2038904"/>
                  </a:lnTo>
                  <a:close/>
                </a:path>
                <a:path w="7652384" h="4422775">
                  <a:moveTo>
                    <a:pt x="2816742" y="2793357"/>
                  </a:moveTo>
                  <a:lnTo>
                    <a:pt x="2764258" y="2823676"/>
                  </a:lnTo>
                  <a:lnTo>
                    <a:pt x="2765511" y="2824459"/>
                  </a:lnTo>
                  <a:lnTo>
                    <a:pt x="2818071" y="2794080"/>
                  </a:lnTo>
                  <a:lnTo>
                    <a:pt x="2816742" y="2793357"/>
                  </a:lnTo>
                  <a:close/>
                </a:path>
                <a:path w="7652384" h="4422775">
                  <a:moveTo>
                    <a:pt x="2697801" y="2862067"/>
                  </a:moveTo>
                  <a:lnTo>
                    <a:pt x="2654010" y="2887364"/>
                  </a:lnTo>
                  <a:lnTo>
                    <a:pt x="2654397" y="2888682"/>
                  </a:lnTo>
                  <a:lnTo>
                    <a:pt x="2697815" y="2863587"/>
                  </a:lnTo>
                  <a:lnTo>
                    <a:pt x="2697801" y="2862067"/>
                  </a:lnTo>
                  <a:close/>
                </a:path>
                <a:path w="7652384" h="4422775">
                  <a:moveTo>
                    <a:pt x="1693528" y="3442217"/>
                  </a:moveTo>
                  <a:lnTo>
                    <a:pt x="1649544" y="3467626"/>
                  </a:lnTo>
                  <a:lnTo>
                    <a:pt x="1649924" y="3468909"/>
                  </a:lnTo>
                  <a:lnTo>
                    <a:pt x="1649997" y="3469215"/>
                  </a:lnTo>
                  <a:lnTo>
                    <a:pt x="1693555" y="3444040"/>
                  </a:lnTo>
                  <a:lnTo>
                    <a:pt x="1693528" y="3442217"/>
                  </a:lnTo>
                  <a:close/>
                </a:path>
                <a:path w="7652384" h="4422775">
                  <a:moveTo>
                    <a:pt x="1350030" y="3640651"/>
                  </a:moveTo>
                  <a:lnTo>
                    <a:pt x="1306264" y="3665933"/>
                  </a:lnTo>
                  <a:lnTo>
                    <a:pt x="1306745" y="3667612"/>
                  </a:lnTo>
                  <a:lnTo>
                    <a:pt x="1350074" y="3642569"/>
                  </a:lnTo>
                  <a:lnTo>
                    <a:pt x="1350030" y="3640651"/>
                  </a:lnTo>
                  <a:close/>
                </a:path>
                <a:path w="7652384" h="4422775">
                  <a:moveTo>
                    <a:pt x="885729" y="3908868"/>
                  </a:moveTo>
                  <a:lnTo>
                    <a:pt x="833253" y="3939183"/>
                  </a:lnTo>
                  <a:lnTo>
                    <a:pt x="835001" y="3940276"/>
                  </a:lnTo>
                  <a:lnTo>
                    <a:pt x="887589" y="3909880"/>
                  </a:lnTo>
                  <a:lnTo>
                    <a:pt x="885729" y="3908868"/>
                  </a:lnTo>
                  <a:close/>
                </a:path>
                <a:path w="7652384" h="4422775">
                  <a:moveTo>
                    <a:pt x="767528" y="3977151"/>
                  </a:moveTo>
                  <a:lnTo>
                    <a:pt x="723285" y="4002709"/>
                  </a:lnTo>
                  <a:lnTo>
                    <a:pt x="723878" y="4004504"/>
                  </a:lnTo>
                  <a:lnTo>
                    <a:pt x="767528" y="3979274"/>
                  </a:lnTo>
                  <a:lnTo>
                    <a:pt x="767528" y="3977151"/>
                  </a:lnTo>
                  <a:close/>
                </a:path>
                <a:path w="7652384" h="4422775">
                  <a:moveTo>
                    <a:pt x="475057" y="4146106"/>
                  </a:moveTo>
                  <a:lnTo>
                    <a:pt x="430200" y="4172020"/>
                  </a:lnTo>
                  <a:lnTo>
                    <a:pt x="430816" y="4173891"/>
                  </a:lnTo>
                  <a:lnTo>
                    <a:pt x="475319" y="4148168"/>
                  </a:lnTo>
                  <a:lnTo>
                    <a:pt x="475057" y="4146106"/>
                  </a:lnTo>
                  <a:close/>
                </a:path>
                <a:path w="7652384" h="4422775">
                  <a:moveTo>
                    <a:pt x="2479615" y="2988109"/>
                  </a:moveTo>
                  <a:lnTo>
                    <a:pt x="2429922" y="3016816"/>
                  </a:lnTo>
                  <a:lnTo>
                    <a:pt x="2430009" y="3018376"/>
                  </a:lnTo>
                  <a:lnTo>
                    <a:pt x="2480068" y="2989442"/>
                  </a:lnTo>
                  <a:lnTo>
                    <a:pt x="2479615" y="2988109"/>
                  </a:lnTo>
                  <a:close/>
                </a:path>
                <a:path w="7652384" h="4422775">
                  <a:moveTo>
                    <a:pt x="2311531" y="3085208"/>
                  </a:moveTo>
                  <a:lnTo>
                    <a:pt x="2262562" y="3113497"/>
                  </a:lnTo>
                  <a:lnTo>
                    <a:pt x="2263205" y="3114787"/>
                  </a:lnTo>
                  <a:lnTo>
                    <a:pt x="2312201" y="3086468"/>
                  </a:lnTo>
                  <a:lnTo>
                    <a:pt x="2311531" y="3085208"/>
                  </a:lnTo>
                  <a:close/>
                </a:path>
                <a:path w="7652384" h="4422775">
                  <a:moveTo>
                    <a:pt x="255116" y="4273162"/>
                  </a:moveTo>
                  <a:lnTo>
                    <a:pt x="210522" y="4298924"/>
                  </a:lnTo>
                  <a:lnTo>
                    <a:pt x="211169" y="4300845"/>
                  </a:lnTo>
                  <a:lnTo>
                    <a:pt x="255758" y="4275072"/>
                  </a:lnTo>
                  <a:lnTo>
                    <a:pt x="255116" y="4273162"/>
                  </a:lnTo>
                  <a:close/>
                </a:path>
                <a:path w="7652384" h="4422775">
                  <a:moveTo>
                    <a:pt x="131140" y="4344781"/>
                  </a:moveTo>
                  <a:lnTo>
                    <a:pt x="87453" y="4370018"/>
                  </a:lnTo>
                  <a:lnTo>
                    <a:pt x="88697" y="4371632"/>
                  </a:lnTo>
                  <a:lnTo>
                    <a:pt x="134907" y="4344924"/>
                  </a:lnTo>
                  <a:lnTo>
                    <a:pt x="131258" y="4344924"/>
                  </a:lnTo>
                  <a:lnTo>
                    <a:pt x="131140" y="4344781"/>
                  </a:lnTo>
                  <a:close/>
                </a:path>
                <a:path w="7652384" h="4422775">
                  <a:moveTo>
                    <a:pt x="151918" y="4332778"/>
                  </a:moveTo>
                  <a:lnTo>
                    <a:pt x="131261" y="4344781"/>
                  </a:lnTo>
                  <a:lnTo>
                    <a:pt x="131258" y="4344924"/>
                  </a:lnTo>
                  <a:lnTo>
                    <a:pt x="134907" y="4344924"/>
                  </a:lnTo>
                  <a:lnTo>
                    <a:pt x="151893" y="4335106"/>
                  </a:lnTo>
                  <a:lnTo>
                    <a:pt x="151918" y="4332778"/>
                  </a:lnTo>
                  <a:close/>
                </a:path>
                <a:path w="7652384" h="4422775">
                  <a:moveTo>
                    <a:pt x="32097" y="4401996"/>
                  </a:moveTo>
                  <a:lnTo>
                    <a:pt x="0" y="4420539"/>
                  </a:lnTo>
                  <a:lnTo>
                    <a:pt x="194" y="4421124"/>
                  </a:lnTo>
                  <a:lnTo>
                    <a:pt x="607" y="4422547"/>
                  </a:lnTo>
                  <a:lnTo>
                    <a:pt x="32263" y="4404251"/>
                  </a:lnTo>
                  <a:lnTo>
                    <a:pt x="32097" y="4401996"/>
                  </a:lnTo>
                  <a:close/>
                </a:path>
                <a:path w="7652384" h="4422775">
                  <a:moveTo>
                    <a:pt x="6345148" y="755059"/>
                  </a:moveTo>
                  <a:lnTo>
                    <a:pt x="6310909" y="774838"/>
                  </a:lnTo>
                  <a:lnTo>
                    <a:pt x="6311030" y="775182"/>
                  </a:lnTo>
                  <a:lnTo>
                    <a:pt x="6345263" y="755396"/>
                  </a:lnTo>
                  <a:lnTo>
                    <a:pt x="6345148" y="755059"/>
                  </a:lnTo>
                  <a:close/>
                </a:path>
                <a:path w="7652384" h="4422775">
                  <a:moveTo>
                    <a:pt x="6299871" y="781215"/>
                  </a:moveTo>
                  <a:lnTo>
                    <a:pt x="6251243" y="809307"/>
                  </a:lnTo>
                  <a:lnTo>
                    <a:pt x="6251616" y="809523"/>
                  </a:lnTo>
                  <a:lnTo>
                    <a:pt x="6300184" y="781451"/>
                  </a:lnTo>
                  <a:lnTo>
                    <a:pt x="6299871" y="781215"/>
                  </a:lnTo>
                  <a:close/>
                </a:path>
                <a:path w="7652384" h="4422775">
                  <a:moveTo>
                    <a:pt x="6157806" y="863283"/>
                  </a:moveTo>
                  <a:lnTo>
                    <a:pt x="6126769" y="881213"/>
                  </a:lnTo>
                  <a:lnTo>
                    <a:pt x="6126880" y="881619"/>
                  </a:lnTo>
                  <a:lnTo>
                    <a:pt x="6157880" y="863702"/>
                  </a:lnTo>
                  <a:lnTo>
                    <a:pt x="6157806" y="863283"/>
                  </a:lnTo>
                  <a:close/>
                </a:path>
                <a:path w="7652384" h="4422775">
                  <a:moveTo>
                    <a:pt x="5070253" y="1491543"/>
                  </a:moveTo>
                  <a:lnTo>
                    <a:pt x="4901149" y="1589232"/>
                  </a:lnTo>
                  <a:lnTo>
                    <a:pt x="4901044" y="1590141"/>
                  </a:lnTo>
                  <a:lnTo>
                    <a:pt x="5070657" y="1492106"/>
                  </a:lnTo>
                  <a:lnTo>
                    <a:pt x="5070253" y="1491543"/>
                  </a:lnTo>
                  <a:close/>
                </a:path>
                <a:path w="7652384" h="4422775">
                  <a:moveTo>
                    <a:pt x="1038665" y="3820520"/>
                  </a:moveTo>
                  <a:lnTo>
                    <a:pt x="988968" y="3849230"/>
                  </a:lnTo>
                  <a:lnTo>
                    <a:pt x="989953" y="3850715"/>
                  </a:lnTo>
                  <a:lnTo>
                    <a:pt x="1039726" y="3821947"/>
                  </a:lnTo>
                  <a:lnTo>
                    <a:pt x="1039396" y="3821596"/>
                  </a:lnTo>
                  <a:lnTo>
                    <a:pt x="1038665" y="3820520"/>
                  </a:lnTo>
                  <a:close/>
                </a:path>
                <a:path w="7652384" h="4422775">
                  <a:moveTo>
                    <a:pt x="6582831" y="617754"/>
                  </a:moveTo>
                  <a:lnTo>
                    <a:pt x="6538292" y="643483"/>
                  </a:lnTo>
                  <a:lnTo>
                    <a:pt x="6538382" y="643775"/>
                  </a:lnTo>
                  <a:lnTo>
                    <a:pt x="6582863" y="618065"/>
                  </a:lnTo>
                  <a:lnTo>
                    <a:pt x="6582831" y="617754"/>
                  </a:lnTo>
                  <a:close/>
                </a:path>
                <a:path w="7652384" h="4422775">
                  <a:moveTo>
                    <a:pt x="5597278" y="1187091"/>
                  </a:moveTo>
                  <a:lnTo>
                    <a:pt x="5552219" y="1213120"/>
                  </a:lnTo>
                  <a:lnTo>
                    <a:pt x="5552390" y="1213669"/>
                  </a:lnTo>
                  <a:lnTo>
                    <a:pt x="5597350" y="1187682"/>
                  </a:lnTo>
                  <a:lnTo>
                    <a:pt x="5597278" y="1187091"/>
                  </a:lnTo>
                  <a:close/>
                </a:path>
                <a:path w="7652384" h="4422775">
                  <a:moveTo>
                    <a:pt x="5313434" y="1351062"/>
                  </a:moveTo>
                  <a:lnTo>
                    <a:pt x="5268884" y="1376798"/>
                  </a:lnTo>
                  <a:lnTo>
                    <a:pt x="5269076" y="1377422"/>
                  </a:lnTo>
                  <a:lnTo>
                    <a:pt x="5313499" y="1351746"/>
                  </a:lnTo>
                  <a:lnTo>
                    <a:pt x="5313434" y="1351062"/>
                  </a:lnTo>
                  <a:close/>
                </a:path>
                <a:path w="7652384" h="4422775">
                  <a:moveTo>
                    <a:pt x="3874065" y="2182560"/>
                  </a:moveTo>
                  <a:lnTo>
                    <a:pt x="3828833" y="2208690"/>
                  </a:lnTo>
                  <a:lnTo>
                    <a:pt x="3829150" y="2209685"/>
                  </a:lnTo>
                  <a:lnTo>
                    <a:pt x="3874203" y="2183646"/>
                  </a:lnTo>
                  <a:lnTo>
                    <a:pt x="3874065" y="2182560"/>
                  </a:lnTo>
                  <a:close/>
                </a:path>
                <a:path w="7652384" h="4422775">
                  <a:moveTo>
                    <a:pt x="3244479" y="2546260"/>
                  </a:moveTo>
                  <a:lnTo>
                    <a:pt x="3196852" y="2573774"/>
                  </a:lnTo>
                  <a:lnTo>
                    <a:pt x="3197474" y="2574788"/>
                  </a:lnTo>
                  <a:lnTo>
                    <a:pt x="3245100" y="2547261"/>
                  </a:lnTo>
                  <a:lnTo>
                    <a:pt x="3244479" y="2546260"/>
                  </a:lnTo>
                  <a:close/>
                </a:path>
                <a:path w="7652384" h="4422775">
                  <a:moveTo>
                    <a:pt x="3277151" y="2527387"/>
                  </a:moveTo>
                  <a:lnTo>
                    <a:pt x="3256982" y="2539038"/>
                  </a:lnTo>
                  <a:lnTo>
                    <a:pt x="3256982" y="2540393"/>
                  </a:lnTo>
                  <a:lnTo>
                    <a:pt x="3277093" y="2528769"/>
                  </a:lnTo>
                  <a:lnTo>
                    <a:pt x="3277151" y="2527387"/>
                  </a:lnTo>
                  <a:close/>
                </a:path>
              </a:pathLst>
            </a:custGeom>
            <a:solidFill>
              <a:srgbClr val="3838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42676" y="1072790"/>
              <a:ext cx="7526655" cy="4351020"/>
            </a:xfrm>
            <a:custGeom>
              <a:avLst/>
              <a:gdLst/>
              <a:ahLst/>
              <a:cxnLst/>
              <a:rect l="l" t="t" r="r" b="b"/>
              <a:pathLst>
                <a:path w="7526655" h="4351020">
                  <a:moveTo>
                    <a:pt x="6934859" y="341345"/>
                  </a:moveTo>
                  <a:lnTo>
                    <a:pt x="6883067" y="371280"/>
                  </a:lnTo>
                  <a:lnTo>
                    <a:pt x="6884190" y="372949"/>
                  </a:lnTo>
                  <a:lnTo>
                    <a:pt x="6936030" y="342991"/>
                  </a:lnTo>
                  <a:lnTo>
                    <a:pt x="6934859" y="341345"/>
                  </a:lnTo>
                  <a:close/>
                </a:path>
                <a:path w="7526655" h="4351020">
                  <a:moveTo>
                    <a:pt x="7134909" y="225718"/>
                  </a:moveTo>
                  <a:lnTo>
                    <a:pt x="7088755" y="252394"/>
                  </a:lnTo>
                  <a:lnTo>
                    <a:pt x="7088792" y="254714"/>
                  </a:lnTo>
                  <a:lnTo>
                    <a:pt x="7135063" y="227975"/>
                  </a:lnTo>
                  <a:lnTo>
                    <a:pt x="7134909" y="225718"/>
                  </a:lnTo>
                  <a:close/>
                </a:path>
                <a:path w="7526655" h="4351020">
                  <a:moveTo>
                    <a:pt x="3453058" y="2353793"/>
                  </a:moveTo>
                  <a:lnTo>
                    <a:pt x="3400829" y="2383981"/>
                  </a:lnTo>
                  <a:lnTo>
                    <a:pt x="3401787" y="2385352"/>
                  </a:lnTo>
                  <a:lnTo>
                    <a:pt x="3454030" y="2355161"/>
                  </a:lnTo>
                  <a:lnTo>
                    <a:pt x="3453058" y="2353793"/>
                  </a:lnTo>
                  <a:close/>
                </a:path>
                <a:path w="7526655" h="4351020">
                  <a:moveTo>
                    <a:pt x="3652579" y="2238471"/>
                  </a:moveTo>
                  <a:lnTo>
                    <a:pt x="3606408" y="2265158"/>
                  </a:lnTo>
                  <a:lnTo>
                    <a:pt x="3606439" y="2267088"/>
                  </a:lnTo>
                  <a:lnTo>
                    <a:pt x="3652709" y="2240350"/>
                  </a:lnTo>
                  <a:lnTo>
                    <a:pt x="3652579" y="2238471"/>
                  </a:lnTo>
                  <a:close/>
                </a:path>
                <a:path w="7526655" h="4351020">
                  <a:moveTo>
                    <a:pt x="1924274" y="3237416"/>
                  </a:moveTo>
                  <a:lnTo>
                    <a:pt x="1871924" y="3267674"/>
                  </a:lnTo>
                  <a:lnTo>
                    <a:pt x="1872786" y="3268927"/>
                  </a:lnTo>
                  <a:lnTo>
                    <a:pt x="1925160" y="3238661"/>
                  </a:lnTo>
                  <a:lnTo>
                    <a:pt x="1924274" y="3237416"/>
                  </a:lnTo>
                  <a:close/>
                </a:path>
                <a:path w="7526655" h="4351020">
                  <a:moveTo>
                    <a:pt x="2123999" y="3121977"/>
                  </a:moveTo>
                  <a:lnTo>
                    <a:pt x="2076319" y="3149535"/>
                  </a:lnTo>
                  <a:lnTo>
                    <a:pt x="2076347" y="3151293"/>
                  </a:lnTo>
                  <a:lnTo>
                    <a:pt x="2124116" y="3123689"/>
                  </a:lnTo>
                  <a:lnTo>
                    <a:pt x="2123999" y="3121977"/>
                  </a:lnTo>
                  <a:close/>
                </a:path>
                <a:path w="7526655" h="4351020">
                  <a:moveTo>
                    <a:pt x="6794084" y="422711"/>
                  </a:moveTo>
                  <a:lnTo>
                    <a:pt x="6750598" y="447845"/>
                  </a:lnTo>
                  <a:lnTo>
                    <a:pt x="6751227" y="449785"/>
                  </a:lnTo>
                  <a:lnTo>
                    <a:pt x="6794140" y="424987"/>
                  </a:lnTo>
                  <a:lnTo>
                    <a:pt x="6794084" y="422711"/>
                  </a:lnTo>
                  <a:close/>
                </a:path>
                <a:path w="7526655" h="4351020">
                  <a:moveTo>
                    <a:pt x="5846376" y="970477"/>
                  </a:moveTo>
                  <a:lnTo>
                    <a:pt x="5801845" y="996216"/>
                  </a:lnTo>
                  <a:lnTo>
                    <a:pt x="5802400" y="998091"/>
                  </a:lnTo>
                  <a:lnTo>
                    <a:pt x="5846577" y="972562"/>
                  </a:lnTo>
                  <a:lnTo>
                    <a:pt x="5846376" y="970477"/>
                  </a:lnTo>
                  <a:close/>
                </a:path>
                <a:path w="7526655" h="4351020">
                  <a:moveTo>
                    <a:pt x="4471363" y="1765222"/>
                  </a:moveTo>
                  <a:lnTo>
                    <a:pt x="4427277" y="1790703"/>
                  </a:lnTo>
                  <a:lnTo>
                    <a:pt x="4427790" y="1792447"/>
                  </a:lnTo>
                  <a:lnTo>
                    <a:pt x="4471589" y="1767137"/>
                  </a:lnTo>
                  <a:lnTo>
                    <a:pt x="4471363" y="1765222"/>
                  </a:lnTo>
                  <a:close/>
                </a:path>
                <a:path w="7526655" h="4351020">
                  <a:moveTo>
                    <a:pt x="4241831" y="1897889"/>
                  </a:moveTo>
                  <a:lnTo>
                    <a:pt x="4189309" y="1928246"/>
                  </a:lnTo>
                  <a:lnTo>
                    <a:pt x="4190983" y="1929293"/>
                  </a:lnTo>
                  <a:lnTo>
                    <a:pt x="4243631" y="1898869"/>
                  </a:lnTo>
                  <a:lnTo>
                    <a:pt x="4241831" y="1897889"/>
                  </a:lnTo>
                  <a:close/>
                </a:path>
                <a:path w="7526655" h="4351020">
                  <a:moveTo>
                    <a:pt x="4122144" y="1967067"/>
                  </a:moveTo>
                  <a:lnTo>
                    <a:pt x="4078593" y="1992239"/>
                  </a:lnTo>
                  <a:lnTo>
                    <a:pt x="4079101" y="1993947"/>
                  </a:lnTo>
                  <a:lnTo>
                    <a:pt x="4122163" y="1969062"/>
                  </a:lnTo>
                  <a:lnTo>
                    <a:pt x="4122144" y="1967067"/>
                  </a:lnTo>
                  <a:close/>
                </a:path>
                <a:path w="7526655" h="4351020">
                  <a:moveTo>
                    <a:pt x="2817463" y="2721161"/>
                  </a:moveTo>
                  <a:lnTo>
                    <a:pt x="2764903" y="2751540"/>
                  </a:lnTo>
                  <a:lnTo>
                    <a:pt x="2766443" y="2752503"/>
                  </a:lnTo>
                  <a:lnTo>
                    <a:pt x="2819120" y="2722062"/>
                  </a:lnTo>
                  <a:lnTo>
                    <a:pt x="2817463" y="2721161"/>
                  </a:lnTo>
                  <a:close/>
                </a:path>
                <a:path w="7526655" h="4351020">
                  <a:moveTo>
                    <a:pt x="2697207" y="2790668"/>
                  </a:moveTo>
                  <a:lnTo>
                    <a:pt x="2653789" y="2815763"/>
                  </a:lnTo>
                  <a:lnTo>
                    <a:pt x="2654251" y="2817336"/>
                  </a:lnTo>
                  <a:lnTo>
                    <a:pt x="2697224" y="2792503"/>
                  </a:lnTo>
                  <a:lnTo>
                    <a:pt x="2697207" y="2790668"/>
                  </a:lnTo>
                  <a:close/>
                </a:path>
                <a:path w="7526655" h="4351020">
                  <a:moveTo>
                    <a:pt x="1692947" y="3371120"/>
                  </a:moveTo>
                  <a:lnTo>
                    <a:pt x="1649390" y="3396296"/>
                  </a:lnTo>
                  <a:lnTo>
                    <a:pt x="1649752" y="3397813"/>
                  </a:lnTo>
                  <a:lnTo>
                    <a:pt x="1692972" y="3372838"/>
                  </a:lnTo>
                  <a:lnTo>
                    <a:pt x="1692947" y="3371120"/>
                  </a:lnTo>
                  <a:close/>
                </a:path>
                <a:path w="7526655" h="4351020">
                  <a:moveTo>
                    <a:pt x="1349466" y="3569649"/>
                  </a:moveTo>
                  <a:lnTo>
                    <a:pt x="1306138" y="3594693"/>
                  </a:lnTo>
                  <a:lnTo>
                    <a:pt x="1306553" y="3596141"/>
                  </a:lnTo>
                  <a:lnTo>
                    <a:pt x="1349504" y="3571320"/>
                  </a:lnTo>
                  <a:lnTo>
                    <a:pt x="1349466" y="3569649"/>
                  </a:lnTo>
                  <a:close/>
                </a:path>
                <a:path w="7526655" h="4351020">
                  <a:moveTo>
                    <a:pt x="886982" y="3836961"/>
                  </a:moveTo>
                  <a:lnTo>
                    <a:pt x="834393" y="3867357"/>
                  </a:lnTo>
                  <a:lnTo>
                    <a:pt x="835752" y="3868206"/>
                  </a:lnTo>
                  <a:lnTo>
                    <a:pt x="888444" y="3837756"/>
                  </a:lnTo>
                  <a:lnTo>
                    <a:pt x="886982" y="3836961"/>
                  </a:lnTo>
                  <a:close/>
                </a:path>
                <a:path w="7526655" h="4351020">
                  <a:moveTo>
                    <a:pt x="766921" y="3906355"/>
                  </a:moveTo>
                  <a:lnTo>
                    <a:pt x="723270" y="3931585"/>
                  </a:lnTo>
                  <a:lnTo>
                    <a:pt x="723720" y="3932947"/>
                  </a:lnTo>
                  <a:lnTo>
                    <a:pt x="766921" y="3907982"/>
                  </a:lnTo>
                  <a:lnTo>
                    <a:pt x="766921" y="3906355"/>
                  </a:lnTo>
                  <a:close/>
                </a:path>
                <a:path w="7526655" h="4351020">
                  <a:moveTo>
                    <a:pt x="474712" y="4075249"/>
                  </a:moveTo>
                  <a:lnTo>
                    <a:pt x="430209" y="4100971"/>
                  </a:lnTo>
                  <a:lnTo>
                    <a:pt x="430649" y="4102306"/>
                  </a:lnTo>
                  <a:lnTo>
                    <a:pt x="474900" y="4076734"/>
                  </a:lnTo>
                  <a:lnTo>
                    <a:pt x="474712" y="4075249"/>
                  </a:lnTo>
                  <a:close/>
                </a:path>
                <a:path w="7526655" h="4351020">
                  <a:moveTo>
                    <a:pt x="2479460" y="2916523"/>
                  </a:moveTo>
                  <a:lnTo>
                    <a:pt x="2429402" y="2945457"/>
                  </a:lnTo>
                  <a:lnTo>
                    <a:pt x="2429500" y="2947215"/>
                  </a:lnTo>
                  <a:lnTo>
                    <a:pt x="2479977" y="2918045"/>
                  </a:lnTo>
                  <a:lnTo>
                    <a:pt x="2479460" y="2916523"/>
                  </a:lnTo>
                  <a:close/>
                </a:path>
                <a:path w="7526655" h="4351020">
                  <a:moveTo>
                    <a:pt x="2311593" y="3013549"/>
                  </a:moveTo>
                  <a:lnTo>
                    <a:pt x="2262598" y="3041868"/>
                  </a:lnTo>
                  <a:lnTo>
                    <a:pt x="2263293" y="3043262"/>
                  </a:lnTo>
                  <a:lnTo>
                    <a:pt x="2312326" y="3014927"/>
                  </a:lnTo>
                  <a:lnTo>
                    <a:pt x="2311593" y="3013549"/>
                  </a:lnTo>
                  <a:close/>
                </a:path>
                <a:path w="7526655" h="4351020">
                  <a:moveTo>
                    <a:pt x="255151" y="4202153"/>
                  </a:moveTo>
                  <a:lnTo>
                    <a:pt x="210561" y="4227925"/>
                  </a:lnTo>
                  <a:lnTo>
                    <a:pt x="211003" y="4229235"/>
                  </a:lnTo>
                  <a:lnTo>
                    <a:pt x="255593" y="4203467"/>
                  </a:lnTo>
                  <a:lnTo>
                    <a:pt x="255151" y="4202153"/>
                  </a:lnTo>
                  <a:close/>
                </a:path>
                <a:path w="7526655" h="4351020">
                  <a:moveTo>
                    <a:pt x="151285" y="4262186"/>
                  </a:moveTo>
                  <a:lnTo>
                    <a:pt x="88089" y="4298713"/>
                  </a:lnTo>
                  <a:lnTo>
                    <a:pt x="88916" y="4299786"/>
                  </a:lnTo>
                  <a:lnTo>
                    <a:pt x="151268" y="4263754"/>
                  </a:lnTo>
                  <a:lnTo>
                    <a:pt x="151285" y="4262186"/>
                  </a:lnTo>
                  <a:close/>
                </a:path>
                <a:path w="7526655" h="4351020">
                  <a:moveTo>
                    <a:pt x="31655" y="4331332"/>
                  </a:moveTo>
                  <a:lnTo>
                    <a:pt x="0" y="4349628"/>
                  </a:lnTo>
                  <a:lnTo>
                    <a:pt x="382" y="4350948"/>
                  </a:lnTo>
                  <a:lnTo>
                    <a:pt x="31763" y="4332813"/>
                  </a:lnTo>
                  <a:lnTo>
                    <a:pt x="31655" y="4331332"/>
                  </a:lnTo>
                  <a:close/>
                </a:path>
                <a:path w="7526655" h="4351020">
                  <a:moveTo>
                    <a:pt x="7525431" y="0"/>
                  </a:moveTo>
                  <a:lnTo>
                    <a:pt x="7491548" y="19584"/>
                  </a:lnTo>
                  <a:lnTo>
                    <a:pt x="7492244" y="21568"/>
                  </a:lnTo>
                  <a:lnTo>
                    <a:pt x="7526104" y="2001"/>
                  </a:lnTo>
                  <a:lnTo>
                    <a:pt x="7525431" y="0"/>
                  </a:lnTo>
                  <a:close/>
                </a:path>
                <a:path w="7526655" h="4351020">
                  <a:moveTo>
                    <a:pt x="7480676" y="25868"/>
                  </a:moveTo>
                  <a:lnTo>
                    <a:pt x="7432184" y="53896"/>
                  </a:lnTo>
                  <a:lnTo>
                    <a:pt x="7434238" y="55088"/>
                  </a:lnTo>
                  <a:lnTo>
                    <a:pt x="7482480" y="27210"/>
                  </a:lnTo>
                  <a:lnTo>
                    <a:pt x="7480676" y="25868"/>
                  </a:lnTo>
                  <a:close/>
                </a:path>
                <a:path w="7526655" h="4351020">
                  <a:moveTo>
                    <a:pt x="7338386" y="108110"/>
                  </a:moveTo>
                  <a:lnTo>
                    <a:pt x="7307391" y="126024"/>
                  </a:lnTo>
                  <a:lnTo>
                    <a:pt x="7307947" y="128069"/>
                  </a:lnTo>
                  <a:lnTo>
                    <a:pt x="7338762" y="110262"/>
                  </a:lnTo>
                  <a:lnTo>
                    <a:pt x="7338386" y="108110"/>
                  </a:lnTo>
                  <a:close/>
                </a:path>
                <a:path w="7526655" h="4351020">
                  <a:moveTo>
                    <a:pt x="6344655" y="682477"/>
                  </a:moveTo>
                  <a:lnTo>
                    <a:pt x="6310422" y="702263"/>
                  </a:lnTo>
                  <a:lnTo>
                    <a:pt x="6311079" y="704137"/>
                  </a:lnTo>
                  <a:lnTo>
                    <a:pt x="6345296" y="684363"/>
                  </a:lnTo>
                  <a:lnTo>
                    <a:pt x="6344655" y="682477"/>
                  </a:lnTo>
                  <a:close/>
                </a:path>
                <a:path w="7526655" h="4351020">
                  <a:moveTo>
                    <a:pt x="6299577" y="708532"/>
                  </a:moveTo>
                  <a:lnTo>
                    <a:pt x="6251008" y="736604"/>
                  </a:lnTo>
                  <a:lnTo>
                    <a:pt x="6252947" y="737730"/>
                  </a:lnTo>
                  <a:lnTo>
                    <a:pt x="6301266" y="709807"/>
                  </a:lnTo>
                  <a:lnTo>
                    <a:pt x="6299577" y="708532"/>
                  </a:lnTo>
                  <a:close/>
                </a:path>
                <a:path w="7526655" h="4351020">
                  <a:moveTo>
                    <a:pt x="6157272" y="790782"/>
                  </a:moveTo>
                  <a:lnTo>
                    <a:pt x="6126273" y="808700"/>
                  </a:lnTo>
                  <a:lnTo>
                    <a:pt x="6126803" y="810626"/>
                  </a:lnTo>
                  <a:lnTo>
                    <a:pt x="6157627" y="792813"/>
                  </a:lnTo>
                  <a:lnTo>
                    <a:pt x="6157272" y="790782"/>
                  </a:lnTo>
                  <a:close/>
                </a:path>
                <a:path w="7526655" h="4351020">
                  <a:moveTo>
                    <a:pt x="4925171" y="1502925"/>
                  </a:moveTo>
                  <a:lnTo>
                    <a:pt x="4900436" y="1517222"/>
                  </a:lnTo>
                  <a:lnTo>
                    <a:pt x="4900175" y="1519467"/>
                  </a:lnTo>
                  <a:lnTo>
                    <a:pt x="4925096" y="1505066"/>
                  </a:lnTo>
                  <a:lnTo>
                    <a:pt x="4925171" y="1502925"/>
                  </a:lnTo>
                  <a:close/>
                </a:path>
                <a:path w="7526655" h="4351020">
                  <a:moveTo>
                    <a:pt x="5070050" y="1419187"/>
                  </a:moveTo>
                  <a:lnTo>
                    <a:pt x="4925171" y="1502925"/>
                  </a:lnTo>
                  <a:lnTo>
                    <a:pt x="5022691" y="1448032"/>
                  </a:lnTo>
                  <a:lnTo>
                    <a:pt x="5023790" y="1448032"/>
                  </a:lnTo>
                  <a:lnTo>
                    <a:pt x="5071121" y="1420680"/>
                  </a:lnTo>
                  <a:lnTo>
                    <a:pt x="5070050" y="1419187"/>
                  </a:lnTo>
                  <a:close/>
                </a:path>
                <a:path w="7526655" h="4351020">
                  <a:moveTo>
                    <a:pt x="5023790" y="1448032"/>
                  </a:moveTo>
                  <a:lnTo>
                    <a:pt x="5022691" y="1448032"/>
                  </a:lnTo>
                  <a:lnTo>
                    <a:pt x="5023004" y="1448486"/>
                  </a:lnTo>
                  <a:lnTo>
                    <a:pt x="5023790" y="1448032"/>
                  </a:lnTo>
                  <a:close/>
                </a:path>
                <a:path w="7526655" h="4351020">
                  <a:moveTo>
                    <a:pt x="1039118" y="3749027"/>
                  </a:moveTo>
                  <a:lnTo>
                    <a:pt x="989346" y="3777795"/>
                  </a:lnTo>
                  <a:lnTo>
                    <a:pt x="990138" y="3778990"/>
                  </a:lnTo>
                  <a:lnTo>
                    <a:pt x="1040130" y="3750100"/>
                  </a:lnTo>
                  <a:lnTo>
                    <a:pt x="1039118" y="3749027"/>
                  </a:lnTo>
                  <a:close/>
                </a:path>
                <a:path w="7526655" h="4351020">
                  <a:moveTo>
                    <a:pt x="6582256" y="545146"/>
                  </a:moveTo>
                  <a:lnTo>
                    <a:pt x="6537798" y="570842"/>
                  </a:lnTo>
                  <a:lnTo>
                    <a:pt x="6538398" y="572774"/>
                  </a:lnTo>
                  <a:lnTo>
                    <a:pt x="6582484" y="547298"/>
                  </a:lnTo>
                  <a:lnTo>
                    <a:pt x="6582256" y="545146"/>
                  </a:lnTo>
                  <a:close/>
                </a:path>
                <a:path w="7526655" h="4351020">
                  <a:moveTo>
                    <a:pt x="5596743" y="1114763"/>
                  </a:moveTo>
                  <a:lnTo>
                    <a:pt x="5551783" y="1140750"/>
                  </a:lnTo>
                  <a:lnTo>
                    <a:pt x="5552348" y="1142590"/>
                  </a:lnTo>
                  <a:lnTo>
                    <a:pt x="5596990" y="1116793"/>
                  </a:lnTo>
                  <a:lnTo>
                    <a:pt x="5596743" y="1114763"/>
                  </a:lnTo>
                  <a:close/>
                </a:path>
                <a:path w="7526655" h="4351020">
                  <a:moveTo>
                    <a:pt x="5312891" y="1278827"/>
                  </a:moveTo>
                  <a:lnTo>
                    <a:pt x="5268469" y="1304502"/>
                  </a:lnTo>
                  <a:lnTo>
                    <a:pt x="5268841" y="1305705"/>
                  </a:lnTo>
                  <a:lnTo>
                    <a:pt x="5268999" y="1306331"/>
                  </a:lnTo>
                  <a:lnTo>
                    <a:pt x="5313085" y="1280855"/>
                  </a:lnTo>
                  <a:lnTo>
                    <a:pt x="5312891" y="1278827"/>
                  </a:lnTo>
                  <a:close/>
                </a:path>
                <a:path w="7526655" h="4351020">
                  <a:moveTo>
                    <a:pt x="3873595" y="2110726"/>
                  </a:moveTo>
                  <a:lnTo>
                    <a:pt x="3828543" y="2136766"/>
                  </a:lnTo>
                  <a:lnTo>
                    <a:pt x="3828875" y="2137809"/>
                  </a:lnTo>
                  <a:lnTo>
                    <a:pt x="3829049" y="2138447"/>
                  </a:lnTo>
                  <a:lnTo>
                    <a:pt x="3873828" y="2112569"/>
                  </a:lnTo>
                  <a:lnTo>
                    <a:pt x="3873595" y="2110726"/>
                  </a:lnTo>
                  <a:close/>
                </a:path>
                <a:path w="7526655" h="4351020">
                  <a:moveTo>
                    <a:pt x="3244492" y="2474342"/>
                  </a:moveTo>
                  <a:lnTo>
                    <a:pt x="3196867" y="2501869"/>
                  </a:lnTo>
                  <a:lnTo>
                    <a:pt x="3197729" y="2503272"/>
                  </a:lnTo>
                  <a:lnTo>
                    <a:pt x="3245363" y="2475745"/>
                  </a:lnTo>
                  <a:lnTo>
                    <a:pt x="3244492" y="2474342"/>
                  </a:lnTo>
                  <a:close/>
                </a:path>
                <a:path w="7526655" h="4351020">
                  <a:moveTo>
                    <a:pt x="3276485" y="2455850"/>
                  </a:moveTo>
                  <a:lnTo>
                    <a:pt x="3256375" y="2467474"/>
                  </a:lnTo>
                  <a:lnTo>
                    <a:pt x="3256375" y="2469382"/>
                  </a:lnTo>
                  <a:lnTo>
                    <a:pt x="3276404" y="2457808"/>
                  </a:lnTo>
                  <a:lnTo>
                    <a:pt x="3276485" y="2455850"/>
                  </a:lnTo>
                  <a:close/>
                </a:path>
              </a:pathLst>
            </a:custGeom>
            <a:solidFill>
              <a:srgbClr val="383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43051" y="1074800"/>
              <a:ext cx="7527290" cy="4352925"/>
            </a:xfrm>
            <a:custGeom>
              <a:avLst/>
              <a:gdLst/>
              <a:ahLst/>
              <a:cxnLst/>
              <a:rect l="l" t="t" r="r" b="b"/>
              <a:pathLst>
                <a:path w="7527290" h="4352925">
                  <a:moveTo>
                    <a:pt x="31661" y="4334573"/>
                  </a:moveTo>
                  <a:lnTo>
                    <a:pt x="31546" y="4333100"/>
                  </a:lnTo>
                  <a:lnTo>
                    <a:pt x="31381" y="4330814"/>
                  </a:lnTo>
                  <a:lnTo>
                    <a:pt x="0" y="4348950"/>
                  </a:lnTo>
                  <a:lnTo>
                    <a:pt x="596" y="4350994"/>
                  </a:lnTo>
                  <a:lnTo>
                    <a:pt x="977" y="4352302"/>
                  </a:lnTo>
                  <a:lnTo>
                    <a:pt x="31661" y="4334573"/>
                  </a:lnTo>
                  <a:close/>
                </a:path>
                <a:path w="7527290" h="4352925">
                  <a:moveTo>
                    <a:pt x="150888" y="4261751"/>
                  </a:moveTo>
                  <a:lnTo>
                    <a:pt x="88531" y="4297781"/>
                  </a:lnTo>
                  <a:lnTo>
                    <a:pt x="89801" y="4299432"/>
                  </a:lnTo>
                  <a:lnTo>
                    <a:pt x="90627" y="4300499"/>
                  </a:lnTo>
                  <a:lnTo>
                    <a:pt x="150850" y="4265701"/>
                  </a:lnTo>
                  <a:lnTo>
                    <a:pt x="150863" y="4264139"/>
                  </a:lnTo>
                  <a:lnTo>
                    <a:pt x="150888" y="4261751"/>
                  </a:lnTo>
                  <a:close/>
                </a:path>
                <a:path w="7527290" h="4352925">
                  <a:moveTo>
                    <a:pt x="256324" y="4204754"/>
                  </a:moveTo>
                  <a:lnTo>
                    <a:pt x="255879" y="4203433"/>
                  </a:lnTo>
                  <a:lnTo>
                    <a:pt x="255206" y="4201464"/>
                  </a:lnTo>
                  <a:lnTo>
                    <a:pt x="210616" y="4227233"/>
                  </a:lnTo>
                  <a:lnTo>
                    <a:pt x="211289" y="4229214"/>
                  </a:lnTo>
                  <a:lnTo>
                    <a:pt x="211734" y="4230522"/>
                  </a:lnTo>
                  <a:lnTo>
                    <a:pt x="256324" y="4204754"/>
                  </a:lnTo>
                  <a:close/>
                </a:path>
                <a:path w="7527290" h="4352925">
                  <a:moveTo>
                    <a:pt x="474980" y="4078389"/>
                  </a:moveTo>
                  <a:lnTo>
                    <a:pt x="474789" y="4076903"/>
                  </a:lnTo>
                  <a:lnTo>
                    <a:pt x="474522" y="4074731"/>
                  </a:lnTo>
                  <a:lnTo>
                    <a:pt x="430263" y="4100296"/>
                  </a:lnTo>
                  <a:lnTo>
                    <a:pt x="430911" y="4102265"/>
                  </a:lnTo>
                  <a:lnTo>
                    <a:pt x="431355" y="4103598"/>
                  </a:lnTo>
                  <a:lnTo>
                    <a:pt x="474980" y="4078389"/>
                  </a:lnTo>
                  <a:close/>
                </a:path>
                <a:path w="7527290" h="4352925">
                  <a:moveTo>
                    <a:pt x="766533" y="3905974"/>
                  </a:moveTo>
                  <a:lnTo>
                    <a:pt x="723341" y="3930942"/>
                  </a:lnTo>
                  <a:lnTo>
                    <a:pt x="723976" y="3932885"/>
                  </a:lnTo>
                  <a:lnTo>
                    <a:pt x="724433" y="3934244"/>
                  </a:lnTo>
                  <a:lnTo>
                    <a:pt x="766533" y="3909911"/>
                  </a:lnTo>
                  <a:lnTo>
                    <a:pt x="766533" y="3908285"/>
                  </a:lnTo>
                  <a:lnTo>
                    <a:pt x="766533" y="3905974"/>
                  </a:lnTo>
                  <a:close/>
                </a:path>
                <a:path w="7527290" h="4352925">
                  <a:moveTo>
                    <a:pt x="891565" y="3837660"/>
                  </a:moveTo>
                  <a:lnTo>
                    <a:pt x="890104" y="3836860"/>
                  </a:lnTo>
                  <a:lnTo>
                    <a:pt x="888060" y="3835755"/>
                  </a:lnTo>
                  <a:lnTo>
                    <a:pt x="835367" y="3866197"/>
                  </a:lnTo>
                  <a:lnTo>
                    <a:pt x="837272" y="3867391"/>
                  </a:lnTo>
                  <a:lnTo>
                    <a:pt x="838631" y="3868242"/>
                  </a:lnTo>
                  <a:lnTo>
                    <a:pt x="891565" y="3837660"/>
                  </a:lnTo>
                  <a:close/>
                </a:path>
                <a:path w="7527290" h="4352925">
                  <a:moveTo>
                    <a:pt x="1042149" y="3750640"/>
                  </a:moveTo>
                  <a:lnTo>
                    <a:pt x="1041133" y="3749560"/>
                  </a:lnTo>
                  <a:lnTo>
                    <a:pt x="1039749" y="3748100"/>
                  </a:lnTo>
                  <a:lnTo>
                    <a:pt x="989761" y="3776980"/>
                  </a:lnTo>
                  <a:lnTo>
                    <a:pt x="990854" y="3778631"/>
                  </a:lnTo>
                  <a:lnTo>
                    <a:pt x="991641" y="3779824"/>
                  </a:lnTo>
                  <a:lnTo>
                    <a:pt x="1042149" y="3750640"/>
                  </a:lnTo>
                  <a:close/>
                </a:path>
                <a:path w="7527290" h="4352925">
                  <a:moveTo>
                    <a:pt x="1349209" y="3573195"/>
                  </a:moveTo>
                  <a:lnTo>
                    <a:pt x="1349171" y="3571519"/>
                  </a:lnTo>
                  <a:lnTo>
                    <a:pt x="1349121" y="3569322"/>
                  </a:lnTo>
                  <a:lnTo>
                    <a:pt x="1306182" y="3594125"/>
                  </a:lnTo>
                  <a:lnTo>
                    <a:pt x="1306741" y="3596055"/>
                  </a:lnTo>
                  <a:lnTo>
                    <a:pt x="1307084" y="3597541"/>
                  </a:lnTo>
                  <a:lnTo>
                    <a:pt x="1349209" y="3573195"/>
                  </a:lnTo>
                  <a:close/>
                </a:path>
                <a:path w="7527290" h="4352925">
                  <a:moveTo>
                    <a:pt x="1692643" y="3374733"/>
                  </a:moveTo>
                  <a:lnTo>
                    <a:pt x="1692617" y="3373018"/>
                  </a:lnTo>
                  <a:lnTo>
                    <a:pt x="1692592" y="3370834"/>
                  </a:lnTo>
                  <a:lnTo>
                    <a:pt x="1649374" y="3395815"/>
                  </a:lnTo>
                  <a:lnTo>
                    <a:pt x="1649831" y="3397745"/>
                  </a:lnTo>
                  <a:lnTo>
                    <a:pt x="1650199" y="3399256"/>
                  </a:lnTo>
                  <a:lnTo>
                    <a:pt x="1692643" y="3374733"/>
                  </a:lnTo>
                  <a:close/>
                </a:path>
                <a:path w="7527290" h="4352925">
                  <a:moveTo>
                    <a:pt x="1926755" y="3239439"/>
                  </a:moveTo>
                  <a:lnTo>
                    <a:pt x="1925878" y="3238195"/>
                  </a:lnTo>
                  <a:lnTo>
                    <a:pt x="1924773" y="3236658"/>
                  </a:lnTo>
                  <a:lnTo>
                    <a:pt x="1872411" y="3266922"/>
                  </a:lnTo>
                  <a:lnTo>
                    <a:pt x="1873478" y="3268484"/>
                  </a:lnTo>
                  <a:lnTo>
                    <a:pt x="1874342" y="3269729"/>
                  </a:lnTo>
                  <a:lnTo>
                    <a:pt x="1926755" y="3239439"/>
                  </a:lnTo>
                  <a:close/>
                </a:path>
                <a:path w="7527290" h="4352925">
                  <a:moveTo>
                    <a:pt x="2123998" y="3125470"/>
                  </a:moveTo>
                  <a:lnTo>
                    <a:pt x="2123871" y="3123755"/>
                  </a:lnTo>
                  <a:lnTo>
                    <a:pt x="2123732" y="3121685"/>
                  </a:lnTo>
                  <a:lnTo>
                    <a:pt x="2075967" y="3149295"/>
                  </a:lnTo>
                  <a:lnTo>
                    <a:pt x="2076005" y="3151428"/>
                  </a:lnTo>
                  <a:lnTo>
                    <a:pt x="2076030" y="3153181"/>
                  </a:lnTo>
                  <a:lnTo>
                    <a:pt x="2123998" y="3125470"/>
                  </a:lnTo>
                  <a:close/>
                </a:path>
                <a:path w="7527290" h="4352925">
                  <a:moveTo>
                    <a:pt x="2313635" y="3015869"/>
                  </a:moveTo>
                  <a:lnTo>
                    <a:pt x="2312835" y="3014535"/>
                  </a:lnTo>
                  <a:lnTo>
                    <a:pt x="2312644" y="3014218"/>
                  </a:lnTo>
                  <a:lnTo>
                    <a:pt x="2311946" y="3012922"/>
                  </a:lnTo>
                  <a:lnTo>
                    <a:pt x="2262911" y="3041256"/>
                  </a:lnTo>
                  <a:lnTo>
                    <a:pt x="2263737" y="3042920"/>
                  </a:lnTo>
                  <a:lnTo>
                    <a:pt x="2263876" y="3043174"/>
                  </a:lnTo>
                  <a:lnTo>
                    <a:pt x="2264562" y="3044240"/>
                  </a:lnTo>
                  <a:lnTo>
                    <a:pt x="2313635" y="3015869"/>
                  </a:lnTo>
                  <a:close/>
                </a:path>
                <a:path w="7527290" h="4352925">
                  <a:moveTo>
                    <a:pt x="2480716" y="2919323"/>
                  </a:moveTo>
                  <a:lnTo>
                    <a:pt x="2480195" y="2917799"/>
                  </a:lnTo>
                  <a:lnTo>
                    <a:pt x="2479598" y="2916047"/>
                  </a:lnTo>
                  <a:lnTo>
                    <a:pt x="2429116" y="2945206"/>
                  </a:lnTo>
                  <a:lnTo>
                    <a:pt x="2429230" y="2947263"/>
                  </a:lnTo>
                  <a:lnTo>
                    <a:pt x="2429332" y="2949016"/>
                  </a:lnTo>
                  <a:lnTo>
                    <a:pt x="2480716" y="2919323"/>
                  </a:lnTo>
                  <a:close/>
                </a:path>
                <a:path w="7527290" h="4352925">
                  <a:moveTo>
                    <a:pt x="2696883" y="2794406"/>
                  </a:moveTo>
                  <a:lnTo>
                    <a:pt x="2696857" y="2792577"/>
                  </a:lnTo>
                  <a:lnTo>
                    <a:pt x="2696845" y="2790494"/>
                  </a:lnTo>
                  <a:lnTo>
                    <a:pt x="2653868" y="2815336"/>
                  </a:lnTo>
                  <a:lnTo>
                    <a:pt x="2654389" y="2817114"/>
                  </a:lnTo>
                  <a:lnTo>
                    <a:pt x="2654858" y="2818688"/>
                  </a:lnTo>
                  <a:lnTo>
                    <a:pt x="2696883" y="2794406"/>
                  </a:lnTo>
                  <a:close/>
                </a:path>
                <a:path w="7527290" h="4352925">
                  <a:moveTo>
                    <a:pt x="2822244" y="2721965"/>
                  </a:moveTo>
                  <a:lnTo>
                    <a:pt x="2820581" y="2721064"/>
                  </a:lnTo>
                  <a:lnTo>
                    <a:pt x="2818739" y="2720060"/>
                  </a:lnTo>
                  <a:lnTo>
                    <a:pt x="2766060" y="2750502"/>
                  </a:lnTo>
                  <a:lnTo>
                    <a:pt x="2767787" y="2751582"/>
                  </a:lnTo>
                  <a:lnTo>
                    <a:pt x="2769324" y="2752534"/>
                  </a:lnTo>
                  <a:lnTo>
                    <a:pt x="2822244" y="2721965"/>
                  </a:lnTo>
                  <a:close/>
                </a:path>
                <a:path w="7527290" h="4352925">
                  <a:moveTo>
                    <a:pt x="3246780" y="2476639"/>
                  </a:moveTo>
                  <a:lnTo>
                    <a:pt x="3245904" y="2475230"/>
                  </a:lnTo>
                  <a:lnTo>
                    <a:pt x="3244977" y="2473744"/>
                  </a:lnTo>
                  <a:lnTo>
                    <a:pt x="3197352" y="2501265"/>
                  </a:lnTo>
                  <a:lnTo>
                    <a:pt x="3198266" y="2502763"/>
                  </a:lnTo>
                  <a:lnTo>
                    <a:pt x="3199130" y="2504173"/>
                  </a:lnTo>
                  <a:lnTo>
                    <a:pt x="3246780" y="2476639"/>
                  </a:lnTo>
                  <a:close/>
                </a:path>
                <a:path w="7527290" h="4352925">
                  <a:moveTo>
                    <a:pt x="3276028" y="2455799"/>
                  </a:moveTo>
                  <a:lnTo>
                    <a:pt x="3256000" y="2467381"/>
                  </a:lnTo>
                  <a:lnTo>
                    <a:pt x="3256000" y="2469400"/>
                  </a:lnTo>
                  <a:lnTo>
                    <a:pt x="3256000" y="2471305"/>
                  </a:lnTo>
                  <a:lnTo>
                    <a:pt x="3275850" y="2459825"/>
                  </a:lnTo>
                  <a:lnTo>
                    <a:pt x="3275939" y="2457869"/>
                  </a:lnTo>
                  <a:lnTo>
                    <a:pt x="3276028" y="2455799"/>
                  </a:lnTo>
                  <a:close/>
                </a:path>
                <a:path w="7527290" h="4352925">
                  <a:moveTo>
                    <a:pt x="3455632" y="2355939"/>
                  </a:moveTo>
                  <a:lnTo>
                    <a:pt x="3454654" y="2354567"/>
                  </a:lnTo>
                  <a:lnTo>
                    <a:pt x="3453650" y="2353157"/>
                  </a:lnTo>
                  <a:lnTo>
                    <a:pt x="3401403" y="2383345"/>
                  </a:lnTo>
                  <a:lnTo>
                    <a:pt x="3402406" y="2384780"/>
                  </a:lnTo>
                  <a:lnTo>
                    <a:pt x="3403358" y="2386152"/>
                  </a:lnTo>
                  <a:lnTo>
                    <a:pt x="3455632" y="2355939"/>
                  </a:lnTo>
                  <a:close/>
                </a:path>
                <a:path w="7527290" h="4352925">
                  <a:moveTo>
                    <a:pt x="3652583" y="2242121"/>
                  </a:moveTo>
                  <a:lnTo>
                    <a:pt x="3652456" y="2240242"/>
                  </a:lnTo>
                  <a:lnTo>
                    <a:pt x="3652329" y="2238349"/>
                  </a:lnTo>
                  <a:lnTo>
                    <a:pt x="3606063" y="2265083"/>
                  </a:lnTo>
                  <a:lnTo>
                    <a:pt x="3606088" y="2267051"/>
                  </a:lnTo>
                  <a:lnTo>
                    <a:pt x="3606127" y="2268982"/>
                  </a:lnTo>
                  <a:lnTo>
                    <a:pt x="3652583" y="2242121"/>
                  </a:lnTo>
                  <a:close/>
                </a:path>
                <a:path w="7527290" h="4352925">
                  <a:moveTo>
                    <a:pt x="3873906" y="2114232"/>
                  </a:moveTo>
                  <a:lnTo>
                    <a:pt x="3873677" y="2112378"/>
                  </a:lnTo>
                  <a:lnTo>
                    <a:pt x="3873449" y="2110562"/>
                  </a:lnTo>
                  <a:lnTo>
                    <a:pt x="3828669" y="2136444"/>
                  </a:lnTo>
                  <a:lnTo>
                    <a:pt x="3829126" y="2138134"/>
                  </a:lnTo>
                  <a:lnTo>
                    <a:pt x="3829596" y="2139835"/>
                  </a:lnTo>
                  <a:lnTo>
                    <a:pt x="3873906" y="2114232"/>
                  </a:lnTo>
                  <a:close/>
                </a:path>
                <a:path w="7527290" h="4352925">
                  <a:moveTo>
                    <a:pt x="4121823" y="1970963"/>
                  </a:moveTo>
                  <a:lnTo>
                    <a:pt x="4121797" y="1968969"/>
                  </a:lnTo>
                  <a:lnTo>
                    <a:pt x="4121785" y="1967052"/>
                  </a:lnTo>
                  <a:lnTo>
                    <a:pt x="4078719" y="1991944"/>
                  </a:lnTo>
                  <a:lnTo>
                    <a:pt x="4079214" y="1993582"/>
                  </a:lnTo>
                  <a:lnTo>
                    <a:pt x="4079722" y="1995297"/>
                  </a:lnTo>
                  <a:lnTo>
                    <a:pt x="4121823" y="1970963"/>
                  </a:lnTo>
                  <a:close/>
                </a:path>
                <a:path w="7527290" h="4352925">
                  <a:moveTo>
                    <a:pt x="4246753" y="1898764"/>
                  </a:moveTo>
                  <a:lnTo>
                    <a:pt x="4244949" y="1897786"/>
                  </a:lnTo>
                  <a:lnTo>
                    <a:pt x="4243248" y="1896859"/>
                  </a:lnTo>
                  <a:lnTo>
                    <a:pt x="4190606" y="1927288"/>
                  </a:lnTo>
                  <a:lnTo>
                    <a:pt x="4192193" y="1928279"/>
                  </a:lnTo>
                  <a:lnTo>
                    <a:pt x="4193870" y="1929333"/>
                  </a:lnTo>
                  <a:lnTo>
                    <a:pt x="4246753" y="1898764"/>
                  </a:lnTo>
                  <a:close/>
                </a:path>
                <a:path w="7527290" h="4352925">
                  <a:moveTo>
                    <a:pt x="4471644" y="1768805"/>
                  </a:moveTo>
                  <a:lnTo>
                    <a:pt x="4471416" y="1766900"/>
                  </a:lnTo>
                  <a:lnTo>
                    <a:pt x="4471213" y="1765134"/>
                  </a:lnTo>
                  <a:lnTo>
                    <a:pt x="4427410" y="1790446"/>
                  </a:lnTo>
                  <a:lnTo>
                    <a:pt x="4427880" y="1792058"/>
                  </a:lnTo>
                  <a:lnTo>
                    <a:pt x="4428401" y="1793798"/>
                  </a:lnTo>
                  <a:lnTo>
                    <a:pt x="4471644" y="1768805"/>
                  </a:lnTo>
                  <a:close/>
                </a:path>
                <a:path w="7527290" h="4352925">
                  <a:moveTo>
                    <a:pt x="4924717" y="1503057"/>
                  </a:moveTo>
                  <a:lnTo>
                    <a:pt x="4899799" y="1517459"/>
                  </a:lnTo>
                  <a:lnTo>
                    <a:pt x="4899571" y="1519428"/>
                  </a:lnTo>
                  <a:lnTo>
                    <a:pt x="4899304" y="1521675"/>
                  </a:lnTo>
                  <a:lnTo>
                    <a:pt x="4924603" y="1507058"/>
                  </a:lnTo>
                  <a:lnTo>
                    <a:pt x="4924666" y="1504924"/>
                  </a:lnTo>
                  <a:lnTo>
                    <a:pt x="4924717" y="1503057"/>
                  </a:lnTo>
                  <a:close/>
                </a:path>
                <a:path w="7527290" h="4352925">
                  <a:moveTo>
                    <a:pt x="5072735" y="1421447"/>
                  </a:moveTo>
                  <a:lnTo>
                    <a:pt x="5071656" y="1419961"/>
                  </a:lnTo>
                  <a:lnTo>
                    <a:pt x="5070741" y="1418678"/>
                  </a:lnTo>
                  <a:lnTo>
                    <a:pt x="5022621" y="1446479"/>
                  </a:lnTo>
                  <a:lnTo>
                    <a:pt x="5023523" y="1447787"/>
                  </a:lnTo>
                  <a:lnTo>
                    <a:pt x="5024564" y="1449285"/>
                  </a:lnTo>
                  <a:lnTo>
                    <a:pt x="5072735" y="1421447"/>
                  </a:lnTo>
                  <a:close/>
                </a:path>
                <a:path w="7527290" h="4352925">
                  <a:moveTo>
                    <a:pt x="5313057" y="1282573"/>
                  </a:moveTo>
                  <a:lnTo>
                    <a:pt x="5312867" y="1280541"/>
                  </a:lnTo>
                  <a:lnTo>
                    <a:pt x="5312702" y="1278851"/>
                  </a:lnTo>
                  <a:lnTo>
                    <a:pt x="5268620" y="1304328"/>
                  </a:lnTo>
                  <a:lnTo>
                    <a:pt x="5269014" y="1305890"/>
                  </a:lnTo>
                  <a:lnTo>
                    <a:pt x="5269484" y="1307757"/>
                  </a:lnTo>
                  <a:lnTo>
                    <a:pt x="5313057" y="1282573"/>
                  </a:lnTo>
                  <a:close/>
                </a:path>
                <a:path w="7527290" h="4352925">
                  <a:moveTo>
                    <a:pt x="5597055" y="1118463"/>
                  </a:moveTo>
                  <a:lnTo>
                    <a:pt x="5596814" y="1116431"/>
                  </a:lnTo>
                  <a:lnTo>
                    <a:pt x="5596610" y="1114793"/>
                  </a:lnTo>
                  <a:lnTo>
                    <a:pt x="5551970" y="1140587"/>
                  </a:lnTo>
                  <a:lnTo>
                    <a:pt x="5552364" y="1142123"/>
                  </a:lnTo>
                  <a:lnTo>
                    <a:pt x="5552846" y="1144003"/>
                  </a:lnTo>
                  <a:lnTo>
                    <a:pt x="5597055" y="1118463"/>
                  </a:lnTo>
                  <a:close/>
                </a:path>
                <a:path w="7527290" h="4352925">
                  <a:moveTo>
                    <a:pt x="5846559" y="974280"/>
                  </a:moveTo>
                  <a:lnTo>
                    <a:pt x="5846356" y="972197"/>
                  </a:lnTo>
                  <a:lnTo>
                    <a:pt x="5846191" y="970559"/>
                  </a:lnTo>
                  <a:lnTo>
                    <a:pt x="5802020" y="996086"/>
                  </a:lnTo>
                  <a:lnTo>
                    <a:pt x="5802452" y="997572"/>
                  </a:lnTo>
                  <a:lnTo>
                    <a:pt x="5803011" y="999439"/>
                  </a:lnTo>
                  <a:lnTo>
                    <a:pt x="5846559" y="974280"/>
                  </a:lnTo>
                  <a:close/>
                </a:path>
                <a:path w="7527290" h="4352925">
                  <a:moveTo>
                    <a:pt x="6157874" y="794372"/>
                  </a:moveTo>
                  <a:lnTo>
                    <a:pt x="6157519" y="792353"/>
                  </a:lnTo>
                  <a:lnTo>
                    <a:pt x="6157252" y="790803"/>
                  </a:lnTo>
                  <a:lnTo>
                    <a:pt x="6126416" y="808621"/>
                  </a:lnTo>
                  <a:lnTo>
                    <a:pt x="6126823" y="810082"/>
                  </a:lnTo>
                  <a:lnTo>
                    <a:pt x="6127356" y="812012"/>
                  </a:lnTo>
                  <a:lnTo>
                    <a:pt x="6157874" y="794372"/>
                  </a:lnTo>
                  <a:close/>
                </a:path>
                <a:path w="7527290" h="4352925">
                  <a:moveTo>
                    <a:pt x="6303835" y="710031"/>
                  </a:moveTo>
                  <a:lnTo>
                    <a:pt x="6302146" y="708748"/>
                  </a:lnTo>
                  <a:lnTo>
                    <a:pt x="6300889" y="707809"/>
                  </a:lnTo>
                  <a:lnTo>
                    <a:pt x="6252565" y="735723"/>
                  </a:lnTo>
                  <a:lnTo>
                    <a:pt x="6254013" y="736574"/>
                  </a:lnTo>
                  <a:lnTo>
                    <a:pt x="6255956" y="737692"/>
                  </a:lnTo>
                  <a:lnTo>
                    <a:pt x="6303835" y="710031"/>
                  </a:lnTo>
                  <a:close/>
                </a:path>
                <a:path w="7527290" h="4352925">
                  <a:moveTo>
                    <a:pt x="6346037" y="685647"/>
                  </a:moveTo>
                  <a:lnTo>
                    <a:pt x="6345390" y="683755"/>
                  </a:lnTo>
                  <a:lnTo>
                    <a:pt x="6344920" y="682358"/>
                  </a:lnTo>
                  <a:lnTo>
                    <a:pt x="6310693" y="702132"/>
                  </a:lnTo>
                  <a:lnTo>
                    <a:pt x="6311189" y="703529"/>
                  </a:lnTo>
                  <a:lnTo>
                    <a:pt x="6311849" y="705396"/>
                  </a:lnTo>
                  <a:lnTo>
                    <a:pt x="6346037" y="685647"/>
                  </a:lnTo>
                  <a:close/>
                </a:path>
                <a:path w="7527290" h="4352925">
                  <a:moveTo>
                    <a:pt x="6582499" y="548995"/>
                  </a:moveTo>
                  <a:lnTo>
                    <a:pt x="6582270" y="546849"/>
                  </a:lnTo>
                  <a:lnTo>
                    <a:pt x="6582105" y="545299"/>
                  </a:lnTo>
                  <a:lnTo>
                    <a:pt x="6538023" y="570776"/>
                  </a:lnTo>
                  <a:lnTo>
                    <a:pt x="6538354" y="572223"/>
                  </a:lnTo>
                  <a:lnTo>
                    <a:pt x="6538849" y="574217"/>
                  </a:lnTo>
                  <a:lnTo>
                    <a:pt x="6582499" y="548995"/>
                  </a:lnTo>
                  <a:close/>
                </a:path>
                <a:path w="7527290" h="4352925">
                  <a:moveTo>
                    <a:pt x="6793852" y="426859"/>
                  </a:moveTo>
                  <a:lnTo>
                    <a:pt x="6793801" y="424586"/>
                  </a:lnTo>
                  <a:lnTo>
                    <a:pt x="6793763" y="422986"/>
                  </a:lnTo>
                  <a:lnTo>
                    <a:pt x="6750850" y="447776"/>
                  </a:lnTo>
                  <a:lnTo>
                    <a:pt x="6751294" y="449148"/>
                  </a:lnTo>
                  <a:lnTo>
                    <a:pt x="6751802" y="451154"/>
                  </a:lnTo>
                  <a:lnTo>
                    <a:pt x="6793852" y="426859"/>
                  </a:lnTo>
                  <a:close/>
                </a:path>
                <a:path w="7527290" h="4352925">
                  <a:moveTo>
                    <a:pt x="6937629" y="343776"/>
                  </a:moveTo>
                  <a:lnTo>
                    <a:pt x="6936460" y="342125"/>
                  </a:lnTo>
                  <a:lnTo>
                    <a:pt x="6935648" y="340982"/>
                  </a:lnTo>
                  <a:lnTo>
                    <a:pt x="6883806" y="370941"/>
                  </a:lnTo>
                  <a:lnTo>
                    <a:pt x="6884594" y="372110"/>
                  </a:lnTo>
                  <a:lnTo>
                    <a:pt x="6885711" y="373773"/>
                  </a:lnTo>
                  <a:lnTo>
                    <a:pt x="6937629" y="343776"/>
                  </a:lnTo>
                  <a:close/>
                </a:path>
                <a:path w="7527290" h="4352925">
                  <a:moveTo>
                    <a:pt x="7134936" y="229755"/>
                  </a:moveTo>
                  <a:lnTo>
                    <a:pt x="7134784" y="227495"/>
                  </a:lnTo>
                  <a:lnTo>
                    <a:pt x="7134682" y="225971"/>
                  </a:lnTo>
                  <a:lnTo>
                    <a:pt x="7088416" y="252704"/>
                  </a:lnTo>
                  <a:lnTo>
                    <a:pt x="7088441" y="254279"/>
                  </a:lnTo>
                  <a:lnTo>
                    <a:pt x="7088479" y="256603"/>
                  </a:lnTo>
                  <a:lnTo>
                    <a:pt x="7134936" y="229755"/>
                  </a:lnTo>
                  <a:close/>
                </a:path>
                <a:path w="7527290" h="4352925">
                  <a:moveTo>
                    <a:pt x="7339000" y="111823"/>
                  </a:moveTo>
                  <a:lnTo>
                    <a:pt x="7338631" y="109677"/>
                  </a:lnTo>
                  <a:lnTo>
                    <a:pt x="7338377" y="108254"/>
                  </a:lnTo>
                  <a:lnTo>
                    <a:pt x="7307567" y="126060"/>
                  </a:lnTo>
                  <a:lnTo>
                    <a:pt x="7307935" y="127419"/>
                  </a:lnTo>
                  <a:lnTo>
                    <a:pt x="7308494" y="129463"/>
                  </a:lnTo>
                  <a:lnTo>
                    <a:pt x="7339000" y="111823"/>
                  </a:lnTo>
                  <a:close/>
                </a:path>
                <a:path w="7527290" h="4352925">
                  <a:moveTo>
                    <a:pt x="7485075" y="27419"/>
                  </a:moveTo>
                  <a:lnTo>
                    <a:pt x="7483272" y="26073"/>
                  </a:lnTo>
                  <a:lnTo>
                    <a:pt x="7482103" y="25209"/>
                  </a:lnTo>
                  <a:lnTo>
                    <a:pt x="7433856" y="53086"/>
                  </a:lnTo>
                  <a:lnTo>
                    <a:pt x="7435189" y="53860"/>
                  </a:lnTo>
                  <a:lnTo>
                    <a:pt x="7437247" y="55054"/>
                  </a:lnTo>
                  <a:lnTo>
                    <a:pt x="7485075" y="27419"/>
                  </a:lnTo>
                  <a:close/>
                </a:path>
                <a:path w="7527290" h="4352925">
                  <a:moveTo>
                    <a:pt x="7526833" y="3289"/>
                  </a:moveTo>
                  <a:lnTo>
                    <a:pt x="7526160" y="1282"/>
                  </a:lnTo>
                  <a:lnTo>
                    <a:pt x="7525728" y="0"/>
                  </a:lnTo>
                  <a:lnTo>
                    <a:pt x="7491857" y="19558"/>
                  </a:lnTo>
                  <a:lnTo>
                    <a:pt x="7492314" y="20840"/>
                  </a:lnTo>
                  <a:lnTo>
                    <a:pt x="7493013" y="22834"/>
                  </a:lnTo>
                  <a:lnTo>
                    <a:pt x="7526833" y="3289"/>
                  </a:lnTo>
                  <a:close/>
                </a:path>
              </a:pathLst>
            </a:custGeom>
            <a:solidFill>
              <a:srgbClr val="3A3A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44034" y="1078080"/>
              <a:ext cx="7526655" cy="4350385"/>
            </a:xfrm>
            <a:custGeom>
              <a:avLst/>
              <a:gdLst/>
              <a:ahLst/>
              <a:cxnLst/>
              <a:rect l="l" t="t" r="r" b="b"/>
              <a:pathLst>
                <a:path w="7526655" h="4350385">
                  <a:moveTo>
                    <a:pt x="6936653" y="340485"/>
                  </a:moveTo>
                  <a:lnTo>
                    <a:pt x="6884736" y="370487"/>
                  </a:lnTo>
                  <a:lnTo>
                    <a:pt x="6885444" y="371539"/>
                  </a:lnTo>
                  <a:lnTo>
                    <a:pt x="6937392" y="341523"/>
                  </a:lnTo>
                  <a:lnTo>
                    <a:pt x="6936653" y="340485"/>
                  </a:lnTo>
                  <a:close/>
                </a:path>
                <a:path w="7526655" h="4350385">
                  <a:moveTo>
                    <a:pt x="7133964" y="226464"/>
                  </a:moveTo>
                  <a:lnTo>
                    <a:pt x="7087497" y="253316"/>
                  </a:lnTo>
                  <a:lnTo>
                    <a:pt x="7087521" y="254780"/>
                  </a:lnTo>
                  <a:lnTo>
                    <a:pt x="7134062" y="227888"/>
                  </a:lnTo>
                  <a:lnTo>
                    <a:pt x="7133964" y="226464"/>
                  </a:lnTo>
                  <a:close/>
                </a:path>
                <a:path w="7526655" h="4350385">
                  <a:moveTo>
                    <a:pt x="3454653" y="2352655"/>
                  </a:moveTo>
                  <a:lnTo>
                    <a:pt x="3402385" y="2382860"/>
                  </a:lnTo>
                  <a:lnTo>
                    <a:pt x="3402969" y="2383695"/>
                  </a:lnTo>
                  <a:lnTo>
                    <a:pt x="3455246" y="2353490"/>
                  </a:lnTo>
                  <a:lnTo>
                    <a:pt x="3454653" y="2352655"/>
                  </a:lnTo>
                  <a:close/>
                </a:path>
                <a:path w="7526655" h="4350385">
                  <a:moveTo>
                    <a:pt x="3651612" y="2238837"/>
                  </a:moveTo>
                  <a:lnTo>
                    <a:pt x="3605144" y="2265690"/>
                  </a:lnTo>
                  <a:lnTo>
                    <a:pt x="3605163" y="2266869"/>
                  </a:lnTo>
                  <a:lnTo>
                    <a:pt x="3651691" y="2239985"/>
                  </a:lnTo>
                  <a:lnTo>
                    <a:pt x="3651612" y="2238837"/>
                  </a:lnTo>
                  <a:close/>
                </a:path>
                <a:path w="7526655" h="4350385">
                  <a:moveTo>
                    <a:pt x="1925782" y="3236156"/>
                  </a:moveTo>
                  <a:lnTo>
                    <a:pt x="1873364" y="3266447"/>
                  </a:lnTo>
                  <a:lnTo>
                    <a:pt x="1873880" y="3267196"/>
                  </a:lnTo>
                  <a:lnTo>
                    <a:pt x="1926312" y="3236901"/>
                  </a:lnTo>
                  <a:lnTo>
                    <a:pt x="1925782" y="3236156"/>
                  </a:lnTo>
                  <a:close/>
                </a:path>
                <a:path w="7526655" h="4350385">
                  <a:moveTo>
                    <a:pt x="2123017" y="3122178"/>
                  </a:moveTo>
                  <a:lnTo>
                    <a:pt x="2075053" y="3149896"/>
                  </a:lnTo>
                  <a:lnTo>
                    <a:pt x="2075070" y="3150950"/>
                  </a:lnTo>
                  <a:lnTo>
                    <a:pt x="2123087" y="3123205"/>
                  </a:lnTo>
                  <a:lnTo>
                    <a:pt x="2123017" y="3122178"/>
                  </a:lnTo>
                  <a:close/>
                </a:path>
                <a:path w="7526655" h="4350385">
                  <a:moveTo>
                    <a:pt x="6792878" y="423569"/>
                  </a:moveTo>
                  <a:lnTo>
                    <a:pt x="6750831" y="447868"/>
                  </a:lnTo>
                  <a:lnTo>
                    <a:pt x="6751156" y="449129"/>
                  </a:lnTo>
                  <a:lnTo>
                    <a:pt x="6792914" y="425002"/>
                  </a:lnTo>
                  <a:lnTo>
                    <a:pt x="6792878" y="423569"/>
                  </a:lnTo>
                  <a:close/>
                </a:path>
                <a:path w="7526655" h="4350385">
                  <a:moveTo>
                    <a:pt x="5845577" y="970994"/>
                  </a:moveTo>
                  <a:lnTo>
                    <a:pt x="5802036" y="996155"/>
                  </a:lnTo>
                  <a:lnTo>
                    <a:pt x="5802383" y="997326"/>
                  </a:lnTo>
                  <a:lnTo>
                    <a:pt x="5845703" y="972296"/>
                  </a:lnTo>
                  <a:lnTo>
                    <a:pt x="5845577" y="970994"/>
                  </a:lnTo>
                  <a:close/>
                </a:path>
                <a:path w="7526655" h="4350385">
                  <a:moveTo>
                    <a:pt x="4470665" y="1765525"/>
                  </a:moveTo>
                  <a:lnTo>
                    <a:pt x="4427420" y="1790515"/>
                  </a:lnTo>
                  <a:lnTo>
                    <a:pt x="4427736" y="1791590"/>
                  </a:lnTo>
                  <a:lnTo>
                    <a:pt x="4470804" y="1766706"/>
                  </a:lnTo>
                  <a:lnTo>
                    <a:pt x="4470665" y="1765525"/>
                  </a:lnTo>
                  <a:close/>
                </a:path>
                <a:path w="7526655" h="4350385">
                  <a:moveTo>
                    <a:pt x="4245776" y="1895483"/>
                  </a:moveTo>
                  <a:lnTo>
                    <a:pt x="4192892" y="1926044"/>
                  </a:lnTo>
                  <a:lnTo>
                    <a:pt x="4193922" y="1926687"/>
                  </a:lnTo>
                  <a:lnTo>
                    <a:pt x="4246884" y="1896086"/>
                  </a:lnTo>
                  <a:lnTo>
                    <a:pt x="4245776" y="1895483"/>
                  </a:lnTo>
                  <a:close/>
                </a:path>
                <a:path w="7526655" h="4350385">
                  <a:moveTo>
                    <a:pt x="4120842" y="1967680"/>
                  </a:moveTo>
                  <a:lnTo>
                    <a:pt x="4078739" y="1992010"/>
                  </a:lnTo>
                  <a:lnTo>
                    <a:pt x="4079051" y="1993059"/>
                  </a:lnTo>
                  <a:lnTo>
                    <a:pt x="4120854" y="1968905"/>
                  </a:lnTo>
                  <a:lnTo>
                    <a:pt x="4120842" y="1967680"/>
                  </a:lnTo>
                  <a:close/>
                </a:path>
                <a:path w="7526655" h="4350385">
                  <a:moveTo>
                    <a:pt x="2821265" y="2718676"/>
                  </a:moveTo>
                  <a:lnTo>
                    <a:pt x="2768352" y="2749254"/>
                  </a:lnTo>
                  <a:lnTo>
                    <a:pt x="2769284" y="2749836"/>
                  </a:lnTo>
                  <a:lnTo>
                    <a:pt x="2822268" y="2719222"/>
                  </a:lnTo>
                  <a:lnTo>
                    <a:pt x="2821265" y="2718676"/>
                  </a:lnTo>
                  <a:close/>
                </a:path>
                <a:path w="7526655" h="4350385">
                  <a:moveTo>
                    <a:pt x="2695902" y="2791120"/>
                  </a:moveTo>
                  <a:lnTo>
                    <a:pt x="2653879" y="2815405"/>
                  </a:lnTo>
                  <a:lnTo>
                    <a:pt x="2654158" y="2816355"/>
                  </a:lnTo>
                  <a:lnTo>
                    <a:pt x="2695913" y="2792229"/>
                  </a:lnTo>
                  <a:lnTo>
                    <a:pt x="2695902" y="2791120"/>
                  </a:lnTo>
                  <a:close/>
                </a:path>
                <a:path w="7526655" h="4350385">
                  <a:moveTo>
                    <a:pt x="1691671" y="3371443"/>
                  </a:moveTo>
                  <a:lnTo>
                    <a:pt x="1649219" y="3395975"/>
                  </a:lnTo>
                  <a:lnTo>
                    <a:pt x="1649435" y="3396879"/>
                  </a:lnTo>
                  <a:lnTo>
                    <a:pt x="1691686" y="3372467"/>
                  </a:lnTo>
                  <a:lnTo>
                    <a:pt x="1691671" y="3371443"/>
                  </a:lnTo>
                  <a:close/>
                </a:path>
                <a:path w="7526655" h="4350385">
                  <a:moveTo>
                    <a:pt x="1348236" y="3569907"/>
                  </a:moveTo>
                  <a:lnTo>
                    <a:pt x="1306109" y="3594251"/>
                  </a:lnTo>
                  <a:lnTo>
                    <a:pt x="1306325" y="3595127"/>
                  </a:lnTo>
                  <a:lnTo>
                    <a:pt x="1348258" y="3570898"/>
                  </a:lnTo>
                  <a:lnTo>
                    <a:pt x="1348236" y="3569907"/>
                  </a:lnTo>
                  <a:close/>
                </a:path>
                <a:path w="7526655" h="4350385">
                  <a:moveTo>
                    <a:pt x="890589" y="3834371"/>
                  </a:moveTo>
                  <a:lnTo>
                    <a:pt x="837660" y="3864957"/>
                  </a:lnTo>
                  <a:lnTo>
                    <a:pt x="838460" y="3865457"/>
                  </a:lnTo>
                  <a:lnTo>
                    <a:pt x="891450" y="3834839"/>
                  </a:lnTo>
                  <a:lnTo>
                    <a:pt x="890589" y="3834371"/>
                  </a:lnTo>
                  <a:close/>
                </a:path>
                <a:path w="7526655" h="4350385">
                  <a:moveTo>
                    <a:pt x="765563" y="3906620"/>
                  </a:moveTo>
                  <a:lnTo>
                    <a:pt x="723451" y="3930956"/>
                  </a:lnTo>
                  <a:lnTo>
                    <a:pt x="723715" y="3931755"/>
                  </a:lnTo>
                  <a:lnTo>
                    <a:pt x="765563" y="3907576"/>
                  </a:lnTo>
                  <a:lnTo>
                    <a:pt x="765563" y="3906620"/>
                  </a:lnTo>
                  <a:close/>
                </a:path>
                <a:path w="7526655" h="4350385">
                  <a:moveTo>
                    <a:pt x="474007" y="4075104"/>
                  </a:moveTo>
                  <a:lnTo>
                    <a:pt x="430378" y="4100316"/>
                  </a:lnTo>
                  <a:lnTo>
                    <a:pt x="430635" y="4101096"/>
                  </a:lnTo>
                  <a:lnTo>
                    <a:pt x="474117" y="4075972"/>
                  </a:lnTo>
                  <a:lnTo>
                    <a:pt x="474007" y="4075104"/>
                  </a:lnTo>
                  <a:close/>
                </a:path>
                <a:path w="7526655" h="4350385">
                  <a:moveTo>
                    <a:pt x="2479734" y="2916039"/>
                  </a:moveTo>
                  <a:lnTo>
                    <a:pt x="2428355" y="2945730"/>
                  </a:lnTo>
                  <a:lnTo>
                    <a:pt x="2428414" y="2946789"/>
                  </a:lnTo>
                  <a:lnTo>
                    <a:pt x="2480045" y="2916957"/>
                  </a:lnTo>
                  <a:lnTo>
                    <a:pt x="2479734" y="2916039"/>
                  </a:lnTo>
                  <a:close/>
                </a:path>
                <a:path w="7526655" h="4350385">
                  <a:moveTo>
                    <a:pt x="2312660" y="3012588"/>
                  </a:moveTo>
                  <a:lnTo>
                    <a:pt x="2263581" y="3040949"/>
                  </a:lnTo>
                  <a:lnTo>
                    <a:pt x="2264093" y="3041733"/>
                  </a:lnTo>
                  <a:lnTo>
                    <a:pt x="2313145" y="3013390"/>
                  </a:lnTo>
                  <a:lnTo>
                    <a:pt x="2312660" y="3012588"/>
                  </a:lnTo>
                  <a:close/>
                </a:path>
                <a:path w="7526655" h="4350385">
                  <a:moveTo>
                    <a:pt x="255341" y="4201466"/>
                  </a:moveTo>
                  <a:lnTo>
                    <a:pt x="210753" y="4227233"/>
                  </a:lnTo>
                  <a:lnTo>
                    <a:pt x="211010" y="4227994"/>
                  </a:lnTo>
                  <a:lnTo>
                    <a:pt x="255599" y="4202231"/>
                  </a:lnTo>
                  <a:lnTo>
                    <a:pt x="255341" y="4201466"/>
                  </a:lnTo>
                  <a:close/>
                </a:path>
                <a:path w="7526655" h="4350385">
                  <a:moveTo>
                    <a:pt x="149867" y="4262417"/>
                  </a:moveTo>
                  <a:lnTo>
                    <a:pt x="89653" y="4297214"/>
                  </a:lnTo>
                  <a:lnTo>
                    <a:pt x="90132" y="4297837"/>
                  </a:lnTo>
                  <a:lnTo>
                    <a:pt x="149857" y="4263328"/>
                  </a:lnTo>
                  <a:lnTo>
                    <a:pt x="149867" y="4262417"/>
                  </a:lnTo>
                  <a:close/>
                </a:path>
                <a:path w="7526655" h="4350385">
                  <a:moveTo>
                    <a:pt x="30682" y="4331292"/>
                  </a:moveTo>
                  <a:lnTo>
                    <a:pt x="0" y="4349022"/>
                  </a:lnTo>
                  <a:lnTo>
                    <a:pt x="221" y="4349787"/>
                  </a:lnTo>
                  <a:lnTo>
                    <a:pt x="30744" y="4332151"/>
                  </a:lnTo>
                  <a:lnTo>
                    <a:pt x="30682" y="4331292"/>
                  </a:lnTo>
                  <a:close/>
                </a:path>
                <a:path w="7526655" h="4350385">
                  <a:moveTo>
                    <a:pt x="7525854" y="0"/>
                  </a:moveTo>
                  <a:lnTo>
                    <a:pt x="7492032" y="19544"/>
                  </a:lnTo>
                  <a:lnTo>
                    <a:pt x="7492472" y="20801"/>
                  </a:lnTo>
                  <a:lnTo>
                    <a:pt x="7526280" y="1267"/>
                  </a:lnTo>
                  <a:lnTo>
                    <a:pt x="7525854" y="0"/>
                  </a:lnTo>
                  <a:close/>
                </a:path>
                <a:path w="7526655" h="4350385">
                  <a:moveTo>
                    <a:pt x="7484093" y="24132"/>
                  </a:moveTo>
                  <a:lnTo>
                    <a:pt x="7436271" y="51767"/>
                  </a:lnTo>
                  <a:lnTo>
                    <a:pt x="7437571" y="52522"/>
                  </a:lnTo>
                  <a:lnTo>
                    <a:pt x="7485235" y="24982"/>
                  </a:lnTo>
                  <a:lnTo>
                    <a:pt x="7484093" y="24132"/>
                  </a:lnTo>
                  <a:close/>
                </a:path>
                <a:path w="7526655" h="4350385">
                  <a:moveTo>
                    <a:pt x="7338029" y="108539"/>
                  </a:moveTo>
                  <a:lnTo>
                    <a:pt x="7307513" y="126174"/>
                  </a:lnTo>
                  <a:lnTo>
                    <a:pt x="7307864" y="127466"/>
                  </a:lnTo>
                  <a:lnTo>
                    <a:pt x="7338267" y="109900"/>
                  </a:lnTo>
                  <a:lnTo>
                    <a:pt x="7338029" y="108539"/>
                  </a:lnTo>
                  <a:close/>
                </a:path>
                <a:path w="7526655" h="4350385">
                  <a:moveTo>
                    <a:pt x="6345054" y="682357"/>
                  </a:moveTo>
                  <a:lnTo>
                    <a:pt x="6310867" y="702113"/>
                  </a:lnTo>
                  <a:lnTo>
                    <a:pt x="6311279" y="703288"/>
                  </a:lnTo>
                  <a:lnTo>
                    <a:pt x="6345457" y="683541"/>
                  </a:lnTo>
                  <a:lnTo>
                    <a:pt x="6345054" y="682357"/>
                  </a:lnTo>
                  <a:close/>
                </a:path>
                <a:path w="7526655" h="4350385">
                  <a:moveTo>
                    <a:pt x="6302857" y="706742"/>
                  </a:moveTo>
                  <a:lnTo>
                    <a:pt x="6254981" y="734408"/>
                  </a:lnTo>
                  <a:lnTo>
                    <a:pt x="6256197" y="735114"/>
                  </a:lnTo>
                  <a:lnTo>
                    <a:pt x="6303917" y="707542"/>
                  </a:lnTo>
                  <a:lnTo>
                    <a:pt x="6302857" y="706742"/>
                  </a:lnTo>
                  <a:close/>
                </a:path>
                <a:path w="7526655" h="4350385">
                  <a:moveTo>
                    <a:pt x="6156894" y="791091"/>
                  </a:moveTo>
                  <a:lnTo>
                    <a:pt x="6126379" y="808724"/>
                  </a:lnTo>
                  <a:lnTo>
                    <a:pt x="6126711" y="809931"/>
                  </a:lnTo>
                  <a:lnTo>
                    <a:pt x="6157116" y="792363"/>
                  </a:lnTo>
                  <a:lnTo>
                    <a:pt x="6156894" y="791091"/>
                  </a:lnTo>
                  <a:close/>
                </a:path>
                <a:path w="7526655" h="4350385">
                  <a:moveTo>
                    <a:pt x="5071757" y="1418167"/>
                  </a:moveTo>
                  <a:lnTo>
                    <a:pt x="5023584" y="1446005"/>
                  </a:lnTo>
                  <a:lnTo>
                    <a:pt x="5024228" y="1446940"/>
                  </a:lnTo>
                  <a:lnTo>
                    <a:pt x="5072422" y="1419094"/>
                  </a:lnTo>
                  <a:lnTo>
                    <a:pt x="5071757" y="1418167"/>
                  </a:lnTo>
                  <a:close/>
                </a:path>
                <a:path w="7526655" h="4350385">
                  <a:moveTo>
                    <a:pt x="4923629" y="1503767"/>
                  </a:moveTo>
                  <a:lnTo>
                    <a:pt x="4898328" y="1518388"/>
                  </a:lnTo>
                  <a:lnTo>
                    <a:pt x="4898167" y="1519778"/>
                  </a:lnTo>
                  <a:lnTo>
                    <a:pt x="4923593" y="1505086"/>
                  </a:lnTo>
                  <a:lnTo>
                    <a:pt x="4923629" y="1503767"/>
                  </a:lnTo>
                  <a:close/>
                </a:path>
                <a:path w="7526655" h="4350385">
                  <a:moveTo>
                    <a:pt x="1041170" y="3747353"/>
                  </a:moveTo>
                  <a:lnTo>
                    <a:pt x="990665" y="3776539"/>
                  </a:lnTo>
                  <a:lnTo>
                    <a:pt x="991132" y="3777243"/>
                  </a:lnTo>
                  <a:lnTo>
                    <a:pt x="1041767" y="3747987"/>
                  </a:lnTo>
                  <a:lnTo>
                    <a:pt x="1041170" y="3747353"/>
                  </a:lnTo>
                  <a:close/>
                </a:path>
                <a:path w="7526655" h="4350385">
                  <a:moveTo>
                    <a:pt x="6581518" y="545710"/>
                  </a:moveTo>
                  <a:lnTo>
                    <a:pt x="6537877" y="570929"/>
                  </a:lnTo>
                  <a:lnTo>
                    <a:pt x="6538194" y="572178"/>
                  </a:lnTo>
                  <a:lnTo>
                    <a:pt x="6581661" y="547063"/>
                  </a:lnTo>
                  <a:lnTo>
                    <a:pt x="6581518" y="545710"/>
                  </a:lnTo>
                  <a:close/>
                </a:path>
                <a:path w="7526655" h="4350385">
                  <a:moveTo>
                    <a:pt x="5596081" y="1115172"/>
                  </a:moveTo>
                  <a:lnTo>
                    <a:pt x="5551874" y="1140718"/>
                  </a:lnTo>
                  <a:lnTo>
                    <a:pt x="5552177" y="1141893"/>
                  </a:lnTo>
                  <a:lnTo>
                    <a:pt x="5596235" y="1116437"/>
                  </a:lnTo>
                  <a:lnTo>
                    <a:pt x="5596081" y="1115172"/>
                  </a:lnTo>
                  <a:close/>
                </a:path>
                <a:path w="7526655" h="4350385">
                  <a:moveTo>
                    <a:pt x="5312082" y="1279289"/>
                  </a:moveTo>
                  <a:lnTo>
                    <a:pt x="5268510" y="1304468"/>
                  </a:lnTo>
                  <a:lnTo>
                    <a:pt x="5268804" y="1305625"/>
                  </a:lnTo>
                  <a:lnTo>
                    <a:pt x="5312202" y="1280550"/>
                  </a:lnTo>
                  <a:lnTo>
                    <a:pt x="5312082" y="1279289"/>
                  </a:lnTo>
                  <a:close/>
                </a:path>
                <a:path w="7526655" h="4350385">
                  <a:moveTo>
                    <a:pt x="3872934" y="2110940"/>
                  </a:moveTo>
                  <a:lnTo>
                    <a:pt x="3828616" y="2136550"/>
                  </a:lnTo>
                  <a:lnTo>
                    <a:pt x="3828901" y="2137594"/>
                  </a:lnTo>
                  <a:lnTo>
                    <a:pt x="3873077" y="2112069"/>
                  </a:lnTo>
                  <a:lnTo>
                    <a:pt x="3872934" y="2110940"/>
                  </a:lnTo>
                  <a:close/>
                </a:path>
                <a:path w="7526655" h="4350385">
                  <a:moveTo>
                    <a:pt x="3245800" y="2473347"/>
                  </a:moveTo>
                  <a:lnTo>
                    <a:pt x="3198151" y="2500882"/>
                  </a:lnTo>
                  <a:lnTo>
                    <a:pt x="3198676" y="2501735"/>
                  </a:lnTo>
                  <a:lnTo>
                    <a:pt x="3246329" y="2474201"/>
                  </a:lnTo>
                  <a:lnTo>
                    <a:pt x="3245800" y="2473347"/>
                  </a:lnTo>
                  <a:close/>
                </a:path>
                <a:path w="7526655" h="4350385">
                  <a:moveTo>
                    <a:pt x="3274878" y="2456543"/>
                  </a:moveTo>
                  <a:lnTo>
                    <a:pt x="3255017" y="2468020"/>
                  </a:lnTo>
                  <a:lnTo>
                    <a:pt x="3255017" y="2469182"/>
                  </a:lnTo>
                  <a:lnTo>
                    <a:pt x="3274829" y="2457734"/>
                  </a:lnTo>
                  <a:lnTo>
                    <a:pt x="3274878" y="2456543"/>
                  </a:lnTo>
                  <a:close/>
                </a:path>
              </a:pathLst>
            </a:custGeom>
            <a:solidFill>
              <a:srgbClr val="3D3D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44245" y="1079359"/>
              <a:ext cx="7527290" cy="4352290"/>
            </a:xfrm>
            <a:custGeom>
              <a:avLst/>
              <a:gdLst/>
              <a:ahLst/>
              <a:cxnLst/>
              <a:rect l="l" t="t" r="r" b="b"/>
              <a:pathLst>
                <a:path w="7527290" h="4352290">
                  <a:moveTo>
                    <a:pt x="30797" y="4334649"/>
                  </a:moveTo>
                  <a:lnTo>
                    <a:pt x="30632" y="4332363"/>
                  </a:lnTo>
                  <a:lnTo>
                    <a:pt x="30530" y="4330878"/>
                  </a:lnTo>
                  <a:lnTo>
                    <a:pt x="0" y="4348518"/>
                  </a:lnTo>
                  <a:lnTo>
                    <a:pt x="381" y="4349839"/>
                  </a:lnTo>
                  <a:lnTo>
                    <a:pt x="977" y="4351883"/>
                  </a:lnTo>
                  <a:lnTo>
                    <a:pt x="30797" y="4334649"/>
                  </a:lnTo>
                  <a:close/>
                </a:path>
                <a:path w="7527290" h="4352290">
                  <a:moveTo>
                    <a:pt x="149644" y="4262056"/>
                  </a:moveTo>
                  <a:lnTo>
                    <a:pt x="89916" y="4296562"/>
                  </a:lnTo>
                  <a:lnTo>
                    <a:pt x="90741" y="4297642"/>
                  </a:lnTo>
                  <a:lnTo>
                    <a:pt x="92011" y="4299280"/>
                  </a:lnTo>
                  <a:lnTo>
                    <a:pt x="149593" y="4266006"/>
                  </a:lnTo>
                  <a:lnTo>
                    <a:pt x="149618" y="4263618"/>
                  </a:lnTo>
                  <a:lnTo>
                    <a:pt x="149644" y="4262056"/>
                  </a:lnTo>
                  <a:close/>
                </a:path>
                <a:path w="7527290" h="4352290">
                  <a:moveTo>
                    <a:pt x="256489" y="4204246"/>
                  </a:moveTo>
                  <a:lnTo>
                    <a:pt x="255828" y="4202277"/>
                  </a:lnTo>
                  <a:lnTo>
                    <a:pt x="255384" y="4200956"/>
                  </a:lnTo>
                  <a:lnTo>
                    <a:pt x="210794" y="4226725"/>
                  </a:lnTo>
                  <a:lnTo>
                    <a:pt x="211239" y="4228033"/>
                  </a:lnTo>
                  <a:lnTo>
                    <a:pt x="211899" y="4230014"/>
                  </a:lnTo>
                  <a:lnTo>
                    <a:pt x="256489" y="4204246"/>
                  </a:lnTo>
                  <a:close/>
                </a:path>
                <a:path w="7527290" h="4352290">
                  <a:moveTo>
                    <a:pt x="474370" y="4078363"/>
                  </a:moveTo>
                  <a:lnTo>
                    <a:pt x="474091" y="4076179"/>
                  </a:lnTo>
                  <a:lnTo>
                    <a:pt x="473900" y="4074693"/>
                  </a:lnTo>
                  <a:lnTo>
                    <a:pt x="430415" y="4099826"/>
                  </a:lnTo>
                  <a:lnTo>
                    <a:pt x="430860" y="4101160"/>
                  </a:lnTo>
                  <a:lnTo>
                    <a:pt x="431330" y="4102582"/>
                  </a:lnTo>
                  <a:lnTo>
                    <a:pt x="431457" y="4103154"/>
                  </a:lnTo>
                  <a:lnTo>
                    <a:pt x="474370" y="4078363"/>
                  </a:lnTo>
                  <a:close/>
                </a:path>
                <a:path w="7527290" h="4352290">
                  <a:moveTo>
                    <a:pt x="765340" y="3906304"/>
                  </a:moveTo>
                  <a:lnTo>
                    <a:pt x="723493" y="3930485"/>
                  </a:lnTo>
                  <a:lnTo>
                    <a:pt x="723938" y="3931843"/>
                  </a:lnTo>
                  <a:lnTo>
                    <a:pt x="724573" y="3933787"/>
                  </a:lnTo>
                  <a:lnTo>
                    <a:pt x="765340" y="3910228"/>
                  </a:lnTo>
                  <a:lnTo>
                    <a:pt x="765340" y="3907929"/>
                  </a:lnTo>
                  <a:lnTo>
                    <a:pt x="765340" y="3906304"/>
                  </a:lnTo>
                  <a:close/>
                </a:path>
                <a:path w="7527290" h="4352290">
                  <a:moveTo>
                    <a:pt x="894740" y="3835476"/>
                  </a:moveTo>
                  <a:lnTo>
                    <a:pt x="892695" y="3834358"/>
                  </a:lnTo>
                  <a:lnTo>
                    <a:pt x="891235" y="3833571"/>
                  </a:lnTo>
                  <a:lnTo>
                    <a:pt x="838238" y="3864178"/>
                  </a:lnTo>
                  <a:lnTo>
                    <a:pt x="839597" y="3865029"/>
                  </a:lnTo>
                  <a:lnTo>
                    <a:pt x="841514" y="3866223"/>
                  </a:lnTo>
                  <a:lnTo>
                    <a:pt x="894740" y="3835476"/>
                  </a:lnTo>
                  <a:close/>
                </a:path>
                <a:path w="7527290" h="4352290">
                  <a:moveTo>
                    <a:pt x="1043952" y="3749256"/>
                  </a:moveTo>
                  <a:lnTo>
                    <a:pt x="1042555" y="3747782"/>
                  </a:lnTo>
                  <a:lnTo>
                    <a:pt x="1041552" y="3746716"/>
                  </a:lnTo>
                  <a:lnTo>
                    <a:pt x="990917" y="3775964"/>
                  </a:lnTo>
                  <a:lnTo>
                    <a:pt x="991704" y="3777170"/>
                  </a:lnTo>
                  <a:lnTo>
                    <a:pt x="992797" y="3778808"/>
                  </a:lnTo>
                  <a:lnTo>
                    <a:pt x="1043952" y="3749256"/>
                  </a:lnTo>
                  <a:close/>
                </a:path>
                <a:path w="7527290" h="4352290">
                  <a:moveTo>
                    <a:pt x="1348130" y="3573500"/>
                  </a:moveTo>
                  <a:lnTo>
                    <a:pt x="1348079" y="3571290"/>
                  </a:lnTo>
                  <a:lnTo>
                    <a:pt x="1348041" y="3569627"/>
                  </a:lnTo>
                  <a:lnTo>
                    <a:pt x="1306106" y="3593858"/>
                  </a:lnTo>
                  <a:lnTo>
                    <a:pt x="1306474" y="3595332"/>
                  </a:lnTo>
                  <a:lnTo>
                    <a:pt x="1306957" y="3597287"/>
                  </a:lnTo>
                  <a:lnTo>
                    <a:pt x="1348130" y="3573500"/>
                  </a:lnTo>
                  <a:close/>
                </a:path>
                <a:path w="7527290" h="4352290">
                  <a:moveTo>
                    <a:pt x="1691525" y="3375088"/>
                  </a:moveTo>
                  <a:lnTo>
                    <a:pt x="1691487" y="3372916"/>
                  </a:lnTo>
                  <a:lnTo>
                    <a:pt x="1691474" y="3371189"/>
                  </a:lnTo>
                  <a:lnTo>
                    <a:pt x="1649222" y="3395611"/>
                  </a:lnTo>
                  <a:lnTo>
                    <a:pt x="1649577" y="3397123"/>
                  </a:lnTo>
                  <a:lnTo>
                    <a:pt x="1650047" y="3399053"/>
                  </a:lnTo>
                  <a:lnTo>
                    <a:pt x="1691525" y="3375088"/>
                  </a:lnTo>
                  <a:close/>
                </a:path>
                <a:path w="7527290" h="4352290">
                  <a:moveTo>
                    <a:pt x="1928075" y="3238411"/>
                  </a:moveTo>
                  <a:lnTo>
                    <a:pt x="1926983" y="3236874"/>
                  </a:lnTo>
                  <a:lnTo>
                    <a:pt x="1926094" y="3235629"/>
                  </a:lnTo>
                  <a:lnTo>
                    <a:pt x="1873669" y="3265919"/>
                  </a:lnTo>
                  <a:lnTo>
                    <a:pt x="1874532" y="3267176"/>
                  </a:lnTo>
                  <a:lnTo>
                    <a:pt x="1875866" y="3268586"/>
                  </a:lnTo>
                  <a:lnTo>
                    <a:pt x="1928075" y="3238411"/>
                  </a:lnTo>
                  <a:close/>
                </a:path>
                <a:path w="7527290" h="4352290">
                  <a:moveTo>
                    <a:pt x="2122982" y="3123641"/>
                  </a:moveTo>
                  <a:lnTo>
                    <a:pt x="2122868" y="3121926"/>
                  </a:lnTo>
                  <a:lnTo>
                    <a:pt x="2074849" y="3149676"/>
                  </a:lnTo>
                  <a:lnTo>
                    <a:pt x="2074875" y="3151428"/>
                  </a:lnTo>
                  <a:lnTo>
                    <a:pt x="2074913" y="3153575"/>
                  </a:lnTo>
                  <a:lnTo>
                    <a:pt x="2122868" y="3125863"/>
                  </a:lnTo>
                  <a:lnTo>
                    <a:pt x="2122982" y="3123641"/>
                  </a:lnTo>
                  <a:close/>
                </a:path>
                <a:path w="7527290" h="4352290">
                  <a:moveTo>
                    <a:pt x="2314689" y="3015030"/>
                  </a:moveTo>
                  <a:lnTo>
                    <a:pt x="2313736" y="3013456"/>
                  </a:lnTo>
                  <a:lnTo>
                    <a:pt x="2312924" y="3012122"/>
                  </a:lnTo>
                  <a:lnTo>
                    <a:pt x="2263876" y="3040456"/>
                  </a:lnTo>
                  <a:lnTo>
                    <a:pt x="2264727" y="3041764"/>
                  </a:lnTo>
                  <a:lnTo>
                    <a:pt x="2265743" y="3043313"/>
                  </a:lnTo>
                  <a:lnTo>
                    <a:pt x="2314689" y="3015030"/>
                  </a:lnTo>
                  <a:close/>
                </a:path>
                <a:path w="7527290" h="4352290">
                  <a:moveTo>
                    <a:pt x="2480945" y="2918968"/>
                  </a:moveTo>
                  <a:lnTo>
                    <a:pt x="2480348" y="2917202"/>
                  </a:lnTo>
                  <a:lnTo>
                    <a:pt x="2479827" y="2915678"/>
                  </a:lnTo>
                  <a:lnTo>
                    <a:pt x="2428202" y="2945511"/>
                  </a:lnTo>
                  <a:lnTo>
                    <a:pt x="2428290" y="2947276"/>
                  </a:lnTo>
                  <a:lnTo>
                    <a:pt x="2428405" y="2949321"/>
                  </a:lnTo>
                  <a:lnTo>
                    <a:pt x="2480945" y="2918968"/>
                  </a:lnTo>
                  <a:close/>
                </a:path>
                <a:path w="7527290" h="4352290">
                  <a:moveTo>
                    <a:pt x="2695727" y="2794863"/>
                  </a:moveTo>
                  <a:lnTo>
                    <a:pt x="2695714" y="2792793"/>
                  </a:lnTo>
                  <a:lnTo>
                    <a:pt x="2695702" y="2790952"/>
                  </a:lnTo>
                  <a:lnTo>
                    <a:pt x="2653944" y="2815082"/>
                  </a:lnTo>
                  <a:lnTo>
                    <a:pt x="2654401" y="2816656"/>
                  </a:lnTo>
                  <a:lnTo>
                    <a:pt x="2654922" y="2818447"/>
                  </a:lnTo>
                  <a:lnTo>
                    <a:pt x="2695727" y="2794863"/>
                  </a:lnTo>
                  <a:close/>
                </a:path>
                <a:path w="7527290" h="4352290">
                  <a:moveTo>
                    <a:pt x="2825559" y="2719857"/>
                  </a:moveTo>
                  <a:lnTo>
                    <a:pt x="2823705" y="2718854"/>
                  </a:lnTo>
                  <a:lnTo>
                    <a:pt x="2822054" y="2717952"/>
                  </a:lnTo>
                  <a:lnTo>
                    <a:pt x="2769070" y="2748559"/>
                  </a:lnTo>
                  <a:lnTo>
                    <a:pt x="2770606" y="2749524"/>
                  </a:lnTo>
                  <a:lnTo>
                    <a:pt x="2772333" y="2750604"/>
                  </a:lnTo>
                  <a:lnTo>
                    <a:pt x="2825559" y="2719857"/>
                  </a:lnTo>
                  <a:close/>
                </a:path>
                <a:path w="7527290" h="4352290">
                  <a:moveTo>
                    <a:pt x="3247910" y="2475814"/>
                  </a:moveTo>
                  <a:lnTo>
                    <a:pt x="3246983" y="2474328"/>
                  </a:lnTo>
                  <a:lnTo>
                    <a:pt x="3246107" y="2472931"/>
                  </a:lnTo>
                  <a:lnTo>
                    <a:pt x="3198457" y="2500465"/>
                  </a:lnTo>
                  <a:lnTo>
                    <a:pt x="3199320" y="2501862"/>
                  </a:lnTo>
                  <a:lnTo>
                    <a:pt x="3200235" y="2503360"/>
                  </a:lnTo>
                  <a:lnTo>
                    <a:pt x="3247910" y="2475814"/>
                  </a:lnTo>
                  <a:close/>
                </a:path>
                <a:path w="7527290" h="4352290">
                  <a:moveTo>
                    <a:pt x="3274606" y="2456459"/>
                  </a:moveTo>
                  <a:lnTo>
                    <a:pt x="3254806" y="2467914"/>
                  </a:lnTo>
                  <a:lnTo>
                    <a:pt x="3254806" y="2469819"/>
                  </a:lnTo>
                  <a:lnTo>
                    <a:pt x="3254806" y="2471839"/>
                  </a:lnTo>
                  <a:lnTo>
                    <a:pt x="3274441" y="2460485"/>
                  </a:lnTo>
                  <a:lnTo>
                    <a:pt x="3274530" y="2458415"/>
                  </a:lnTo>
                  <a:lnTo>
                    <a:pt x="3274606" y="2456459"/>
                  </a:lnTo>
                  <a:close/>
                </a:path>
                <a:path w="7527290" h="4352290">
                  <a:moveTo>
                    <a:pt x="3457003" y="2354999"/>
                  </a:moveTo>
                  <a:lnTo>
                    <a:pt x="3456000" y="2353589"/>
                  </a:lnTo>
                  <a:lnTo>
                    <a:pt x="3455035" y="2352217"/>
                  </a:lnTo>
                  <a:lnTo>
                    <a:pt x="3402749" y="2382418"/>
                  </a:lnTo>
                  <a:lnTo>
                    <a:pt x="3403371" y="2383307"/>
                  </a:lnTo>
                  <a:lnTo>
                    <a:pt x="3403803" y="2383739"/>
                  </a:lnTo>
                  <a:lnTo>
                    <a:pt x="3405060" y="2385009"/>
                  </a:lnTo>
                  <a:lnTo>
                    <a:pt x="3457003" y="2354999"/>
                  </a:lnTo>
                  <a:close/>
                </a:path>
                <a:path w="7527290" h="4352290">
                  <a:moveTo>
                    <a:pt x="3651554" y="2240623"/>
                  </a:moveTo>
                  <a:lnTo>
                    <a:pt x="3651478" y="2238718"/>
                  </a:lnTo>
                  <a:lnTo>
                    <a:pt x="3604945" y="2265591"/>
                  </a:lnTo>
                  <a:lnTo>
                    <a:pt x="3604971" y="2267521"/>
                  </a:lnTo>
                  <a:lnTo>
                    <a:pt x="3605009" y="2269490"/>
                  </a:lnTo>
                  <a:lnTo>
                    <a:pt x="3651364" y="2242705"/>
                  </a:lnTo>
                  <a:lnTo>
                    <a:pt x="3651554" y="2240623"/>
                  </a:lnTo>
                  <a:close/>
                </a:path>
                <a:path w="7527290" h="4352290">
                  <a:moveTo>
                    <a:pt x="3873322" y="2114461"/>
                  </a:moveTo>
                  <a:lnTo>
                    <a:pt x="3873093" y="2112645"/>
                  </a:lnTo>
                  <a:lnTo>
                    <a:pt x="3872865" y="2110790"/>
                  </a:lnTo>
                  <a:lnTo>
                    <a:pt x="3828681" y="2136317"/>
                  </a:lnTo>
                  <a:lnTo>
                    <a:pt x="3829151" y="2138019"/>
                  </a:lnTo>
                  <a:lnTo>
                    <a:pt x="3829608" y="2139721"/>
                  </a:lnTo>
                  <a:lnTo>
                    <a:pt x="3873322" y="2114461"/>
                  </a:lnTo>
                  <a:close/>
                </a:path>
                <a:path w="7527290" h="4352290">
                  <a:moveTo>
                    <a:pt x="4120667" y="1971535"/>
                  </a:moveTo>
                  <a:lnTo>
                    <a:pt x="4120654" y="1969630"/>
                  </a:lnTo>
                  <a:lnTo>
                    <a:pt x="4120642" y="1967636"/>
                  </a:lnTo>
                  <a:lnTo>
                    <a:pt x="4078833" y="1991791"/>
                  </a:lnTo>
                  <a:lnTo>
                    <a:pt x="4079341" y="1993493"/>
                  </a:lnTo>
                  <a:lnTo>
                    <a:pt x="4079849" y="1995131"/>
                  </a:lnTo>
                  <a:lnTo>
                    <a:pt x="4120667" y="1971535"/>
                  </a:lnTo>
                  <a:close/>
                </a:path>
                <a:path w="7527290" h="4352290">
                  <a:moveTo>
                    <a:pt x="4250169" y="1896719"/>
                  </a:moveTo>
                  <a:lnTo>
                    <a:pt x="4248467" y="1895792"/>
                  </a:lnTo>
                  <a:lnTo>
                    <a:pt x="4246664" y="1894814"/>
                  </a:lnTo>
                  <a:lnTo>
                    <a:pt x="4193705" y="1925408"/>
                  </a:lnTo>
                  <a:lnTo>
                    <a:pt x="4195381" y="1926463"/>
                  </a:lnTo>
                  <a:lnTo>
                    <a:pt x="4196969" y="1927453"/>
                  </a:lnTo>
                  <a:lnTo>
                    <a:pt x="4250169" y="1896719"/>
                  </a:lnTo>
                  <a:close/>
                </a:path>
                <a:path w="7527290" h="4352290">
                  <a:moveTo>
                    <a:pt x="4470997" y="1768944"/>
                  </a:moveTo>
                  <a:lnTo>
                    <a:pt x="4470806" y="1767344"/>
                  </a:lnTo>
                  <a:lnTo>
                    <a:pt x="4470590" y="1765427"/>
                  </a:lnTo>
                  <a:lnTo>
                    <a:pt x="4427525" y="1790319"/>
                  </a:lnTo>
                  <a:lnTo>
                    <a:pt x="4428033" y="1792058"/>
                  </a:lnTo>
                  <a:lnTo>
                    <a:pt x="4428134" y="1792414"/>
                  </a:lnTo>
                  <a:lnTo>
                    <a:pt x="4428439" y="1793709"/>
                  </a:lnTo>
                  <a:lnTo>
                    <a:pt x="4470997" y="1769122"/>
                  </a:lnTo>
                  <a:lnTo>
                    <a:pt x="4470997" y="1768944"/>
                  </a:lnTo>
                  <a:close/>
                </a:path>
                <a:path w="7527290" h="4352290">
                  <a:moveTo>
                    <a:pt x="4923371" y="1503819"/>
                  </a:moveTo>
                  <a:lnTo>
                    <a:pt x="4897945" y="1518500"/>
                  </a:lnTo>
                  <a:lnTo>
                    <a:pt x="4897691" y="1520748"/>
                  </a:lnTo>
                  <a:lnTo>
                    <a:pt x="4897463" y="1522717"/>
                  </a:lnTo>
                  <a:lnTo>
                    <a:pt x="4923269" y="1507807"/>
                  </a:lnTo>
                  <a:lnTo>
                    <a:pt x="4923320" y="1505940"/>
                  </a:lnTo>
                  <a:lnTo>
                    <a:pt x="4923371" y="1503819"/>
                  </a:lnTo>
                  <a:close/>
                </a:path>
                <a:path w="7527290" h="4352290">
                  <a:moveTo>
                    <a:pt x="5074196" y="1420596"/>
                  </a:moveTo>
                  <a:lnTo>
                    <a:pt x="5073281" y="1419313"/>
                  </a:lnTo>
                  <a:lnTo>
                    <a:pt x="5072202" y="1417815"/>
                  </a:lnTo>
                  <a:lnTo>
                    <a:pt x="5024005" y="1445666"/>
                  </a:lnTo>
                  <a:lnTo>
                    <a:pt x="5025047" y="1447177"/>
                  </a:lnTo>
                  <a:lnTo>
                    <a:pt x="5025949" y="1448473"/>
                  </a:lnTo>
                  <a:lnTo>
                    <a:pt x="5074196" y="1420596"/>
                  </a:lnTo>
                  <a:close/>
                </a:path>
                <a:path w="7527290" h="4352290">
                  <a:moveTo>
                    <a:pt x="5312346" y="1283004"/>
                  </a:moveTo>
                  <a:lnTo>
                    <a:pt x="5312181" y="1281303"/>
                  </a:lnTo>
                  <a:lnTo>
                    <a:pt x="5311991" y="1279271"/>
                  </a:lnTo>
                  <a:lnTo>
                    <a:pt x="5268582" y="1304353"/>
                  </a:lnTo>
                  <a:lnTo>
                    <a:pt x="5269065" y="1306220"/>
                  </a:lnTo>
                  <a:lnTo>
                    <a:pt x="5269458" y="1307782"/>
                  </a:lnTo>
                  <a:lnTo>
                    <a:pt x="5312346" y="1283004"/>
                  </a:lnTo>
                  <a:close/>
                </a:path>
                <a:path w="7527290" h="4352290">
                  <a:moveTo>
                    <a:pt x="5596471" y="1118831"/>
                  </a:moveTo>
                  <a:lnTo>
                    <a:pt x="5596267" y="1117193"/>
                  </a:lnTo>
                  <a:lnTo>
                    <a:pt x="5596013" y="1115161"/>
                  </a:lnTo>
                  <a:lnTo>
                    <a:pt x="5551957" y="1140625"/>
                  </a:lnTo>
                  <a:lnTo>
                    <a:pt x="5552452" y="1142504"/>
                  </a:lnTo>
                  <a:lnTo>
                    <a:pt x="5552846" y="1144041"/>
                  </a:lnTo>
                  <a:lnTo>
                    <a:pt x="5596471" y="1118831"/>
                  </a:lnTo>
                  <a:close/>
                </a:path>
                <a:path w="7527290" h="4352290">
                  <a:moveTo>
                    <a:pt x="5845848" y="974750"/>
                  </a:moveTo>
                  <a:lnTo>
                    <a:pt x="5845683" y="973112"/>
                  </a:lnTo>
                  <a:lnTo>
                    <a:pt x="5845480" y="971029"/>
                  </a:lnTo>
                  <a:lnTo>
                    <a:pt x="5802160" y="996048"/>
                  </a:lnTo>
                  <a:lnTo>
                    <a:pt x="5802719" y="997927"/>
                  </a:lnTo>
                  <a:lnTo>
                    <a:pt x="5803087" y="999451"/>
                  </a:lnTo>
                  <a:lnTo>
                    <a:pt x="5845848" y="974750"/>
                  </a:lnTo>
                  <a:close/>
                </a:path>
                <a:path w="7527290" h="4352290">
                  <a:moveTo>
                    <a:pt x="6157176" y="794854"/>
                  </a:moveTo>
                  <a:lnTo>
                    <a:pt x="6157112" y="793203"/>
                  </a:lnTo>
                  <a:lnTo>
                    <a:pt x="6157074" y="792048"/>
                  </a:lnTo>
                  <a:lnTo>
                    <a:pt x="6156896" y="791095"/>
                  </a:lnTo>
                  <a:lnTo>
                    <a:pt x="6126492" y="808659"/>
                  </a:lnTo>
                  <a:lnTo>
                    <a:pt x="6127026" y="810577"/>
                  </a:lnTo>
                  <a:lnTo>
                    <a:pt x="6127432" y="812050"/>
                  </a:lnTo>
                  <a:lnTo>
                    <a:pt x="6157176" y="794854"/>
                  </a:lnTo>
                  <a:close/>
                </a:path>
                <a:path w="7527290" h="4352290">
                  <a:moveTo>
                    <a:pt x="6306426" y="708621"/>
                  </a:moveTo>
                  <a:lnTo>
                    <a:pt x="6305283" y="707605"/>
                  </a:lnTo>
                  <a:lnTo>
                    <a:pt x="6304254" y="706691"/>
                  </a:lnTo>
                  <a:lnTo>
                    <a:pt x="6303696" y="706272"/>
                  </a:lnTo>
                  <a:lnTo>
                    <a:pt x="6255982" y="733844"/>
                  </a:lnTo>
                  <a:lnTo>
                    <a:pt x="6257925" y="734961"/>
                  </a:lnTo>
                  <a:lnTo>
                    <a:pt x="6259373" y="735812"/>
                  </a:lnTo>
                  <a:lnTo>
                    <a:pt x="6306426" y="708621"/>
                  </a:lnTo>
                  <a:close/>
                </a:path>
                <a:path w="7527290" h="4352290">
                  <a:moveTo>
                    <a:pt x="6346355" y="685546"/>
                  </a:moveTo>
                  <a:lnTo>
                    <a:pt x="6345885" y="684149"/>
                  </a:lnTo>
                  <a:lnTo>
                    <a:pt x="6345237" y="682269"/>
                  </a:lnTo>
                  <a:lnTo>
                    <a:pt x="6311062" y="702017"/>
                  </a:lnTo>
                  <a:lnTo>
                    <a:pt x="6311722" y="703884"/>
                  </a:lnTo>
                  <a:lnTo>
                    <a:pt x="6312205" y="705281"/>
                  </a:lnTo>
                  <a:lnTo>
                    <a:pt x="6346355" y="685546"/>
                  </a:lnTo>
                  <a:close/>
                </a:path>
                <a:path w="7527290" h="4352290">
                  <a:moveTo>
                    <a:pt x="6581838" y="549490"/>
                  </a:moveTo>
                  <a:lnTo>
                    <a:pt x="6581673" y="547941"/>
                  </a:lnTo>
                  <a:lnTo>
                    <a:pt x="6581445" y="545795"/>
                  </a:lnTo>
                  <a:lnTo>
                    <a:pt x="6537973" y="570903"/>
                  </a:lnTo>
                  <a:lnTo>
                    <a:pt x="6538481" y="572897"/>
                  </a:lnTo>
                  <a:lnTo>
                    <a:pt x="6538849" y="574332"/>
                  </a:lnTo>
                  <a:lnTo>
                    <a:pt x="6581838" y="549490"/>
                  </a:lnTo>
                  <a:close/>
                </a:path>
                <a:path w="7527290" h="4352290">
                  <a:moveTo>
                    <a:pt x="6792798" y="427596"/>
                  </a:moveTo>
                  <a:lnTo>
                    <a:pt x="6792747" y="426008"/>
                  </a:lnTo>
                  <a:lnTo>
                    <a:pt x="6792696" y="423722"/>
                  </a:lnTo>
                  <a:lnTo>
                    <a:pt x="6750939" y="447852"/>
                  </a:lnTo>
                  <a:lnTo>
                    <a:pt x="6751460" y="449859"/>
                  </a:lnTo>
                  <a:lnTo>
                    <a:pt x="6751815" y="451269"/>
                  </a:lnTo>
                  <a:lnTo>
                    <a:pt x="6792798" y="427596"/>
                  </a:lnTo>
                  <a:close/>
                </a:path>
                <a:path w="7527290" h="4352290">
                  <a:moveTo>
                    <a:pt x="6939153" y="343039"/>
                  </a:moveTo>
                  <a:lnTo>
                    <a:pt x="6938353" y="341896"/>
                  </a:lnTo>
                  <a:lnTo>
                    <a:pt x="6937172" y="340245"/>
                  </a:lnTo>
                  <a:lnTo>
                    <a:pt x="6885229" y="370268"/>
                  </a:lnTo>
                  <a:lnTo>
                    <a:pt x="6885711" y="370979"/>
                  </a:lnTo>
                  <a:lnTo>
                    <a:pt x="6886537" y="371830"/>
                  </a:lnTo>
                  <a:lnTo>
                    <a:pt x="6887527" y="372859"/>
                  </a:lnTo>
                  <a:lnTo>
                    <a:pt x="6939153" y="343039"/>
                  </a:lnTo>
                  <a:close/>
                </a:path>
                <a:path w="7527290" h="4352290">
                  <a:moveTo>
                    <a:pt x="7133857" y="228955"/>
                  </a:moveTo>
                  <a:lnTo>
                    <a:pt x="7133844" y="226618"/>
                  </a:lnTo>
                  <a:lnTo>
                    <a:pt x="7087298" y="253504"/>
                  </a:lnTo>
                  <a:lnTo>
                    <a:pt x="7087336" y="255828"/>
                  </a:lnTo>
                  <a:lnTo>
                    <a:pt x="7087362" y="257403"/>
                  </a:lnTo>
                  <a:lnTo>
                    <a:pt x="7133653" y="230657"/>
                  </a:lnTo>
                  <a:lnTo>
                    <a:pt x="7133857" y="228955"/>
                  </a:lnTo>
                  <a:close/>
                </a:path>
                <a:path w="7527290" h="4352290">
                  <a:moveTo>
                    <a:pt x="7338288" y="112420"/>
                  </a:moveTo>
                  <a:lnTo>
                    <a:pt x="7338238" y="110896"/>
                  </a:lnTo>
                  <a:lnTo>
                    <a:pt x="7338174" y="109296"/>
                  </a:lnTo>
                  <a:lnTo>
                    <a:pt x="7338047" y="108623"/>
                  </a:lnTo>
                  <a:lnTo>
                    <a:pt x="7307643" y="126187"/>
                  </a:lnTo>
                  <a:lnTo>
                    <a:pt x="7308202" y="128231"/>
                  </a:lnTo>
                  <a:lnTo>
                    <a:pt x="7308570" y="129590"/>
                  </a:lnTo>
                  <a:lnTo>
                    <a:pt x="7338288" y="112420"/>
                  </a:lnTo>
                  <a:close/>
                </a:path>
                <a:path w="7527290" h="4352290">
                  <a:moveTo>
                    <a:pt x="7487729" y="26073"/>
                  </a:moveTo>
                  <a:lnTo>
                    <a:pt x="7486675" y="25133"/>
                  </a:lnTo>
                  <a:lnTo>
                    <a:pt x="7485354" y="23952"/>
                  </a:lnTo>
                  <a:lnTo>
                    <a:pt x="7485024" y="23710"/>
                  </a:lnTo>
                  <a:lnTo>
                    <a:pt x="7437348" y="51244"/>
                  </a:lnTo>
                  <a:lnTo>
                    <a:pt x="7439406" y="52438"/>
                  </a:lnTo>
                  <a:lnTo>
                    <a:pt x="7440752" y="53213"/>
                  </a:lnTo>
                  <a:lnTo>
                    <a:pt x="7487729" y="26073"/>
                  </a:lnTo>
                  <a:close/>
                </a:path>
                <a:path w="7527290" h="4352290">
                  <a:moveTo>
                    <a:pt x="7527176" y="3276"/>
                  </a:moveTo>
                  <a:lnTo>
                    <a:pt x="7526731" y="1993"/>
                  </a:lnTo>
                  <a:lnTo>
                    <a:pt x="7526058" y="0"/>
                  </a:lnTo>
                  <a:lnTo>
                    <a:pt x="7492251" y="19532"/>
                  </a:lnTo>
                  <a:lnTo>
                    <a:pt x="7492949" y="21513"/>
                  </a:lnTo>
                  <a:lnTo>
                    <a:pt x="7493406" y="22796"/>
                  </a:lnTo>
                  <a:lnTo>
                    <a:pt x="7527176" y="3276"/>
                  </a:lnTo>
                  <a:close/>
                </a:path>
              </a:pathLst>
            </a:custGeom>
            <a:solidFill>
              <a:srgbClr val="3F3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45223" y="1082636"/>
              <a:ext cx="7527925" cy="4353560"/>
            </a:xfrm>
            <a:custGeom>
              <a:avLst/>
              <a:gdLst/>
              <a:ahLst/>
              <a:cxnLst/>
              <a:rect l="l" t="t" r="r" b="b"/>
              <a:pathLst>
                <a:path w="7527925" h="4353560">
                  <a:moveTo>
                    <a:pt x="30213" y="4336593"/>
                  </a:moveTo>
                  <a:lnTo>
                    <a:pt x="30099" y="4335107"/>
                  </a:lnTo>
                  <a:lnTo>
                    <a:pt x="29933" y="4332821"/>
                  </a:lnTo>
                  <a:lnTo>
                    <a:pt x="29819" y="4331373"/>
                  </a:lnTo>
                  <a:lnTo>
                    <a:pt x="0" y="4348607"/>
                  </a:lnTo>
                  <a:lnTo>
                    <a:pt x="381" y="4349902"/>
                  </a:lnTo>
                  <a:lnTo>
                    <a:pt x="965" y="4351947"/>
                  </a:lnTo>
                  <a:lnTo>
                    <a:pt x="1346" y="4353268"/>
                  </a:lnTo>
                  <a:lnTo>
                    <a:pt x="30213" y="4336593"/>
                  </a:lnTo>
                  <a:close/>
                </a:path>
                <a:path w="7527925" h="4353560">
                  <a:moveTo>
                    <a:pt x="148615" y="4262729"/>
                  </a:moveTo>
                  <a:lnTo>
                    <a:pt x="91033" y="4296003"/>
                  </a:lnTo>
                  <a:lnTo>
                    <a:pt x="91833" y="4297045"/>
                  </a:lnTo>
                  <a:lnTo>
                    <a:pt x="93103" y="4298696"/>
                  </a:lnTo>
                  <a:lnTo>
                    <a:pt x="93446" y="4299140"/>
                  </a:lnTo>
                  <a:lnTo>
                    <a:pt x="93865" y="4299801"/>
                  </a:lnTo>
                  <a:lnTo>
                    <a:pt x="148564" y="4268190"/>
                  </a:lnTo>
                  <a:lnTo>
                    <a:pt x="148577" y="4266628"/>
                  </a:lnTo>
                  <a:lnTo>
                    <a:pt x="148602" y="4264241"/>
                  </a:lnTo>
                  <a:lnTo>
                    <a:pt x="148615" y="4262729"/>
                  </a:lnTo>
                  <a:close/>
                </a:path>
                <a:path w="7527925" h="4353560">
                  <a:moveTo>
                    <a:pt x="257035" y="4205503"/>
                  </a:moveTo>
                  <a:lnTo>
                    <a:pt x="256590" y="4204195"/>
                  </a:lnTo>
                  <a:lnTo>
                    <a:pt x="255930" y="4202214"/>
                  </a:lnTo>
                  <a:lnTo>
                    <a:pt x="255511" y="4200969"/>
                  </a:lnTo>
                  <a:lnTo>
                    <a:pt x="210921" y="4226738"/>
                  </a:lnTo>
                  <a:lnTo>
                    <a:pt x="211340" y="4227982"/>
                  </a:lnTo>
                  <a:lnTo>
                    <a:pt x="212013" y="4229963"/>
                  </a:lnTo>
                  <a:lnTo>
                    <a:pt x="212458" y="4231271"/>
                  </a:lnTo>
                  <a:lnTo>
                    <a:pt x="257035" y="4205503"/>
                  </a:lnTo>
                  <a:close/>
                </a:path>
                <a:path w="7527925" h="4353560">
                  <a:moveTo>
                    <a:pt x="473633" y="4080345"/>
                  </a:moveTo>
                  <a:lnTo>
                    <a:pt x="473570" y="4078782"/>
                  </a:lnTo>
                  <a:lnTo>
                    <a:pt x="473468" y="4076509"/>
                  </a:lnTo>
                  <a:lnTo>
                    <a:pt x="473392" y="4075087"/>
                  </a:lnTo>
                  <a:lnTo>
                    <a:pt x="430479" y="4099877"/>
                  </a:lnTo>
                  <a:lnTo>
                    <a:pt x="430784" y="4101173"/>
                  </a:lnTo>
                  <a:lnTo>
                    <a:pt x="431266" y="4103243"/>
                  </a:lnTo>
                  <a:lnTo>
                    <a:pt x="431584" y="4104640"/>
                  </a:lnTo>
                  <a:lnTo>
                    <a:pt x="473633" y="4080345"/>
                  </a:lnTo>
                  <a:close/>
                </a:path>
                <a:path w="7527925" h="4353560">
                  <a:moveTo>
                    <a:pt x="764362" y="3906951"/>
                  </a:moveTo>
                  <a:lnTo>
                    <a:pt x="723595" y="3930510"/>
                  </a:lnTo>
                  <a:lnTo>
                    <a:pt x="723912" y="3931780"/>
                  </a:lnTo>
                  <a:lnTo>
                    <a:pt x="724382" y="3933812"/>
                  </a:lnTo>
                  <a:lnTo>
                    <a:pt x="724725" y="3935247"/>
                  </a:lnTo>
                  <a:lnTo>
                    <a:pt x="764362" y="3912336"/>
                  </a:lnTo>
                  <a:lnTo>
                    <a:pt x="764362" y="3910711"/>
                  </a:lnTo>
                  <a:lnTo>
                    <a:pt x="764362" y="3908399"/>
                  </a:lnTo>
                  <a:lnTo>
                    <a:pt x="764362" y="3906951"/>
                  </a:lnTo>
                  <a:close/>
                </a:path>
                <a:path w="7527925" h="4353560">
                  <a:moveTo>
                    <a:pt x="898537" y="3834790"/>
                  </a:moveTo>
                  <a:lnTo>
                    <a:pt x="897077" y="3834003"/>
                  </a:lnTo>
                  <a:lnTo>
                    <a:pt x="895045" y="3832898"/>
                  </a:lnTo>
                  <a:lnTo>
                    <a:pt x="893762" y="3832199"/>
                  </a:lnTo>
                  <a:lnTo>
                    <a:pt x="840536" y="3862946"/>
                  </a:lnTo>
                  <a:lnTo>
                    <a:pt x="841730" y="3863695"/>
                  </a:lnTo>
                  <a:lnTo>
                    <a:pt x="843635" y="3864889"/>
                  </a:lnTo>
                  <a:lnTo>
                    <a:pt x="844994" y="3865740"/>
                  </a:lnTo>
                  <a:lnTo>
                    <a:pt x="898537" y="3834790"/>
                  </a:lnTo>
                  <a:close/>
                </a:path>
                <a:path w="7527925" h="4353560">
                  <a:moveTo>
                    <a:pt x="1046238" y="3749446"/>
                  </a:moveTo>
                  <a:lnTo>
                    <a:pt x="1045222" y="3748379"/>
                  </a:lnTo>
                  <a:lnTo>
                    <a:pt x="1043838" y="3746906"/>
                  </a:lnTo>
                  <a:lnTo>
                    <a:pt x="1042974" y="3745979"/>
                  </a:lnTo>
                  <a:lnTo>
                    <a:pt x="991819" y="3775532"/>
                  </a:lnTo>
                  <a:lnTo>
                    <a:pt x="992505" y="3776561"/>
                  </a:lnTo>
                  <a:lnTo>
                    <a:pt x="992708" y="3776865"/>
                  </a:lnTo>
                  <a:lnTo>
                    <a:pt x="993851" y="3778072"/>
                  </a:lnTo>
                  <a:lnTo>
                    <a:pt x="994854" y="3779139"/>
                  </a:lnTo>
                  <a:lnTo>
                    <a:pt x="1046238" y="3749446"/>
                  </a:lnTo>
                  <a:close/>
                </a:path>
                <a:path w="7527925" h="4353560">
                  <a:moveTo>
                    <a:pt x="1347279" y="3575481"/>
                  </a:moveTo>
                  <a:lnTo>
                    <a:pt x="1347228" y="3573818"/>
                  </a:lnTo>
                  <a:lnTo>
                    <a:pt x="1347190" y="3571608"/>
                  </a:lnTo>
                  <a:lnTo>
                    <a:pt x="1347152" y="3570224"/>
                  </a:lnTo>
                  <a:lnTo>
                    <a:pt x="1305979" y="3594011"/>
                  </a:lnTo>
                  <a:lnTo>
                    <a:pt x="1306283" y="3595243"/>
                  </a:lnTo>
                  <a:lnTo>
                    <a:pt x="1306766" y="3597211"/>
                  </a:lnTo>
                  <a:lnTo>
                    <a:pt x="1307134" y="3598684"/>
                  </a:lnTo>
                  <a:lnTo>
                    <a:pt x="1347279" y="3575481"/>
                  </a:lnTo>
                  <a:close/>
                </a:path>
                <a:path w="7527925" h="4353560">
                  <a:moveTo>
                    <a:pt x="1690624" y="3377069"/>
                  </a:moveTo>
                  <a:lnTo>
                    <a:pt x="1690598" y="3375355"/>
                  </a:lnTo>
                  <a:lnTo>
                    <a:pt x="1690573" y="3373170"/>
                  </a:lnTo>
                  <a:lnTo>
                    <a:pt x="1690547" y="3371812"/>
                  </a:lnTo>
                  <a:lnTo>
                    <a:pt x="1649069" y="3395776"/>
                  </a:lnTo>
                  <a:lnTo>
                    <a:pt x="1649349" y="3396996"/>
                  </a:lnTo>
                  <a:lnTo>
                    <a:pt x="1649818" y="3398926"/>
                  </a:lnTo>
                  <a:lnTo>
                    <a:pt x="1650174" y="3400437"/>
                  </a:lnTo>
                  <a:lnTo>
                    <a:pt x="1690624" y="3377069"/>
                  </a:lnTo>
                  <a:close/>
                </a:path>
                <a:path w="7527925" h="4353560">
                  <a:moveTo>
                    <a:pt x="1929765" y="3238881"/>
                  </a:moveTo>
                  <a:lnTo>
                    <a:pt x="1928876" y="3237636"/>
                  </a:lnTo>
                  <a:lnTo>
                    <a:pt x="1927783" y="3236099"/>
                  </a:lnTo>
                  <a:lnTo>
                    <a:pt x="1927098" y="3235134"/>
                  </a:lnTo>
                  <a:lnTo>
                    <a:pt x="1874888" y="3265309"/>
                  </a:lnTo>
                  <a:lnTo>
                    <a:pt x="1875726" y="3266173"/>
                  </a:lnTo>
                  <a:lnTo>
                    <a:pt x="1877072" y="3267570"/>
                  </a:lnTo>
                  <a:lnTo>
                    <a:pt x="1878152" y="3268700"/>
                  </a:lnTo>
                  <a:lnTo>
                    <a:pt x="1929765" y="3238881"/>
                  </a:lnTo>
                  <a:close/>
                </a:path>
                <a:path w="7527925" h="4353560">
                  <a:moveTo>
                    <a:pt x="2121890" y="3122587"/>
                  </a:moveTo>
                  <a:lnTo>
                    <a:pt x="2073935" y="3150298"/>
                  </a:lnTo>
                  <a:lnTo>
                    <a:pt x="2073960" y="3151619"/>
                  </a:lnTo>
                  <a:lnTo>
                    <a:pt x="2073998" y="3153753"/>
                  </a:lnTo>
                  <a:lnTo>
                    <a:pt x="2074024" y="3155518"/>
                  </a:lnTo>
                  <a:lnTo>
                    <a:pt x="2121192" y="3128251"/>
                  </a:lnTo>
                  <a:lnTo>
                    <a:pt x="2121433" y="3126333"/>
                  </a:lnTo>
                  <a:lnTo>
                    <a:pt x="2121712" y="3124022"/>
                  </a:lnTo>
                  <a:lnTo>
                    <a:pt x="2121890" y="3122587"/>
                  </a:lnTo>
                  <a:close/>
                </a:path>
                <a:path w="7527925" h="4353560">
                  <a:moveTo>
                    <a:pt x="2316061" y="3015640"/>
                  </a:moveTo>
                  <a:lnTo>
                    <a:pt x="2315260" y="3014307"/>
                  </a:lnTo>
                  <a:lnTo>
                    <a:pt x="2314308" y="3012732"/>
                  </a:lnTo>
                  <a:lnTo>
                    <a:pt x="2313711" y="3011754"/>
                  </a:lnTo>
                  <a:lnTo>
                    <a:pt x="2264765" y="3040037"/>
                  </a:lnTo>
                  <a:lnTo>
                    <a:pt x="2265388" y="3041002"/>
                  </a:lnTo>
                  <a:lnTo>
                    <a:pt x="2266404" y="3042551"/>
                  </a:lnTo>
                  <a:lnTo>
                    <a:pt x="2267254" y="3043847"/>
                  </a:lnTo>
                  <a:lnTo>
                    <a:pt x="2316061" y="3015640"/>
                  </a:lnTo>
                  <a:close/>
                </a:path>
                <a:path w="7527925" h="4353560">
                  <a:moveTo>
                    <a:pt x="2481453" y="2920073"/>
                  </a:moveTo>
                  <a:lnTo>
                    <a:pt x="2480932" y="2918549"/>
                  </a:lnTo>
                  <a:lnTo>
                    <a:pt x="2480335" y="2916783"/>
                  </a:lnTo>
                  <a:lnTo>
                    <a:pt x="2479967" y="2915691"/>
                  </a:lnTo>
                  <a:lnTo>
                    <a:pt x="2427427" y="2946044"/>
                  </a:lnTo>
                  <a:lnTo>
                    <a:pt x="2427414" y="2947365"/>
                  </a:lnTo>
                  <a:lnTo>
                    <a:pt x="2427300" y="2949549"/>
                  </a:lnTo>
                  <a:lnTo>
                    <a:pt x="2427211" y="2951416"/>
                  </a:lnTo>
                  <a:lnTo>
                    <a:pt x="2481453" y="2920073"/>
                  </a:lnTo>
                  <a:close/>
                </a:path>
                <a:path w="7527925" h="4353560">
                  <a:moveTo>
                    <a:pt x="2694800" y="2796781"/>
                  </a:moveTo>
                  <a:lnTo>
                    <a:pt x="2694787" y="2794939"/>
                  </a:lnTo>
                  <a:lnTo>
                    <a:pt x="2694762" y="2792869"/>
                  </a:lnTo>
                  <a:lnTo>
                    <a:pt x="2694749" y="2791587"/>
                  </a:lnTo>
                  <a:lnTo>
                    <a:pt x="2653944" y="2815171"/>
                  </a:lnTo>
                  <a:lnTo>
                    <a:pt x="2654211" y="2816301"/>
                  </a:lnTo>
                  <a:lnTo>
                    <a:pt x="2654643" y="2818142"/>
                  </a:lnTo>
                  <a:lnTo>
                    <a:pt x="2655036" y="2819755"/>
                  </a:lnTo>
                  <a:lnTo>
                    <a:pt x="2694800" y="2796781"/>
                  </a:lnTo>
                  <a:close/>
                </a:path>
                <a:path w="7527925" h="4353560">
                  <a:moveTo>
                    <a:pt x="2829217" y="2719108"/>
                  </a:moveTo>
                  <a:lnTo>
                    <a:pt x="2827566" y="2718206"/>
                  </a:lnTo>
                  <a:lnTo>
                    <a:pt x="2825712" y="2717203"/>
                  </a:lnTo>
                  <a:lnTo>
                    <a:pt x="2824581" y="2716580"/>
                  </a:lnTo>
                  <a:lnTo>
                    <a:pt x="2771356" y="2747327"/>
                  </a:lnTo>
                  <a:lnTo>
                    <a:pt x="2772422" y="2748000"/>
                  </a:lnTo>
                  <a:lnTo>
                    <a:pt x="2774150" y="2749067"/>
                  </a:lnTo>
                  <a:lnTo>
                    <a:pt x="2775686" y="2750032"/>
                  </a:lnTo>
                  <a:lnTo>
                    <a:pt x="2829217" y="2719108"/>
                  </a:lnTo>
                  <a:close/>
                </a:path>
                <a:path w="7527925" h="4353560">
                  <a:moveTo>
                    <a:pt x="3249295" y="2476347"/>
                  </a:moveTo>
                  <a:lnTo>
                    <a:pt x="3248418" y="2474950"/>
                  </a:lnTo>
                  <a:lnTo>
                    <a:pt x="3247491" y="2473464"/>
                  </a:lnTo>
                  <a:lnTo>
                    <a:pt x="3246932" y="2472537"/>
                  </a:lnTo>
                  <a:lnTo>
                    <a:pt x="3199257" y="2500084"/>
                  </a:lnTo>
                  <a:lnTo>
                    <a:pt x="3199828" y="2501011"/>
                  </a:lnTo>
                  <a:lnTo>
                    <a:pt x="3200743" y="2502509"/>
                  </a:lnTo>
                  <a:lnTo>
                    <a:pt x="3201606" y="2503906"/>
                  </a:lnTo>
                  <a:lnTo>
                    <a:pt x="3249295" y="2476347"/>
                  </a:lnTo>
                  <a:close/>
                </a:path>
                <a:path w="7527925" h="4353560">
                  <a:moveTo>
                    <a:pt x="3273463" y="2457208"/>
                  </a:moveTo>
                  <a:lnTo>
                    <a:pt x="3253829" y="2468562"/>
                  </a:lnTo>
                  <a:lnTo>
                    <a:pt x="3253829" y="2469807"/>
                  </a:lnTo>
                  <a:lnTo>
                    <a:pt x="3253829" y="2471826"/>
                  </a:lnTo>
                  <a:lnTo>
                    <a:pt x="3253829" y="2473731"/>
                  </a:lnTo>
                  <a:lnTo>
                    <a:pt x="3273247" y="2462504"/>
                  </a:lnTo>
                  <a:lnTo>
                    <a:pt x="3273323" y="2460548"/>
                  </a:lnTo>
                  <a:lnTo>
                    <a:pt x="3273412" y="2458478"/>
                  </a:lnTo>
                  <a:lnTo>
                    <a:pt x="3273463" y="2457208"/>
                  </a:lnTo>
                  <a:close/>
                </a:path>
                <a:path w="7527925" h="4353560">
                  <a:moveTo>
                    <a:pt x="3458629" y="2355380"/>
                  </a:moveTo>
                  <a:lnTo>
                    <a:pt x="3457651" y="2354008"/>
                  </a:lnTo>
                  <a:lnTo>
                    <a:pt x="3456648" y="2352598"/>
                  </a:lnTo>
                  <a:lnTo>
                    <a:pt x="3456025" y="2351722"/>
                  </a:lnTo>
                  <a:lnTo>
                    <a:pt x="3404082" y="2381732"/>
                  </a:lnTo>
                  <a:lnTo>
                    <a:pt x="3404857" y="2382520"/>
                  </a:lnTo>
                  <a:lnTo>
                    <a:pt x="3406127" y="2383790"/>
                  </a:lnTo>
                  <a:lnTo>
                    <a:pt x="3407333" y="2385022"/>
                  </a:lnTo>
                  <a:lnTo>
                    <a:pt x="3458629" y="2355380"/>
                  </a:lnTo>
                  <a:close/>
                </a:path>
                <a:path w="7527925" h="4353560">
                  <a:moveTo>
                    <a:pt x="3650386" y="2239429"/>
                  </a:moveTo>
                  <a:lnTo>
                    <a:pt x="3604031" y="2266213"/>
                  </a:lnTo>
                  <a:lnTo>
                    <a:pt x="3604056" y="2267420"/>
                  </a:lnTo>
                  <a:lnTo>
                    <a:pt x="3604082" y="2269375"/>
                  </a:lnTo>
                  <a:lnTo>
                    <a:pt x="3604107" y="2271306"/>
                  </a:lnTo>
                  <a:lnTo>
                    <a:pt x="3649713" y="2244953"/>
                  </a:lnTo>
                  <a:lnTo>
                    <a:pt x="3649967" y="2242858"/>
                  </a:lnTo>
                  <a:lnTo>
                    <a:pt x="3650234" y="2240724"/>
                  </a:lnTo>
                  <a:lnTo>
                    <a:pt x="3650386" y="2239429"/>
                  </a:lnTo>
                  <a:close/>
                </a:path>
                <a:path w="7527925" h="4353560">
                  <a:moveTo>
                    <a:pt x="3872585" y="2114181"/>
                  </a:moveTo>
                  <a:lnTo>
                    <a:pt x="3872484" y="2112289"/>
                  </a:lnTo>
                  <a:lnTo>
                    <a:pt x="3872344" y="2111184"/>
                  </a:lnTo>
                  <a:lnTo>
                    <a:pt x="3828631" y="2136444"/>
                  </a:lnTo>
                  <a:lnTo>
                    <a:pt x="3828910" y="2137473"/>
                  </a:lnTo>
                  <a:lnTo>
                    <a:pt x="3829380" y="2139162"/>
                  </a:lnTo>
                  <a:lnTo>
                    <a:pt x="3829837" y="2140864"/>
                  </a:lnTo>
                  <a:lnTo>
                    <a:pt x="3872585" y="2116163"/>
                  </a:lnTo>
                  <a:lnTo>
                    <a:pt x="3872585" y="2114181"/>
                  </a:lnTo>
                  <a:close/>
                </a:path>
                <a:path w="7527925" h="4353560">
                  <a:moveTo>
                    <a:pt x="4119740" y="1973338"/>
                  </a:moveTo>
                  <a:lnTo>
                    <a:pt x="4119727" y="1971344"/>
                  </a:lnTo>
                  <a:lnTo>
                    <a:pt x="4119702" y="1969427"/>
                  </a:lnTo>
                  <a:lnTo>
                    <a:pt x="4119689" y="1968258"/>
                  </a:lnTo>
                  <a:lnTo>
                    <a:pt x="4078871" y="1991855"/>
                  </a:lnTo>
                  <a:lnTo>
                    <a:pt x="4079100" y="1992896"/>
                  </a:lnTo>
                  <a:lnTo>
                    <a:pt x="4079519" y="1994585"/>
                  </a:lnTo>
                  <a:lnTo>
                    <a:pt x="4079951" y="1996325"/>
                  </a:lnTo>
                  <a:lnTo>
                    <a:pt x="4119740" y="1973338"/>
                  </a:lnTo>
                  <a:close/>
                </a:path>
                <a:path w="7527925" h="4353560">
                  <a:moveTo>
                    <a:pt x="4253725" y="1895906"/>
                  </a:moveTo>
                  <a:lnTo>
                    <a:pt x="4251934" y="1894928"/>
                  </a:lnTo>
                  <a:lnTo>
                    <a:pt x="4250233" y="1894001"/>
                  </a:lnTo>
                  <a:lnTo>
                    <a:pt x="4249191" y="1893443"/>
                  </a:lnTo>
                  <a:lnTo>
                    <a:pt x="4195991" y="1924177"/>
                  </a:lnTo>
                  <a:lnTo>
                    <a:pt x="4196956" y="1924786"/>
                  </a:lnTo>
                  <a:lnTo>
                    <a:pt x="4198556" y="1925777"/>
                  </a:lnTo>
                  <a:lnTo>
                    <a:pt x="4200233" y="1926831"/>
                  </a:lnTo>
                  <a:lnTo>
                    <a:pt x="4253725" y="1895906"/>
                  </a:lnTo>
                  <a:close/>
                </a:path>
                <a:path w="7527925" h="4353560">
                  <a:moveTo>
                    <a:pt x="4470019" y="1765846"/>
                  </a:moveTo>
                  <a:lnTo>
                    <a:pt x="4427461" y="1790433"/>
                  </a:lnTo>
                  <a:lnTo>
                    <a:pt x="4427690" y="1791449"/>
                  </a:lnTo>
                  <a:lnTo>
                    <a:pt x="4428083" y="1793113"/>
                  </a:lnTo>
                  <a:lnTo>
                    <a:pt x="4428490" y="1794916"/>
                  </a:lnTo>
                  <a:lnTo>
                    <a:pt x="4470006" y="1770926"/>
                  </a:lnTo>
                  <a:lnTo>
                    <a:pt x="4470006" y="1768881"/>
                  </a:lnTo>
                  <a:lnTo>
                    <a:pt x="4470019" y="1766989"/>
                  </a:lnTo>
                  <a:lnTo>
                    <a:pt x="4470019" y="1765846"/>
                  </a:lnTo>
                  <a:close/>
                </a:path>
                <a:path w="7527925" h="4353560">
                  <a:moveTo>
                    <a:pt x="4922291" y="1504530"/>
                  </a:moveTo>
                  <a:lnTo>
                    <a:pt x="4896485" y="1519440"/>
                  </a:lnTo>
                  <a:lnTo>
                    <a:pt x="4896345" y="1520621"/>
                  </a:lnTo>
                  <a:lnTo>
                    <a:pt x="4896142" y="1522577"/>
                  </a:lnTo>
                  <a:lnTo>
                    <a:pt x="4895710" y="1524927"/>
                  </a:lnTo>
                  <a:lnTo>
                    <a:pt x="4922151" y="1509649"/>
                  </a:lnTo>
                  <a:lnTo>
                    <a:pt x="4922202" y="1507515"/>
                  </a:lnTo>
                  <a:lnTo>
                    <a:pt x="4922253" y="1505648"/>
                  </a:lnTo>
                  <a:lnTo>
                    <a:pt x="4922291" y="1504530"/>
                  </a:lnTo>
                  <a:close/>
                </a:path>
                <a:path w="7527925" h="4353560">
                  <a:moveTo>
                    <a:pt x="5075923" y="1420787"/>
                  </a:moveTo>
                  <a:lnTo>
                    <a:pt x="5074767" y="1419339"/>
                  </a:lnTo>
                  <a:lnTo>
                    <a:pt x="5073764" y="1418094"/>
                  </a:lnTo>
                  <a:lnTo>
                    <a:pt x="5073218" y="1417320"/>
                  </a:lnTo>
                  <a:lnTo>
                    <a:pt x="5024971" y="1445196"/>
                  </a:lnTo>
                  <a:lnTo>
                    <a:pt x="5025517" y="1445983"/>
                  </a:lnTo>
                  <a:lnTo>
                    <a:pt x="5026406" y="1447292"/>
                  </a:lnTo>
                  <a:lnTo>
                    <a:pt x="5027447" y="1448790"/>
                  </a:lnTo>
                  <a:lnTo>
                    <a:pt x="5075923" y="1420787"/>
                  </a:lnTo>
                  <a:close/>
                </a:path>
                <a:path w="7527925" h="4353560">
                  <a:moveTo>
                    <a:pt x="5311457" y="1280744"/>
                  </a:moveTo>
                  <a:lnTo>
                    <a:pt x="5311368" y="1279728"/>
                  </a:lnTo>
                  <a:lnTo>
                    <a:pt x="5268480" y="1304505"/>
                  </a:lnTo>
                  <a:lnTo>
                    <a:pt x="5268722" y="1305445"/>
                  </a:lnTo>
                  <a:lnTo>
                    <a:pt x="5269115" y="1307007"/>
                  </a:lnTo>
                  <a:lnTo>
                    <a:pt x="5269585" y="1308874"/>
                  </a:lnTo>
                  <a:lnTo>
                    <a:pt x="5311419" y="1284693"/>
                  </a:lnTo>
                  <a:lnTo>
                    <a:pt x="5311457" y="1282534"/>
                  </a:lnTo>
                  <a:lnTo>
                    <a:pt x="5311457" y="1280744"/>
                  </a:lnTo>
                  <a:close/>
                </a:path>
                <a:path w="7527925" h="4353560">
                  <a:moveTo>
                    <a:pt x="5595747" y="1120381"/>
                  </a:moveTo>
                  <a:lnTo>
                    <a:pt x="5595671" y="1118273"/>
                  </a:lnTo>
                  <a:lnTo>
                    <a:pt x="5595658" y="1116507"/>
                  </a:lnTo>
                  <a:lnTo>
                    <a:pt x="5595531" y="1115529"/>
                  </a:lnTo>
                  <a:lnTo>
                    <a:pt x="5551868" y="1140764"/>
                  </a:lnTo>
                  <a:lnTo>
                    <a:pt x="5552097" y="1141679"/>
                  </a:lnTo>
                  <a:lnTo>
                    <a:pt x="5552503" y="1143215"/>
                  </a:lnTo>
                  <a:lnTo>
                    <a:pt x="5552986" y="1145095"/>
                  </a:lnTo>
                  <a:lnTo>
                    <a:pt x="5595747" y="1120381"/>
                  </a:lnTo>
                  <a:close/>
                </a:path>
                <a:path w="7527925" h="4353560">
                  <a:moveTo>
                    <a:pt x="5844870" y="971473"/>
                  </a:moveTo>
                  <a:lnTo>
                    <a:pt x="5802109" y="996175"/>
                  </a:lnTo>
                  <a:lnTo>
                    <a:pt x="5802325" y="997077"/>
                  </a:lnTo>
                  <a:lnTo>
                    <a:pt x="5802693" y="998601"/>
                  </a:lnTo>
                  <a:lnTo>
                    <a:pt x="5803138" y="1000531"/>
                  </a:lnTo>
                  <a:lnTo>
                    <a:pt x="5844806" y="976464"/>
                  </a:lnTo>
                  <a:lnTo>
                    <a:pt x="5844845" y="974242"/>
                  </a:lnTo>
                  <a:lnTo>
                    <a:pt x="5844870" y="972489"/>
                  </a:lnTo>
                  <a:lnTo>
                    <a:pt x="5844870" y="971473"/>
                  </a:lnTo>
                  <a:close/>
                </a:path>
                <a:path w="7527925" h="4353560">
                  <a:moveTo>
                    <a:pt x="6156401" y="796404"/>
                  </a:moveTo>
                  <a:lnTo>
                    <a:pt x="6156312" y="794219"/>
                  </a:lnTo>
                  <a:lnTo>
                    <a:pt x="6156236" y="792556"/>
                  </a:lnTo>
                  <a:lnTo>
                    <a:pt x="6156198" y="791578"/>
                  </a:lnTo>
                  <a:lnTo>
                    <a:pt x="6126454" y="808774"/>
                  </a:lnTo>
                  <a:lnTo>
                    <a:pt x="6126696" y="809637"/>
                  </a:lnTo>
                  <a:lnTo>
                    <a:pt x="6127089" y="811098"/>
                  </a:lnTo>
                  <a:lnTo>
                    <a:pt x="6127623" y="813028"/>
                  </a:lnTo>
                  <a:lnTo>
                    <a:pt x="6156401" y="796404"/>
                  </a:lnTo>
                  <a:close/>
                </a:path>
                <a:path w="7527925" h="4353560">
                  <a:moveTo>
                    <a:pt x="6308814" y="708317"/>
                  </a:moveTo>
                  <a:lnTo>
                    <a:pt x="6307277" y="706958"/>
                  </a:lnTo>
                  <a:lnTo>
                    <a:pt x="6306134" y="705942"/>
                  </a:lnTo>
                  <a:lnTo>
                    <a:pt x="6305448" y="705345"/>
                  </a:lnTo>
                  <a:lnTo>
                    <a:pt x="6258395" y="732536"/>
                  </a:lnTo>
                  <a:lnTo>
                    <a:pt x="6259258" y="733031"/>
                  </a:lnTo>
                  <a:lnTo>
                    <a:pt x="6260706" y="733882"/>
                  </a:lnTo>
                  <a:lnTo>
                    <a:pt x="6262649" y="734999"/>
                  </a:lnTo>
                  <a:lnTo>
                    <a:pt x="6308814" y="708317"/>
                  </a:lnTo>
                  <a:close/>
                </a:path>
                <a:path w="7527925" h="4353560">
                  <a:moveTo>
                    <a:pt x="6346774" y="686384"/>
                  </a:moveTo>
                  <a:lnTo>
                    <a:pt x="6346139" y="684504"/>
                  </a:lnTo>
                  <a:lnTo>
                    <a:pt x="6345656" y="683107"/>
                  </a:lnTo>
                  <a:lnTo>
                    <a:pt x="6345377" y="682269"/>
                  </a:lnTo>
                  <a:lnTo>
                    <a:pt x="6311227" y="702005"/>
                  </a:lnTo>
                  <a:lnTo>
                    <a:pt x="6311519" y="702830"/>
                  </a:lnTo>
                  <a:lnTo>
                    <a:pt x="6312001" y="704227"/>
                  </a:lnTo>
                  <a:lnTo>
                    <a:pt x="6312662" y="706094"/>
                  </a:lnTo>
                  <a:lnTo>
                    <a:pt x="6346774" y="686384"/>
                  </a:lnTo>
                  <a:close/>
                </a:path>
                <a:path w="7527925" h="4353560">
                  <a:moveTo>
                    <a:pt x="6580962" y="547128"/>
                  </a:moveTo>
                  <a:lnTo>
                    <a:pt x="6580860" y="546214"/>
                  </a:lnTo>
                  <a:lnTo>
                    <a:pt x="6537871" y="571055"/>
                  </a:lnTo>
                  <a:lnTo>
                    <a:pt x="6538087" y="571906"/>
                  </a:lnTo>
                  <a:lnTo>
                    <a:pt x="6538442" y="573341"/>
                  </a:lnTo>
                  <a:lnTo>
                    <a:pt x="6538950" y="575335"/>
                  </a:lnTo>
                  <a:lnTo>
                    <a:pt x="6580886" y="551091"/>
                  </a:lnTo>
                  <a:lnTo>
                    <a:pt x="6580924" y="548792"/>
                  </a:lnTo>
                  <a:lnTo>
                    <a:pt x="6580962" y="547128"/>
                  </a:lnTo>
                  <a:close/>
                </a:path>
                <a:path w="7527925" h="4353560">
                  <a:moveTo>
                    <a:pt x="6791934" y="429133"/>
                  </a:moveTo>
                  <a:lnTo>
                    <a:pt x="6791884" y="426859"/>
                  </a:lnTo>
                  <a:lnTo>
                    <a:pt x="6791833" y="425259"/>
                  </a:lnTo>
                  <a:lnTo>
                    <a:pt x="6791820" y="424319"/>
                  </a:lnTo>
                  <a:lnTo>
                    <a:pt x="6750837" y="447992"/>
                  </a:lnTo>
                  <a:lnTo>
                    <a:pt x="6751053" y="448830"/>
                  </a:lnTo>
                  <a:lnTo>
                    <a:pt x="6751421" y="450240"/>
                  </a:lnTo>
                  <a:lnTo>
                    <a:pt x="6751942" y="452247"/>
                  </a:lnTo>
                  <a:lnTo>
                    <a:pt x="6791934" y="429133"/>
                  </a:lnTo>
                  <a:close/>
                </a:path>
                <a:path w="7527925" h="4353560">
                  <a:moveTo>
                    <a:pt x="6940639" y="343204"/>
                  </a:moveTo>
                  <a:lnTo>
                    <a:pt x="6939458" y="341566"/>
                  </a:lnTo>
                  <a:lnTo>
                    <a:pt x="6938658" y="340423"/>
                  </a:lnTo>
                  <a:lnTo>
                    <a:pt x="6938175" y="339763"/>
                  </a:lnTo>
                  <a:lnTo>
                    <a:pt x="6886549" y="369582"/>
                  </a:lnTo>
                  <a:lnTo>
                    <a:pt x="6887134" y="370192"/>
                  </a:lnTo>
                  <a:lnTo>
                    <a:pt x="6888137" y="371221"/>
                  </a:lnTo>
                  <a:lnTo>
                    <a:pt x="6889572" y="372706"/>
                  </a:lnTo>
                  <a:lnTo>
                    <a:pt x="6940639" y="343204"/>
                  </a:lnTo>
                  <a:close/>
                </a:path>
                <a:path w="7527925" h="4353560">
                  <a:moveTo>
                    <a:pt x="7132675" y="227380"/>
                  </a:moveTo>
                  <a:lnTo>
                    <a:pt x="7086384" y="254127"/>
                  </a:lnTo>
                  <a:lnTo>
                    <a:pt x="7086409" y="255041"/>
                  </a:lnTo>
                  <a:lnTo>
                    <a:pt x="7086435" y="256616"/>
                  </a:lnTo>
                  <a:lnTo>
                    <a:pt x="7086460" y="258927"/>
                  </a:lnTo>
                  <a:lnTo>
                    <a:pt x="7132053" y="232587"/>
                  </a:lnTo>
                  <a:lnTo>
                    <a:pt x="7132358" y="230073"/>
                  </a:lnTo>
                  <a:lnTo>
                    <a:pt x="7132561" y="228371"/>
                  </a:lnTo>
                  <a:lnTo>
                    <a:pt x="7132675" y="227380"/>
                  </a:lnTo>
                  <a:close/>
                </a:path>
                <a:path w="7527925" h="4353560">
                  <a:moveTo>
                    <a:pt x="7337501" y="113868"/>
                  </a:moveTo>
                  <a:lnTo>
                    <a:pt x="7337412" y="111544"/>
                  </a:lnTo>
                  <a:lnTo>
                    <a:pt x="7337349" y="110020"/>
                  </a:lnTo>
                  <a:lnTo>
                    <a:pt x="7337311" y="109143"/>
                  </a:lnTo>
                  <a:lnTo>
                    <a:pt x="7307593" y="126314"/>
                  </a:lnTo>
                  <a:lnTo>
                    <a:pt x="7307808" y="127101"/>
                  </a:lnTo>
                  <a:lnTo>
                    <a:pt x="7308177" y="128447"/>
                  </a:lnTo>
                  <a:lnTo>
                    <a:pt x="7308736" y="130492"/>
                  </a:lnTo>
                  <a:lnTo>
                    <a:pt x="7337501" y="113868"/>
                  </a:lnTo>
                  <a:close/>
                </a:path>
                <a:path w="7527925" h="4353560">
                  <a:moveTo>
                    <a:pt x="7490053" y="25704"/>
                  </a:moveTo>
                  <a:lnTo>
                    <a:pt x="7488428" y="24269"/>
                  </a:lnTo>
                  <a:lnTo>
                    <a:pt x="7487374" y="23329"/>
                  </a:lnTo>
                  <a:lnTo>
                    <a:pt x="7486751" y="22796"/>
                  </a:lnTo>
                  <a:lnTo>
                    <a:pt x="7439774" y="49936"/>
                  </a:lnTo>
                  <a:lnTo>
                    <a:pt x="7440549" y="50393"/>
                  </a:lnTo>
                  <a:lnTo>
                    <a:pt x="7441882" y="51168"/>
                  </a:lnTo>
                  <a:lnTo>
                    <a:pt x="7443940" y="52362"/>
                  </a:lnTo>
                  <a:lnTo>
                    <a:pt x="7490053" y="25704"/>
                  </a:lnTo>
                  <a:close/>
                </a:path>
                <a:path w="7527925" h="4353560">
                  <a:moveTo>
                    <a:pt x="7527544" y="4038"/>
                  </a:moveTo>
                  <a:lnTo>
                    <a:pt x="7526871" y="2044"/>
                  </a:lnTo>
                  <a:lnTo>
                    <a:pt x="7526439" y="749"/>
                  </a:lnTo>
                  <a:lnTo>
                    <a:pt x="7526198" y="0"/>
                  </a:lnTo>
                  <a:lnTo>
                    <a:pt x="7492428" y="19519"/>
                  </a:lnTo>
                  <a:lnTo>
                    <a:pt x="7492682" y="20256"/>
                  </a:lnTo>
                  <a:lnTo>
                    <a:pt x="7493127" y="21539"/>
                  </a:lnTo>
                  <a:lnTo>
                    <a:pt x="7493825" y="23533"/>
                  </a:lnTo>
                  <a:lnTo>
                    <a:pt x="7527544" y="4038"/>
                  </a:lnTo>
                  <a:close/>
                </a:path>
              </a:pathLst>
            </a:custGeom>
            <a:solidFill>
              <a:srgbClr val="424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846581" y="1086671"/>
              <a:ext cx="7526655" cy="4351655"/>
            </a:xfrm>
            <a:custGeom>
              <a:avLst/>
              <a:gdLst/>
              <a:ahLst/>
              <a:cxnLst/>
              <a:rect l="l" t="t" r="r" b="b"/>
              <a:pathLst>
                <a:path w="7526655" h="4351655">
                  <a:moveTo>
                    <a:pt x="6939280" y="339166"/>
                  </a:moveTo>
                  <a:lnTo>
                    <a:pt x="6888222" y="368671"/>
                  </a:lnTo>
                  <a:lnTo>
                    <a:pt x="6889221" y="369704"/>
                  </a:lnTo>
                  <a:lnTo>
                    <a:pt x="6940089" y="340303"/>
                  </a:lnTo>
                  <a:lnTo>
                    <a:pt x="6939280" y="339166"/>
                  </a:lnTo>
                  <a:close/>
                </a:path>
                <a:path w="7526655" h="4351655">
                  <a:moveTo>
                    <a:pt x="7130698" y="228550"/>
                  </a:moveTo>
                  <a:lnTo>
                    <a:pt x="7085114" y="254892"/>
                  </a:lnTo>
                  <a:lnTo>
                    <a:pt x="7085139" y="256466"/>
                  </a:lnTo>
                  <a:lnTo>
                    <a:pt x="7130494" y="230251"/>
                  </a:lnTo>
                  <a:lnTo>
                    <a:pt x="7130698" y="228550"/>
                  </a:lnTo>
                  <a:close/>
                </a:path>
                <a:path w="7526655" h="4351655">
                  <a:moveTo>
                    <a:pt x="3457277" y="2351338"/>
                  </a:moveTo>
                  <a:lnTo>
                    <a:pt x="3405986" y="2380978"/>
                  </a:lnTo>
                  <a:lnTo>
                    <a:pt x="3407248" y="2382252"/>
                  </a:lnTo>
                  <a:lnTo>
                    <a:pt x="3458284" y="2352754"/>
                  </a:lnTo>
                  <a:lnTo>
                    <a:pt x="3457277" y="2351338"/>
                  </a:lnTo>
                  <a:close/>
                </a:path>
                <a:path w="7526655" h="4351655">
                  <a:moveTo>
                    <a:pt x="3648360" y="2240915"/>
                  </a:moveTo>
                  <a:lnTo>
                    <a:pt x="3602760" y="2267266"/>
                  </a:lnTo>
                  <a:lnTo>
                    <a:pt x="3602792" y="2269230"/>
                  </a:lnTo>
                  <a:lnTo>
                    <a:pt x="3648100" y="2243042"/>
                  </a:lnTo>
                  <a:lnTo>
                    <a:pt x="3648360" y="2240915"/>
                  </a:lnTo>
                  <a:close/>
                </a:path>
                <a:path w="7526655" h="4351655">
                  <a:moveTo>
                    <a:pt x="1928407" y="3234838"/>
                  </a:moveTo>
                  <a:lnTo>
                    <a:pt x="1876802" y="3264659"/>
                  </a:lnTo>
                  <a:lnTo>
                    <a:pt x="1878148" y="3266058"/>
                  </a:lnTo>
                  <a:lnTo>
                    <a:pt x="1929500" y="3236376"/>
                  </a:lnTo>
                  <a:lnTo>
                    <a:pt x="1928407" y="3234838"/>
                  </a:lnTo>
                  <a:close/>
                </a:path>
                <a:path w="7526655" h="4351655">
                  <a:moveTo>
                    <a:pt x="2119843" y="3124211"/>
                  </a:moveTo>
                  <a:lnTo>
                    <a:pt x="2072669" y="3151472"/>
                  </a:lnTo>
                  <a:lnTo>
                    <a:pt x="2072703" y="3153606"/>
                  </a:lnTo>
                  <a:lnTo>
                    <a:pt x="2119561" y="3126523"/>
                  </a:lnTo>
                  <a:lnTo>
                    <a:pt x="2119843" y="3124211"/>
                  </a:lnTo>
                  <a:close/>
                </a:path>
                <a:path w="7526655" h="4351655">
                  <a:moveTo>
                    <a:pt x="6790581" y="425096"/>
                  </a:moveTo>
                  <a:lnTo>
                    <a:pt x="6750588" y="448207"/>
                  </a:lnTo>
                  <a:lnTo>
                    <a:pt x="6750953" y="449622"/>
                  </a:lnTo>
                  <a:lnTo>
                    <a:pt x="6790621" y="426694"/>
                  </a:lnTo>
                  <a:lnTo>
                    <a:pt x="6790581" y="425096"/>
                  </a:lnTo>
                  <a:close/>
                </a:path>
                <a:path w="7526655" h="4351655">
                  <a:moveTo>
                    <a:pt x="5843450" y="972422"/>
                  </a:moveTo>
                  <a:lnTo>
                    <a:pt x="5801790" y="996496"/>
                  </a:lnTo>
                  <a:lnTo>
                    <a:pt x="5802150" y="998021"/>
                  </a:lnTo>
                  <a:lnTo>
                    <a:pt x="5843420" y="974167"/>
                  </a:lnTo>
                  <a:lnTo>
                    <a:pt x="5843450" y="972422"/>
                  </a:lnTo>
                  <a:close/>
                </a:path>
                <a:path w="7526655" h="4351655">
                  <a:moveTo>
                    <a:pt x="4468653" y="1766886"/>
                  </a:moveTo>
                  <a:lnTo>
                    <a:pt x="4427142" y="1790874"/>
                  </a:lnTo>
                  <a:lnTo>
                    <a:pt x="4427527" y="1792540"/>
                  </a:lnTo>
                  <a:lnTo>
                    <a:pt x="4468647" y="1768773"/>
                  </a:lnTo>
                  <a:lnTo>
                    <a:pt x="4468653" y="1766886"/>
                  </a:lnTo>
                  <a:close/>
                </a:path>
                <a:path w="7526655" h="4351655">
                  <a:moveTo>
                    <a:pt x="4252377" y="1891867"/>
                  </a:moveTo>
                  <a:lnTo>
                    <a:pt x="4198876" y="1922784"/>
                  </a:lnTo>
                  <a:lnTo>
                    <a:pt x="4200467" y="1923779"/>
                  </a:lnTo>
                  <a:lnTo>
                    <a:pt x="4254078" y="1892792"/>
                  </a:lnTo>
                  <a:lnTo>
                    <a:pt x="4252377" y="1891867"/>
                  </a:lnTo>
                  <a:close/>
                </a:path>
                <a:path w="7526655" h="4351655">
                  <a:moveTo>
                    <a:pt x="4118391" y="1969295"/>
                  </a:moveTo>
                  <a:lnTo>
                    <a:pt x="4078599" y="1992289"/>
                  </a:lnTo>
                  <a:lnTo>
                    <a:pt x="4079016" y="1993977"/>
                  </a:lnTo>
                  <a:lnTo>
                    <a:pt x="4118409" y="1971208"/>
                  </a:lnTo>
                  <a:lnTo>
                    <a:pt x="4118391" y="1969295"/>
                  </a:lnTo>
                  <a:close/>
                </a:path>
                <a:path w="7526655" h="4351655">
                  <a:moveTo>
                    <a:pt x="2827866" y="2715060"/>
                  </a:moveTo>
                  <a:lnTo>
                    <a:pt x="2774336" y="2745994"/>
                  </a:lnTo>
                  <a:lnTo>
                    <a:pt x="2776061" y="2747073"/>
                  </a:lnTo>
                  <a:lnTo>
                    <a:pt x="2829710" y="2716064"/>
                  </a:lnTo>
                  <a:lnTo>
                    <a:pt x="2827866" y="2715060"/>
                  </a:lnTo>
                  <a:close/>
                </a:path>
                <a:path w="7526655" h="4351655">
                  <a:moveTo>
                    <a:pt x="2693449" y="2792737"/>
                  </a:moveTo>
                  <a:lnTo>
                    <a:pt x="2653682" y="2815717"/>
                  </a:lnTo>
                  <a:lnTo>
                    <a:pt x="2654121" y="2817553"/>
                  </a:lnTo>
                  <a:lnTo>
                    <a:pt x="2693468" y="2794810"/>
                  </a:lnTo>
                  <a:lnTo>
                    <a:pt x="2693449" y="2792737"/>
                  </a:lnTo>
                  <a:close/>
                </a:path>
                <a:path w="7526655" h="4351655">
                  <a:moveTo>
                    <a:pt x="1689271" y="3373029"/>
                  </a:moveTo>
                  <a:lnTo>
                    <a:pt x="1648825" y="3396402"/>
                  </a:lnTo>
                  <a:lnTo>
                    <a:pt x="1649287" y="3398337"/>
                  </a:lnTo>
                  <a:lnTo>
                    <a:pt x="1689302" y="3375209"/>
                  </a:lnTo>
                  <a:lnTo>
                    <a:pt x="1689271" y="3373029"/>
                  </a:lnTo>
                  <a:close/>
                </a:path>
                <a:path w="7526655" h="4351655">
                  <a:moveTo>
                    <a:pt x="1345920" y="3571443"/>
                  </a:moveTo>
                  <a:lnTo>
                    <a:pt x="1305779" y="3594641"/>
                  </a:lnTo>
                  <a:lnTo>
                    <a:pt x="1306263" y="3596602"/>
                  </a:lnTo>
                  <a:lnTo>
                    <a:pt x="1345971" y="3573651"/>
                  </a:lnTo>
                  <a:lnTo>
                    <a:pt x="1345920" y="3571443"/>
                  </a:lnTo>
                  <a:close/>
                </a:path>
                <a:path w="7526655" h="4351655">
                  <a:moveTo>
                    <a:pt x="897190" y="3830755"/>
                  </a:moveTo>
                  <a:lnTo>
                    <a:pt x="843644" y="3861698"/>
                  </a:lnTo>
                  <a:lnTo>
                    <a:pt x="845551" y="3862889"/>
                  </a:lnTo>
                  <a:lnTo>
                    <a:pt x="899229" y="3831864"/>
                  </a:lnTo>
                  <a:lnTo>
                    <a:pt x="897190" y="3830755"/>
                  </a:lnTo>
                  <a:close/>
                </a:path>
                <a:path w="7526655" h="4351655">
                  <a:moveTo>
                    <a:pt x="763016" y="3908291"/>
                  </a:moveTo>
                  <a:lnTo>
                    <a:pt x="723369" y="3931202"/>
                  </a:lnTo>
                  <a:lnTo>
                    <a:pt x="723844" y="3933234"/>
                  </a:lnTo>
                  <a:lnTo>
                    <a:pt x="763016" y="3910594"/>
                  </a:lnTo>
                  <a:lnTo>
                    <a:pt x="763016" y="3908291"/>
                  </a:lnTo>
                  <a:close/>
                </a:path>
                <a:path w="7526655" h="4351655">
                  <a:moveTo>
                    <a:pt x="472285" y="4076298"/>
                  </a:moveTo>
                  <a:lnTo>
                    <a:pt x="430234" y="4100599"/>
                  </a:lnTo>
                  <a:lnTo>
                    <a:pt x="430712" y="4102662"/>
                  </a:lnTo>
                  <a:lnTo>
                    <a:pt x="472382" y="4078577"/>
                  </a:lnTo>
                  <a:lnTo>
                    <a:pt x="472285" y="4076298"/>
                  </a:lnTo>
                  <a:close/>
                </a:path>
                <a:path w="7526655" h="4351655">
                  <a:moveTo>
                    <a:pt x="2480102" y="2916026"/>
                  </a:moveTo>
                  <a:lnTo>
                    <a:pt x="2425856" y="2947373"/>
                  </a:lnTo>
                  <a:lnTo>
                    <a:pt x="2425746" y="2949551"/>
                  </a:lnTo>
                  <a:lnTo>
                    <a:pt x="2480730" y="2917771"/>
                  </a:lnTo>
                  <a:lnTo>
                    <a:pt x="2480102" y="2916026"/>
                  </a:lnTo>
                  <a:close/>
                </a:path>
                <a:path w="7526655" h="4351655">
                  <a:moveTo>
                    <a:pt x="2314714" y="3011600"/>
                  </a:moveTo>
                  <a:lnTo>
                    <a:pt x="2265896" y="3039810"/>
                  </a:lnTo>
                  <a:lnTo>
                    <a:pt x="2266906" y="3041359"/>
                  </a:lnTo>
                  <a:lnTo>
                    <a:pt x="2315667" y="3013175"/>
                  </a:lnTo>
                  <a:lnTo>
                    <a:pt x="2314714" y="3011600"/>
                  </a:lnTo>
                  <a:close/>
                </a:path>
                <a:path w="7526655" h="4351655">
                  <a:moveTo>
                    <a:pt x="255683" y="4201467"/>
                  </a:moveTo>
                  <a:lnTo>
                    <a:pt x="211100" y="4227231"/>
                  </a:lnTo>
                  <a:lnTo>
                    <a:pt x="211768" y="4229210"/>
                  </a:lnTo>
                  <a:lnTo>
                    <a:pt x="256358" y="4203437"/>
                  </a:lnTo>
                  <a:lnTo>
                    <a:pt x="255683" y="4201467"/>
                  </a:lnTo>
                  <a:close/>
                </a:path>
                <a:path w="7526655" h="4351655">
                  <a:moveTo>
                    <a:pt x="147207" y="4264153"/>
                  </a:moveTo>
                  <a:lnTo>
                    <a:pt x="92515" y="4295758"/>
                  </a:lnTo>
                  <a:lnTo>
                    <a:pt x="93621" y="4297497"/>
                  </a:lnTo>
                  <a:lnTo>
                    <a:pt x="147181" y="4266540"/>
                  </a:lnTo>
                  <a:lnTo>
                    <a:pt x="147207" y="4264153"/>
                  </a:lnTo>
                  <a:close/>
                </a:path>
                <a:path w="7526655" h="4351655">
                  <a:moveTo>
                    <a:pt x="28855" y="4332546"/>
                  </a:moveTo>
                  <a:lnTo>
                    <a:pt x="0" y="4349221"/>
                  </a:lnTo>
                  <a:lnTo>
                    <a:pt x="492" y="4350920"/>
                  </a:lnTo>
                  <a:lnTo>
                    <a:pt x="558" y="4351287"/>
                  </a:lnTo>
                  <a:lnTo>
                    <a:pt x="29022" y="4334835"/>
                  </a:lnTo>
                  <a:lnTo>
                    <a:pt x="28855" y="4332546"/>
                  </a:lnTo>
                  <a:close/>
                </a:path>
                <a:path w="7526655" h="4351655">
                  <a:moveTo>
                    <a:pt x="7526197" y="0"/>
                  </a:moveTo>
                  <a:lnTo>
                    <a:pt x="7492476" y="19486"/>
                  </a:lnTo>
                  <a:lnTo>
                    <a:pt x="7492926" y="20769"/>
                  </a:lnTo>
                  <a:lnTo>
                    <a:pt x="7526631" y="1288"/>
                  </a:lnTo>
                  <a:lnTo>
                    <a:pt x="7526197" y="0"/>
                  </a:lnTo>
                  <a:close/>
                </a:path>
                <a:path w="7526655" h="4351655">
                  <a:moveTo>
                    <a:pt x="7488701" y="21668"/>
                  </a:moveTo>
                  <a:lnTo>
                    <a:pt x="7442582" y="48319"/>
                  </a:lnTo>
                  <a:lnTo>
                    <a:pt x="7443902" y="49104"/>
                  </a:lnTo>
                  <a:lnTo>
                    <a:pt x="7489755" y="22601"/>
                  </a:lnTo>
                  <a:lnTo>
                    <a:pt x="7488701" y="21668"/>
                  </a:lnTo>
                  <a:close/>
                </a:path>
                <a:path w="7526655" h="4351655">
                  <a:moveTo>
                    <a:pt x="7336151" y="109823"/>
                  </a:moveTo>
                  <a:lnTo>
                    <a:pt x="7307377" y="126451"/>
                  </a:lnTo>
                  <a:lnTo>
                    <a:pt x="7307744" y="127802"/>
                  </a:lnTo>
                  <a:lnTo>
                    <a:pt x="7336212" y="111348"/>
                  </a:lnTo>
                  <a:lnTo>
                    <a:pt x="7336151" y="109823"/>
                  </a:lnTo>
                  <a:close/>
                </a:path>
                <a:path w="7526655" h="4351655">
                  <a:moveTo>
                    <a:pt x="6345422" y="682343"/>
                  </a:moveTo>
                  <a:lnTo>
                    <a:pt x="6311312" y="702055"/>
                  </a:lnTo>
                  <a:lnTo>
                    <a:pt x="6311800" y="703448"/>
                  </a:lnTo>
                  <a:lnTo>
                    <a:pt x="6345896" y="683741"/>
                  </a:lnTo>
                  <a:lnTo>
                    <a:pt x="6345422" y="682343"/>
                  </a:lnTo>
                  <a:close/>
                </a:path>
                <a:path w="7526655" h="4351655">
                  <a:moveTo>
                    <a:pt x="6307459" y="704281"/>
                  </a:moveTo>
                  <a:lnTo>
                    <a:pt x="6261291" y="730960"/>
                  </a:lnTo>
                  <a:lnTo>
                    <a:pt x="6262735" y="731807"/>
                  </a:lnTo>
                  <a:lnTo>
                    <a:pt x="6308603" y="705296"/>
                  </a:lnTo>
                  <a:lnTo>
                    <a:pt x="6307459" y="704281"/>
                  </a:lnTo>
                  <a:close/>
                </a:path>
                <a:path w="7526655" h="4351655">
                  <a:moveTo>
                    <a:pt x="6155043" y="792359"/>
                  </a:moveTo>
                  <a:lnTo>
                    <a:pt x="6126270" y="808986"/>
                  </a:lnTo>
                  <a:lnTo>
                    <a:pt x="6126674" y="810450"/>
                  </a:lnTo>
                  <a:lnTo>
                    <a:pt x="6155109" y="794014"/>
                  </a:lnTo>
                  <a:lnTo>
                    <a:pt x="6155043" y="792359"/>
                  </a:lnTo>
                  <a:close/>
                </a:path>
                <a:path w="7526655" h="4351655">
                  <a:moveTo>
                    <a:pt x="5074570" y="1416740"/>
                  </a:moveTo>
                  <a:lnTo>
                    <a:pt x="5026097" y="1444752"/>
                  </a:lnTo>
                  <a:lnTo>
                    <a:pt x="5026995" y="1446054"/>
                  </a:lnTo>
                  <a:lnTo>
                    <a:pt x="5075561" y="1417983"/>
                  </a:lnTo>
                  <a:lnTo>
                    <a:pt x="5074570" y="1416740"/>
                  </a:lnTo>
                  <a:close/>
                </a:path>
                <a:path w="7526655" h="4351655">
                  <a:moveTo>
                    <a:pt x="4920797" y="1505602"/>
                  </a:moveTo>
                  <a:lnTo>
                    <a:pt x="4894356" y="1520882"/>
                  </a:lnTo>
                  <a:lnTo>
                    <a:pt x="4894001" y="1522923"/>
                  </a:lnTo>
                  <a:lnTo>
                    <a:pt x="4920746" y="1507464"/>
                  </a:lnTo>
                  <a:lnTo>
                    <a:pt x="4920797" y="1505602"/>
                  </a:lnTo>
                  <a:close/>
                </a:path>
                <a:path w="7526655" h="4351655">
                  <a:moveTo>
                    <a:pt x="1044885" y="3745405"/>
                  </a:moveTo>
                  <a:lnTo>
                    <a:pt x="993506" y="3775096"/>
                  </a:lnTo>
                  <a:lnTo>
                    <a:pt x="994900" y="3776567"/>
                  </a:lnTo>
                  <a:lnTo>
                    <a:pt x="1046270" y="3746875"/>
                  </a:lnTo>
                  <a:lnTo>
                    <a:pt x="1044885" y="3745405"/>
                  </a:lnTo>
                  <a:close/>
                </a:path>
                <a:path w="7526655" h="4351655">
                  <a:moveTo>
                    <a:pt x="6579536" y="547054"/>
                  </a:moveTo>
                  <a:lnTo>
                    <a:pt x="6537599" y="571289"/>
                  </a:lnTo>
                  <a:lnTo>
                    <a:pt x="6537964" y="572728"/>
                  </a:lnTo>
                  <a:lnTo>
                    <a:pt x="6579509" y="548715"/>
                  </a:lnTo>
                  <a:lnTo>
                    <a:pt x="6579536" y="547054"/>
                  </a:lnTo>
                  <a:close/>
                </a:path>
                <a:path w="7526655" h="4351655">
                  <a:moveTo>
                    <a:pt x="5594398" y="1116343"/>
                  </a:moveTo>
                  <a:lnTo>
                    <a:pt x="5551634" y="1141056"/>
                  </a:lnTo>
                  <a:lnTo>
                    <a:pt x="5552030" y="1142588"/>
                  </a:lnTo>
                  <a:lnTo>
                    <a:pt x="5594467" y="1118060"/>
                  </a:lnTo>
                  <a:lnTo>
                    <a:pt x="5594398" y="1116343"/>
                  </a:lnTo>
                  <a:close/>
                </a:path>
                <a:path w="7526655" h="4351655">
                  <a:moveTo>
                    <a:pt x="5310069" y="1280650"/>
                  </a:moveTo>
                  <a:lnTo>
                    <a:pt x="5268232" y="1304827"/>
                  </a:lnTo>
                  <a:lnTo>
                    <a:pt x="5268629" y="1306392"/>
                  </a:lnTo>
                  <a:lnTo>
                    <a:pt x="5310039" y="1282457"/>
                  </a:lnTo>
                  <a:lnTo>
                    <a:pt x="5310069" y="1280650"/>
                  </a:lnTo>
                  <a:close/>
                </a:path>
                <a:path w="7526655" h="4351655">
                  <a:moveTo>
                    <a:pt x="3871233" y="2112122"/>
                  </a:moveTo>
                  <a:lnTo>
                    <a:pt x="3828486" y="2136824"/>
                  </a:lnTo>
                  <a:lnTo>
                    <a:pt x="3828946" y="2138514"/>
                  </a:lnTo>
                  <a:lnTo>
                    <a:pt x="3871230" y="2114075"/>
                  </a:lnTo>
                  <a:lnTo>
                    <a:pt x="3871233" y="2112122"/>
                  </a:lnTo>
                  <a:close/>
                </a:path>
                <a:path w="7526655" h="4351655">
                  <a:moveTo>
                    <a:pt x="3247938" y="2472310"/>
                  </a:moveTo>
                  <a:lnTo>
                    <a:pt x="3200255" y="2499865"/>
                  </a:lnTo>
                  <a:lnTo>
                    <a:pt x="3201174" y="2501361"/>
                  </a:lnTo>
                  <a:lnTo>
                    <a:pt x="3248861" y="2473798"/>
                  </a:lnTo>
                  <a:lnTo>
                    <a:pt x="3247938" y="2472310"/>
                  </a:lnTo>
                  <a:close/>
                </a:path>
                <a:path w="7526655" h="4351655">
                  <a:moveTo>
                    <a:pt x="3271893" y="2458467"/>
                  </a:moveTo>
                  <a:lnTo>
                    <a:pt x="3252470" y="2469691"/>
                  </a:lnTo>
                  <a:lnTo>
                    <a:pt x="3252470" y="2471713"/>
                  </a:lnTo>
                  <a:lnTo>
                    <a:pt x="3271807" y="2460536"/>
                  </a:lnTo>
                  <a:lnTo>
                    <a:pt x="3271893" y="2458467"/>
                  </a:lnTo>
                  <a:close/>
                </a:path>
              </a:pathLst>
            </a:custGeom>
            <a:solidFill>
              <a:srgbClr val="4444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47140" y="1087970"/>
              <a:ext cx="7527290" cy="4352290"/>
            </a:xfrm>
            <a:custGeom>
              <a:avLst/>
              <a:gdLst/>
              <a:ahLst/>
              <a:cxnLst/>
              <a:rect l="l" t="t" r="r" b="b"/>
              <a:pathLst>
                <a:path w="7527290" h="4352290">
                  <a:moveTo>
                    <a:pt x="28625" y="4335881"/>
                  </a:moveTo>
                  <a:lnTo>
                    <a:pt x="28460" y="4333595"/>
                  </a:lnTo>
                  <a:lnTo>
                    <a:pt x="0" y="4350029"/>
                  </a:lnTo>
                  <a:lnTo>
                    <a:pt x="393" y="4352201"/>
                  </a:lnTo>
                  <a:lnTo>
                    <a:pt x="28625" y="4335881"/>
                  </a:lnTo>
                  <a:close/>
                </a:path>
                <a:path w="7527290" h="4352290">
                  <a:moveTo>
                    <a:pt x="146608" y="4265333"/>
                  </a:moveTo>
                  <a:lnTo>
                    <a:pt x="93091" y="4296257"/>
                  </a:lnTo>
                  <a:lnTo>
                    <a:pt x="94195" y="4297997"/>
                  </a:lnTo>
                  <a:lnTo>
                    <a:pt x="146583" y="4267720"/>
                  </a:lnTo>
                  <a:lnTo>
                    <a:pt x="146608" y="4265333"/>
                  </a:lnTo>
                  <a:close/>
                </a:path>
                <a:path w="7527290" h="4352290">
                  <a:moveTo>
                    <a:pt x="256603" y="4204157"/>
                  </a:moveTo>
                  <a:lnTo>
                    <a:pt x="255828" y="4202239"/>
                  </a:lnTo>
                  <a:lnTo>
                    <a:pt x="211239" y="4228008"/>
                  </a:lnTo>
                  <a:lnTo>
                    <a:pt x="211899" y="4229989"/>
                  </a:lnTo>
                  <a:lnTo>
                    <a:pt x="256603" y="4204157"/>
                  </a:lnTo>
                  <a:close/>
                </a:path>
                <a:path w="7527290" h="4352290">
                  <a:moveTo>
                    <a:pt x="471919" y="4079748"/>
                  </a:moveTo>
                  <a:lnTo>
                    <a:pt x="471830" y="4077474"/>
                  </a:lnTo>
                  <a:lnTo>
                    <a:pt x="471817" y="4077284"/>
                  </a:lnTo>
                  <a:lnTo>
                    <a:pt x="430149" y="4101376"/>
                  </a:lnTo>
                  <a:lnTo>
                    <a:pt x="430187" y="4101528"/>
                  </a:lnTo>
                  <a:lnTo>
                    <a:pt x="430657" y="4103586"/>
                  </a:lnTo>
                  <a:lnTo>
                    <a:pt x="471919" y="4079748"/>
                  </a:lnTo>
                  <a:close/>
                </a:path>
                <a:path w="7527290" h="4352290">
                  <a:moveTo>
                    <a:pt x="762444" y="3909301"/>
                  </a:moveTo>
                  <a:lnTo>
                    <a:pt x="723277" y="3931945"/>
                  </a:lnTo>
                  <a:lnTo>
                    <a:pt x="723328" y="3932174"/>
                  </a:lnTo>
                  <a:lnTo>
                    <a:pt x="723811" y="3934206"/>
                  </a:lnTo>
                  <a:lnTo>
                    <a:pt x="762444" y="3911879"/>
                  </a:lnTo>
                  <a:lnTo>
                    <a:pt x="762444" y="3909580"/>
                  </a:lnTo>
                  <a:lnTo>
                    <a:pt x="762444" y="3909301"/>
                  </a:lnTo>
                  <a:close/>
                </a:path>
                <a:path w="7527290" h="4352290">
                  <a:moveTo>
                    <a:pt x="900988" y="3831831"/>
                  </a:moveTo>
                  <a:lnTo>
                    <a:pt x="898944" y="3830726"/>
                  </a:lnTo>
                  <a:lnTo>
                    <a:pt x="898664" y="3830574"/>
                  </a:lnTo>
                  <a:lnTo>
                    <a:pt x="844981" y="3861600"/>
                  </a:lnTo>
                  <a:lnTo>
                    <a:pt x="845235" y="3861752"/>
                  </a:lnTo>
                  <a:lnTo>
                    <a:pt x="847140" y="3862946"/>
                  </a:lnTo>
                  <a:lnTo>
                    <a:pt x="900988" y="3831831"/>
                  </a:lnTo>
                  <a:close/>
                </a:path>
                <a:path w="7527290" h="4352290">
                  <a:moveTo>
                    <a:pt x="1047318" y="3747287"/>
                  </a:moveTo>
                  <a:lnTo>
                    <a:pt x="1045933" y="3745814"/>
                  </a:lnTo>
                  <a:lnTo>
                    <a:pt x="1045705" y="3745585"/>
                  </a:lnTo>
                  <a:lnTo>
                    <a:pt x="994333" y="3775278"/>
                  </a:lnTo>
                  <a:lnTo>
                    <a:pt x="994549" y="3775506"/>
                  </a:lnTo>
                  <a:lnTo>
                    <a:pt x="995946" y="3776967"/>
                  </a:lnTo>
                  <a:lnTo>
                    <a:pt x="1047318" y="3747287"/>
                  </a:lnTo>
                  <a:close/>
                </a:path>
                <a:path w="7527290" h="4352290">
                  <a:moveTo>
                    <a:pt x="1345463" y="3575024"/>
                  </a:moveTo>
                  <a:lnTo>
                    <a:pt x="1345412" y="3572814"/>
                  </a:lnTo>
                  <a:lnTo>
                    <a:pt x="1345399" y="3572357"/>
                  </a:lnTo>
                  <a:lnTo>
                    <a:pt x="1305699" y="3595306"/>
                  </a:lnTo>
                  <a:lnTo>
                    <a:pt x="1305788" y="3595700"/>
                  </a:lnTo>
                  <a:lnTo>
                    <a:pt x="1306283" y="3597656"/>
                  </a:lnTo>
                  <a:lnTo>
                    <a:pt x="1345463" y="3575024"/>
                  </a:lnTo>
                  <a:close/>
                </a:path>
                <a:path w="7527290" h="4352290">
                  <a:moveTo>
                    <a:pt x="1688782" y="3376650"/>
                  </a:moveTo>
                  <a:lnTo>
                    <a:pt x="1688744" y="3374479"/>
                  </a:lnTo>
                  <a:lnTo>
                    <a:pt x="1688731" y="3373920"/>
                  </a:lnTo>
                  <a:lnTo>
                    <a:pt x="1648726" y="3397046"/>
                  </a:lnTo>
                  <a:lnTo>
                    <a:pt x="1648841" y="3397529"/>
                  </a:lnTo>
                  <a:lnTo>
                    <a:pt x="1649298" y="3399459"/>
                  </a:lnTo>
                  <a:lnTo>
                    <a:pt x="1688782" y="3376650"/>
                  </a:lnTo>
                  <a:close/>
                </a:path>
                <a:path w="7527290" h="4352290">
                  <a:moveTo>
                    <a:pt x="1930349" y="3237077"/>
                  </a:moveTo>
                  <a:lnTo>
                    <a:pt x="1929257" y="3235541"/>
                  </a:lnTo>
                  <a:lnTo>
                    <a:pt x="1928939" y="3235083"/>
                  </a:lnTo>
                  <a:lnTo>
                    <a:pt x="1877580" y="3264763"/>
                  </a:lnTo>
                  <a:lnTo>
                    <a:pt x="1877974" y="3265170"/>
                  </a:lnTo>
                  <a:lnTo>
                    <a:pt x="1879320" y="3266567"/>
                  </a:lnTo>
                  <a:lnTo>
                    <a:pt x="1930349" y="3237077"/>
                  </a:lnTo>
                  <a:close/>
                </a:path>
                <a:path w="7527290" h="4352290">
                  <a:moveTo>
                    <a:pt x="2118995" y="3125228"/>
                  </a:moveTo>
                  <a:lnTo>
                    <a:pt x="2072144" y="3152317"/>
                  </a:lnTo>
                  <a:lnTo>
                    <a:pt x="2072144" y="3152991"/>
                  </a:lnTo>
                  <a:lnTo>
                    <a:pt x="2072182" y="3155124"/>
                  </a:lnTo>
                  <a:lnTo>
                    <a:pt x="2118626" y="3128289"/>
                  </a:lnTo>
                  <a:lnTo>
                    <a:pt x="2118906" y="3125978"/>
                  </a:lnTo>
                  <a:lnTo>
                    <a:pt x="2118995" y="3125228"/>
                  </a:lnTo>
                  <a:close/>
                </a:path>
                <a:path w="7527290" h="4352290">
                  <a:moveTo>
                    <a:pt x="2316391" y="3014014"/>
                  </a:moveTo>
                  <a:lnTo>
                    <a:pt x="2315438" y="3012440"/>
                  </a:lnTo>
                  <a:lnTo>
                    <a:pt x="2315108" y="3011881"/>
                  </a:lnTo>
                  <a:lnTo>
                    <a:pt x="2266340" y="3040062"/>
                  </a:lnTo>
                  <a:lnTo>
                    <a:pt x="2266696" y="3040608"/>
                  </a:lnTo>
                  <a:lnTo>
                    <a:pt x="2267699" y="3042158"/>
                  </a:lnTo>
                  <a:lnTo>
                    <a:pt x="2316391" y="3014014"/>
                  </a:lnTo>
                  <a:close/>
                </a:path>
                <a:path w="7527290" h="4352290">
                  <a:moveTo>
                    <a:pt x="2481034" y="2918891"/>
                  </a:moveTo>
                  <a:lnTo>
                    <a:pt x="2480411" y="2917152"/>
                  </a:lnTo>
                  <a:lnTo>
                    <a:pt x="2480170" y="2916478"/>
                  </a:lnTo>
                  <a:lnTo>
                    <a:pt x="2425179" y="2948254"/>
                  </a:lnTo>
                  <a:lnTo>
                    <a:pt x="2425141" y="2949079"/>
                  </a:lnTo>
                  <a:lnTo>
                    <a:pt x="2425027" y="2951251"/>
                  </a:lnTo>
                  <a:lnTo>
                    <a:pt x="2481034" y="2918891"/>
                  </a:lnTo>
                  <a:close/>
                </a:path>
                <a:path w="7527290" h="4352290">
                  <a:moveTo>
                    <a:pt x="2692933" y="2796463"/>
                  </a:moveTo>
                  <a:lnTo>
                    <a:pt x="2692908" y="2794393"/>
                  </a:lnTo>
                  <a:lnTo>
                    <a:pt x="2692908" y="2793517"/>
                  </a:lnTo>
                  <a:lnTo>
                    <a:pt x="2653550" y="2816263"/>
                  </a:lnTo>
                  <a:lnTo>
                    <a:pt x="2653741" y="2817012"/>
                  </a:lnTo>
                  <a:lnTo>
                    <a:pt x="2654173" y="2818854"/>
                  </a:lnTo>
                  <a:lnTo>
                    <a:pt x="2692933" y="2796463"/>
                  </a:lnTo>
                  <a:close/>
                </a:path>
                <a:path w="7527290" h="4352290">
                  <a:moveTo>
                    <a:pt x="2831808" y="2716225"/>
                  </a:moveTo>
                  <a:lnTo>
                    <a:pt x="2829966" y="2715222"/>
                  </a:lnTo>
                  <a:lnTo>
                    <a:pt x="2829141" y="2714777"/>
                  </a:lnTo>
                  <a:lnTo>
                    <a:pt x="2775496" y="2745778"/>
                  </a:lnTo>
                  <a:lnTo>
                    <a:pt x="2776245" y="2746248"/>
                  </a:lnTo>
                  <a:lnTo>
                    <a:pt x="2777972" y="2747327"/>
                  </a:lnTo>
                  <a:lnTo>
                    <a:pt x="2831808" y="2716225"/>
                  </a:lnTo>
                  <a:close/>
                </a:path>
                <a:path w="7527290" h="4352290">
                  <a:moveTo>
                    <a:pt x="3249701" y="2474760"/>
                  </a:moveTo>
                  <a:lnTo>
                    <a:pt x="3248774" y="2473274"/>
                  </a:lnTo>
                  <a:lnTo>
                    <a:pt x="3248291" y="2472512"/>
                  </a:lnTo>
                  <a:lnTo>
                    <a:pt x="3200603" y="2500071"/>
                  </a:lnTo>
                  <a:lnTo>
                    <a:pt x="3201073" y="2500833"/>
                  </a:lnTo>
                  <a:lnTo>
                    <a:pt x="3202000" y="2502331"/>
                  </a:lnTo>
                  <a:lnTo>
                    <a:pt x="3249701" y="2474760"/>
                  </a:lnTo>
                  <a:close/>
                </a:path>
                <a:path w="7527290" h="4352290">
                  <a:moveTo>
                    <a:pt x="3271240" y="2459240"/>
                  </a:moveTo>
                  <a:lnTo>
                    <a:pt x="3251911" y="2470416"/>
                  </a:lnTo>
                  <a:lnTo>
                    <a:pt x="3251911" y="2471470"/>
                  </a:lnTo>
                  <a:lnTo>
                    <a:pt x="3251911" y="2473490"/>
                  </a:lnTo>
                  <a:lnTo>
                    <a:pt x="3271113" y="2462390"/>
                  </a:lnTo>
                  <a:lnTo>
                    <a:pt x="3271202" y="2460320"/>
                  </a:lnTo>
                  <a:lnTo>
                    <a:pt x="3271240" y="2459240"/>
                  </a:lnTo>
                  <a:close/>
                </a:path>
                <a:path w="7527290" h="4352290">
                  <a:moveTo>
                    <a:pt x="3459289" y="2353665"/>
                  </a:moveTo>
                  <a:lnTo>
                    <a:pt x="3458273" y="2352243"/>
                  </a:lnTo>
                  <a:lnTo>
                    <a:pt x="3457714" y="2351455"/>
                  </a:lnTo>
                  <a:lnTo>
                    <a:pt x="3406686" y="2380958"/>
                  </a:lnTo>
                  <a:lnTo>
                    <a:pt x="3407372" y="2381656"/>
                  </a:lnTo>
                  <a:lnTo>
                    <a:pt x="3408642" y="2382926"/>
                  </a:lnTo>
                  <a:lnTo>
                    <a:pt x="3459289" y="2353665"/>
                  </a:lnTo>
                  <a:close/>
                </a:path>
                <a:path w="7527290" h="4352290">
                  <a:moveTo>
                    <a:pt x="3647529" y="2241753"/>
                  </a:moveTo>
                  <a:lnTo>
                    <a:pt x="3602228" y="2267940"/>
                  </a:lnTo>
                  <a:lnTo>
                    <a:pt x="3602240" y="2269083"/>
                  </a:lnTo>
                  <a:lnTo>
                    <a:pt x="3602278" y="2271039"/>
                  </a:lnTo>
                  <a:lnTo>
                    <a:pt x="3647122" y="2245131"/>
                  </a:lnTo>
                  <a:lnTo>
                    <a:pt x="3647376" y="2243010"/>
                  </a:lnTo>
                  <a:lnTo>
                    <a:pt x="3647529" y="2241753"/>
                  </a:lnTo>
                  <a:close/>
                </a:path>
                <a:path w="7527290" h="4352290">
                  <a:moveTo>
                    <a:pt x="3870668" y="2112784"/>
                  </a:moveTo>
                  <a:lnTo>
                    <a:pt x="3828377" y="2137219"/>
                  </a:lnTo>
                  <a:lnTo>
                    <a:pt x="3828669" y="2138286"/>
                  </a:lnTo>
                  <a:lnTo>
                    <a:pt x="3829126" y="2139975"/>
                  </a:lnTo>
                  <a:lnTo>
                    <a:pt x="3870655" y="2115972"/>
                  </a:lnTo>
                  <a:lnTo>
                    <a:pt x="3870668" y="2114016"/>
                  </a:lnTo>
                  <a:lnTo>
                    <a:pt x="3870668" y="2112784"/>
                  </a:lnTo>
                  <a:close/>
                </a:path>
                <a:path w="7527290" h="4352290">
                  <a:moveTo>
                    <a:pt x="4117873" y="1973135"/>
                  </a:moveTo>
                  <a:lnTo>
                    <a:pt x="4117860" y="1971217"/>
                  </a:lnTo>
                  <a:lnTo>
                    <a:pt x="4117848" y="1969909"/>
                  </a:lnTo>
                  <a:lnTo>
                    <a:pt x="4078452" y="1992680"/>
                  </a:lnTo>
                  <a:lnTo>
                    <a:pt x="4078732" y="1993823"/>
                  </a:lnTo>
                  <a:lnTo>
                    <a:pt x="4079151" y="1995512"/>
                  </a:lnTo>
                  <a:lnTo>
                    <a:pt x="4117873" y="1973135"/>
                  </a:lnTo>
                  <a:close/>
                </a:path>
                <a:path w="7527290" h="4352290">
                  <a:moveTo>
                    <a:pt x="4256417" y="1893087"/>
                  </a:moveTo>
                  <a:lnTo>
                    <a:pt x="4254716" y="1892160"/>
                  </a:lnTo>
                  <a:lnTo>
                    <a:pt x="4253509" y="1891499"/>
                  </a:lnTo>
                  <a:lnTo>
                    <a:pt x="4199902" y="1922487"/>
                  </a:lnTo>
                  <a:lnTo>
                    <a:pt x="4201020" y="1923186"/>
                  </a:lnTo>
                  <a:lnTo>
                    <a:pt x="4202607" y="1924177"/>
                  </a:lnTo>
                  <a:lnTo>
                    <a:pt x="4256417" y="1893087"/>
                  </a:lnTo>
                  <a:close/>
                </a:path>
                <a:path w="7527290" h="4352290">
                  <a:moveTo>
                    <a:pt x="4468088" y="1767484"/>
                  </a:moveTo>
                  <a:lnTo>
                    <a:pt x="4426966" y="1791246"/>
                  </a:lnTo>
                  <a:lnTo>
                    <a:pt x="4427245" y="1792490"/>
                  </a:lnTo>
                  <a:lnTo>
                    <a:pt x="4427639" y="1794154"/>
                  </a:lnTo>
                  <a:lnTo>
                    <a:pt x="4468076" y="1770786"/>
                  </a:lnTo>
                  <a:lnTo>
                    <a:pt x="4468076" y="1768906"/>
                  </a:lnTo>
                  <a:lnTo>
                    <a:pt x="4468088" y="1767484"/>
                  </a:lnTo>
                  <a:close/>
                </a:path>
                <a:path w="7527290" h="4352290">
                  <a:moveTo>
                    <a:pt x="4920183" y="1506169"/>
                  </a:moveTo>
                  <a:lnTo>
                    <a:pt x="4893437" y="1521625"/>
                  </a:lnTo>
                  <a:lnTo>
                    <a:pt x="4893132" y="1523352"/>
                  </a:lnTo>
                  <a:lnTo>
                    <a:pt x="4892776" y="1525397"/>
                  </a:lnTo>
                  <a:lnTo>
                    <a:pt x="4920081" y="1509623"/>
                  </a:lnTo>
                  <a:lnTo>
                    <a:pt x="4920132" y="1507756"/>
                  </a:lnTo>
                  <a:lnTo>
                    <a:pt x="4920183" y="1506169"/>
                  </a:lnTo>
                  <a:close/>
                </a:path>
                <a:path w="7527290" h="4352290">
                  <a:moveTo>
                    <a:pt x="5076863" y="1419034"/>
                  </a:moveTo>
                  <a:lnTo>
                    <a:pt x="5075872" y="1417789"/>
                  </a:lnTo>
                  <a:lnTo>
                    <a:pt x="5074996" y="1416685"/>
                  </a:lnTo>
                  <a:lnTo>
                    <a:pt x="5026431" y="1444764"/>
                  </a:lnTo>
                  <a:lnTo>
                    <a:pt x="5027219" y="1445895"/>
                  </a:lnTo>
                  <a:lnTo>
                    <a:pt x="5028108" y="1447203"/>
                  </a:lnTo>
                  <a:lnTo>
                    <a:pt x="5076863" y="1419034"/>
                  </a:lnTo>
                  <a:close/>
                </a:path>
                <a:path w="7527290" h="4352290">
                  <a:moveTo>
                    <a:pt x="5309476" y="1281163"/>
                  </a:moveTo>
                  <a:lnTo>
                    <a:pt x="5268061" y="1305102"/>
                  </a:lnTo>
                  <a:lnTo>
                    <a:pt x="5268430" y="1306550"/>
                  </a:lnTo>
                  <a:lnTo>
                    <a:pt x="5268823" y="1308125"/>
                  </a:lnTo>
                  <a:lnTo>
                    <a:pt x="5309413" y="1284668"/>
                  </a:lnTo>
                  <a:lnTo>
                    <a:pt x="5309451" y="1282865"/>
                  </a:lnTo>
                  <a:lnTo>
                    <a:pt x="5309476" y="1281163"/>
                  </a:lnTo>
                  <a:close/>
                </a:path>
                <a:path w="7527290" h="4352290">
                  <a:moveTo>
                    <a:pt x="5594045" y="1120216"/>
                  </a:moveTo>
                  <a:lnTo>
                    <a:pt x="5593969" y="1118501"/>
                  </a:lnTo>
                  <a:lnTo>
                    <a:pt x="5593905" y="1116761"/>
                  </a:lnTo>
                  <a:lnTo>
                    <a:pt x="5551462" y="1141298"/>
                  </a:lnTo>
                  <a:lnTo>
                    <a:pt x="5551856" y="1142822"/>
                  </a:lnTo>
                  <a:lnTo>
                    <a:pt x="5552262" y="1144358"/>
                  </a:lnTo>
                  <a:lnTo>
                    <a:pt x="5594045" y="1120216"/>
                  </a:lnTo>
                  <a:close/>
                </a:path>
                <a:path w="7527290" h="4352290">
                  <a:moveTo>
                    <a:pt x="5842851" y="972870"/>
                  </a:moveTo>
                  <a:lnTo>
                    <a:pt x="5801588" y="996734"/>
                  </a:lnTo>
                  <a:lnTo>
                    <a:pt x="5801969" y="998347"/>
                  </a:lnTo>
                  <a:lnTo>
                    <a:pt x="5802325" y="999871"/>
                  </a:lnTo>
                  <a:lnTo>
                    <a:pt x="5842800" y="976490"/>
                  </a:lnTo>
                  <a:lnTo>
                    <a:pt x="5842825" y="974737"/>
                  </a:lnTo>
                  <a:lnTo>
                    <a:pt x="5842851" y="972870"/>
                  </a:lnTo>
                  <a:close/>
                </a:path>
                <a:path w="7527290" h="4352290">
                  <a:moveTo>
                    <a:pt x="6154686" y="796277"/>
                  </a:moveTo>
                  <a:lnTo>
                    <a:pt x="6154623" y="794626"/>
                  </a:lnTo>
                  <a:lnTo>
                    <a:pt x="6154547" y="792721"/>
                  </a:lnTo>
                  <a:lnTo>
                    <a:pt x="6126111" y="809155"/>
                  </a:lnTo>
                  <a:lnTo>
                    <a:pt x="6126162" y="809371"/>
                  </a:lnTo>
                  <a:lnTo>
                    <a:pt x="6126391" y="810920"/>
                  </a:lnTo>
                  <a:lnTo>
                    <a:pt x="6126619" y="812495"/>
                  </a:lnTo>
                  <a:lnTo>
                    <a:pt x="6154686" y="796277"/>
                  </a:lnTo>
                  <a:close/>
                </a:path>
                <a:path w="7527290" h="4352290">
                  <a:moveTo>
                    <a:pt x="6310541" y="706221"/>
                  </a:moveTo>
                  <a:lnTo>
                    <a:pt x="6309398" y="705205"/>
                  </a:lnTo>
                  <a:lnTo>
                    <a:pt x="6308039" y="703999"/>
                  </a:lnTo>
                  <a:lnTo>
                    <a:pt x="6262167" y="730516"/>
                  </a:lnTo>
                  <a:lnTo>
                    <a:pt x="6263843" y="731520"/>
                  </a:lnTo>
                  <a:lnTo>
                    <a:pt x="6265265" y="732383"/>
                  </a:lnTo>
                  <a:lnTo>
                    <a:pt x="6310541" y="706221"/>
                  </a:lnTo>
                  <a:close/>
                </a:path>
                <a:path w="7527290" h="4352290">
                  <a:moveTo>
                    <a:pt x="6346380" y="685520"/>
                  </a:moveTo>
                  <a:lnTo>
                    <a:pt x="6345898" y="684123"/>
                  </a:lnTo>
                  <a:lnTo>
                    <a:pt x="6345326" y="682447"/>
                  </a:lnTo>
                  <a:lnTo>
                    <a:pt x="6311239" y="702157"/>
                  </a:lnTo>
                  <a:lnTo>
                    <a:pt x="6311811" y="703808"/>
                  </a:lnTo>
                  <a:lnTo>
                    <a:pt x="6312306" y="705205"/>
                  </a:lnTo>
                  <a:lnTo>
                    <a:pt x="6346380" y="685520"/>
                  </a:lnTo>
                  <a:close/>
                </a:path>
                <a:path w="7527290" h="4352290">
                  <a:moveTo>
                    <a:pt x="6578943" y="547420"/>
                  </a:moveTo>
                  <a:lnTo>
                    <a:pt x="6537401" y="571436"/>
                  </a:lnTo>
                  <a:lnTo>
                    <a:pt x="6537858" y="573227"/>
                  </a:lnTo>
                  <a:lnTo>
                    <a:pt x="6538214" y="574675"/>
                  </a:lnTo>
                  <a:lnTo>
                    <a:pt x="6578879" y="551180"/>
                  </a:lnTo>
                  <a:lnTo>
                    <a:pt x="6578905" y="549516"/>
                  </a:lnTo>
                  <a:lnTo>
                    <a:pt x="6578943" y="547420"/>
                  </a:lnTo>
                  <a:close/>
                </a:path>
                <a:path w="7527290" h="4352290">
                  <a:moveTo>
                    <a:pt x="6790144" y="429107"/>
                  </a:moveTo>
                  <a:lnTo>
                    <a:pt x="6790106" y="427507"/>
                  </a:lnTo>
                  <a:lnTo>
                    <a:pt x="6790055" y="425399"/>
                  </a:lnTo>
                  <a:lnTo>
                    <a:pt x="6750393" y="448335"/>
                  </a:lnTo>
                  <a:lnTo>
                    <a:pt x="6750863" y="450176"/>
                  </a:lnTo>
                  <a:lnTo>
                    <a:pt x="6751231" y="451599"/>
                  </a:lnTo>
                  <a:lnTo>
                    <a:pt x="6790144" y="429107"/>
                  </a:lnTo>
                  <a:close/>
                </a:path>
                <a:path w="7527290" h="4352290">
                  <a:moveTo>
                    <a:pt x="6941439" y="341693"/>
                  </a:moveTo>
                  <a:lnTo>
                    <a:pt x="6940626" y="340563"/>
                  </a:lnTo>
                  <a:lnTo>
                    <a:pt x="6939521" y="339013"/>
                  </a:lnTo>
                  <a:lnTo>
                    <a:pt x="6888658" y="368414"/>
                  </a:lnTo>
                  <a:lnTo>
                    <a:pt x="6890004" y="369798"/>
                  </a:lnTo>
                  <a:lnTo>
                    <a:pt x="6890994" y="370840"/>
                  </a:lnTo>
                  <a:lnTo>
                    <a:pt x="6941439" y="341693"/>
                  </a:lnTo>
                  <a:close/>
                </a:path>
                <a:path w="7527290" h="4352290">
                  <a:moveTo>
                    <a:pt x="7129932" y="228955"/>
                  </a:moveTo>
                  <a:lnTo>
                    <a:pt x="7084568" y="255168"/>
                  </a:lnTo>
                  <a:lnTo>
                    <a:pt x="7084606" y="257378"/>
                  </a:lnTo>
                  <a:lnTo>
                    <a:pt x="7084631" y="258953"/>
                  </a:lnTo>
                  <a:lnTo>
                    <a:pt x="7129437" y="233070"/>
                  </a:lnTo>
                  <a:lnTo>
                    <a:pt x="7129640" y="231368"/>
                  </a:lnTo>
                  <a:lnTo>
                    <a:pt x="7129932" y="228955"/>
                  </a:lnTo>
                  <a:close/>
                </a:path>
                <a:path w="7527290" h="4352290">
                  <a:moveTo>
                    <a:pt x="7335799" y="113830"/>
                  </a:moveTo>
                  <a:lnTo>
                    <a:pt x="7335736" y="112306"/>
                  </a:lnTo>
                  <a:lnTo>
                    <a:pt x="7335647" y="110058"/>
                  </a:lnTo>
                  <a:lnTo>
                    <a:pt x="7307173" y="126504"/>
                  </a:lnTo>
                  <a:lnTo>
                    <a:pt x="7307262" y="126834"/>
                  </a:lnTo>
                  <a:lnTo>
                    <a:pt x="7307516" y="128612"/>
                  </a:lnTo>
                  <a:lnTo>
                    <a:pt x="7307732" y="130048"/>
                  </a:lnTo>
                  <a:lnTo>
                    <a:pt x="7335799" y="113830"/>
                  </a:lnTo>
                  <a:close/>
                </a:path>
                <a:path w="7527290" h="4352290">
                  <a:moveTo>
                    <a:pt x="7491857" y="23672"/>
                  </a:moveTo>
                  <a:lnTo>
                    <a:pt x="7490803" y="22733"/>
                  </a:lnTo>
                  <a:lnTo>
                    <a:pt x="7489190" y="21310"/>
                  </a:lnTo>
                  <a:lnTo>
                    <a:pt x="7443343" y="47815"/>
                  </a:lnTo>
                  <a:lnTo>
                    <a:pt x="7445286" y="49022"/>
                  </a:lnTo>
                  <a:lnTo>
                    <a:pt x="7446569" y="49834"/>
                  </a:lnTo>
                  <a:lnTo>
                    <a:pt x="7491857" y="23672"/>
                  </a:lnTo>
                  <a:close/>
                </a:path>
                <a:path w="7527290" h="4352290">
                  <a:moveTo>
                    <a:pt x="7527163" y="3263"/>
                  </a:moveTo>
                  <a:lnTo>
                    <a:pt x="7526731" y="1981"/>
                  </a:lnTo>
                  <a:lnTo>
                    <a:pt x="7526071" y="0"/>
                  </a:lnTo>
                  <a:lnTo>
                    <a:pt x="7492365" y="19481"/>
                  </a:lnTo>
                  <a:lnTo>
                    <a:pt x="7493051" y="21437"/>
                  </a:lnTo>
                  <a:lnTo>
                    <a:pt x="7493495" y="22720"/>
                  </a:lnTo>
                  <a:lnTo>
                    <a:pt x="7527163" y="3263"/>
                  </a:lnTo>
                  <a:close/>
                </a:path>
              </a:pathLst>
            </a:custGeom>
            <a:solidFill>
              <a:srgbClr val="474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847537" y="1091227"/>
              <a:ext cx="7527925" cy="4350385"/>
            </a:xfrm>
            <a:custGeom>
              <a:avLst/>
              <a:gdLst/>
              <a:ahLst/>
              <a:cxnLst/>
              <a:rect l="l" t="t" r="r" b="b"/>
              <a:pathLst>
                <a:path w="7527925" h="4350385">
                  <a:moveTo>
                    <a:pt x="6941044" y="338432"/>
                  </a:moveTo>
                  <a:lnTo>
                    <a:pt x="6890610" y="367573"/>
                  </a:lnTo>
                  <a:lnTo>
                    <a:pt x="6892048" y="369060"/>
                  </a:lnTo>
                  <a:lnTo>
                    <a:pt x="6942216" y="340079"/>
                  </a:lnTo>
                  <a:lnTo>
                    <a:pt x="6941044" y="338432"/>
                  </a:lnTo>
                  <a:close/>
                </a:path>
                <a:path w="7527925" h="4350385">
                  <a:moveTo>
                    <a:pt x="7129045" y="229806"/>
                  </a:moveTo>
                  <a:lnTo>
                    <a:pt x="7084245" y="255692"/>
                  </a:lnTo>
                  <a:lnTo>
                    <a:pt x="7084282" y="258010"/>
                  </a:lnTo>
                  <a:lnTo>
                    <a:pt x="7128743" y="232326"/>
                  </a:lnTo>
                  <a:lnTo>
                    <a:pt x="7129045" y="229806"/>
                  </a:lnTo>
                  <a:close/>
                </a:path>
                <a:path w="7527925" h="4350385">
                  <a:moveTo>
                    <a:pt x="3458895" y="2350401"/>
                  </a:moveTo>
                  <a:lnTo>
                    <a:pt x="3408245" y="2379666"/>
                  </a:lnTo>
                  <a:lnTo>
                    <a:pt x="3409458" y="2380890"/>
                  </a:lnTo>
                  <a:lnTo>
                    <a:pt x="3459868" y="2351769"/>
                  </a:lnTo>
                  <a:lnTo>
                    <a:pt x="3458895" y="2350401"/>
                  </a:lnTo>
                  <a:close/>
                </a:path>
                <a:path w="7527925" h="4350385">
                  <a:moveTo>
                    <a:pt x="3646730" y="2241871"/>
                  </a:moveTo>
                  <a:lnTo>
                    <a:pt x="3601887" y="2267781"/>
                  </a:lnTo>
                  <a:lnTo>
                    <a:pt x="3601918" y="2269710"/>
                  </a:lnTo>
                  <a:lnTo>
                    <a:pt x="3646473" y="2243971"/>
                  </a:lnTo>
                  <a:lnTo>
                    <a:pt x="3646730" y="2241871"/>
                  </a:lnTo>
                  <a:close/>
                </a:path>
                <a:path w="7527925" h="4350385">
                  <a:moveTo>
                    <a:pt x="1929961" y="3233812"/>
                  </a:moveTo>
                  <a:lnTo>
                    <a:pt x="1878924" y="3263301"/>
                  </a:lnTo>
                  <a:lnTo>
                    <a:pt x="1880008" y="3264427"/>
                  </a:lnTo>
                  <a:lnTo>
                    <a:pt x="1930847" y="3235058"/>
                  </a:lnTo>
                  <a:lnTo>
                    <a:pt x="1929961" y="3233812"/>
                  </a:lnTo>
                  <a:close/>
                </a:path>
                <a:path w="7527925" h="4350385">
                  <a:moveTo>
                    <a:pt x="2118233" y="3125029"/>
                  </a:moveTo>
                  <a:lnTo>
                    <a:pt x="2071793" y="3151862"/>
                  </a:lnTo>
                  <a:lnTo>
                    <a:pt x="2071822" y="3153619"/>
                  </a:lnTo>
                  <a:lnTo>
                    <a:pt x="2118000" y="3126943"/>
                  </a:lnTo>
                  <a:lnTo>
                    <a:pt x="2118233" y="3125029"/>
                  </a:lnTo>
                  <a:close/>
                </a:path>
                <a:path w="7527925" h="4350385">
                  <a:moveTo>
                    <a:pt x="6789757" y="425845"/>
                  </a:moveTo>
                  <a:lnTo>
                    <a:pt x="6750821" y="448342"/>
                  </a:lnTo>
                  <a:lnTo>
                    <a:pt x="6751336" y="450347"/>
                  </a:lnTo>
                  <a:lnTo>
                    <a:pt x="6789814" y="428119"/>
                  </a:lnTo>
                  <a:lnTo>
                    <a:pt x="6789757" y="425845"/>
                  </a:lnTo>
                  <a:close/>
                </a:path>
                <a:path w="7527925" h="4350385">
                  <a:moveTo>
                    <a:pt x="5842404" y="973221"/>
                  </a:moveTo>
                  <a:lnTo>
                    <a:pt x="5801934" y="996604"/>
                  </a:lnTo>
                  <a:lnTo>
                    <a:pt x="5802389" y="998537"/>
                  </a:lnTo>
                  <a:lnTo>
                    <a:pt x="5842366" y="975443"/>
                  </a:lnTo>
                  <a:lnTo>
                    <a:pt x="5842404" y="973221"/>
                  </a:lnTo>
                  <a:close/>
                </a:path>
                <a:path w="7527925" h="4350385">
                  <a:moveTo>
                    <a:pt x="4467682" y="1767529"/>
                  </a:moveTo>
                  <a:lnTo>
                    <a:pt x="4427244" y="1790893"/>
                  </a:lnTo>
                  <a:lnTo>
                    <a:pt x="4427660" y="1792693"/>
                  </a:lnTo>
                  <a:lnTo>
                    <a:pt x="4467675" y="1769577"/>
                  </a:lnTo>
                  <a:lnTo>
                    <a:pt x="4467682" y="1767529"/>
                  </a:lnTo>
                  <a:close/>
                </a:path>
                <a:path w="7527925" h="4350385">
                  <a:moveTo>
                    <a:pt x="4256032" y="1889819"/>
                  </a:moveTo>
                  <a:lnTo>
                    <a:pt x="4202216" y="1920913"/>
                  </a:lnTo>
                  <a:lnTo>
                    <a:pt x="4203891" y="1921960"/>
                  </a:lnTo>
                  <a:lnTo>
                    <a:pt x="4257834" y="1890799"/>
                  </a:lnTo>
                  <a:lnTo>
                    <a:pt x="4256032" y="1889819"/>
                  </a:lnTo>
                  <a:close/>
                </a:path>
                <a:path w="7527925" h="4350385">
                  <a:moveTo>
                    <a:pt x="4117483" y="1969872"/>
                  </a:moveTo>
                  <a:lnTo>
                    <a:pt x="4078758" y="1992247"/>
                  </a:lnTo>
                  <a:lnTo>
                    <a:pt x="4079190" y="1993998"/>
                  </a:lnTo>
                  <a:lnTo>
                    <a:pt x="4117502" y="1971866"/>
                  </a:lnTo>
                  <a:lnTo>
                    <a:pt x="4117483" y="1969872"/>
                  </a:lnTo>
                  <a:close/>
                </a:path>
                <a:path w="7527925" h="4350385">
                  <a:moveTo>
                    <a:pt x="2831416" y="2712955"/>
                  </a:moveTo>
                  <a:lnTo>
                    <a:pt x="2777579" y="2744062"/>
                  </a:lnTo>
                  <a:lnTo>
                    <a:pt x="2779120" y="2745026"/>
                  </a:lnTo>
                  <a:lnTo>
                    <a:pt x="2833075" y="2713857"/>
                  </a:lnTo>
                  <a:lnTo>
                    <a:pt x="2831416" y="2712955"/>
                  </a:lnTo>
                  <a:close/>
                </a:path>
                <a:path w="7527925" h="4350385">
                  <a:moveTo>
                    <a:pt x="2692540" y="2793197"/>
                  </a:moveTo>
                  <a:lnTo>
                    <a:pt x="2653785" y="2815590"/>
                  </a:lnTo>
                  <a:lnTo>
                    <a:pt x="2654171" y="2817206"/>
                  </a:lnTo>
                  <a:lnTo>
                    <a:pt x="2692557" y="2795031"/>
                  </a:lnTo>
                  <a:lnTo>
                    <a:pt x="2692540" y="2793197"/>
                  </a:lnTo>
                  <a:close/>
                </a:path>
                <a:path w="7527925" h="4350385">
                  <a:moveTo>
                    <a:pt x="1688387" y="3373392"/>
                  </a:moveTo>
                  <a:lnTo>
                    <a:pt x="1648910" y="3396202"/>
                  </a:lnTo>
                  <a:lnTo>
                    <a:pt x="1649028" y="3396698"/>
                  </a:lnTo>
                  <a:lnTo>
                    <a:pt x="1649190" y="3397766"/>
                  </a:lnTo>
                  <a:lnTo>
                    <a:pt x="1688411" y="3375108"/>
                  </a:lnTo>
                  <a:lnTo>
                    <a:pt x="1688387" y="3373392"/>
                  </a:lnTo>
                  <a:close/>
                </a:path>
                <a:path w="7527925" h="4350385">
                  <a:moveTo>
                    <a:pt x="1345077" y="3571755"/>
                  </a:moveTo>
                  <a:lnTo>
                    <a:pt x="1305888" y="3594398"/>
                  </a:lnTo>
                  <a:lnTo>
                    <a:pt x="1306253" y="3595875"/>
                  </a:lnTo>
                  <a:lnTo>
                    <a:pt x="1345115" y="3573425"/>
                  </a:lnTo>
                  <a:lnTo>
                    <a:pt x="1345077" y="3571755"/>
                  </a:lnTo>
                  <a:close/>
                </a:path>
                <a:path w="7527925" h="4350385">
                  <a:moveTo>
                    <a:pt x="900599" y="3828572"/>
                  </a:moveTo>
                  <a:lnTo>
                    <a:pt x="846755" y="3859683"/>
                  </a:lnTo>
                  <a:lnTo>
                    <a:pt x="848115" y="3860533"/>
                  </a:lnTo>
                  <a:lnTo>
                    <a:pt x="902062" y="3829368"/>
                  </a:lnTo>
                  <a:lnTo>
                    <a:pt x="900599" y="3828572"/>
                  </a:lnTo>
                  <a:close/>
                </a:path>
                <a:path w="7527925" h="4350385">
                  <a:moveTo>
                    <a:pt x="762060" y="3908619"/>
                  </a:moveTo>
                  <a:lnTo>
                    <a:pt x="723419" y="3930946"/>
                  </a:lnTo>
                  <a:lnTo>
                    <a:pt x="723753" y="3932374"/>
                  </a:lnTo>
                  <a:lnTo>
                    <a:pt x="762060" y="3910245"/>
                  </a:lnTo>
                  <a:lnTo>
                    <a:pt x="762060" y="3908619"/>
                  </a:lnTo>
                  <a:close/>
                </a:path>
                <a:path w="7527925" h="4350385">
                  <a:moveTo>
                    <a:pt x="471531" y="4076485"/>
                  </a:moveTo>
                  <a:lnTo>
                    <a:pt x="430271" y="4100325"/>
                  </a:lnTo>
                  <a:lnTo>
                    <a:pt x="430596" y="4101726"/>
                  </a:lnTo>
                  <a:lnTo>
                    <a:pt x="471597" y="4078040"/>
                  </a:lnTo>
                  <a:lnTo>
                    <a:pt x="471531" y="4076485"/>
                  </a:lnTo>
                  <a:close/>
                </a:path>
                <a:path w="7527925" h="4350385">
                  <a:moveTo>
                    <a:pt x="2480645" y="2915629"/>
                  </a:moveTo>
                  <a:lnTo>
                    <a:pt x="2424639" y="2947989"/>
                  </a:lnTo>
                  <a:lnTo>
                    <a:pt x="2424545" y="2949857"/>
                  </a:lnTo>
                  <a:lnTo>
                    <a:pt x="2481187" y="2917136"/>
                  </a:lnTo>
                  <a:lnTo>
                    <a:pt x="2480645" y="2915629"/>
                  </a:lnTo>
                  <a:close/>
                </a:path>
                <a:path w="7527925" h="4350385">
                  <a:moveTo>
                    <a:pt x="2316006" y="3010757"/>
                  </a:moveTo>
                  <a:lnTo>
                    <a:pt x="2267313" y="3038891"/>
                  </a:lnTo>
                  <a:lnTo>
                    <a:pt x="2268164" y="3040196"/>
                  </a:lnTo>
                  <a:lnTo>
                    <a:pt x="2316889" y="3012048"/>
                  </a:lnTo>
                  <a:lnTo>
                    <a:pt x="2316445" y="3011483"/>
                  </a:lnTo>
                  <a:lnTo>
                    <a:pt x="2316006" y="3010757"/>
                  </a:lnTo>
                  <a:close/>
                </a:path>
                <a:path w="7527925" h="4350385">
                  <a:moveTo>
                    <a:pt x="256219" y="4200892"/>
                  </a:moveTo>
                  <a:lnTo>
                    <a:pt x="211510" y="4226724"/>
                  </a:lnTo>
                  <a:lnTo>
                    <a:pt x="211951" y="4228033"/>
                  </a:lnTo>
                  <a:lnTo>
                    <a:pt x="256735" y="4202163"/>
                  </a:lnTo>
                  <a:lnTo>
                    <a:pt x="256219" y="4200892"/>
                  </a:lnTo>
                  <a:close/>
                </a:path>
                <a:path w="7527925" h="4350385">
                  <a:moveTo>
                    <a:pt x="146198" y="4264461"/>
                  </a:moveTo>
                  <a:lnTo>
                    <a:pt x="93806" y="4294733"/>
                  </a:lnTo>
                  <a:lnTo>
                    <a:pt x="94527" y="4295867"/>
                  </a:lnTo>
                  <a:lnTo>
                    <a:pt x="146181" y="4266027"/>
                  </a:lnTo>
                  <a:lnTo>
                    <a:pt x="146198" y="4264461"/>
                  </a:lnTo>
                  <a:close/>
                </a:path>
                <a:path w="7527925" h="4350385">
                  <a:moveTo>
                    <a:pt x="28238" y="4332618"/>
                  </a:moveTo>
                  <a:lnTo>
                    <a:pt x="0" y="4348934"/>
                  </a:lnTo>
                  <a:lnTo>
                    <a:pt x="251" y="4350329"/>
                  </a:lnTo>
                  <a:lnTo>
                    <a:pt x="28347" y="4334098"/>
                  </a:lnTo>
                  <a:lnTo>
                    <a:pt x="28238" y="4332618"/>
                  </a:lnTo>
                  <a:close/>
                </a:path>
                <a:path w="7527925" h="4350385">
                  <a:moveTo>
                    <a:pt x="7526775" y="0"/>
                  </a:moveTo>
                  <a:lnTo>
                    <a:pt x="7493107" y="19453"/>
                  </a:lnTo>
                  <a:lnTo>
                    <a:pt x="7493802" y="21437"/>
                  </a:lnTo>
                  <a:lnTo>
                    <a:pt x="7527449" y="2000"/>
                  </a:lnTo>
                  <a:lnTo>
                    <a:pt x="7526775" y="0"/>
                  </a:lnTo>
                  <a:close/>
                </a:path>
                <a:path w="7527925" h="4350385">
                  <a:moveTo>
                    <a:pt x="7491462" y="20403"/>
                  </a:moveTo>
                  <a:lnTo>
                    <a:pt x="7446181" y="46566"/>
                  </a:lnTo>
                  <a:lnTo>
                    <a:pt x="7448162" y="47803"/>
                  </a:lnTo>
                  <a:lnTo>
                    <a:pt x="7493093" y="21847"/>
                  </a:lnTo>
                  <a:lnTo>
                    <a:pt x="7491462" y="20403"/>
                  </a:lnTo>
                  <a:close/>
                </a:path>
                <a:path w="7527925" h="4350385">
                  <a:moveTo>
                    <a:pt x="7335408" y="110570"/>
                  </a:moveTo>
                  <a:lnTo>
                    <a:pt x="7307339" y="126789"/>
                  </a:lnTo>
                  <a:lnTo>
                    <a:pt x="7307652" y="128973"/>
                  </a:lnTo>
                  <a:lnTo>
                    <a:pt x="7335501" y="112885"/>
                  </a:lnTo>
                  <a:lnTo>
                    <a:pt x="7335408" y="110570"/>
                  </a:lnTo>
                  <a:close/>
                </a:path>
                <a:path w="7527925" h="4350385">
                  <a:moveTo>
                    <a:pt x="6345984" y="682255"/>
                  </a:moveTo>
                  <a:lnTo>
                    <a:pt x="6311914" y="701940"/>
                  </a:lnTo>
                  <a:lnTo>
                    <a:pt x="6312571" y="703814"/>
                  </a:lnTo>
                  <a:lnTo>
                    <a:pt x="6346625" y="684141"/>
                  </a:lnTo>
                  <a:lnTo>
                    <a:pt x="6345984" y="682255"/>
                  </a:lnTo>
                  <a:close/>
                </a:path>
                <a:path w="7527925" h="4350385">
                  <a:moveTo>
                    <a:pt x="6310149" y="702960"/>
                  </a:moveTo>
                  <a:lnTo>
                    <a:pt x="6264876" y="729119"/>
                  </a:lnTo>
                  <a:lnTo>
                    <a:pt x="6266779" y="730267"/>
                  </a:lnTo>
                  <a:lnTo>
                    <a:pt x="6311686" y="704325"/>
                  </a:lnTo>
                  <a:lnTo>
                    <a:pt x="6310149" y="702960"/>
                  </a:lnTo>
                  <a:close/>
                </a:path>
                <a:path w="7527925" h="4350385">
                  <a:moveTo>
                    <a:pt x="6154296" y="793011"/>
                  </a:moveTo>
                  <a:lnTo>
                    <a:pt x="6126235" y="809225"/>
                  </a:lnTo>
                  <a:lnTo>
                    <a:pt x="6126536" y="811283"/>
                  </a:lnTo>
                  <a:lnTo>
                    <a:pt x="6154383" y="795196"/>
                  </a:lnTo>
                  <a:lnTo>
                    <a:pt x="6154296" y="793011"/>
                  </a:lnTo>
                  <a:close/>
                </a:path>
                <a:path w="7527925" h="4350385">
                  <a:moveTo>
                    <a:pt x="5076476" y="1415771"/>
                  </a:moveTo>
                  <a:lnTo>
                    <a:pt x="5027723" y="1443940"/>
                  </a:lnTo>
                  <a:lnTo>
                    <a:pt x="5028763" y="1445447"/>
                  </a:lnTo>
                  <a:lnTo>
                    <a:pt x="5077630" y="1417217"/>
                  </a:lnTo>
                  <a:lnTo>
                    <a:pt x="5076476" y="1415771"/>
                  </a:lnTo>
                  <a:close/>
                </a:path>
                <a:path w="7527925" h="4350385">
                  <a:moveTo>
                    <a:pt x="4919697" y="1506357"/>
                  </a:moveTo>
                  <a:lnTo>
                    <a:pt x="4892392" y="1522133"/>
                  </a:lnTo>
                  <a:lnTo>
                    <a:pt x="4891988" y="1524459"/>
                  </a:lnTo>
                  <a:lnTo>
                    <a:pt x="4919639" y="1508486"/>
                  </a:lnTo>
                  <a:lnTo>
                    <a:pt x="4919697" y="1506357"/>
                  </a:lnTo>
                  <a:close/>
                </a:path>
                <a:path w="7527925" h="4350385">
                  <a:moveTo>
                    <a:pt x="1046924" y="3744026"/>
                  </a:moveTo>
                  <a:lnTo>
                    <a:pt x="995553" y="3773708"/>
                  </a:lnTo>
                  <a:lnTo>
                    <a:pt x="996564" y="3774776"/>
                  </a:lnTo>
                  <a:lnTo>
                    <a:pt x="1048129" y="3744988"/>
                  </a:lnTo>
                  <a:lnTo>
                    <a:pt x="1047239" y="3744360"/>
                  </a:lnTo>
                  <a:lnTo>
                    <a:pt x="1046924" y="3744026"/>
                  </a:lnTo>
                  <a:close/>
                </a:path>
                <a:path w="7527925" h="4350385">
                  <a:moveTo>
                    <a:pt x="6578493" y="547912"/>
                  </a:moveTo>
                  <a:lnTo>
                    <a:pt x="6537829" y="571408"/>
                  </a:lnTo>
                  <a:lnTo>
                    <a:pt x="6538211" y="572916"/>
                  </a:lnTo>
                  <a:lnTo>
                    <a:pt x="6538302" y="573413"/>
                  </a:lnTo>
                  <a:lnTo>
                    <a:pt x="6578456" y="550217"/>
                  </a:lnTo>
                  <a:lnTo>
                    <a:pt x="6578493" y="547912"/>
                  </a:lnTo>
                  <a:close/>
                </a:path>
                <a:path w="7527925" h="4350385">
                  <a:moveTo>
                    <a:pt x="5593649" y="1116950"/>
                  </a:moveTo>
                  <a:lnTo>
                    <a:pt x="5551866" y="1141093"/>
                  </a:lnTo>
                  <a:lnTo>
                    <a:pt x="5552183" y="1142321"/>
                  </a:lnTo>
                  <a:lnTo>
                    <a:pt x="5552308" y="1143004"/>
                  </a:lnTo>
                  <a:lnTo>
                    <a:pt x="5593734" y="1119073"/>
                  </a:lnTo>
                  <a:lnTo>
                    <a:pt x="5593649" y="1116950"/>
                  </a:lnTo>
                  <a:close/>
                </a:path>
                <a:path w="7527925" h="4350385">
                  <a:moveTo>
                    <a:pt x="5309024" y="1281406"/>
                  </a:moveTo>
                  <a:lnTo>
                    <a:pt x="5268439" y="1304855"/>
                  </a:lnTo>
                  <a:lnTo>
                    <a:pt x="5268719" y="1305960"/>
                  </a:lnTo>
                  <a:lnTo>
                    <a:pt x="5268862" y="1306745"/>
                  </a:lnTo>
                  <a:lnTo>
                    <a:pt x="5308987" y="1283566"/>
                  </a:lnTo>
                  <a:lnTo>
                    <a:pt x="5309024" y="1281406"/>
                  </a:lnTo>
                  <a:close/>
                </a:path>
                <a:path w="7527925" h="4350385">
                  <a:moveTo>
                    <a:pt x="3870270" y="2112711"/>
                  </a:moveTo>
                  <a:lnTo>
                    <a:pt x="3828740" y="2136706"/>
                  </a:lnTo>
                  <a:lnTo>
                    <a:pt x="3829110" y="2138064"/>
                  </a:lnTo>
                  <a:lnTo>
                    <a:pt x="3829178" y="2138425"/>
                  </a:lnTo>
                  <a:lnTo>
                    <a:pt x="3870267" y="2114689"/>
                  </a:lnTo>
                  <a:lnTo>
                    <a:pt x="3870270" y="2112711"/>
                  </a:lnTo>
                  <a:close/>
                </a:path>
                <a:path w="7527925" h="4350385">
                  <a:moveTo>
                    <a:pt x="3249307" y="2471500"/>
                  </a:moveTo>
                  <a:lnTo>
                    <a:pt x="3201604" y="2499062"/>
                  </a:lnTo>
                  <a:lnTo>
                    <a:pt x="3202466" y="2500466"/>
                  </a:lnTo>
                  <a:lnTo>
                    <a:pt x="3250178" y="2472904"/>
                  </a:lnTo>
                  <a:lnTo>
                    <a:pt x="3249307" y="2471500"/>
                  </a:lnTo>
                  <a:close/>
                </a:path>
                <a:path w="7527925" h="4350385">
                  <a:moveTo>
                    <a:pt x="3270720" y="2459128"/>
                  </a:moveTo>
                  <a:lnTo>
                    <a:pt x="3251514" y="2470225"/>
                  </a:lnTo>
                  <a:lnTo>
                    <a:pt x="3251514" y="2472132"/>
                  </a:lnTo>
                  <a:lnTo>
                    <a:pt x="3270639" y="2461084"/>
                  </a:lnTo>
                  <a:lnTo>
                    <a:pt x="3270720" y="2459128"/>
                  </a:lnTo>
                  <a:close/>
                </a:path>
              </a:pathLst>
            </a:custGeom>
            <a:solidFill>
              <a:srgbClr val="494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847775" y="1093228"/>
              <a:ext cx="7528559" cy="4354195"/>
            </a:xfrm>
            <a:custGeom>
              <a:avLst/>
              <a:gdLst/>
              <a:ahLst/>
              <a:cxnLst/>
              <a:rect l="l" t="t" r="r" b="b"/>
              <a:pathLst>
                <a:path w="7528559" h="4354195">
                  <a:moveTo>
                    <a:pt x="28536" y="4338129"/>
                  </a:moveTo>
                  <a:lnTo>
                    <a:pt x="28371" y="4335843"/>
                  </a:lnTo>
                  <a:lnTo>
                    <a:pt x="28257" y="4334268"/>
                  </a:lnTo>
                  <a:lnTo>
                    <a:pt x="28105" y="4332109"/>
                  </a:lnTo>
                  <a:lnTo>
                    <a:pt x="0" y="4348340"/>
                  </a:lnTo>
                  <a:lnTo>
                    <a:pt x="381" y="4350385"/>
                  </a:lnTo>
                  <a:lnTo>
                    <a:pt x="647" y="4351871"/>
                  </a:lnTo>
                  <a:lnTo>
                    <a:pt x="1028" y="4354030"/>
                  </a:lnTo>
                  <a:lnTo>
                    <a:pt x="28536" y="4338129"/>
                  </a:lnTo>
                  <a:close/>
                </a:path>
                <a:path w="7528559" h="4354195">
                  <a:moveTo>
                    <a:pt x="145935" y="4264037"/>
                  </a:moveTo>
                  <a:lnTo>
                    <a:pt x="94284" y="4293870"/>
                  </a:lnTo>
                  <a:lnTo>
                    <a:pt x="95326" y="4295521"/>
                  </a:lnTo>
                  <a:lnTo>
                    <a:pt x="96088" y="4296715"/>
                  </a:lnTo>
                  <a:lnTo>
                    <a:pt x="97193" y="4298454"/>
                  </a:lnTo>
                  <a:lnTo>
                    <a:pt x="145872" y="4270324"/>
                  </a:lnTo>
                  <a:lnTo>
                    <a:pt x="145897" y="4267936"/>
                  </a:lnTo>
                  <a:lnTo>
                    <a:pt x="145910" y="4266298"/>
                  </a:lnTo>
                  <a:lnTo>
                    <a:pt x="145935" y="4264037"/>
                  </a:lnTo>
                  <a:close/>
                </a:path>
                <a:path w="7528559" h="4354195">
                  <a:moveTo>
                    <a:pt x="258533" y="4205198"/>
                  </a:moveTo>
                  <a:lnTo>
                    <a:pt x="257759" y="4203293"/>
                  </a:lnTo>
                  <a:lnTo>
                    <a:pt x="257225" y="4201985"/>
                  </a:lnTo>
                  <a:lnTo>
                    <a:pt x="256489" y="4200169"/>
                  </a:lnTo>
                  <a:lnTo>
                    <a:pt x="211709" y="4226039"/>
                  </a:lnTo>
                  <a:lnTo>
                    <a:pt x="212344" y="4227919"/>
                  </a:lnTo>
                  <a:lnTo>
                    <a:pt x="212801" y="4229265"/>
                  </a:lnTo>
                  <a:lnTo>
                    <a:pt x="213461" y="4231246"/>
                  </a:lnTo>
                  <a:lnTo>
                    <a:pt x="258533" y="4205198"/>
                  </a:lnTo>
                  <a:close/>
                </a:path>
                <a:path w="7528559" h="4354195">
                  <a:moveTo>
                    <a:pt x="471449" y="4078211"/>
                  </a:moveTo>
                  <a:lnTo>
                    <a:pt x="471347" y="4076052"/>
                  </a:lnTo>
                  <a:lnTo>
                    <a:pt x="430352" y="4099737"/>
                  </a:lnTo>
                  <a:lnTo>
                    <a:pt x="430809" y="4101693"/>
                  </a:lnTo>
                  <a:lnTo>
                    <a:pt x="431126" y="4103103"/>
                  </a:lnTo>
                  <a:lnTo>
                    <a:pt x="431609" y="4105160"/>
                  </a:lnTo>
                  <a:lnTo>
                    <a:pt x="471030" y="4082377"/>
                  </a:lnTo>
                  <a:lnTo>
                    <a:pt x="471424" y="4079811"/>
                  </a:lnTo>
                  <a:lnTo>
                    <a:pt x="471449" y="4078211"/>
                  </a:lnTo>
                  <a:close/>
                </a:path>
                <a:path w="7528559" h="4354195">
                  <a:moveTo>
                    <a:pt x="761860" y="3911981"/>
                  </a:moveTo>
                  <a:lnTo>
                    <a:pt x="761847" y="3910419"/>
                  </a:lnTo>
                  <a:lnTo>
                    <a:pt x="761809" y="3908247"/>
                  </a:lnTo>
                  <a:lnTo>
                    <a:pt x="723506" y="3930383"/>
                  </a:lnTo>
                  <a:lnTo>
                    <a:pt x="723963" y="3932313"/>
                  </a:lnTo>
                  <a:lnTo>
                    <a:pt x="724281" y="3933698"/>
                  </a:lnTo>
                  <a:lnTo>
                    <a:pt x="724674" y="3935336"/>
                  </a:lnTo>
                  <a:lnTo>
                    <a:pt x="724712" y="3935742"/>
                  </a:lnTo>
                  <a:lnTo>
                    <a:pt x="761250" y="3914635"/>
                  </a:lnTo>
                  <a:lnTo>
                    <a:pt x="761860" y="3911981"/>
                  </a:lnTo>
                  <a:close/>
                </a:path>
                <a:path w="7528559" h="4354195">
                  <a:moveTo>
                    <a:pt x="907249" y="3830243"/>
                  </a:moveTo>
                  <a:lnTo>
                    <a:pt x="905179" y="3829151"/>
                  </a:lnTo>
                  <a:lnTo>
                    <a:pt x="903770" y="3828415"/>
                  </a:lnTo>
                  <a:lnTo>
                    <a:pt x="901814" y="3827373"/>
                  </a:lnTo>
                  <a:lnTo>
                    <a:pt x="847864" y="3858539"/>
                  </a:lnTo>
                  <a:lnTo>
                    <a:pt x="849680" y="3859669"/>
                  </a:lnTo>
                  <a:lnTo>
                    <a:pt x="850976" y="3860482"/>
                  </a:lnTo>
                  <a:lnTo>
                    <a:pt x="852881" y="3861676"/>
                  </a:lnTo>
                  <a:lnTo>
                    <a:pt x="907249" y="3830243"/>
                  </a:lnTo>
                  <a:close/>
                </a:path>
                <a:path w="7528559" h="4354195">
                  <a:moveTo>
                    <a:pt x="1052525" y="3746271"/>
                  </a:moveTo>
                  <a:lnTo>
                    <a:pt x="1050759" y="3745026"/>
                  </a:lnTo>
                  <a:lnTo>
                    <a:pt x="1049566" y="3744188"/>
                  </a:lnTo>
                  <a:lnTo>
                    <a:pt x="1047889" y="3742994"/>
                  </a:lnTo>
                  <a:lnTo>
                    <a:pt x="996315" y="3772776"/>
                  </a:lnTo>
                  <a:lnTo>
                    <a:pt x="997648" y="3774186"/>
                  </a:lnTo>
                  <a:lnTo>
                    <a:pt x="998588" y="3775176"/>
                  </a:lnTo>
                  <a:lnTo>
                    <a:pt x="999985" y="3776649"/>
                  </a:lnTo>
                  <a:lnTo>
                    <a:pt x="1052525" y="3746271"/>
                  </a:lnTo>
                  <a:close/>
                </a:path>
                <a:path w="7528559" h="4354195">
                  <a:moveTo>
                    <a:pt x="1344942" y="3574300"/>
                  </a:moveTo>
                  <a:lnTo>
                    <a:pt x="1344917" y="3573538"/>
                  </a:lnTo>
                  <a:lnTo>
                    <a:pt x="1344866" y="3571430"/>
                  </a:lnTo>
                  <a:lnTo>
                    <a:pt x="1306004" y="3593884"/>
                  </a:lnTo>
                  <a:lnTo>
                    <a:pt x="1306271" y="3594912"/>
                  </a:lnTo>
                  <a:lnTo>
                    <a:pt x="1306423" y="3595776"/>
                  </a:lnTo>
                  <a:lnTo>
                    <a:pt x="1306664" y="3597148"/>
                  </a:lnTo>
                  <a:lnTo>
                    <a:pt x="1307033" y="3599180"/>
                  </a:lnTo>
                  <a:lnTo>
                    <a:pt x="1344142" y="3577729"/>
                  </a:lnTo>
                  <a:lnTo>
                    <a:pt x="1344739" y="3575139"/>
                  </a:lnTo>
                  <a:lnTo>
                    <a:pt x="1344942" y="3574300"/>
                  </a:lnTo>
                  <a:close/>
                </a:path>
                <a:path w="7528559" h="4354195">
                  <a:moveTo>
                    <a:pt x="1688236" y="3376638"/>
                  </a:moveTo>
                  <a:lnTo>
                    <a:pt x="1688211" y="3375190"/>
                  </a:lnTo>
                  <a:lnTo>
                    <a:pt x="1688172" y="3373120"/>
                  </a:lnTo>
                  <a:lnTo>
                    <a:pt x="1648942" y="3395776"/>
                  </a:lnTo>
                  <a:lnTo>
                    <a:pt x="1649234" y="3397707"/>
                  </a:lnTo>
                  <a:lnTo>
                    <a:pt x="1649437" y="3399066"/>
                  </a:lnTo>
                  <a:lnTo>
                    <a:pt x="1649742" y="3401085"/>
                  </a:lnTo>
                  <a:lnTo>
                    <a:pt x="1687664" y="3379165"/>
                  </a:lnTo>
                  <a:lnTo>
                    <a:pt x="1688236" y="3376638"/>
                  </a:lnTo>
                  <a:close/>
                </a:path>
                <a:path w="7528559" h="4354195">
                  <a:moveTo>
                    <a:pt x="1933473" y="3237103"/>
                  </a:moveTo>
                  <a:lnTo>
                    <a:pt x="1932381" y="3235566"/>
                  </a:lnTo>
                  <a:lnTo>
                    <a:pt x="1931644" y="3234537"/>
                  </a:lnTo>
                  <a:lnTo>
                    <a:pt x="1930603" y="3233064"/>
                  </a:lnTo>
                  <a:lnTo>
                    <a:pt x="1879765" y="3262426"/>
                  </a:lnTo>
                  <a:lnTo>
                    <a:pt x="1881047" y="3263773"/>
                  </a:lnTo>
                  <a:lnTo>
                    <a:pt x="1881949" y="3264700"/>
                  </a:lnTo>
                  <a:lnTo>
                    <a:pt x="1883295" y="3266097"/>
                  </a:lnTo>
                  <a:lnTo>
                    <a:pt x="1933473" y="3237103"/>
                  </a:lnTo>
                  <a:close/>
                </a:path>
                <a:path w="7528559" h="4354195">
                  <a:moveTo>
                    <a:pt x="2117750" y="3124949"/>
                  </a:moveTo>
                  <a:lnTo>
                    <a:pt x="2071573" y="3151619"/>
                  </a:lnTo>
                  <a:lnTo>
                    <a:pt x="2071611" y="3153664"/>
                  </a:lnTo>
                  <a:lnTo>
                    <a:pt x="2071636" y="3155086"/>
                  </a:lnTo>
                  <a:lnTo>
                    <a:pt x="2071662" y="3157220"/>
                  </a:lnTo>
                  <a:lnTo>
                    <a:pt x="2117013" y="3131007"/>
                  </a:lnTo>
                  <a:lnTo>
                    <a:pt x="2117293" y="3128695"/>
                  </a:lnTo>
                  <a:lnTo>
                    <a:pt x="2117483" y="3127159"/>
                  </a:lnTo>
                  <a:lnTo>
                    <a:pt x="2117750" y="3124949"/>
                  </a:lnTo>
                  <a:close/>
                </a:path>
                <a:path w="7528559" h="4354195">
                  <a:moveTo>
                    <a:pt x="2319655" y="3013887"/>
                  </a:moveTo>
                  <a:lnTo>
                    <a:pt x="2318512" y="3012427"/>
                  </a:lnTo>
                  <a:lnTo>
                    <a:pt x="2317750" y="3011462"/>
                  </a:lnTo>
                  <a:lnTo>
                    <a:pt x="2316645" y="3010052"/>
                  </a:lnTo>
                  <a:lnTo>
                    <a:pt x="2267915" y="3038195"/>
                  </a:lnTo>
                  <a:lnTo>
                    <a:pt x="2268893" y="3039681"/>
                  </a:lnTo>
                  <a:lnTo>
                    <a:pt x="2269553" y="3040710"/>
                  </a:lnTo>
                  <a:lnTo>
                    <a:pt x="2270569" y="3042259"/>
                  </a:lnTo>
                  <a:lnTo>
                    <a:pt x="2319655" y="3013887"/>
                  </a:lnTo>
                  <a:close/>
                </a:path>
                <a:path w="7528559" h="4354195">
                  <a:moveTo>
                    <a:pt x="2482596" y="2919717"/>
                  </a:moveTo>
                  <a:lnTo>
                    <a:pt x="2481961" y="2917964"/>
                  </a:lnTo>
                  <a:lnTo>
                    <a:pt x="2481542" y="2916821"/>
                  </a:lnTo>
                  <a:lnTo>
                    <a:pt x="2480945" y="2915145"/>
                  </a:lnTo>
                  <a:lnTo>
                    <a:pt x="2424303" y="2947860"/>
                  </a:lnTo>
                  <a:lnTo>
                    <a:pt x="2424188" y="2949956"/>
                  </a:lnTo>
                  <a:lnTo>
                    <a:pt x="2424125" y="2951391"/>
                  </a:lnTo>
                  <a:lnTo>
                    <a:pt x="2424011" y="2953575"/>
                  </a:lnTo>
                  <a:lnTo>
                    <a:pt x="2482596" y="2919717"/>
                  </a:lnTo>
                  <a:close/>
                </a:path>
                <a:path w="7528559" h="4354195">
                  <a:moveTo>
                    <a:pt x="2692362" y="2796387"/>
                  </a:moveTo>
                  <a:lnTo>
                    <a:pt x="2692349" y="2795016"/>
                  </a:lnTo>
                  <a:lnTo>
                    <a:pt x="2692311" y="2793034"/>
                  </a:lnTo>
                  <a:lnTo>
                    <a:pt x="2653931" y="2815209"/>
                  </a:lnTo>
                  <a:lnTo>
                    <a:pt x="2654350" y="2816974"/>
                  </a:lnTo>
                  <a:lnTo>
                    <a:pt x="2654630" y="2818180"/>
                  </a:lnTo>
                  <a:lnTo>
                    <a:pt x="2655011" y="2819730"/>
                  </a:lnTo>
                  <a:lnTo>
                    <a:pt x="2655049" y="2820035"/>
                  </a:lnTo>
                  <a:lnTo>
                    <a:pt x="2691790" y="2798800"/>
                  </a:lnTo>
                  <a:lnTo>
                    <a:pt x="2692362" y="2796387"/>
                  </a:lnTo>
                  <a:close/>
                </a:path>
                <a:path w="7528559" h="4354195">
                  <a:moveTo>
                    <a:pt x="2837662" y="2714485"/>
                  </a:moveTo>
                  <a:lnTo>
                    <a:pt x="2835821" y="2713482"/>
                  </a:lnTo>
                  <a:lnTo>
                    <a:pt x="2834602" y="2712821"/>
                  </a:lnTo>
                  <a:lnTo>
                    <a:pt x="2832824" y="2711869"/>
                  </a:lnTo>
                  <a:lnTo>
                    <a:pt x="2778874" y="2743035"/>
                  </a:lnTo>
                  <a:lnTo>
                    <a:pt x="2780538" y="2744063"/>
                  </a:lnTo>
                  <a:lnTo>
                    <a:pt x="2781668" y="2744774"/>
                  </a:lnTo>
                  <a:lnTo>
                    <a:pt x="2783395" y="2745854"/>
                  </a:lnTo>
                  <a:lnTo>
                    <a:pt x="2837662" y="2714485"/>
                  </a:lnTo>
                  <a:close/>
                </a:path>
                <a:path w="7528559" h="4354195">
                  <a:moveTo>
                    <a:pt x="3270389" y="2459088"/>
                  </a:moveTo>
                  <a:lnTo>
                    <a:pt x="3251276" y="2470137"/>
                  </a:lnTo>
                  <a:lnTo>
                    <a:pt x="3251276" y="2472093"/>
                  </a:lnTo>
                  <a:lnTo>
                    <a:pt x="3251276" y="2473058"/>
                  </a:lnTo>
                  <a:lnTo>
                    <a:pt x="3250819" y="2472347"/>
                  </a:lnTo>
                  <a:lnTo>
                    <a:pt x="3249930" y="2470912"/>
                  </a:lnTo>
                  <a:lnTo>
                    <a:pt x="3202216" y="2498471"/>
                  </a:lnTo>
                  <a:lnTo>
                    <a:pt x="3203105" y="2499918"/>
                  </a:lnTo>
                  <a:lnTo>
                    <a:pt x="3203702" y="2500884"/>
                  </a:lnTo>
                  <a:lnTo>
                    <a:pt x="3204629" y="2502382"/>
                  </a:lnTo>
                  <a:lnTo>
                    <a:pt x="3270173" y="2464498"/>
                  </a:lnTo>
                  <a:lnTo>
                    <a:pt x="3270250" y="2462428"/>
                  </a:lnTo>
                  <a:lnTo>
                    <a:pt x="3270313" y="2461082"/>
                  </a:lnTo>
                  <a:lnTo>
                    <a:pt x="3270389" y="2459088"/>
                  </a:lnTo>
                  <a:close/>
                </a:path>
                <a:path w="7528559" h="4354195">
                  <a:moveTo>
                    <a:pt x="3462261" y="2353475"/>
                  </a:moveTo>
                  <a:lnTo>
                    <a:pt x="3461245" y="2352065"/>
                  </a:lnTo>
                  <a:lnTo>
                    <a:pt x="3460597" y="2351138"/>
                  </a:lnTo>
                  <a:lnTo>
                    <a:pt x="3459619" y="2349779"/>
                  </a:lnTo>
                  <a:lnTo>
                    <a:pt x="3409213" y="2378900"/>
                  </a:lnTo>
                  <a:lnTo>
                    <a:pt x="3410432" y="2380132"/>
                  </a:lnTo>
                  <a:lnTo>
                    <a:pt x="3411245" y="2380958"/>
                  </a:lnTo>
                  <a:lnTo>
                    <a:pt x="3412515" y="2382228"/>
                  </a:lnTo>
                  <a:lnTo>
                    <a:pt x="3462261" y="2353475"/>
                  </a:lnTo>
                  <a:close/>
                </a:path>
                <a:path w="7528559" h="4354195">
                  <a:moveTo>
                    <a:pt x="3646233" y="2241981"/>
                  </a:moveTo>
                  <a:lnTo>
                    <a:pt x="3601669" y="2267712"/>
                  </a:lnTo>
                  <a:lnTo>
                    <a:pt x="3601707" y="2269617"/>
                  </a:lnTo>
                  <a:lnTo>
                    <a:pt x="3601720" y="2270887"/>
                  </a:lnTo>
                  <a:lnTo>
                    <a:pt x="3601758" y="2272842"/>
                  </a:lnTo>
                  <a:lnTo>
                    <a:pt x="3645547" y="2247531"/>
                  </a:lnTo>
                  <a:lnTo>
                    <a:pt x="3645814" y="2245410"/>
                  </a:lnTo>
                  <a:lnTo>
                    <a:pt x="3645979" y="2244039"/>
                  </a:lnTo>
                  <a:lnTo>
                    <a:pt x="3646233" y="2241981"/>
                  </a:lnTo>
                  <a:close/>
                </a:path>
                <a:path w="7528559" h="4354195">
                  <a:moveTo>
                    <a:pt x="3870020" y="2112695"/>
                  </a:moveTo>
                  <a:lnTo>
                    <a:pt x="3828935" y="2136432"/>
                  </a:lnTo>
                  <a:lnTo>
                    <a:pt x="3829253" y="2138134"/>
                  </a:lnTo>
                  <a:lnTo>
                    <a:pt x="3829469" y="2139277"/>
                  </a:lnTo>
                  <a:lnTo>
                    <a:pt x="3829799" y="2141042"/>
                  </a:lnTo>
                  <a:lnTo>
                    <a:pt x="3870020" y="2117801"/>
                  </a:lnTo>
                  <a:lnTo>
                    <a:pt x="3870020" y="2115845"/>
                  </a:lnTo>
                  <a:lnTo>
                    <a:pt x="3870020" y="2114588"/>
                  </a:lnTo>
                  <a:lnTo>
                    <a:pt x="3870020" y="2112695"/>
                  </a:lnTo>
                  <a:close/>
                </a:path>
                <a:path w="7528559" h="4354195">
                  <a:moveTo>
                    <a:pt x="4117276" y="1971725"/>
                  </a:moveTo>
                  <a:lnTo>
                    <a:pt x="4117263" y="1969871"/>
                  </a:lnTo>
                  <a:lnTo>
                    <a:pt x="4078948" y="1992007"/>
                  </a:lnTo>
                  <a:lnTo>
                    <a:pt x="4079354" y="1993646"/>
                  </a:lnTo>
                  <a:lnTo>
                    <a:pt x="4079621" y="1994725"/>
                  </a:lnTo>
                  <a:lnTo>
                    <a:pt x="4079951" y="1996046"/>
                  </a:lnTo>
                  <a:lnTo>
                    <a:pt x="4080002" y="1996427"/>
                  </a:lnTo>
                  <a:lnTo>
                    <a:pt x="4116628" y="1975256"/>
                  </a:lnTo>
                  <a:lnTo>
                    <a:pt x="4117175" y="1973021"/>
                  </a:lnTo>
                  <a:lnTo>
                    <a:pt x="4117276" y="1971725"/>
                  </a:lnTo>
                  <a:close/>
                </a:path>
                <a:path w="7528559" h="4354195">
                  <a:moveTo>
                    <a:pt x="4262120" y="1891169"/>
                  </a:moveTo>
                  <a:lnTo>
                    <a:pt x="4260367" y="1890268"/>
                  </a:lnTo>
                  <a:lnTo>
                    <a:pt x="4259262" y="1889696"/>
                  </a:lnTo>
                  <a:lnTo>
                    <a:pt x="4257586" y="1888807"/>
                  </a:lnTo>
                  <a:lnTo>
                    <a:pt x="4203649" y="1919960"/>
                  </a:lnTo>
                  <a:lnTo>
                    <a:pt x="4205186" y="1920925"/>
                  </a:lnTo>
                  <a:lnTo>
                    <a:pt x="4206202" y="1921560"/>
                  </a:lnTo>
                  <a:lnTo>
                    <a:pt x="4207802" y="1922564"/>
                  </a:lnTo>
                  <a:lnTo>
                    <a:pt x="4262120" y="1891169"/>
                  </a:lnTo>
                  <a:close/>
                </a:path>
                <a:path w="7528559" h="4354195">
                  <a:moveTo>
                    <a:pt x="4467466" y="1769389"/>
                  </a:moveTo>
                  <a:lnTo>
                    <a:pt x="4467428" y="1767586"/>
                  </a:lnTo>
                  <a:lnTo>
                    <a:pt x="4427410" y="1790700"/>
                  </a:lnTo>
                  <a:lnTo>
                    <a:pt x="4427791" y="1792312"/>
                  </a:lnTo>
                  <a:lnTo>
                    <a:pt x="4428033" y="1793379"/>
                  </a:lnTo>
                  <a:lnTo>
                    <a:pt x="4428426" y="1795043"/>
                  </a:lnTo>
                  <a:lnTo>
                    <a:pt x="4467149" y="1772666"/>
                  </a:lnTo>
                  <a:lnTo>
                    <a:pt x="4467466" y="1770583"/>
                  </a:lnTo>
                  <a:lnTo>
                    <a:pt x="4467466" y="1769389"/>
                  </a:lnTo>
                  <a:close/>
                </a:path>
                <a:path w="7528559" h="4354195">
                  <a:moveTo>
                    <a:pt x="4919396" y="1506486"/>
                  </a:moveTo>
                  <a:lnTo>
                    <a:pt x="4891748" y="1522463"/>
                  </a:lnTo>
                  <a:lnTo>
                    <a:pt x="4891392" y="1524457"/>
                  </a:lnTo>
                  <a:lnTo>
                    <a:pt x="4891176" y="1525739"/>
                  </a:lnTo>
                  <a:lnTo>
                    <a:pt x="4890821" y="1527784"/>
                  </a:lnTo>
                  <a:lnTo>
                    <a:pt x="4919256" y="1511338"/>
                  </a:lnTo>
                  <a:lnTo>
                    <a:pt x="4919307" y="1509483"/>
                  </a:lnTo>
                  <a:lnTo>
                    <a:pt x="4919345" y="1508302"/>
                  </a:lnTo>
                  <a:lnTo>
                    <a:pt x="4919396" y="1506486"/>
                  </a:lnTo>
                  <a:close/>
                </a:path>
                <a:path w="7528559" h="4354195">
                  <a:moveTo>
                    <a:pt x="5079962" y="1418450"/>
                  </a:moveTo>
                  <a:lnTo>
                    <a:pt x="5078971" y="1417218"/>
                  </a:lnTo>
                  <a:lnTo>
                    <a:pt x="5078349" y="1416431"/>
                  </a:lnTo>
                  <a:lnTo>
                    <a:pt x="5077384" y="1415224"/>
                  </a:lnTo>
                  <a:lnTo>
                    <a:pt x="5028514" y="1443456"/>
                  </a:lnTo>
                  <a:lnTo>
                    <a:pt x="5029390" y="1444726"/>
                  </a:lnTo>
                  <a:lnTo>
                    <a:pt x="5029962" y="1445539"/>
                  </a:lnTo>
                  <a:lnTo>
                    <a:pt x="5030851" y="1446847"/>
                  </a:lnTo>
                  <a:lnTo>
                    <a:pt x="5079962" y="1418450"/>
                  </a:lnTo>
                  <a:close/>
                </a:path>
                <a:path w="7528559" h="4354195">
                  <a:moveTo>
                    <a:pt x="5308739" y="1281569"/>
                  </a:moveTo>
                  <a:lnTo>
                    <a:pt x="5268620" y="1304747"/>
                  </a:lnTo>
                  <a:lnTo>
                    <a:pt x="5268912" y="1306334"/>
                  </a:lnTo>
                  <a:lnTo>
                    <a:pt x="5269090" y="1307350"/>
                  </a:lnTo>
                  <a:lnTo>
                    <a:pt x="5269395" y="1308976"/>
                  </a:lnTo>
                  <a:lnTo>
                    <a:pt x="5308625" y="1286294"/>
                  </a:lnTo>
                  <a:lnTo>
                    <a:pt x="5308689" y="1284465"/>
                  </a:lnTo>
                  <a:lnTo>
                    <a:pt x="5308714" y="1283335"/>
                  </a:lnTo>
                  <a:lnTo>
                    <a:pt x="5308739" y="1281569"/>
                  </a:lnTo>
                  <a:close/>
                </a:path>
                <a:path w="7528559" h="4354195">
                  <a:moveTo>
                    <a:pt x="5593613" y="1121575"/>
                  </a:moveTo>
                  <a:lnTo>
                    <a:pt x="5593600" y="1119822"/>
                  </a:lnTo>
                  <a:lnTo>
                    <a:pt x="5593562" y="1118768"/>
                  </a:lnTo>
                  <a:lnTo>
                    <a:pt x="5593486" y="1117079"/>
                  </a:lnTo>
                  <a:lnTo>
                    <a:pt x="5552059" y="1141006"/>
                  </a:lnTo>
                  <a:lnTo>
                    <a:pt x="5552351" y="1142568"/>
                  </a:lnTo>
                  <a:lnTo>
                    <a:pt x="5552529" y="1143558"/>
                  </a:lnTo>
                  <a:lnTo>
                    <a:pt x="5552821" y="1145146"/>
                  </a:lnTo>
                  <a:lnTo>
                    <a:pt x="5593613" y="1121575"/>
                  </a:lnTo>
                  <a:close/>
                </a:path>
                <a:path w="7528559" h="4354195">
                  <a:moveTo>
                    <a:pt x="5842127" y="973442"/>
                  </a:moveTo>
                  <a:lnTo>
                    <a:pt x="5802147" y="996543"/>
                  </a:lnTo>
                  <a:lnTo>
                    <a:pt x="5802503" y="998042"/>
                  </a:lnTo>
                  <a:lnTo>
                    <a:pt x="5802719" y="998982"/>
                  </a:lnTo>
                  <a:lnTo>
                    <a:pt x="5803074" y="1000506"/>
                  </a:lnTo>
                  <a:lnTo>
                    <a:pt x="5841911" y="978065"/>
                  </a:lnTo>
                  <a:lnTo>
                    <a:pt x="5842076" y="976490"/>
                  </a:lnTo>
                  <a:lnTo>
                    <a:pt x="5842076" y="976236"/>
                  </a:lnTo>
                  <a:lnTo>
                    <a:pt x="5842089" y="975169"/>
                  </a:lnTo>
                  <a:lnTo>
                    <a:pt x="5842127" y="973442"/>
                  </a:lnTo>
                  <a:close/>
                </a:path>
                <a:path w="7528559" h="4354195">
                  <a:moveTo>
                    <a:pt x="6154305" y="797496"/>
                  </a:moveTo>
                  <a:lnTo>
                    <a:pt x="6154242" y="795832"/>
                  </a:lnTo>
                  <a:lnTo>
                    <a:pt x="6154204" y="794829"/>
                  </a:lnTo>
                  <a:lnTo>
                    <a:pt x="6154140" y="793203"/>
                  </a:lnTo>
                  <a:lnTo>
                    <a:pt x="6126289" y="809294"/>
                  </a:lnTo>
                  <a:lnTo>
                    <a:pt x="6126518" y="810831"/>
                  </a:lnTo>
                  <a:lnTo>
                    <a:pt x="6126658" y="811784"/>
                  </a:lnTo>
                  <a:lnTo>
                    <a:pt x="6126886" y="813346"/>
                  </a:lnTo>
                  <a:lnTo>
                    <a:pt x="6154305" y="797496"/>
                  </a:lnTo>
                  <a:close/>
                </a:path>
                <a:path w="7528559" h="4354195">
                  <a:moveTo>
                    <a:pt x="6347612" y="685774"/>
                  </a:moveTo>
                  <a:lnTo>
                    <a:pt x="6347142" y="684364"/>
                  </a:lnTo>
                  <a:lnTo>
                    <a:pt x="6346850" y="683526"/>
                  </a:lnTo>
                  <a:lnTo>
                    <a:pt x="6346380" y="682142"/>
                  </a:lnTo>
                  <a:lnTo>
                    <a:pt x="6312332" y="701814"/>
                  </a:lnTo>
                  <a:lnTo>
                    <a:pt x="6312814" y="703199"/>
                  </a:lnTo>
                  <a:lnTo>
                    <a:pt x="6312992" y="703694"/>
                  </a:lnTo>
                  <a:lnTo>
                    <a:pt x="6312573" y="703326"/>
                  </a:lnTo>
                  <a:lnTo>
                    <a:pt x="6311443" y="702335"/>
                  </a:lnTo>
                  <a:lnTo>
                    <a:pt x="6266535" y="728268"/>
                  </a:lnTo>
                  <a:lnTo>
                    <a:pt x="6267932" y="729119"/>
                  </a:lnTo>
                  <a:lnTo>
                    <a:pt x="6268796" y="729640"/>
                  </a:lnTo>
                  <a:lnTo>
                    <a:pt x="6270218" y="730504"/>
                  </a:lnTo>
                  <a:lnTo>
                    <a:pt x="6347612" y="685774"/>
                  </a:lnTo>
                  <a:close/>
                </a:path>
                <a:path w="7528559" h="4354195">
                  <a:moveTo>
                    <a:pt x="6578206" y="548220"/>
                  </a:moveTo>
                  <a:lnTo>
                    <a:pt x="6538061" y="571423"/>
                  </a:lnTo>
                  <a:lnTo>
                    <a:pt x="6538328" y="572897"/>
                  </a:lnTo>
                  <a:lnTo>
                    <a:pt x="6538493" y="573786"/>
                  </a:lnTo>
                  <a:lnTo>
                    <a:pt x="6538760" y="575284"/>
                  </a:lnTo>
                  <a:lnTo>
                    <a:pt x="6577952" y="552627"/>
                  </a:lnTo>
                  <a:lnTo>
                    <a:pt x="6578168" y="551294"/>
                  </a:lnTo>
                  <a:lnTo>
                    <a:pt x="6578168" y="550862"/>
                  </a:lnTo>
                  <a:lnTo>
                    <a:pt x="6578181" y="549871"/>
                  </a:lnTo>
                  <a:lnTo>
                    <a:pt x="6578206" y="548220"/>
                  </a:lnTo>
                  <a:close/>
                </a:path>
                <a:path w="7528559" h="4354195">
                  <a:moveTo>
                    <a:pt x="6789623" y="428040"/>
                  </a:moveTo>
                  <a:lnTo>
                    <a:pt x="6789610" y="427710"/>
                  </a:lnTo>
                  <a:lnTo>
                    <a:pt x="6789572" y="426123"/>
                  </a:lnTo>
                  <a:lnTo>
                    <a:pt x="6751091" y="448348"/>
                  </a:lnTo>
                  <a:lnTo>
                    <a:pt x="6751358" y="449808"/>
                  </a:lnTo>
                  <a:lnTo>
                    <a:pt x="6751498" y="450697"/>
                  </a:lnTo>
                  <a:lnTo>
                    <a:pt x="6751739" y="452183"/>
                  </a:lnTo>
                  <a:lnTo>
                    <a:pt x="6789064" y="430618"/>
                  </a:lnTo>
                  <a:lnTo>
                    <a:pt x="6789458" y="428764"/>
                  </a:lnTo>
                  <a:lnTo>
                    <a:pt x="6789623" y="428040"/>
                  </a:lnTo>
                  <a:close/>
                </a:path>
                <a:path w="7528559" h="4354195">
                  <a:moveTo>
                    <a:pt x="6944068" y="341020"/>
                  </a:moveTo>
                  <a:lnTo>
                    <a:pt x="6943255" y="339890"/>
                  </a:lnTo>
                  <a:lnTo>
                    <a:pt x="6942772" y="339217"/>
                  </a:lnTo>
                  <a:lnTo>
                    <a:pt x="6941972" y="338086"/>
                  </a:lnTo>
                  <a:lnTo>
                    <a:pt x="6891807" y="367068"/>
                  </a:lnTo>
                  <a:lnTo>
                    <a:pt x="6892798" y="368096"/>
                  </a:lnTo>
                  <a:lnTo>
                    <a:pt x="6893382" y="368706"/>
                  </a:lnTo>
                  <a:lnTo>
                    <a:pt x="6894385" y="369735"/>
                  </a:lnTo>
                  <a:lnTo>
                    <a:pt x="6944068" y="341020"/>
                  </a:lnTo>
                  <a:close/>
                </a:path>
                <a:path w="7528559" h="4354195">
                  <a:moveTo>
                    <a:pt x="7128497" y="230327"/>
                  </a:moveTo>
                  <a:lnTo>
                    <a:pt x="7084034" y="256019"/>
                  </a:lnTo>
                  <a:lnTo>
                    <a:pt x="7084060" y="257581"/>
                  </a:lnTo>
                  <a:lnTo>
                    <a:pt x="7084073" y="258508"/>
                  </a:lnTo>
                  <a:lnTo>
                    <a:pt x="7084098" y="260083"/>
                  </a:lnTo>
                  <a:lnTo>
                    <a:pt x="7127976" y="234734"/>
                  </a:lnTo>
                  <a:lnTo>
                    <a:pt x="7128180" y="233032"/>
                  </a:lnTo>
                  <a:lnTo>
                    <a:pt x="7128294" y="232029"/>
                  </a:lnTo>
                  <a:lnTo>
                    <a:pt x="7128497" y="230327"/>
                  </a:lnTo>
                  <a:close/>
                </a:path>
                <a:path w="7528559" h="4354195">
                  <a:moveTo>
                    <a:pt x="7335418" y="114833"/>
                  </a:moveTo>
                  <a:lnTo>
                    <a:pt x="7335355" y="113296"/>
                  </a:lnTo>
                  <a:lnTo>
                    <a:pt x="7335317" y="112407"/>
                  </a:lnTo>
                  <a:lnTo>
                    <a:pt x="7335253" y="110896"/>
                  </a:lnTo>
                  <a:lnTo>
                    <a:pt x="7307402" y="126974"/>
                  </a:lnTo>
                  <a:lnTo>
                    <a:pt x="7307618" y="128422"/>
                  </a:lnTo>
                  <a:lnTo>
                    <a:pt x="7307732" y="129260"/>
                  </a:lnTo>
                  <a:lnTo>
                    <a:pt x="7307935" y="130708"/>
                  </a:lnTo>
                  <a:lnTo>
                    <a:pt x="7335418" y="114833"/>
                  </a:lnTo>
                  <a:close/>
                </a:path>
                <a:path w="7528559" h="4354195">
                  <a:moveTo>
                    <a:pt x="7528319" y="3327"/>
                  </a:moveTo>
                  <a:lnTo>
                    <a:pt x="7527887" y="2044"/>
                  </a:lnTo>
                  <a:lnTo>
                    <a:pt x="7527633" y="1295"/>
                  </a:lnTo>
                  <a:lnTo>
                    <a:pt x="7527201" y="0"/>
                  </a:lnTo>
                  <a:lnTo>
                    <a:pt x="7493559" y="19443"/>
                  </a:lnTo>
                  <a:lnTo>
                    <a:pt x="7493902" y="20789"/>
                  </a:lnTo>
                  <a:lnTo>
                    <a:pt x="7494029" y="20789"/>
                  </a:lnTo>
                  <a:lnTo>
                    <a:pt x="7494092" y="20942"/>
                  </a:lnTo>
                  <a:lnTo>
                    <a:pt x="7493902" y="20789"/>
                  </a:lnTo>
                  <a:lnTo>
                    <a:pt x="7492847" y="19850"/>
                  </a:lnTo>
                  <a:lnTo>
                    <a:pt x="7447915" y="45808"/>
                  </a:lnTo>
                  <a:lnTo>
                    <a:pt x="7449198" y="46609"/>
                  </a:lnTo>
                  <a:lnTo>
                    <a:pt x="7449947" y="47078"/>
                  </a:lnTo>
                  <a:lnTo>
                    <a:pt x="7451242" y="47879"/>
                  </a:lnTo>
                  <a:lnTo>
                    <a:pt x="7528319" y="3327"/>
                  </a:lnTo>
                  <a:close/>
                </a:path>
              </a:pathLst>
            </a:custGeom>
            <a:solidFill>
              <a:srgbClr val="4C4C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48814" y="1096551"/>
              <a:ext cx="7528559" cy="4352290"/>
            </a:xfrm>
            <a:custGeom>
              <a:avLst/>
              <a:gdLst/>
              <a:ahLst/>
              <a:cxnLst/>
              <a:rect l="l" t="t" r="r" b="b"/>
              <a:pathLst>
                <a:path w="7528559" h="4352290">
                  <a:moveTo>
                    <a:pt x="6943030" y="337696"/>
                  </a:moveTo>
                  <a:lnTo>
                    <a:pt x="6893354" y="366408"/>
                  </a:lnTo>
                  <a:lnTo>
                    <a:pt x="6894792" y="367896"/>
                  </a:lnTo>
                  <a:lnTo>
                    <a:pt x="6944379" y="339240"/>
                  </a:lnTo>
                  <a:lnTo>
                    <a:pt x="6943817" y="338802"/>
                  </a:lnTo>
                  <a:lnTo>
                    <a:pt x="6943030" y="337696"/>
                  </a:lnTo>
                  <a:close/>
                </a:path>
                <a:path w="7528559" h="4352290">
                  <a:moveTo>
                    <a:pt x="7126938" y="231399"/>
                  </a:moveTo>
                  <a:lnTo>
                    <a:pt x="7083070" y="256754"/>
                  </a:lnTo>
                  <a:lnTo>
                    <a:pt x="7082966" y="259154"/>
                  </a:lnTo>
                  <a:lnTo>
                    <a:pt x="7126635" y="233918"/>
                  </a:lnTo>
                  <a:lnTo>
                    <a:pt x="7126938" y="231399"/>
                  </a:lnTo>
                  <a:close/>
                </a:path>
                <a:path w="7528559" h="4352290">
                  <a:moveTo>
                    <a:pt x="3461223" y="2350148"/>
                  </a:moveTo>
                  <a:lnTo>
                    <a:pt x="3411481" y="2378898"/>
                  </a:lnTo>
                  <a:lnTo>
                    <a:pt x="3412694" y="2380122"/>
                  </a:lnTo>
                  <a:lnTo>
                    <a:pt x="3462522" y="2351327"/>
                  </a:lnTo>
                  <a:lnTo>
                    <a:pt x="3461477" y="2350506"/>
                  </a:lnTo>
                  <a:lnTo>
                    <a:pt x="3461223" y="2350148"/>
                  </a:lnTo>
                  <a:close/>
                </a:path>
                <a:path w="7528559" h="4352290">
                  <a:moveTo>
                    <a:pt x="3644514" y="2244207"/>
                  </a:moveTo>
                  <a:lnTo>
                    <a:pt x="3600723" y="2269518"/>
                  </a:lnTo>
                  <a:lnTo>
                    <a:pt x="3600754" y="2271446"/>
                  </a:lnTo>
                  <a:lnTo>
                    <a:pt x="3644257" y="2246307"/>
                  </a:lnTo>
                  <a:lnTo>
                    <a:pt x="3644514" y="2244207"/>
                  </a:lnTo>
                  <a:close/>
                </a:path>
                <a:path w="7528559" h="4352290">
                  <a:moveTo>
                    <a:pt x="1932439" y="3233770"/>
                  </a:moveTo>
                  <a:lnTo>
                    <a:pt x="1882261" y="3262773"/>
                  </a:lnTo>
                  <a:lnTo>
                    <a:pt x="1883345" y="3263899"/>
                  </a:lnTo>
                  <a:lnTo>
                    <a:pt x="1933516" y="3234906"/>
                  </a:lnTo>
                  <a:lnTo>
                    <a:pt x="1932905" y="3234426"/>
                  </a:lnTo>
                  <a:lnTo>
                    <a:pt x="1932439" y="3233770"/>
                  </a:lnTo>
                  <a:close/>
                </a:path>
                <a:path w="7528559" h="4352290">
                  <a:moveTo>
                    <a:pt x="2115983" y="3127684"/>
                  </a:moveTo>
                  <a:lnTo>
                    <a:pt x="2070634" y="3153895"/>
                  </a:lnTo>
                  <a:lnTo>
                    <a:pt x="2070712" y="3155624"/>
                  </a:lnTo>
                  <a:lnTo>
                    <a:pt x="2115750" y="3129597"/>
                  </a:lnTo>
                  <a:lnTo>
                    <a:pt x="2115983" y="3127684"/>
                  </a:lnTo>
                  <a:close/>
                </a:path>
                <a:path w="7528559" h="4352290">
                  <a:moveTo>
                    <a:pt x="6788030" y="427284"/>
                  </a:moveTo>
                  <a:lnTo>
                    <a:pt x="6750704" y="448859"/>
                  </a:lnTo>
                  <a:lnTo>
                    <a:pt x="6751041" y="450966"/>
                  </a:lnTo>
                  <a:lnTo>
                    <a:pt x="6787462" y="429919"/>
                  </a:lnTo>
                  <a:lnTo>
                    <a:pt x="6788030" y="427284"/>
                  </a:lnTo>
                  <a:close/>
                </a:path>
                <a:path w="7528559" h="4352290">
                  <a:moveTo>
                    <a:pt x="5840877" y="974730"/>
                  </a:moveTo>
                  <a:lnTo>
                    <a:pt x="5802045" y="997175"/>
                  </a:lnTo>
                  <a:lnTo>
                    <a:pt x="5802175" y="997726"/>
                  </a:lnTo>
                  <a:lnTo>
                    <a:pt x="5802354" y="999191"/>
                  </a:lnTo>
                  <a:lnTo>
                    <a:pt x="5840639" y="977067"/>
                  </a:lnTo>
                  <a:lnTo>
                    <a:pt x="5840877" y="974730"/>
                  </a:lnTo>
                  <a:close/>
                </a:path>
                <a:path w="7528559" h="4352290">
                  <a:moveTo>
                    <a:pt x="4466051" y="1769366"/>
                  </a:moveTo>
                  <a:lnTo>
                    <a:pt x="4427387" y="1791714"/>
                  </a:lnTo>
                  <a:lnTo>
                    <a:pt x="4427527" y="1792317"/>
                  </a:lnTo>
                  <a:lnTo>
                    <a:pt x="4427681" y="1793584"/>
                  </a:lnTo>
                  <a:lnTo>
                    <a:pt x="4465706" y="1771610"/>
                  </a:lnTo>
                  <a:lnTo>
                    <a:pt x="4466051" y="1769366"/>
                  </a:lnTo>
                  <a:close/>
                </a:path>
                <a:path w="7528559" h="4352290">
                  <a:moveTo>
                    <a:pt x="4261082" y="1887836"/>
                  </a:moveTo>
                  <a:lnTo>
                    <a:pt x="4206765" y="1919231"/>
                  </a:lnTo>
                  <a:lnTo>
                    <a:pt x="4208440" y="1920278"/>
                  </a:lnTo>
                  <a:lnTo>
                    <a:pt x="4262932" y="1888789"/>
                  </a:lnTo>
                  <a:lnTo>
                    <a:pt x="4261082" y="1887836"/>
                  </a:lnTo>
                  <a:close/>
                </a:path>
                <a:path w="7528559" h="4352290">
                  <a:moveTo>
                    <a:pt x="4115598" y="1971925"/>
                  </a:moveTo>
                  <a:lnTo>
                    <a:pt x="4078970" y="1993096"/>
                  </a:lnTo>
                  <a:lnTo>
                    <a:pt x="4079255" y="1994932"/>
                  </a:lnTo>
                  <a:lnTo>
                    <a:pt x="4115035" y="1974255"/>
                  </a:lnTo>
                  <a:lnTo>
                    <a:pt x="4115598" y="1971925"/>
                  </a:lnTo>
                  <a:close/>
                </a:path>
                <a:path w="7528559" h="4352290">
                  <a:moveTo>
                    <a:pt x="2836630" y="2711156"/>
                  </a:moveTo>
                  <a:lnTo>
                    <a:pt x="2782359" y="2742525"/>
                  </a:lnTo>
                  <a:lnTo>
                    <a:pt x="2783900" y="2743488"/>
                  </a:lnTo>
                  <a:lnTo>
                    <a:pt x="2838291" y="2712057"/>
                  </a:lnTo>
                  <a:lnTo>
                    <a:pt x="2836630" y="2711156"/>
                  </a:lnTo>
                  <a:close/>
                </a:path>
                <a:path w="7528559" h="4352290">
                  <a:moveTo>
                    <a:pt x="2690723" y="2795490"/>
                  </a:moveTo>
                  <a:lnTo>
                    <a:pt x="2654018" y="2816705"/>
                  </a:lnTo>
                  <a:lnTo>
                    <a:pt x="2654270" y="2818398"/>
                  </a:lnTo>
                  <a:lnTo>
                    <a:pt x="2690216" y="2797626"/>
                  </a:lnTo>
                  <a:lnTo>
                    <a:pt x="2690723" y="2795490"/>
                  </a:lnTo>
                  <a:close/>
                </a:path>
                <a:path w="7528559" h="4352290">
                  <a:moveTo>
                    <a:pt x="1686605" y="3375860"/>
                  </a:moveTo>
                  <a:lnTo>
                    <a:pt x="1648715" y="3397760"/>
                  </a:lnTo>
                  <a:lnTo>
                    <a:pt x="1648954" y="3399348"/>
                  </a:lnTo>
                  <a:lnTo>
                    <a:pt x="1686159" y="3377848"/>
                  </a:lnTo>
                  <a:lnTo>
                    <a:pt x="1686605" y="3375860"/>
                  </a:lnTo>
                  <a:close/>
                </a:path>
                <a:path w="7528559" h="4352290">
                  <a:moveTo>
                    <a:pt x="1343111" y="3574396"/>
                  </a:moveTo>
                  <a:lnTo>
                    <a:pt x="1306002" y="3595845"/>
                  </a:lnTo>
                  <a:lnTo>
                    <a:pt x="1306278" y="3597373"/>
                  </a:lnTo>
                  <a:lnTo>
                    <a:pt x="1342660" y="3576348"/>
                  </a:lnTo>
                  <a:lnTo>
                    <a:pt x="1343111" y="3574396"/>
                  </a:lnTo>
                  <a:close/>
                </a:path>
                <a:path w="7528559" h="4352290">
                  <a:moveTo>
                    <a:pt x="906217" y="3826917"/>
                  </a:moveTo>
                  <a:lnTo>
                    <a:pt x="851849" y="3858342"/>
                  </a:lnTo>
                  <a:lnTo>
                    <a:pt x="853209" y="3859192"/>
                  </a:lnTo>
                  <a:lnTo>
                    <a:pt x="907705" y="3827699"/>
                  </a:lnTo>
                  <a:lnTo>
                    <a:pt x="906217" y="3826917"/>
                  </a:lnTo>
                  <a:close/>
                </a:path>
                <a:path w="7528559" h="4352290">
                  <a:moveTo>
                    <a:pt x="760155" y="3911340"/>
                  </a:moveTo>
                  <a:lnTo>
                    <a:pt x="723685" y="3932419"/>
                  </a:lnTo>
                  <a:lnTo>
                    <a:pt x="723869" y="3933934"/>
                  </a:lnTo>
                  <a:lnTo>
                    <a:pt x="759729" y="3913212"/>
                  </a:lnTo>
                  <a:lnTo>
                    <a:pt x="760155" y="3911340"/>
                  </a:lnTo>
                  <a:close/>
                </a:path>
                <a:path w="7528559" h="4352290">
                  <a:moveTo>
                    <a:pt x="469997" y="4079048"/>
                  </a:moveTo>
                  <a:lnTo>
                    <a:pt x="430577" y="4101832"/>
                  </a:lnTo>
                  <a:lnTo>
                    <a:pt x="430646" y="4102130"/>
                  </a:lnTo>
                  <a:lnTo>
                    <a:pt x="430760" y="4103315"/>
                  </a:lnTo>
                  <a:lnTo>
                    <a:pt x="469728" y="4080797"/>
                  </a:lnTo>
                  <a:lnTo>
                    <a:pt x="469997" y="4079048"/>
                  </a:lnTo>
                  <a:close/>
                </a:path>
                <a:path w="7528559" h="4352290">
                  <a:moveTo>
                    <a:pt x="2481557" y="2916385"/>
                  </a:moveTo>
                  <a:lnTo>
                    <a:pt x="2422979" y="2950243"/>
                  </a:lnTo>
                  <a:lnTo>
                    <a:pt x="2422856" y="2952127"/>
                  </a:lnTo>
                  <a:lnTo>
                    <a:pt x="2482100" y="2917892"/>
                  </a:lnTo>
                  <a:lnTo>
                    <a:pt x="2481557" y="2916385"/>
                  </a:lnTo>
                  <a:close/>
                </a:path>
                <a:path w="7528559" h="4352290">
                  <a:moveTo>
                    <a:pt x="2318627" y="3010558"/>
                  </a:moveTo>
                  <a:lnTo>
                    <a:pt x="2269536" y="3038932"/>
                  </a:lnTo>
                  <a:lnTo>
                    <a:pt x="2270387" y="3040236"/>
                  </a:lnTo>
                  <a:lnTo>
                    <a:pt x="2319601" y="3011796"/>
                  </a:lnTo>
                  <a:lnTo>
                    <a:pt x="2318627" y="3010558"/>
                  </a:lnTo>
                  <a:close/>
                </a:path>
                <a:path w="7528559" h="4352290">
                  <a:moveTo>
                    <a:pt x="257499" y="4201870"/>
                  </a:moveTo>
                  <a:lnTo>
                    <a:pt x="212429" y="4227920"/>
                  </a:lnTo>
                  <a:lnTo>
                    <a:pt x="212870" y="4229229"/>
                  </a:lnTo>
                  <a:lnTo>
                    <a:pt x="258014" y="4203141"/>
                  </a:lnTo>
                  <a:lnTo>
                    <a:pt x="257499" y="4201870"/>
                  </a:lnTo>
                  <a:close/>
                </a:path>
                <a:path w="7528559" h="4352290">
                  <a:moveTo>
                    <a:pt x="144835" y="4266989"/>
                  </a:moveTo>
                  <a:lnTo>
                    <a:pt x="96162" y="4295122"/>
                  </a:lnTo>
                  <a:lnTo>
                    <a:pt x="96883" y="4296255"/>
                  </a:lnTo>
                  <a:lnTo>
                    <a:pt x="144818" y="4268555"/>
                  </a:lnTo>
                  <a:lnTo>
                    <a:pt x="144835" y="4266989"/>
                  </a:lnTo>
                  <a:close/>
                </a:path>
                <a:path w="7528559" h="4352290">
                  <a:moveTo>
                    <a:pt x="27510" y="4334802"/>
                  </a:moveTo>
                  <a:lnTo>
                    <a:pt x="0" y="4350702"/>
                  </a:lnTo>
                  <a:lnTo>
                    <a:pt x="251" y="4352097"/>
                  </a:lnTo>
                  <a:lnTo>
                    <a:pt x="27618" y="4336282"/>
                  </a:lnTo>
                  <a:lnTo>
                    <a:pt x="27510" y="4334802"/>
                  </a:lnTo>
                  <a:close/>
                </a:path>
                <a:path w="7528559" h="4352290">
                  <a:moveTo>
                    <a:pt x="7527289" y="0"/>
                  </a:moveTo>
                  <a:lnTo>
                    <a:pt x="7450207" y="44552"/>
                  </a:lnTo>
                  <a:lnTo>
                    <a:pt x="7452189" y="45788"/>
                  </a:lnTo>
                  <a:lnTo>
                    <a:pt x="7527963" y="2000"/>
                  </a:lnTo>
                  <a:lnTo>
                    <a:pt x="7527289" y="0"/>
                  </a:lnTo>
                  <a:close/>
                </a:path>
                <a:path w="7528559" h="4352290">
                  <a:moveTo>
                    <a:pt x="7334381" y="111499"/>
                  </a:moveTo>
                  <a:lnTo>
                    <a:pt x="7306908" y="127378"/>
                  </a:lnTo>
                  <a:lnTo>
                    <a:pt x="7307221" y="129562"/>
                  </a:lnTo>
                  <a:lnTo>
                    <a:pt x="7334474" y="113813"/>
                  </a:lnTo>
                  <a:lnTo>
                    <a:pt x="7334381" y="111499"/>
                  </a:lnTo>
                  <a:close/>
                </a:path>
                <a:path w="7528559" h="4352290">
                  <a:moveTo>
                    <a:pt x="6346578" y="682439"/>
                  </a:moveTo>
                  <a:lnTo>
                    <a:pt x="6269190" y="727169"/>
                  </a:lnTo>
                  <a:lnTo>
                    <a:pt x="6271093" y="728317"/>
                  </a:lnTo>
                  <a:lnTo>
                    <a:pt x="6347219" y="684326"/>
                  </a:lnTo>
                  <a:lnTo>
                    <a:pt x="6346578" y="682439"/>
                  </a:lnTo>
                  <a:close/>
                </a:path>
                <a:path w="7528559" h="4352290">
                  <a:moveTo>
                    <a:pt x="6153278" y="794165"/>
                  </a:moveTo>
                  <a:lnTo>
                    <a:pt x="6125853" y="810016"/>
                  </a:lnTo>
                  <a:lnTo>
                    <a:pt x="6126155" y="812074"/>
                  </a:lnTo>
                  <a:lnTo>
                    <a:pt x="6153365" y="796349"/>
                  </a:lnTo>
                  <a:lnTo>
                    <a:pt x="6153278" y="794165"/>
                  </a:lnTo>
                  <a:close/>
                </a:path>
                <a:path w="7528559" h="4352290">
                  <a:moveTo>
                    <a:pt x="5078932" y="1415127"/>
                  </a:moveTo>
                  <a:lnTo>
                    <a:pt x="5029822" y="1443512"/>
                  </a:lnTo>
                  <a:lnTo>
                    <a:pt x="5030862" y="1445019"/>
                  </a:lnTo>
                  <a:lnTo>
                    <a:pt x="5080086" y="1416574"/>
                  </a:lnTo>
                  <a:lnTo>
                    <a:pt x="5078932" y="1415127"/>
                  </a:lnTo>
                  <a:close/>
                </a:path>
                <a:path w="7528559" h="4352290">
                  <a:moveTo>
                    <a:pt x="4918229" y="1508012"/>
                  </a:moveTo>
                  <a:lnTo>
                    <a:pt x="4889788" y="1524450"/>
                  </a:lnTo>
                  <a:lnTo>
                    <a:pt x="4889384" y="1526776"/>
                  </a:lnTo>
                  <a:lnTo>
                    <a:pt x="4918171" y="1510141"/>
                  </a:lnTo>
                  <a:lnTo>
                    <a:pt x="4918229" y="1508012"/>
                  </a:lnTo>
                  <a:close/>
                </a:path>
                <a:path w="7528559" h="4352290">
                  <a:moveTo>
                    <a:pt x="1051498" y="3742946"/>
                  </a:moveTo>
                  <a:lnTo>
                    <a:pt x="998950" y="3773319"/>
                  </a:lnTo>
                  <a:lnTo>
                    <a:pt x="999961" y="3774386"/>
                  </a:lnTo>
                  <a:lnTo>
                    <a:pt x="1052790" y="3743858"/>
                  </a:lnTo>
                  <a:lnTo>
                    <a:pt x="1051498" y="3742946"/>
                  </a:lnTo>
                  <a:close/>
                </a:path>
                <a:path w="7528559" h="4352290">
                  <a:moveTo>
                    <a:pt x="6576924" y="549302"/>
                  </a:moveTo>
                  <a:lnTo>
                    <a:pt x="6537731" y="571955"/>
                  </a:lnTo>
                  <a:lnTo>
                    <a:pt x="6538108" y="574015"/>
                  </a:lnTo>
                  <a:lnTo>
                    <a:pt x="6576539" y="551807"/>
                  </a:lnTo>
                  <a:lnTo>
                    <a:pt x="6576924" y="549302"/>
                  </a:lnTo>
                  <a:close/>
                </a:path>
                <a:path w="7528559" h="4352290">
                  <a:moveTo>
                    <a:pt x="5592579" y="1118244"/>
                  </a:moveTo>
                  <a:lnTo>
                    <a:pt x="5551791" y="1141819"/>
                  </a:lnTo>
                  <a:lnTo>
                    <a:pt x="5552151" y="1143778"/>
                  </a:lnTo>
                  <a:lnTo>
                    <a:pt x="5592207" y="1120630"/>
                  </a:lnTo>
                  <a:lnTo>
                    <a:pt x="5592579" y="1118244"/>
                  </a:lnTo>
                  <a:close/>
                </a:path>
                <a:path w="7528559" h="4352290">
                  <a:moveTo>
                    <a:pt x="5307595" y="1282962"/>
                  </a:moveTo>
                  <a:lnTo>
                    <a:pt x="5268356" y="1305642"/>
                  </a:lnTo>
                  <a:lnTo>
                    <a:pt x="5268709" y="1307572"/>
                  </a:lnTo>
                  <a:lnTo>
                    <a:pt x="5307374" y="1285229"/>
                  </a:lnTo>
                  <a:lnTo>
                    <a:pt x="5307595" y="1282962"/>
                  </a:lnTo>
                  <a:close/>
                </a:path>
                <a:path w="7528559" h="4352290">
                  <a:moveTo>
                    <a:pt x="3868981" y="2114467"/>
                  </a:moveTo>
                  <a:lnTo>
                    <a:pt x="3828765" y="2137712"/>
                  </a:lnTo>
                  <a:lnTo>
                    <a:pt x="3829099" y="2139491"/>
                  </a:lnTo>
                  <a:lnTo>
                    <a:pt x="3868655" y="2116632"/>
                  </a:lnTo>
                  <a:lnTo>
                    <a:pt x="3868981" y="2114643"/>
                  </a:lnTo>
                  <a:lnTo>
                    <a:pt x="3868981" y="2114467"/>
                  </a:lnTo>
                  <a:close/>
                </a:path>
                <a:path w="7528559" h="4352290">
                  <a:moveTo>
                    <a:pt x="3269136" y="2461172"/>
                  </a:moveTo>
                  <a:lnTo>
                    <a:pt x="3203591" y="2499056"/>
                  </a:lnTo>
                  <a:lnTo>
                    <a:pt x="3204453" y="2500460"/>
                  </a:lnTo>
                  <a:lnTo>
                    <a:pt x="3269054" y="2463128"/>
                  </a:lnTo>
                  <a:lnTo>
                    <a:pt x="3269136" y="2461172"/>
                  </a:lnTo>
                  <a:close/>
                </a:path>
              </a:pathLst>
            </a:custGeom>
            <a:solidFill>
              <a:srgbClr val="4F4F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849058" y="1098562"/>
              <a:ext cx="7529195" cy="4352290"/>
            </a:xfrm>
            <a:custGeom>
              <a:avLst/>
              <a:gdLst/>
              <a:ahLst/>
              <a:cxnLst/>
              <a:rect l="l" t="t" r="r" b="b"/>
              <a:pathLst>
                <a:path w="7529195" h="4352290">
                  <a:moveTo>
                    <a:pt x="27533" y="4336567"/>
                  </a:moveTo>
                  <a:lnTo>
                    <a:pt x="27368" y="4334281"/>
                  </a:lnTo>
                  <a:lnTo>
                    <a:pt x="0" y="4350093"/>
                  </a:lnTo>
                  <a:lnTo>
                    <a:pt x="393" y="4352252"/>
                  </a:lnTo>
                  <a:lnTo>
                    <a:pt x="27533" y="4336567"/>
                  </a:lnTo>
                  <a:close/>
                </a:path>
                <a:path w="7529195" h="4352290">
                  <a:moveTo>
                    <a:pt x="144564" y="4266552"/>
                  </a:moveTo>
                  <a:lnTo>
                    <a:pt x="96634" y="4294251"/>
                  </a:lnTo>
                  <a:lnTo>
                    <a:pt x="97739" y="4295991"/>
                  </a:lnTo>
                  <a:lnTo>
                    <a:pt x="144538" y="4268940"/>
                  </a:lnTo>
                  <a:lnTo>
                    <a:pt x="144564" y="4266552"/>
                  </a:lnTo>
                  <a:close/>
                </a:path>
                <a:path w="7529195" h="4352290">
                  <a:moveTo>
                    <a:pt x="258559" y="4203039"/>
                  </a:moveTo>
                  <a:lnTo>
                    <a:pt x="257759" y="4201134"/>
                  </a:lnTo>
                  <a:lnTo>
                    <a:pt x="212623" y="4227220"/>
                  </a:lnTo>
                  <a:lnTo>
                    <a:pt x="213283" y="4229201"/>
                  </a:lnTo>
                  <a:lnTo>
                    <a:pt x="258559" y="4203039"/>
                  </a:lnTo>
                  <a:close/>
                </a:path>
                <a:path w="7529195" h="4352290">
                  <a:moveTo>
                    <a:pt x="469480" y="4078795"/>
                  </a:moveTo>
                  <a:lnTo>
                    <a:pt x="430504" y="4101312"/>
                  </a:lnTo>
                  <a:lnTo>
                    <a:pt x="430720" y="4103522"/>
                  </a:lnTo>
                  <a:lnTo>
                    <a:pt x="430745" y="4103687"/>
                  </a:lnTo>
                  <a:lnTo>
                    <a:pt x="469049" y="4081564"/>
                  </a:lnTo>
                  <a:lnTo>
                    <a:pt x="469087" y="4081361"/>
                  </a:lnTo>
                  <a:lnTo>
                    <a:pt x="469480" y="4078795"/>
                  </a:lnTo>
                  <a:close/>
                </a:path>
                <a:path w="7529195" h="4352290">
                  <a:moveTo>
                    <a:pt x="759485" y="3911206"/>
                  </a:moveTo>
                  <a:lnTo>
                    <a:pt x="723620" y="3931932"/>
                  </a:lnTo>
                  <a:lnTo>
                    <a:pt x="723887" y="3934079"/>
                  </a:lnTo>
                  <a:lnTo>
                    <a:pt x="723912" y="3934333"/>
                  </a:lnTo>
                  <a:lnTo>
                    <a:pt x="758799" y="3914178"/>
                  </a:lnTo>
                  <a:lnTo>
                    <a:pt x="758875" y="3913860"/>
                  </a:lnTo>
                  <a:lnTo>
                    <a:pt x="759485" y="3911206"/>
                  </a:lnTo>
                  <a:close/>
                </a:path>
                <a:path w="7529195" h="4352290">
                  <a:moveTo>
                    <a:pt x="909815" y="3826941"/>
                  </a:moveTo>
                  <a:lnTo>
                    <a:pt x="909523" y="3826789"/>
                  </a:lnTo>
                  <a:lnTo>
                    <a:pt x="907453" y="3825697"/>
                  </a:lnTo>
                  <a:lnTo>
                    <a:pt x="852957" y="3857193"/>
                  </a:lnTo>
                  <a:lnTo>
                    <a:pt x="854862" y="3858374"/>
                  </a:lnTo>
                  <a:lnTo>
                    <a:pt x="855116" y="3858539"/>
                  </a:lnTo>
                  <a:lnTo>
                    <a:pt x="909815" y="3826941"/>
                  </a:lnTo>
                  <a:close/>
                </a:path>
                <a:path w="7529195" h="4352290">
                  <a:moveTo>
                    <a:pt x="987691" y="3781945"/>
                  </a:moveTo>
                  <a:lnTo>
                    <a:pt x="987107" y="3781945"/>
                  </a:lnTo>
                  <a:lnTo>
                    <a:pt x="987577" y="3781679"/>
                  </a:lnTo>
                  <a:lnTo>
                    <a:pt x="986815" y="3779837"/>
                  </a:lnTo>
                  <a:lnTo>
                    <a:pt x="985875" y="3782657"/>
                  </a:lnTo>
                  <a:lnTo>
                    <a:pt x="986485" y="3782657"/>
                  </a:lnTo>
                  <a:lnTo>
                    <a:pt x="987691" y="3781945"/>
                  </a:lnTo>
                  <a:close/>
                </a:path>
                <a:path w="7529195" h="4352290">
                  <a:moveTo>
                    <a:pt x="1054595" y="3743299"/>
                  </a:moveTo>
                  <a:lnTo>
                    <a:pt x="1054303" y="3743096"/>
                  </a:lnTo>
                  <a:lnTo>
                    <a:pt x="1052537" y="3741851"/>
                  </a:lnTo>
                  <a:lnTo>
                    <a:pt x="999705" y="3772382"/>
                  </a:lnTo>
                  <a:lnTo>
                    <a:pt x="1001102" y="3773855"/>
                  </a:lnTo>
                  <a:lnTo>
                    <a:pt x="1001318" y="3774084"/>
                  </a:lnTo>
                  <a:lnTo>
                    <a:pt x="1054595" y="3743299"/>
                  </a:lnTo>
                  <a:close/>
                </a:path>
                <a:path w="7529195" h="4352290">
                  <a:moveTo>
                    <a:pt x="1342415" y="3574338"/>
                  </a:moveTo>
                  <a:lnTo>
                    <a:pt x="1306029" y="3595370"/>
                  </a:lnTo>
                  <a:lnTo>
                    <a:pt x="1306398" y="3597402"/>
                  </a:lnTo>
                  <a:lnTo>
                    <a:pt x="1306474" y="3597795"/>
                  </a:lnTo>
                  <a:lnTo>
                    <a:pt x="1341691" y="3577450"/>
                  </a:lnTo>
                  <a:lnTo>
                    <a:pt x="1341818" y="3576929"/>
                  </a:lnTo>
                  <a:lnTo>
                    <a:pt x="1342415" y="3574338"/>
                  </a:lnTo>
                  <a:close/>
                </a:path>
                <a:path w="7529195" h="4352290">
                  <a:moveTo>
                    <a:pt x="1685912" y="3375837"/>
                  </a:moveTo>
                  <a:lnTo>
                    <a:pt x="1648701" y="3397339"/>
                  </a:lnTo>
                  <a:lnTo>
                    <a:pt x="1649006" y="3399371"/>
                  </a:lnTo>
                  <a:lnTo>
                    <a:pt x="1649082" y="3399879"/>
                  </a:lnTo>
                  <a:lnTo>
                    <a:pt x="1685201" y="3379012"/>
                  </a:lnTo>
                  <a:lnTo>
                    <a:pt x="1685340" y="3378365"/>
                  </a:lnTo>
                  <a:lnTo>
                    <a:pt x="1685912" y="3375837"/>
                  </a:lnTo>
                  <a:close/>
                </a:path>
                <a:path w="7529195" h="4352290">
                  <a:moveTo>
                    <a:pt x="1935327" y="3234525"/>
                  </a:moveTo>
                  <a:lnTo>
                    <a:pt x="1934857" y="3234156"/>
                  </a:lnTo>
                  <a:lnTo>
                    <a:pt x="1933270" y="3232899"/>
                  </a:lnTo>
                  <a:lnTo>
                    <a:pt x="1883092" y="3261893"/>
                  </a:lnTo>
                  <a:lnTo>
                    <a:pt x="1884438" y="3263290"/>
                  </a:lnTo>
                  <a:lnTo>
                    <a:pt x="1884832" y="3263696"/>
                  </a:lnTo>
                  <a:lnTo>
                    <a:pt x="1935327" y="3234525"/>
                  </a:lnTo>
                  <a:close/>
                </a:path>
                <a:path w="7529195" h="4352290">
                  <a:moveTo>
                    <a:pt x="2115502" y="3127591"/>
                  </a:moveTo>
                  <a:lnTo>
                    <a:pt x="2070468" y="3153613"/>
                  </a:lnTo>
                  <a:lnTo>
                    <a:pt x="2070036" y="3156026"/>
                  </a:lnTo>
                  <a:lnTo>
                    <a:pt x="2069922" y="3156775"/>
                  </a:lnTo>
                  <a:lnTo>
                    <a:pt x="2115121" y="3130651"/>
                  </a:lnTo>
                  <a:lnTo>
                    <a:pt x="2115223" y="3129902"/>
                  </a:lnTo>
                  <a:lnTo>
                    <a:pt x="2115502" y="3127591"/>
                  </a:lnTo>
                  <a:close/>
                </a:path>
                <a:path w="7529195" h="4352290">
                  <a:moveTo>
                    <a:pt x="2320912" y="3011779"/>
                  </a:moveTo>
                  <a:lnTo>
                    <a:pt x="2320506" y="3011259"/>
                  </a:lnTo>
                  <a:lnTo>
                    <a:pt x="2319350" y="3009785"/>
                  </a:lnTo>
                  <a:lnTo>
                    <a:pt x="2270137" y="3038233"/>
                  </a:lnTo>
                  <a:lnTo>
                    <a:pt x="2271407" y="3039630"/>
                  </a:lnTo>
                  <a:lnTo>
                    <a:pt x="2271852" y="3040113"/>
                  </a:lnTo>
                  <a:lnTo>
                    <a:pt x="2320912" y="3011779"/>
                  </a:lnTo>
                  <a:close/>
                </a:path>
                <a:path w="7529195" h="4352290">
                  <a:moveTo>
                    <a:pt x="2482723" y="2918307"/>
                  </a:moveTo>
                  <a:lnTo>
                    <a:pt x="2482481" y="2917634"/>
                  </a:lnTo>
                  <a:lnTo>
                    <a:pt x="2481846" y="2915882"/>
                  </a:lnTo>
                  <a:lnTo>
                    <a:pt x="2422601" y="2950121"/>
                  </a:lnTo>
                  <a:lnTo>
                    <a:pt x="2422220" y="2952458"/>
                  </a:lnTo>
                  <a:lnTo>
                    <a:pt x="2422067" y="2953334"/>
                  </a:lnTo>
                  <a:lnTo>
                    <a:pt x="2482723" y="2918307"/>
                  </a:lnTo>
                  <a:close/>
                </a:path>
                <a:path w="7529195" h="4352290">
                  <a:moveTo>
                    <a:pt x="2689961" y="2795625"/>
                  </a:moveTo>
                  <a:lnTo>
                    <a:pt x="2654020" y="2816390"/>
                  </a:lnTo>
                  <a:lnTo>
                    <a:pt x="2654312" y="2818320"/>
                  </a:lnTo>
                  <a:lnTo>
                    <a:pt x="2654427" y="2819108"/>
                  </a:lnTo>
                  <a:lnTo>
                    <a:pt x="2689148" y="2799054"/>
                  </a:lnTo>
                  <a:lnTo>
                    <a:pt x="2689390" y="2798038"/>
                  </a:lnTo>
                  <a:lnTo>
                    <a:pt x="2689961" y="2795625"/>
                  </a:lnTo>
                  <a:close/>
                </a:path>
                <a:path w="7529195" h="4352290">
                  <a:moveTo>
                    <a:pt x="2840710" y="2711500"/>
                  </a:moveTo>
                  <a:lnTo>
                    <a:pt x="2839885" y="2711056"/>
                  </a:lnTo>
                  <a:lnTo>
                    <a:pt x="2838043" y="2710053"/>
                  </a:lnTo>
                  <a:lnTo>
                    <a:pt x="2783649" y="2741485"/>
                  </a:lnTo>
                  <a:lnTo>
                    <a:pt x="2785376" y="2742565"/>
                  </a:lnTo>
                  <a:lnTo>
                    <a:pt x="2786126" y="2743035"/>
                  </a:lnTo>
                  <a:lnTo>
                    <a:pt x="2840710" y="2711500"/>
                  </a:lnTo>
                  <a:close/>
                </a:path>
                <a:path w="7529195" h="4352290">
                  <a:moveTo>
                    <a:pt x="2918256" y="2665755"/>
                  </a:moveTo>
                  <a:lnTo>
                    <a:pt x="2917761" y="2664320"/>
                  </a:lnTo>
                  <a:lnTo>
                    <a:pt x="2917215" y="2665755"/>
                  </a:lnTo>
                  <a:lnTo>
                    <a:pt x="2918256" y="2665755"/>
                  </a:lnTo>
                  <a:close/>
                </a:path>
                <a:path w="7529195" h="4352290">
                  <a:moveTo>
                    <a:pt x="2918536" y="2666542"/>
                  </a:moveTo>
                  <a:lnTo>
                    <a:pt x="2918256" y="2665755"/>
                  </a:lnTo>
                  <a:lnTo>
                    <a:pt x="2916923" y="2666542"/>
                  </a:lnTo>
                  <a:lnTo>
                    <a:pt x="2916478" y="2667724"/>
                  </a:lnTo>
                  <a:lnTo>
                    <a:pt x="2918536" y="2666542"/>
                  </a:lnTo>
                  <a:close/>
                </a:path>
                <a:path w="7529195" h="4352290">
                  <a:moveTo>
                    <a:pt x="3268802" y="2461120"/>
                  </a:moveTo>
                  <a:lnTo>
                    <a:pt x="3204210" y="2498458"/>
                  </a:lnTo>
                  <a:lnTo>
                    <a:pt x="3205124" y="2499957"/>
                  </a:lnTo>
                  <a:lnTo>
                    <a:pt x="3205594" y="2500706"/>
                  </a:lnTo>
                  <a:lnTo>
                    <a:pt x="3268675" y="2464270"/>
                  </a:lnTo>
                  <a:lnTo>
                    <a:pt x="3268713" y="2463190"/>
                  </a:lnTo>
                  <a:lnTo>
                    <a:pt x="3268802" y="2461120"/>
                  </a:lnTo>
                  <a:close/>
                </a:path>
                <a:path w="7529195" h="4352290">
                  <a:moveTo>
                    <a:pt x="3464547" y="2351113"/>
                  </a:moveTo>
                  <a:lnTo>
                    <a:pt x="3463734" y="2350478"/>
                  </a:lnTo>
                  <a:lnTo>
                    <a:pt x="3462274" y="2349322"/>
                  </a:lnTo>
                  <a:lnTo>
                    <a:pt x="3412439" y="2378113"/>
                  </a:lnTo>
                  <a:lnTo>
                    <a:pt x="3413709" y="2379395"/>
                  </a:lnTo>
                  <a:lnTo>
                    <a:pt x="3414395" y="2380094"/>
                  </a:lnTo>
                  <a:lnTo>
                    <a:pt x="3464547" y="2351113"/>
                  </a:lnTo>
                  <a:close/>
                </a:path>
                <a:path w="7529195" h="4352290">
                  <a:moveTo>
                    <a:pt x="3644011" y="2244306"/>
                  </a:moveTo>
                  <a:lnTo>
                    <a:pt x="3600500" y="2269439"/>
                  </a:lnTo>
                  <a:lnTo>
                    <a:pt x="3600513" y="2269604"/>
                  </a:lnTo>
                  <a:lnTo>
                    <a:pt x="3600196" y="2271598"/>
                  </a:lnTo>
                  <a:lnTo>
                    <a:pt x="3599992" y="2272868"/>
                  </a:lnTo>
                  <a:lnTo>
                    <a:pt x="3643592" y="2247684"/>
                  </a:lnTo>
                  <a:lnTo>
                    <a:pt x="3643744" y="2246426"/>
                  </a:lnTo>
                  <a:lnTo>
                    <a:pt x="3644011" y="2244306"/>
                  </a:lnTo>
                  <a:close/>
                </a:path>
                <a:path w="7529195" h="4352290">
                  <a:moveTo>
                    <a:pt x="3868407" y="2114626"/>
                  </a:moveTo>
                  <a:lnTo>
                    <a:pt x="3828846" y="2137486"/>
                  </a:lnTo>
                  <a:lnTo>
                    <a:pt x="3829177" y="2139251"/>
                  </a:lnTo>
                  <a:lnTo>
                    <a:pt x="3829393" y="2140356"/>
                  </a:lnTo>
                  <a:lnTo>
                    <a:pt x="3867835" y="2118144"/>
                  </a:lnTo>
                  <a:lnTo>
                    <a:pt x="3868051" y="2116785"/>
                  </a:lnTo>
                  <a:lnTo>
                    <a:pt x="3868407" y="2114626"/>
                  </a:lnTo>
                  <a:close/>
                </a:path>
                <a:path w="7529195" h="4352290">
                  <a:moveTo>
                    <a:pt x="4114787" y="1972246"/>
                  </a:moveTo>
                  <a:lnTo>
                    <a:pt x="4079011" y="1992922"/>
                  </a:lnTo>
                  <a:lnTo>
                    <a:pt x="4079278" y="1994700"/>
                  </a:lnTo>
                  <a:lnTo>
                    <a:pt x="4079468" y="1995893"/>
                  </a:lnTo>
                  <a:lnTo>
                    <a:pt x="4113873" y="1976005"/>
                  </a:lnTo>
                  <a:lnTo>
                    <a:pt x="4114241" y="1974481"/>
                  </a:lnTo>
                  <a:lnTo>
                    <a:pt x="4114787" y="1972246"/>
                  </a:lnTo>
                  <a:close/>
                </a:path>
                <a:path w="7529195" h="4352290">
                  <a:moveTo>
                    <a:pt x="4265663" y="1888324"/>
                  </a:moveTo>
                  <a:lnTo>
                    <a:pt x="4264431" y="1887677"/>
                  </a:lnTo>
                  <a:lnTo>
                    <a:pt x="4262679" y="1886788"/>
                  </a:lnTo>
                  <a:lnTo>
                    <a:pt x="4208195" y="1918271"/>
                  </a:lnTo>
                  <a:lnTo>
                    <a:pt x="4209783" y="1919262"/>
                  </a:lnTo>
                  <a:lnTo>
                    <a:pt x="4210901" y="1919960"/>
                  </a:lnTo>
                  <a:lnTo>
                    <a:pt x="4265663" y="1888324"/>
                  </a:lnTo>
                  <a:close/>
                </a:path>
                <a:path w="7529195" h="4352290">
                  <a:moveTo>
                    <a:pt x="4343412" y="1843405"/>
                  </a:moveTo>
                  <a:lnTo>
                    <a:pt x="4343184" y="1842757"/>
                  </a:lnTo>
                  <a:lnTo>
                    <a:pt x="4342155" y="1842757"/>
                  </a:lnTo>
                  <a:lnTo>
                    <a:pt x="4341469" y="1844535"/>
                  </a:lnTo>
                  <a:lnTo>
                    <a:pt x="4343412" y="1843405"/>
                  </a:lnTo>
                  <a:close/>
                </a:path>
                <a:path w="7529195" h="4352290">
                  <a:moveTo>
                    <a:pt x="4465459" y="1769605"/>
                  </a:moveTo>
                  <a:lnTo>
                    <a:pt x="4427436" y="1791576"/>
                  </a:lnTo>
                  <a:lnTo>
                    <a:pt x="4427652" y="1793341"/>
                  </a:lnTo>
                  <a:lnTo>
                    <a:pt x="4427804" y="1794662"/>
                  </a:lnTo>
                  <a:lnTo>
                    <a:pt x="4464901" y="1773237"/>
                  </a:lnTo>
                  <a:lnTo>
                    <a:pt x="4465142" y="1771675"/>
                  </a:lnTo>
                  <a:lnTo>
                    <a:pt x="4465459" y="1769605"/>
                  </a:lnTo>
                  <a:close/>
                </a:path>
                <a:path w="7529195" h="4352290">
                  <a:moveTo>
                    <a:pt x="4917922" y="1508137"/>
                  </a:moveTo>
                  <a:lnTo>
                    <a:pt x="4889131" y="1524774"/>
                  </a:lnTo>
                  <a:lnTo>
                    <a:pt x="4888776" y="1526806"/>
                  </a:lnTo>
                  <a:lnTo>
                    <a:pt x="4888484" y="1528533"/>
                  </a:lnTo>
                  <a:lnTo>
                    <a:pt x="4917668" y="1511681"/>
                  </a:lnTo>
                  <a:lnTo>
                    <a:pt x="4917833" y="1510030"/>
                  </a:lnTo>
                  <a:lnTo>
                    <a:pt x="4917922" y="1508137"/>
                  </a:lnTo>
                  <a:close/>
                </a:path>
                <a:path w="7529195" h="4352290">
                  <a:moveTo>
                    <a:pt x="5081702" y="1416913"/>
                  </a:moveTo>
                  <a:lnTo>
                    <a:pt x="5080825" y="1415808"/>
                  </a:lnTo>
                  <a:lnTo>
                    <a:pt x="5079835" y="1414564"/>
                  </a:lnTo>
                  <a:lnTo>
                    <a:pt x="5030609" y="1443012"/>
                  </a:lnTo>
                  <a:lnTo>
                    <a:pt x="5031511" y="1444320"/>
                  </a:lnTo>
                  <a:lnTo>
                    <a:pt x="5032299" y="1445450"/>
                  </a:lnTo>
                  <a:lnTo>
                    <a:pt x="5081702" y="1416913"/>
                  </a:lnTo>
                  <a:close/>
                </a:path>
                <a:path w="7529195" h="4352290">
                  <a:moveTo>
                    <a:pt x="5307127" y="1283220"/>
                  </a:moveTo>
                  <a:lnTo>
                    <a:pt x="5268455" y="1305572"/>
                  </a:lnTo>
                  <a:lnTo>
                    <a:pt x="5268760" y="1307185"/>
                  </a:lnTo>
                  <a:lnTo>
                    <a:pt x="5269027" y="1308696"/>
                  </a:lnTo>
                  <a:lnTo>
                    <a:pt x="5306771" y="1286903"/>
                  </a:lnTo>
                  <a:lnTo>
                    <a:pt x="5306936" y="1285125"/>
                  </a:lnTo>
                  <a:lnTo>
                    <a:pt x="5307127" y="1283220"/>
                  </a:lnTo>
                  <a:close/>
                </a:path>
                <a:path w="7529195" h="4352290">
                  <a:moveTo>
                    <a:pt x="5591962" y="1118628"/>
                  </a:moveTo>
                  <a:lnTo>
                    <a:pt x="5551906" y="1141768"/>
                  </a:lnTo>
                  <a:lnTo>
                    <a:pt x="5552198" y="1143368"/>
                  </a:lnTo>
                  <a:lnTo>
                    <a:pt x="5552491" y="1144955"/>
                  </a:lnTo>
                  <a:lnTo>
                    <a:pt x="5591353" y="1122502"/>
                  </a:lnTo>
                  <a:lnTo>
                    <a:pt x="5591657" y="1120559"/>
                  </a:lnTo>
                  <a:lnTo>
                    <a:pt x="5591962" y="1118628"/>
                  </a:lnTo>
                  <a:close/>
                </a:path>
                <a:path w="7529195" h="4352290">
                  <a:moveTo>
                    <a:pt x="5840387" y="975067"/>
                  </a:moveTo>
                  <a:lnTo>
                    <a:pt x="5802109" y="997191"/>
                  </a:lnTo>
                  <a:lnTo>
                    <a:pt x="5802300" y="998804"/>
                  </a:lnTo>
                  <a:lnTo>
                    <a:pt x="5802515" y="1000518"/>
                  </a:lnTo>
                  <a:lnTo>
                    <a:pt x="5840006" y="978865"/>
                  </a:lnTo>
                  <a:lnTo>
                    <a:pt x="5840196" y="976896"/>
                  </a:lnTo>
                  <a:lnTo>
                    <a:pt x="5840387" y="975067"/>
                  </a:lnTo>
                  <a:close/>
                </a:path>
                <a:path w="7529195" h="4352290">
                  <a:moveTo>
                    <a:pt x="6153251" y="797902"/>
                  </a:moveTo>
                  <a:lnTo>
                    <a:pt x="6153188" y="795997"/>
                  </a:lnTo>
                  <a:lnTo>
                    <a:pt x="6153112" y="794346"/>
                  </a:lnTo>
                  <a:lnTo>
                    <a:pt x="6125908" y="810069"/>
                  </a:lnTo>
                  <a:lnTo>
                    <a:pt x="6126137" y="811631"/>
                  </a:lnTo>
                  <a:lnTo>
                    <a:pt x="6126391" y="813409"/>
                  </a:lnTo>
                  <a:lnTo>
                    <a:pt x="6153251" y="797902"/>
                  </a:lnTo>
                  <a:close/>
                </a:path>
                <a:path w="7529195" h="4352290">
                  <a:moveTo>
                    <a:pt x="6348019" y="685393"/>
                  </a:moveTo>
                  <a:lnTo>
                    <a:pt x="6347447" y="683717"/>
                  </a:lnTo>
                  <a:lnTo>
                    <a:pt x="6346965" y="682320"/>
                  </a:lnTo>
                  <a:lnTo>
                    <a:pt x="6270841" y="726313"/>
                  </a:lnTo>
                  <a:lnTo>
                    <a:pt x="6272263" y="727176"/>
                  </a:lnTo>
                  <a:lnTo>
                    <a:pt x="6273939" y="728179"/>
                  </a:lnTo>
                  <a:lnTo>
                    <a:pt x="6348019" y="685393"/>
                  </a:lnTo>
                  <a:close/>
                </a:path>
                <a:path w="7529195" h="4352290">
                  <a:moveTo>
                    <a:pt x="6576288" y="549808"/>
                  </a:moveTo>
                  <a:lnTo>
                    <a:pt x="6537858" y="572008"/>
                  </a:lnTo>
                  <a:lnTo>
                    <a:pt x="6538125" y="573506"/>
                  </a:lnTo>
                  <a:lnTo>
                    <a:pt x="6538468" y="575360"/>
                  </a:lnTo>
                  <a:lnTo>
                    <a:pt x="6575666" y="553885"/>
                  </a:lnTo>
                  <a:lnTo>
                    <a:pt x="6576009" y="551611"/>
                  </a:lnTo>
                  <a:lnTo>
                    <a:pt x="6576288" y="549808"/>
                  </a:lnTo>
                  <a:close/>
                </a:path>
                <a:path w="7529195" h="4352290">
                  <a:moveTo>
                    <a:pt x="6787210" y="427913"/>
                  </a:moveTo>
                  <a:lnTo>
                    <a:pt x="6750786" y="448957"/>
                  </a:lnTo>
                  <a:lnTo>
                    <a:pt x="6751028" y="450456"/>
                  </a:lnTo>
                  <a:lnTo>
                    <a:pt x="6751345" y="452399"/>
                  </a:lnTo>
                  <a:lnTo>
                    <a:pt x="6786283" y="432206"/>
                  </a:lnTo>
                  <a:lnTo>
                    <a:pt x="6786816" y="429768"/>
                  </a:lnTo>
                  <a:lnTo>
                    <a:pt x="6787210" y="427913"/>
                  </a:lnTo>
                  <a:close/>
                </a:path>
                <a:path w="7529195" h="4352290">
                  <a:moveTo>
                    <a:pt x="6946925" y="339407"/>
                  </a:moveTo>
                  <a:lnTo>
                    <a:pt x="6945312" y="338162"/>
                  </a:lnTo>
                  <a:lnTo>
                    <a:pt x="6944131" y="337235"/>
                  </a:lnTo>
                  <a:lnTo>
                    <a:pt x="6894538" y="365887"/>
                  </a:lnTo>
                  <a:lnTo>
                    <a:pt x="6895541" y="366928"/>
                  </a:lnTo>
                  <a:lnTo>
                    <a:pt x="6896887" y="368312"/>
                  </a:lnTo>
                  <a:lnTo>
                    <a:pt x="6946925" y="339407"/>
                  </a:lnTo>
                  <a:close/>
                </a:path>
                <a:path w="7529195" h="4352290">
                  <a:moveTo>
                    <a:pt x="7126389" y="231914"/>
                  </a:moveTo>
                  <a:lnTo>
                    <a:pt x="7082714" y="257149"/>
                  </a:lnTo>
                  <a:lnTo>
                    <a:pt x="7082409" y="258914"/>
                  </a:lnTo>
                  <a:lnTo>
                    <a:pt x="7081977" y="261391"/>
                  </a:lnTo>
                  <a:lnTo>
                    <a:pt x="7125894" y="236016"/>
                  </a:lnTo>
                  <a:lnTo>
                    <a:pt x="7126186" y="233616"/>
                  </a:lnTo>
                  <a:lnTo>
                    <a:pt x="7126389" y="231914"/>
                  </a:lnTo>
                  <a:close/>
                </a:path>
                <a:path w="7529195" h="4352290">
                  <a:moveTo>
                    <a:pt x="7334377" y="115582"/>
                  </a:moveTo>
                  <a:lnTo>
                    <a:pt x="7334288" y="113334"/>
                  </a:lnTo>
                  <a:lnTo>
                    <a:pt x="7334224" y="111810"/>
                  </a:lnTo>
                  <a:lnTo>
                    <a:pt x="7306970" y="127558"/>
                  </a:lnTo>
                  <a:lnTo>
                    <a:pt x="7307173" y="129006"/>
                  </a:lnTo>
                  <a:lnTo>
                    <a:pt x="7307478" y="131127"/>
                  </a:lnTo>
                  <a:lnTo>
                    <a:pt x="7334377" y="115582"/>
                  </a:lnTo>
                  <a:close/>
                </a:path>
                <a:path w="7529195" h="4352290">
                  <a:moveTo>
                    <a:pt x="7528814" y="3263"/>
                  </a:moveTo>
                  <a:lnTo>
                    <a:pt x="7528141" y="1282"/>
                  </a:lnTo>
                  <a:lnTo>
                    <a:pt x="7527709" y="0"/>
                  </a:lnTo>
                  <a:lnTo>
                    <a:pt x="7451941" y="43789"/>
                  </a:lnTo>
                  <a:lnTo>
                    <a:pt x="7453223" y="44589"/>
                  </a:lnTo>
                  <a:lnTo>
                    <a:pt x="7455179" y="45808"/>
                  </a:lnTo>
                  <a:lnTo>
                    <a:pt x="7528814" y="3263"/>
                  </a:lnTo>
                  <a:close/>
                </a:path>
              </a:pathLst>
            </a:custGeom>
            <a:solidFill>
              <a:srgbClr val="515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49462" y="1101819"/>
              <a:ext cx="7529195" cy="4351655"/>
            </a:xfrm>
            <a:custGeom>
              <a:avLst/>
              <a:gdLst/>
              <a:ahLst/>
              <a:cxnLst/>
              <a:rect l="l" t="t" r="r" b="b"/>
              <a:pathLst>
                <a:path w="7529195" h="4351655">
                  <a:moveTo>
                    <a:pt x="6946521" y="336149"/>
                  </a:moveTo>
                  <a:lnTo>
                    <a:pt x="6896488" y="365052"/>
                  </a:lnTo>
                  <a:lnTo>
                    <a:pt x="6897487" y="366085"/>
                  </a:lnTo>
                  <a:lnTo>
                    <a:pt x="6947703" y="337071"/>
                  </a:lnTo>
                  <a:lnTo>
                    <a:pt x="6946521" y="336149"/>
                  </a:lnTo>
                  <a:close/>
                </a:path>
                <a:path w="7529195" h="4351655">
                  <a:moveTo>
                    <a:pt x="7125494" y="232759"/>
                  </a:moveTo>
                  <a:lnTo>
                    <a:pt x="7081573" y="258132"/>
                  </a:lnTo>
                  <a:lnTo>
                    <a:pt x="7081262" y="259901"/>
                  </a:lnTo>
                  <a:lnTo>
                    <a:pt x="7125290" y="234462"/>
                  </a:lnTo>
                  <a:lnTo>
                    <a:pt x="7125494" y="232759"/>
                  </a:lnTo>
                  <a:close/>
                </a:path>
                <a:path w="7529195" h="4351655">
                  <a:moveTo>
                    <a:pt x="3464153" y="2347851"/>
                  </a:moveTo>
                  <a:lnTo>
                    <a:pt x="3413999" y="2376824"/>
                  </a:lnTo>
                  <a:lnTo>
                    <a:pt x="3415261" y="2378098"/>
                  </a:lnTo>
                  <a:lnTo>
                    <a:pt x="3465618" y="2349002"/>
                  </a:lnTo>
                  <a:lnTo>
                    <a:pt x="3464153" y="2347851"/>
                  </a:lnTo>
                  <a:close/>
                </a:path>
                <a:path w="7529195" h="4351655">
                  <a:moveTo>
                    <a:pt x="3643195" y="2244422"/>
                  </a:moveTo>
                  <a:lnTo>
                    <a:pt x="3599597" y="2269608"/>
                  </a:lnTo>
                  <a:lnTo>
                    <a:pt x="3599254" y="2271788"/>
                  </a:lnTo>
                  <a:lnTo>
                    <a:pt x="3642934" y="2246550"/>
                  </a:lnTo>
                  <a:lnTo>
                    <a:pt x="3643195" y="2244422"/>
                  </a:lnTo>
                  <a:close/>
                </a:path>
                <a:path w="7529195" h="4351655">
                  <a:moveTo>
                    <a:pt x="1934928" y="3231257"/>
                  </a:moveTo>
                  <a:lnTo>
                    <a:pt x="1884428" y="3260430"/>
                  </a:lnTo>
                  <a:lnTo>
                    <a:pt x="1885774" y="3261829"/>
                  </a:lnTo>
                  <a:lnTo>
                    <a:pt x="1936519" y="3232508"/>
                  </a:lnTo>
                  <a:lnTo>
                    <a:pt x="1934928" y="3231257"/>
                  </a:lnTo>
                  <a:close/>
                </a:path>
                <a:path w="7529195" h="4351655">
                  <a:moveTo>
                    <a:pt x="2114729" y="3127389"/>
                  </a:moveTo>
                  <a:lnTo>
                    <a:pt x="2069518" y="3153507"/>
                  </a:lnTo>
                  <a:lnTo>
                    <a:pt x="2069157" y="3155871"/>
                  </a:lnTo>
                  <a:lnTo>
                    <a:pt x="2114447" y="3129702"/>
                  </a:lnTo>
                  <a:lnTo>
                    <a:pt x="2114729" y="3127389"/>
                  </a:lnTo>
                  <a:close/>
                </a:path>
                <a:path w="7529195" h="4351655">
                  <a:moveTo>
                    <a:pt x="6785888" y="428944"/>
                  </a:moveTo>
                  <a:lnTo>
                    <a:pt x="6750942" y="449131"/>
                  </a:lnTo>
                  <a:lnTo>
                    <a:pt x="6751181" y="450620"/>
                  </a:lnTo>
                  <a:lnTo>
                    <a:pt x="6785488" y="430797"/>
                  </a:lnTo>
                  <a:lnTo>
                    <a:pt x="6785888" y="428944"/>
                  </a:lnTo>
                  <a:close/>
                </a:path>
                <a:path w="7529195" h="4351655">
                  <a:moveTo>
                    <a:pt x="5839603" y="975596"/>
                  </a:moveTo>
                  <a:lnTo>
                    <a:pt x="5802114" y="997252"/>
                  </a:lnTo>
                  <a:lnTo>
                    <a:pt x="5802312" y="998872"/>
                  </a:lnTo>
                  <a:lnTo>
                    <a:pt x="5839416" y="977433"/>
                  </a:lnTo>
                  <a:lnTo>
                    <a:pt x="5839603" y="975596"/>
                  </a:lnTo>
                  <a:close/>
                </a:path>
                <a:path w="7529195" h="4351655">
                  <a:moveTo>
                    <a:pt x="4464500" y="1769968"/>
                  </a:moveTo>
                  <a:lnTo>
                    <a:pt x="4427409" y="1791395"/>
                  </a:lnTo>
                  <a:lnTo>
                    <a:pt x="4427624" y="1793160"/>
                  </a:lnTo>
                  <a:lnTo>
                    <a:pt x="4464182" y="1772037"/>
                  </a:lnTo>
                  <a:lnTo>
                    <a:pt x="4464500" y="1769968"/>
                  </a:lnTo>
                  <a:close/>
                </a:path>
                <a:path w="7529195" h="4351655">
                  <a:moveTo>
                    <a:pt x="4265271" y="1885059"/>
                  </a:moveTo>
                  <a:lnTo>
                    <a:pt x="4210498" y="1916701"/>
                  </a:lnTo>
                  <a:lnTo>
                    <a:pt x="4212089" y="1917695"/>
                  </a:lnTo>
                  <a:lnTo>
                    <a:pt x="4267017" y="1885958"/>
                  </a:lnTo>
                  <a:lnTo>
                    <a:pt x="4265271" y="1885059"/>
                  </a:lnTo>
                  <a:close/>
                </a:path>
                <a:path w="7529195" h="4351655">
                  <a:moveTo>
                    <a:pt x="4343018" y="1840146"/>
                  </a:moveTo>
                  <a:lnTo>
                    <a:pt x="4341075" y="1841269"/>
                  </a:lnTo>
                  <a:lnTo>
                    <a:pt x="4340131" y="1843713"/>
                  </a:lnTo>
                  <a:lnTo>
                    <a:pt x="4343575" y="1841723"/>
                  </a:lnTo>
                  <a:lnTo>
                    <a:pt x="4343018" y="1840146"/>
                  </a:lnTo>
                  <a:close/>
                </a:path>
                <a:path w="7529195" h="4351655">
                  <a:moveTo>
                    <a:pt x="4113478" y="1972748"/>
                  </a:moveTo>
                  <a:lnTo>
                    <a:pt x="4079067" y="1992626"/>
                  </a:lnTo>
                  <a:lnTo>
                    <a:pt x="4079342" y="1994396"/>
                  </a:lnTo>
                  <a:lnTo>
                    <a:pt x="4112937" y="1974985"/>
                  </a:lnTo>
                  <a:lnTo>
                    <a:pt x="4113478" y="1972748"/>
                  </a:lnTo>
                  <a:close/>
                </a:path>
                <a:path w="7529195" h="4351655">
                  <a:moveTo>
                    <a:pt x="2840309" y="2708235"/>
                  </a:moveTo>
                  <a:lnTo>
                    <a:pt x="2785726" y="2739766"/>
                  </a:lnTo>
                  <a:lnTo>
                    <a:pt x="2787451" y="2740844"/>
                  </a:lnTo>
                  <a:lnTo>
                    <a:pt x="2842155" y="2709236"/>
                  </a:lnTo>
                  <a:lnTo>
                    <a:pt x="2840309" y="2708235"/>
                  </a:lnTo>
                  <a:close/>
                </a:path>
                <a:path w="7529195" h="4351655">
                  <a:moveTo>
                    <a:pt x="2918137" y="2663275"/>
                  </a:moveTo>
                  <a:lnTo>
                    <a:pt x="2916077" y="2664465"/>
                  </a:lnTo>
                  <a:lnTo>
                    <a:pt x="2915087" y="2667096"/>
                  </a:lnTo>
                  <a:lnTo>
                    <a:pt x="2918741" y="2664985"/>
                  </a:lnTo>
                  <a:lnTo>
                    <a:pt x="2918137" y="2663275"/>
                  </a:lnTo>
                  <a:close/>
                </a:path>
                <a:path w="7529195" h="4351655">
                  <a:moveTo>
                    <a:pt x="2688755" y="2795785"/>
                  </a:moveTo>
                  <a:lnTo>
                    <a:pt x="2654027" y="2815846"/>
                  </a:lnTo>
                  <a:lnTo>
                    <a:pt x="2654314" y="2817770"/>
                  </a:lnTo>
                  <a:lnTo>
                    <a:pt x="2688182" y="2798201"/>
                  </a:lnTo>
                  <a:lnTo>
                    <a:pt x="2688755" y="2795785"/>
                  </a:lnTo>
                  <a:close/>
                </a:path>
                <a:path w="7529195" h="4351655">
                  <a:moveTo>
                    <a:pt x="1684800" y="3375752"/>
                  </a:moveTo>
                  <a:lnTo>
                    <a:pt x="1648689" y="3396613"/>
                  </a:lnTo>
                  <a:lnTo>
                    <a:pt x="1648995" y="3398639"/>
                  </a:lnTo>
                  <a:lnTo>
                    <a:pt x="1684233" y="3378278"/>
                  </a:lnTo>
                  <a:lnTo>
                    <a:pt x="1684800" y="3375752"/>
                  </a:lnTo>
                  <a:close/>
                </a:path>
                <a:path w="7529195" h="4351655">
                  <a:moveTo>
                    <a:pt x="1341294" y="3574189"/>
                  </a:moveTo>
                  <a:lnTo>
                    <a:pt x="1306070" y="3594537"/>
                  </a:lnTo>
                  <a:lnTo>
                    <a:pt x="1306437" y="3596567"/>
                  </a:lnTo>
                  <a:lnTo>
                    <a:pt x="1340697" y="3576771"/>
                  </a:lnTo>
                  <a:lnTo>
                    <a:pt x="1341294" y="3574189"/>
                  </a:lnTo>
                  <a:close/>
                </a:path>
                <a:path w="7529195" h="4351655">
                  <a:moveTo>
                    <a:pt x="909422" y="3823673"/>
                  </a:moveTo>
                  <a:lnTo>
                    <a:pt x="854721" y="3855274"/>
                  </a:lnTo>
                  <a:lnTo>
                    <a:pt x="856627" y="3856465"/>
                  </a:lnTo>
                  <a:lnTo>
                    <a:pt x="911495" y="3824762"/>
                  </a:lnTo>
                  <a:lnTo>
                    <a:pt x="909422" y="3823673"/>
                  </a:lnTo>
                  <a:close/>
                </a:path>
                <a:path w="7529195" h="4351655">
                  <a:moveTo>
                    <a:pt x="987296" y="3778688"/>
                  </a:moveTo>
                  <a:lnTo>
                    <a:pt x="985329" y="3779823"/>
                  </a:lnTo>
                  <a:lnTo>
                    <a:pt x="984328" y="3782680"/>
                  </a:lnTo>
                  <a:lnTo>
                    <a:pt x="988053" y="3780527"/>
                  </a:lnTo>
                  <a:lnTo>
                    <a:pt x="987296" y="3778688"/>
                  </a:lnTo>
                  <a:close/>
                </a:path>
                <a:path w="7529195" h="4351655">
                  <a:moveTo>
                    <a:pt x="758404" y="3910914"/>
                  </a:moveTo>
                  <a:lnTo>
                    <a:pt x="723514" y="3931069"/>
                  </a:lnTo>
                  <a:lnTo>
                    <a:pt x="723777" y="3933225"/>
                  </a:lnTo>
                  <a:lnTo>
                    <a:pt x="757801" y="3913566"/>
                  </a:lnTo>
                  <a:lnTo>
                    <a:pt x="758404" y="3910914"/>
                  </a:lnTo>
                  <a:close/>
                </a:path>
                <a:path w="7529195" h="4351655">
                  <a:moveTo>
                    <a:pt x="468654" y="4078298"/>
                  </a:moveTo>
                  <a:lnTo>
                    <a:pt x="430342" y="4100430"/>
                  </a:lnTo>
                  <a:lnTo>
                    <a:pt x="430556" y="4102647"/>
                  </a:lnTo>
                  <a:lnTo>
                    <a:pt x="468259" y="4080862"/>
                  </a:lnTo>
                  <a:lnTo>
                    <a:pt x="468654" y="4078298"/>
                  </a:lnTo>
                  <a:close/>
                </a:path>
                <a:path w="7529195" h="4351655">
                  <a:moveTo>
                    <a:pt x="2482322" y="2915037"/>
                  </a:moveTo>
                  <a:lnTo>
                    <a:pt x="2421673" y="2950073"/>
                  </a:lnTo>
                  <a:lnTo>
                    <a:pt x="2421283" y="2952414"/>
                  </a:lnTo>
                  <a:lnTo>
                    <a:pt x="2483000" y="2916754"/>
                  </a:lnTo>
                  <a:lnTo>
                    <a:pt x="2482322" y="2915037"/>
                  </a:lnTo>
                  <a:close/>
                </a:path>
                <a:path w="7529195" h="4351655">
                  <a:moveTo>
                    <a:pt x="2320513" y="3008512"/>
                  </a:moveTo>
                  <a:lnTo>
                    <a:pt x="2271458" y="3036850"/>
                  </a:lnTo>
                  <a:lnTo>
                    <a:pt x="2272736" y="3038244"/>
                  </a:lnTo>
                  <a:lnTo>
                    <a:pt x="2321663" y="3009974"/>
                  </a:lnTo>
                  <a:lnTo>
                    <a:pt x="2320513" y="3008512"/>
                  </a:lnTo>
                  <a:close/>
                </a:path>
                <a:path w="7529195" h="4351655">
                  <a:moveTo>
                    <a:pt x="258198" y="4199875"/>
                  </a:moveTo>
                  <a:lnTo>
                    <a:pt x="212920" y="4226031"/>
                  </a:lnTo>
                  <a:lnTo>
                    <a:pt x="213587" y="4228010"/>
                  </a:lnTo>
                  <a:lnTo>
                    <a:pt x="258999" y="4201771"/>
                  </a:lnTo>
                  <a:lnTo>
                    <a:pt x="258198" y="4199875"/>
                  </a:lnTo>
                  <a:close/>
                </a:path>
                <a:path w="7529195" h="4351655">
                  <a:moveTo>
                    <a:pt x="144143" y="4265762"/>
                  </a:moveTo>
                  <a:lnTo>
                    <a:pt x="97375" y="4292779"/>
                  </a:lnTo>
                  <a:lnTo>
                    <a:pt x="98481" y="4294518"/>
                  </a:lnTo>
                  <a:lnTo>
                    <a:pt x="144117" y="4268150"/>
                  </a:lnTo>
                  <a:lnTo>
                    <a:pt x="144143" y="4265762"/>
                  </a:lnTo>
                  <a:close/>
                </a:path>
                <a:path w="7529195" h="4351655">
                  <a:moveTo>
                    <a:pt x="27141" y="4333352"/>
                  </a:moveTo>
                  <a:lnTo>
                    <a:pt x="0" y="4349031"/>
                  </a:lnTo>
                  <a:lnTo>
                    <a:pt x="389" y="4351195"/>
                  </a:lnTo>
                  <a:lnTo>
                    <a:pt x="27309" y="4335641"/>
                  </a:lnTo>
                  <a:lnTo>
                    <a:pt x="27141" y="4333352"/>
                  </a:lnTo>
                  <a:close/>
                </a:path>
                <a:path w="7529195" h="4351655">
                  <a:moveTo>
                    <a:pt x="7528414" y="0"/>
                  </a:moveTo>
                  <a:lnTo>
                    <a:pt x="7454776" y="42539"/>
                  </a:lnTo>
                  <a:lnTo>
                    <a:pt x="7456064" y="43342"/>
                  </a:lnTo>
                  <a:lnTo>
                    <a:pt x="7528848" y="1288"/>
                  </a:lnTo>
                  <a:lnTo>
                    <a:pt x="7528414" y="0"/>
                  </a:lnTo>
                  <a:close/>
                </a:path>
                <a:path w="7529195" h="4351655">
                  <a:moveTo>
                    <a:pt x="7333977" y="112322"/>
                  </a:moveTo>
                  <a:lnTo>
                    <a:pt x="7307084" y="127858"/>
                  </a:lnTo>
                  <a:lnTo>
                    <a:pt x="7307239" y="128937"/>
                  </a:lnTo>
                  <a:lnTo>
                    <a:pt x="7307239" y="129332"/>
                  </a:lnTo>
                  <a:lnTo>
                    <a:pt x="7334038" y="113848"/>
                  </a:lnTo>
                  <a:lnTo>
                    <a:pt x="7333977" y="112322"/>
                  </a:lnTo>
                  <a:close/>
                </a:path>
                <a:path w="7529195" h="4351655">
                  <a:moveTo>
                    <a:pt x="6347614" y="682127"/>
                  </a:moveTo>
                  <a:lnTo>
                    <a:pt x="6273542" y="724917"/>
                  </a:lnTo>
                  <a:lnTo>
                    <a:pt x="6274965" y="725775"/>
                  </a:lnTo>
                  <a:lnTo>
                    <a:pt x="6348106" y="683515"/>
                  </a:lnTo>
                  <a:lnTo>
                    <a:pt x="6347614" y="682127"/>
                  </a:lnTo>
                  <a:close/>
                </a:path>
                <a:path w="7529195" h="4351655">
                  <a:moveTo>
                    <a:pt x="6152860" y="794633"/>
                  </a:moveTo>
                  <a:lnTo>
                    <a:pt x="6125997" y="810151"/>
                  </a:lnTo>
                  <a:lnTo>
                    <a:pt x="6126139" y="811117"/>
                  </a:lnTo>
                  <a:lnTo>
                    <a:pt x="6126139" y="811766"/>
                  </a:lnTo>
                  <a:lnTo>
                    <a:pt x="6152926" y="796289"/>
                  </a:lnTo>
                  <a:lnTo>
                    <a:pt x="6152860" y="794633"/>
                  </a:lnTo>
                  <a:close/>
                </a:path>
                <a:path w="7529195" h="4351655">
                  <a:moveTo>
                    <a:pt x="5081308" y="1413649"/>
                  </a:moveTo>
                  <a:lnTo>
                    <a:pt x="5031898" y="1442193"/>
                  </a:lnTo>
                  <a:lnTo>
                    <a:pt x="5032796" y="1443495"/>
                  </a:lnTo>
                  <a:lnTo>
                    <a:pt x="5082358" y="1414858"/>
                  </a:lnTo>
                  <a:lnTo>
                    <a:pt x="5081627" y="1414050"/>
                  </a:lnTo>
                  <a:lnTo>
                    <a:pt x="5081308" y="1413649"/>
                  </a:lnTo>
                  <a:close/>
                </a:path>
                <a:path w="7529195" h="4351655">
                  <a:moveTo>
                    <a:pt x="4917269" y="1508411"/>
                  </a:moveTo>
                  <a:lnTo>
                    <a:pt x="4888083" y="1525272"/>
                  </a:lnTo>
                  <a:lnTo>
                    <a:pt x="4887728" y="1527314"/>
                  </a:lnTo>
                  <a:lnTo>
                    <a:pt x="4917081" y="1510354"/>
                  </a:lnTo>
                  <a:lnTo>
                    <a:pt x="4917269" y="1508411"/>
                  </a:lnTo>
                  <a:close/>
                </a:path>
                <a:path w="7529195" h="4351655">
                  <a:moveTo>
                    <a:pt x="1054197" y="3740040"/>
                  </a:moveTo>
                  <a:lnTo>
                    <a:pt x="1000922" y="3770816"/>
                  </a:lnTo>
                  <a:lnTo>
                    <a:pt x="1002315" y="3772287"/>
                  </a:lnTo>
                  <a:lnTo>
                    <a:pt x="1055965" y="3741288"/>
                  </a:lnTo>
                  <a:lnTo>
                    <a:pt x="1054197" y="3740040"/>
                  </a:lnTo>
                  <a:close/>
                </a:path>
                <a:path w="7529195" h="4351655">
                  <a:moveTo>
                    <a:pt x="6575263" y="550618"/>
                  </a:moveTo>
                  <a:lnTo>
                    <a:pt x="6538073" y="572102"/>
                  </a:lnTo>
                  <a:lnTo>
                    <a:pt x="6538346" y="573595"/>
                  </a:lnTo>
                  <a:lnTo>
                    <a:pt x="6574985" y="552425"/>
                  </a:lnTo>
                  <a:lnTo>
                    <a:pt x="6575263" y="550618"/>
                  </a:lnTo>
                  <a:close/>
                </a:path>
                <a:path w="7529195" h="4351655">
                  <a:moveTo>
                    <a:pt x="5590956" y="1119235"/>
                  </a:moveTo>
                  <a:lnTo>
                    <a:pt x="5552087" y="1141689"/>
                  </a:lnTo>
                  <a:lnTo>
                    <a:pt x="5552380" y="1143282"/>
                  </a:lnTo>
                  <a:lnTo>
                    <a:pt x="5590655" y="1121166"/>
                  </a:lnTo>
                  <a:lnTo>
                    <a:pt x="5590956" y="1119235"/>
                  </a:lnTo>
                  <a:close/>
                </a:path>
                <a:path w="7529195" h="4351655">
                  <a:moveTo>
                    <a:pt x="5306367" y="1283637"/>
                  </a:moveTo>
                  <a:lnTo>
                    <a:pt x="5268634" y="1305435"/>
                  </a:lnTo>
                  <a:lnTo>
                    <a:pt x="5268930" y="1307057"/>
                  </a:lnTo>
                  <a:lnTo>
                    <a:pt x="5306181" y="1285534"/>
                  </a:lnTo>
                  <a:lnTo>
                    <a:pt x="5306367" y="1283637"/>
                  </a:lnTo>
                  <a:close/>
                </a:path>
                <a:path w="7529195" h="4351655">
                  <a:moveTo>
                    <a:pt x="3867432" y="2114884"/>
                  </a:moveTo>
                  <a:lnTo>
                    <a:pt x="3828989" y="2137092"/>
                  </a:lnTo>
                  <a:lnTo>
                    <a:pt x="3829320" y="2138857"/>
                  </a:lnTo>
                  <a:lnTo>
                    <a:pt x="3867079" y="2117040"/>
                  </a:lnTo>
                  <a:lnTo>
                    <a:pt x="3867432" y="2114884"/>
                  </a:lnTo>
                  <a:close/>
                </a:path>
                <a:path w="7529195" h="4351655">
                  <a:moveTo>
                    <a:pt x="3268275" y="2461006"/>
                  </a:moveTo>
                  <a:lnTo>
                    <a:pt x="3205191" y="2497449"/>
                  </a:lnTo>
                  <a:lnTo>
                    <a:pt x="3206110" y="2498945"/>
                  </a:lnTo>
                  <a:lnTo>
                    <a:pt x="3268189" y="2463076"/>
                  </a:lnTo>
                  <a:lnTo>
                    <a:pt x="3268275" y="2461006"/>
                  </a:lnTo>
                  <a:close/>
                </a:path>
              </a:pathLst>
            </a:custGeom>
            <a:solidFill>
              <a:srgbClr val="545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49852" y="1103107"/>
              <a:ext cx="7529195" cy="4351655"/>
            </a:xfrm>
            <a:custGeom>
              <a:avLst/>
              <a:gdLst/>
              <a:ahLst/>
              <a:cxnLst/>
              <a:rect l="l" t="t" r="r" b="b"/>
              <a:pathLst>
                <a:path w="7529195" h="4351655">
                  <a:moveTo>
                    <a:pt x="6947313" y="335782"/>
                  </a:moveTo>
                  <a:lnTo>
                    <a:pt x="6897098" y="364797"/>
                  </a:lnTo>
                  <a:lnTo>
                    <a:pt x="6898226" y="365964"/>
                  </a:lnTo>
                  <a:lnTo>
                    <a:pt x="6898529" y="366173"/>
                  </a:lnTo>
                  <a:lnTo>
                    <a:pt x="6948940" y="337051"/>
                  </a:lnTo>
                  <a:lnTo>
                    <a:pt x="6947313" y="335782"/>
                  </a:lnTo>
                  <a:close/>
                </a:path>
                <a:path w="7529195" h="4351655">
                  <a:moveTo>
                    <a:pt x="7124900" y="233173"/>
                  </a:moveTo>
                  <a:lnTo>
                    <a:pt x="7080872" y="258612"/>
                  </a:lnTo>
                  <a:lnTo>
                    <a:pt x="7080438" y="261085"/>
                  </a:lnTo>
                  <a:lnTo>
                    <a:pt x="7124613" y="235565"/>
                  </a:lnTo>
                  <a:lnTo>
                    <a:pt x="7124900" y="233173"/>
                  </a:lnTo>
                  <a:close/>
                </a:path>
                <a:path w="7529195" h="4351655">
                  <a:moveTo>
                    <a:pt x="3465228" y="2347714"/>
                  </a:moveTo>
                  <a:lnTo>
                    <a:pt x="3414871" y="2376810"/>
                  </a:lnTo>
                  <a:lnTo>
                    <a:pt x="3415886" y="2377835"/>
                  </a:lnTo>
                  <a:lnTo>
                    <a:pt x="3416090" y="2377973"/>
                  </a:lnTo>
                  <a:lnTo>
                    <a:pt x="3466601" y="2348793"/>
                  </a:lnTo>
                  <a:lnTo>
                    <a:pt x="3465228" y="2347714"/>
                  </a:lnTo>
                  <a:close/>
                </a:path>
                <a:path w="7529195" h="4351655">
                  <a:moveTo>
                    <a:pt x="3642545" y="2245261"/>
                  </a:moveTo>
                  <a:lnTo>
                    <a:pt x="3598864" y="2270500"/>
                  </a:lnTo>
                  <a:lnTo>
                    <a:pt x="3598539" y="2272573"/>
                  </a:lnTo>
                  <a:lnTo>
                    <a:pt x="3642296" y="2247294"/>
                  </a:lnTo>
                  <a:lnTo>
                    <a:pt x="3642545" y="2245261"/>
                  </a:lnTo>
                  <a:close/>
                </a:path>
                <a:path w="7529195" h="4351655">
                  <a:moveTo>
                    <a:pt x="1936130" y="3231220"/>
                  </a:moveTo>
                  <a:lnTo>
                    <a:pt x="1885384" y="3260540"/>
                  </a:lnTo>
                  <a:lnTo>
                    <a:pt x="1886447" y="3261645"/>
                  </a:lnTo>
                  <a:lnTo>
                    <a:pt x="1937394" y="3232214"/>
                  </a:lnTo>
                  <a:lnTo>
                    <a:pt x="1936130" y="3231220"/>
                  </a:lnTo>
                  <a:close/>
                </a:path>
                <a:path w="7529195" h="4351655">
                  <a:moveTo>
                    <a:pt x="2114058" y="3128414"/>
                  </a:moveTo>
                  <a:lnTo>
                    <a:pt x="2068767" y="3154583"/>
                  </a:lnTo>
                  <a:lnTo>
                    <a:pt x="2068476" y="3156488"/>
                  </a:lnTo>
                  <a:lnTo>
                    <a:pt x="2113829" y="3130287"/>
                  </a:lnTo>
                  <a:lnTo>
                    <a:pt x="2114058" y="3128414"/>
                  </a:lnTo>
                  <a:close/>
                </a:path>
                <a:path w="7529195" h="4351655">
                  <a:moveTo>
                    <a:pt x="6785099" y="429509"/>
                  </a:moveTo>
                  <a:lnTo>
                    <a:pt x="6750791" y="449332"/>
                  </a:lnTo>
                  <a:lnTo>
                    <a:pt x="6751112" y="451336"/>
                  </a:lnTo>
                  <a:lnTo>
                    <a:pt x="6784558" y="432014"/>
                  </a:lnTo>
                  <a:lnTo>
                    <a:pt x="6785099" y="429509"/>
                  </a:lnTo>
                  <a:close/>
                </a:path>
                <a:path w="7529195" h="4351655">
                  <a:moveTo>
                    <a:pt x="5839026" y="976145"/>
                  </a:moveTo>
                  <a:lnTo>
                    <a:pt x="5801922" y="997583"/>
                  </a:lnTo>
                  <a:lnTo>
                    <a:pt x="5802162" y="999543"/>
                  </a:lnTo>
                  <a:lnTo>
                    <a:pt x="5838798" y="978378"/>
                  </a:lnTo>
                  <a:lnTo>
                    <a:pt x="5839026" y="976145"/>
                  </a:lnTo>
                  <a:close/>
                </a:path>
                <a:path w="7529195" h="4351655">
                  <a:moveTo>
                    <a:pt x="4463792" y="1770749"/>
                  </a:moveTo>
                  <a:lnTo>
                    <a:pt x="4427234" y="1791872"/>
                  </a:lnTo>
                  <a:lnTo>
                    <a:pt x="4427458" y="1793707"/>
                  </a:lnTo>
                  <a:lnTo>
                    <a:pt x="4463459" y="1772909"/>
                  </a:lnTo>
                  <a:lnTo>
                    <a:pt x="4463792" y="1770749"/>
                  </a:lnTo>
                  <a:close/>
                </a:path>
                <a:path w="7529195" h="4351655">
                  <a:moveTo>
                    <a:pt x="4266627" y="1884670"/>
                  </a:moveTo>
                  <a:lnTo>
                    <a:pt x="4211699" y="1916407"/>
                  </a:lnTo>
                  <a:lnTo>
                    <a:pt x="4213315" y="1917417"/>
                  </a:lnTo>
                  <a:lnTo>
                    <a:pt x="4268411" y="1885589"/>
                  </a:lnTo>
                  <a:lnTo>
                    <a:pt x="4266627" y="1884670"/>
                  </a:lnTo>
                  <a:close/>
                </a:path>
                <a:path w="7529195" h="4351655">
                  <a:moveTo>
                    <a:pt x="4343185" y="1840435"/>
                  </a:moveTo>
                  <a:lnTo>
                    <a:pt x="4339741" y="1842425"/>
                  </a:lnTo>
                  <a:lnTo>
                    <a:pt x="4338769" y="1844943"/>
                  </a:lnTo>
                  <a:lnTo>
                    <a:pt x="4343758" y="1842060"/>
                  </a:lnTo>
                  <a:lnTo>
                    <a:pt x="4343185" y="1840435"/>
                  </a:lnTo>
                  <a:close/>
                </a:path>
                <a:path w="7529195" h="4351655">
                  <a:moveTo>
                    <a:pt x="4112547" y="1973696"/>
                  </a:moveTo>
                  <a:lnTo>
                    <a:pt x="4078952" y="1993107"/>
                  </a:lnTo>
                  <a:lnTo>
                    <a:pt x="4079227" y="1994880"/>
                  </a:lnTo>
                  <a:lnTo>
                    <a:pt x="4112004" y="1975945"/>
                  </a:lnTo>
                  <a:lnTo>
                    <a:pt x="4112547" y="1973696"/>
                  </a:lnTo>
                  <a:close/>
                </a:path>
                <a:path w="7529195" h="4351655">
                  <a:moveTo>
                    <a:pt x="2841765" y="2707948"/>
                  </a:moveTo>
                  <a:lnTo>
                    <a:pt x="2787061" y="2739556"/>
                  </a:lnTo>
                  <a:lnTo>
                    <a:pt x="2788563" y="2740495"/>
                  </a:lnTo>
                  <a:lnTo>
                    <a:pt x="2843383" y="2708825"/>
                  </a:lnTo>
                  <a:lnTo>
                    <a:pt x="2841765" y="2707948"/>
                  </a:lnTo>
                  <a:close/>
                </a:path>
                <a:path w="7529195" h="4351655">
                  <a:moveTo>
                    <a:pt x="2918351" y="2663697"/>
                  </a:moveTo>
                  <a:lnTo>
                    <a:pt x="2914697" y="2665808"/>
                  </a:lnTo>
                  <a:lnTo>
                    <a:pt x="2913823" y="2668132"/>
                  </a:lnTo>
                  <a:lnTo>
                    <a:pt x="2918885" y="2665208"/>
                  </a:lnTo>
                  <a:lnTo>
                    <a:pt x="2918351" y="2663697"/>
                  </a:lnTo>
                  <a:close/>
                </a:path>
                <a:path w="7529195" h="4351655">
                  <a:moveTo>
                    <a:pt x="2687792" y="2796913"/>
                  </a:moveTo>
                  <a:lnTo>
                    <a:pt x="2653924" y="2816481"/>
                  </a:lnTo>
                  <a:lnTo>
                    <a:pt x="2654171" y="2818133"/>
                  </a:lnTo>
                  <a:lnTo>
                    <a:pt x="2687299" y="2798995"/>
                  </a:lnTo>
                  <a:lnTo>
                    <a:pt x="2687792" y="2796913"/>
                  </a:lnTo>
                  <a:close/>
                </a:path>
                <a:path w="7529195" h="4351655">
                  <a:moveTo>
                    <a:pt x="1683843" y="3376989"/>
                  </a:moveTo>
                  <a:lnTo>
                    <a:pt x="1648605" y="3397350"/>
                  </a:lnTo>
                  <a:lnTo>
                    <a:pt x="1648840" y="3398911"/>
                  </a:lnTo>
                  <a:lnTo>
                    <a:pt x="1683405" y="3378942"/>
                  </a:lnTo>
                  <a:lnTo>
                    <a:pt x="1683843" y="3376989"/>
                  </a:lnTo>
                  <a:close/>
                </a:path>
                <a:path w="7529195" h="4351655">
                  <a:moveTo>
                    <a:pt x="1340308" y="3575483"/>
                  </a:moveTo>
                  <a:lnTo>
                    <a:pt x="1306047" y="3595278"/>
                  </a:lnTo>
                  <a:lnTo>
                    <a:pt x="1306320" y="3596784"/>
                  </a:lnTo>
                  <a:lnTo>
                    <a:pt x="1339863" y="3577406"/>
                  </a:lnTo>
                  <a:lnTo>
                    <a:pt x="1340308" y="3575483"/>
                  </a:lnTo>
                  <a:close/>
                </a:path>
                <a:path w="7529195" h="4351655">
                  <a:moveTo>
                    <a:pt x="911105" y="3823474"/>
                  </a:moveTo>
                  <a:lnTo>
                    <a:pt x="856237" y="3855176"/>
                  </a:lnTo>
                  <a:lnTo>
                    <a:pt x="857584" y="3856018"/>
                  </a:lnTo>
                  <a:lnTo>
                    <a:pt x="912578" y="3824248"/>
                  </a:lnTo>
                  <a:lnTo>
                    <a:pt x="911105" y="3823474"/>
                  </a:lnTo>
                  <a:close/>
                </a:path>
                <a:path w="7529195" h="4351655">
                  <a:moveTo>
                    <a:pt x="987663" y="3779239"/>
                  </a:moveTo>
                  <a:lnTo>
                    <a:pt x="983938" y="3781392"/>
                  </a:lnTo>
                  <a:lnTo>
                    <a:pt x="983220" y="3783439"/>
                  </a:lnTo>
                  <a:lnTo>
                    <a:pt x="988206" y="3780558"/>
                  </a:lnTo>
                  <a:lnTo>
                    <a:pt x="987663" y="3779239"/>
                  </a:lnTo>
                  <a:close/>
                </a:path>
                <a:path w="7529195" h="4351655">
                  <a:moveTo>
                    <a:pt x="757411" y="3912278"/>
                  </a:moveTo>
                  <a:lnTo>
                    <a:pt x="723387" y="3931937"/>
                  </a:lnTo>
                  <a:lnTo>
                    <a:pt x="723570" y="3933438"/>
                  </a:lnTo>
                  <a:lnTo>
                    <a:pt x="756989" y="3914132"/>
                  </a:lnTo>
                  <a:lnTo>
                    <a:pt x="757411" y="3912278"/>
                  </a:lnTo>
                  <a:close/>
                </a:path>
                <a:path w="7529195" h="4351655">
                  <a:moveTo>
                    <a:pt x="467869" y="4079573"/>
                  </a:moveTo>
                  <a:lnTo>
                    <a:pt x="430166" y="4101358"/>
                  </a:lnTo>
                  <a:lnTo>
                    <a:pt x="430310" y="4102854"/>
                  </a:lnTo>
                  <a:lnTo>
                    <a:pt x="467602" y="4081310"/>
                  </a:lnTo>
                  <a:lnTo>
                    <a:pt x="467869" y="4079573"/>
                  </a:lnTo>
                  <a:close/>
                </a:path>
                <a:path w="7529195" h="4351655">
                  <a:moveTo>
                    <a:pt x="2482610" y="2915466"/>
                  </a:moveTo>
                  <a:lnTo>
                    <a:pt x="2420894" y="2951126"/>
                  </a:lnTo>
                  <a:lnTo>
                    <a:pt x="2420567" y="2953085"/>
                  </a:lnTo>
                  <a:lnTo>
                    <a:pt x="2483192" y="2916907"/>
                  </a:lnTo>
                  <a:lnTo>
                    <a:pt x="2482610" y="2915466"/>
                  </a:lnTo>
                  <a:close/>
                </a:path>
                <a:path w="7529195" h="4351655">
                  <a:moveTo>
                    <a:pt x="2321273" y="3008686"/>
                  </a:moveTo>
                  <a:lnTo>
                    <a:pt x="2272346" y="3036955"/>
                  </a:lnTo>
                  <a:lnTo>
                    <a:pt x="2273400" y="3038104"/>
                  </a:lnTo>
                  <a:lnTo>
                    <a:pt x="2322226" y="3009897"/>
                  </a:lnTo>
                  <a:lnTo>
                    <a:pt x="2321273" y="3008686"/>
                  </a:lnTo>
                  <a:close/>
                </a:path>
                <a:path w="7529195" h="4351655">
                  <a:moveTo>
                    <a:pt x="258609" y="4200483"/>
                  </a:moveTo>
                  <a:lnTo>
                    <a:pt x="213197" y="4226722"/>
                  </a:lnTo>
                  <a:lnTo>
                    <a:pt x="213637" y="4228026"/>
                  </a:lnTo>
                  <a:lnTo>
                    <a:pt x="259139" y="4201739"/>
                  </a:lnTo>
                  <a:lnTo>
                    <a:pt x="258609" y="4200483"/>
                  </a:lnTo>
                  <a:close/>
                </a:path>
                <a:path w="7529195" h="4351655">
                  <a:moveTo>
                    <a:pt x="143727" y="4266861"/>
                  </a:moveTo>
                  <a:lnTo>
                    <a:pt x="98091" y="4293229"/>
                  </a:lnTo>
                  <a:lnTo>
                    <a:pt x="98811" y="4294360"/>
                  </a:lnTo>
                  <a:lnTo>
                    <a:pt x="143710" y="4268422"/>
                  </a:lnTo>
                  <a:lnTo>
                    <a:pt x="143727" y="4266861"/>
                  </a:lnTo>
                  <a:close/>
                </a:path>
                <a:path w="7529195" h="4351655">
                  <a:moveTo>
                    <a:pt x="26919" y="4334352"/>
                  </a:moveTo>
                  <a:lnTo>
                    <a:pt x="0" y="4349906"/>
                  </a:lnTo>
                  <a:lnTo>
                    <a:pt x="78" y="4351398"/>
                  </a:lnTo>
                  <a:lnTo>
                    <a:pt x="27027" y="4335830"/>
                  </a:lnTo>
                  <a:lnTo>
                    <a:pt x="26919" y="4334352"/>
                  </a:lnTo>
                  <a:close/>
                </a:path>
                <a:path w="7529195" h="4351655">
                  <a:moveTo>
                    <a:pt x="7528458" y="0"/>
                  </a:moveTo>
                  <a:lnTo>
                    <a:pt x="7455674" y="42054"/>
                  </a:lnTo>
                  <a:lnTo>
                    <a:pt x="7457553" y="43226"/>
                  </a:lnTo>
                  <a:lnTo>
                    <a:pt x="7529151" y="1864"/>
                  </a:lnTo>
                  <a:lnTo>
                    <a:pt x="7528591" y="395"/>
                  </a:lnTo>
                  <a:lnTo>
                    <a:pt x="7528458" y="0"/>
                  </a:lnTo>
                  <a:close/>
                </a:path>
                <a:path w="7529195" h="4351655">
                  <a:moveTo>
                    <a:pt x="7333649" y="112559"/>
                  </a:moveTo>
                  <a:lnTo>
                    <a:pt x="7306849" y="128044"/>
                  </a:lnTo>
                  <a:lnTo>
                    <a:pt x="7306849" y="130287"/>
                  </a:lnTo>
                  <a:lnTo>
                    <a:pt x="7333736" y="114755"/>
                  </a:lnTo>
                  <a:lnTo>
                    <a:pt x="7333649" y="112559"/>
                  </a:lnTo>
                  <a:close/>
                </a:path>
                <a:path w="7529195" h="4351655">
                  <a:moveTo>
                    <a:pt x="6347716" y="682227"/>
                  </a:moveTo>
                  <a:lnTo>
                    <a:pt x="6274575" y="724487"/>
                  </a:lnTo>
                  <a:lnTo>
                    <a:pt x="6276390" y="725582"/>
                  </a:lnTo>
                  <a:lnTo>
                    <a:pt x="6348374" y="683997"/>
                  </a:lnTo>
                  <a:lnTo>
                    <a:pt x="6347716" y="682227"/>
                  </a:lnTo>
                  <a:close/>
                </a:path>
                <a:path w="7529195" h="4351655">
                  <a:moveTo>
                    <a:pt x="6152536" y="795001"/>
                  </a:moveTo>
                  <a:lnTo>
                    <a:pt x="6125749" y="810478"/>
                  </a:lnTo>
                  <a:lnTo>
                    <a:pt x="6125749" y="812607"/>
                  </a:lnTo>
                  <a:lnTo>
                    <a:pt x="6152620" y="797084"/>
                  </a:lnTo>
                  <a:lnTo>
                    <a:pt x="6152536" y="795001"/>
                  </a:lnTo>
                  <a:close/>
                </a:path>
                <a:path w="7529195" h="4351655">
                  <a:moveTo>
                    <a:pt x="5081968" y="1413570"/>
                  </a:moveTo>
                  <a:lnTo>
                    <a:pt x="5032406" y="1442206"/>
                  </a:lnTo>
                  <a:lnTo>
                    <a:pt x="5033404" y="1443653"/>
                  </a:lnTo>
                  <a:lnTo>
                    <a:pt x="5083173" y="1414902"/>
                  </a:lnTo>
                  <a:lnTo>
                    <a:pt x="5081968" y="1413570"/>
                  </a:lnTo>
                  <a:close/>
                </a:path>
                <a:path w="7529195" h="4351655">
                  <a:moveTo>
                    <a:pt x="4916692" y="1509065"/>
                  </a:moveTo>
                  <a:lnTo>
                    <a:pt x="4887339" y="1526025"/>
                  </a:lnTo>
                  <a:lnTo>
                    <a:pt x="4886951" y="1528259"/>
                  </a:lnTo>
                  <a:lnTo>
                    <a:pt x="4916485" y="1511197"/>
                  </a:lnTo>
                  <a:lnTo>
                    <a:pt x="4916692" y="1509065"/>
                  </a:lnTo>
                  <a:close/>
                </a:path>
                <a:path w="7529195" h="4351655">
                  <a:moveTo>
                    <a:pt x="1055575" y="3740000"/>
                  </a:moveTo>
                  <a:lnTo>
                    <a:pt x="1001926" y="3770998"/>
                  </a:lnTo>
                  <a:lnTo>
                    <a:pt x="1002926" y="3772054"/>
                  </a:lnTo>
                  <a:lnTo>
                    <a:pt x="1056852" y="3740901"/>
                  </a:lnTo>
                  <a:lnTo>
                    <a:pt x="1055575" y="3740000"/>
                  </a:lnTo>
                  <a:close/>
                </a:path>
                <a:path w="7529195" h="4351655">
                  <a:moveTo>
                    <a:pt x="6574595" y="551137"/>
                  </a:moveTo>
                  <a:lnTo>
                    <a:pt x="6537956" y="572307"/>
                  </a:lnTo>
                  <a:lnTo>
                    <a:pt x="6538315" y="574269"/>
                  </a:lnTo>
                  <a:lnTo>
                    <a:pt x="6574228" y="553521"/>
                  </a:lnTo>
                  <a:lnTo>
                    <a:pt x="6574595" y="551137"/>
                  </a:lnTo>
                  <a:close/>
                </a:path>
                <a:path w="7529195" h="4351655">
                  <a:moveTo>
                    <a:pt x="5590266" y="1119878"/>
                  </a:moveTo>
                  <a:lnTo>
                    <a:pt x="5551990" y="1141993"/>
                  </a:lnTo>
                  <a:lnTo>
                    <a:pt x="5552334" y="1143868"/>
                  </a:lnTo>
                  <a:lnTo>
                    <a:pt x="5589910" y="1122161"/>
                  </a:lnTo>
                  <a:lnTo>
                    <a:pt x="5590266" y="1119878"/>
                  </a:lnTo>
                  <a:close/>
                </a:path>
                <a:path w="7529195" h="4351655">
                  <a:moveTo>
                    <a:pt x="5305792" y="1284245"/>
                  </a:moveTo>
                  <a:lnTo>
                    <a:pt x="5268541" y="1305769"/>
                  </a:lnTo>
                  <a:lnTo>
                    <a:pt x="5268879" y="1307620"/>
                  </a:lnTo>
                  <a:lnTo>
                    <a:pt x="5305579" y="1286418"/>
                  </a:lnTo>
                  <a:lnTo>
                    <a:pt x="5305792" y="1284245"/>
                  </a:lnTo>
                  <a:close/>
                </a:path>
                <a:path w="7529195" h="4351655">
                  <a:moveTo>
                    <a:pt x="3866689" y="2115752"/>
                  </a:moveTo>
                  <a:lnTo>
                    <a:pt x="3828931" y="2137568"/>
                  </a:lnTo>
                  <a:lnTo>
                    <a:pt x="3829253" y="2139289"/>
                  </a:lnTo>
                  <a:lnTo>
                    <a:pt x="3866344" y="2117862"/>
                  </a:lnTo>
                  <a:lnTo>
                    <a:pt x="3866689" y="2115752"/>
                  </a:lnTo>
                  <a:close/>
                </a:path>
                <a:path w="7529195" h="4351655">
                  <a:moveTo>
                    <a:pt x="3267799" y="2461788"/>
                  </a:moveTo>
                  <a:lnTo>
                    <a:pt x="3205720" y="2497656"/>
                  </a:lnTo>
                  <a:lnTo>
                    <a:pt x="3206557" y="2499020"/>
                  </a:lnTo>
                  <a:lnTo>
                    <a:pt x="3267720" y="2463686"/>
                  </a:lnTo>
                  <a:lnTo>
                    <a:pt x="3267799" y="2461788"/>
                  </a:lnTo>
                  <a:close/>
                </a:path>
              </a:pathLst>
            </a:custGeom>
            <a:solidFill>
              <a:srgbClr val="545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49922" y="1028712"/>
              <a:ext cx="7661275" cy="4429760"/>
            </a:xfrm>
            <a:custGeom>
              <a:avLst/>
              <a:gdLst/>
              <a:ahLst/>
              <a:cxnLst/>
              <a:rect l="l" t="t" r="r" b="b"/>
              <a:pathLst>
                <a:path w="7661275" h="4429760">
                  <a:moveTo>
                    <a:pt x="27228" y="4413974"/>
                  </a:moveTo>
                  <a:lnTo>
                    <a:pt x="27114" y="4412488"/>
                  </a:lnTo>
                  <a:lnTo>
                    <a:pt x="26949" y="4410227"/>
                  </a:lnTo>
                  <a:lnTo>
                    <a:pt x="0" y="4425797"/>
                  </a:lnTo>
                  <a:lnTo>
                    <a:pt x="88" y="4428121"/>
                  </a:lnTo>
                  <a:lnTo>
                    <a:pt x="139" y="4429620"/>
                  </a:lnTo>
                  <a:lnTo>
                    <a:pt x="27228" y="4413974"/>
                  </a:lnTo>
                  <a:close/>
                </a:path>
                <a:path w="7661275" h="4429760">
                  <a:moveTo>
                    <a:pt x="143637" y="4342828"/>
                  </a:moveTo>
                  <a:lnTo>
                    <a:pt x="98729" y="4368762"/>
                  </a:lnTo>
                  <a:lnTo>
                    <a:pt x="99822" y="4370463"/>
                  </a:lnTo>
                  <a:lnTo>
                    <a:pt x="100545" y="4371606"/>
                  </a:lnTo>
                  <a:lnTo>
                    <a:pt x="143586" y="4346727"/>
                  </a:lnTo>
                  <a:lnTo>
                    <a:pt x="143611" y="4345152"/>
                  </a:lnTo>
                  <a:lnTo>
                    <a:pt x="143637" y="4342828"/>
                  </a:lnTo>
                  <a:close/>
                </a:path>
                <a:path w="7661275" h="4429760">
                  <a:moveTo>
                    <a:pt x="260375" y="4279239"/>
                  </a:moveTo>
                  <a:lnTo>
                    <a:pt x="259842" y="4277969"/>
                  </a:lnTo>
                  <a:lnTo>
                    <a:pt x="259067" y="4276141"/>
                  </a:lnTo>
                  <a:lnTo>
                    <a:pt x="213563" y="4302430"/>
                  </a:lnTo>
                  <a:lnTo>
                    <a:pt x="214210" y="4304347"/>
                  </a:lnTo>
                  <a:lnTo>
                    <a:pt x="214655" y="4305668"/>
                  </a:lnTo>
                  <a:lnTo>
                    <a:pt x="260375" y="4279239"/>
                  </a:lnTo>
                  <a:close/>
                </a:path>
                <a:path w="7661275" h="4429760">
                  <a:moveTo>
                    <a:pt x="467525" y="4155706"/>
                  </a:moveTo>
                  <a:lnTo>
                    <a:pt x="430237" y="4177258"/>
                  </a:lnTo>
                  <a:lnTo>
                    <a:pt x="430441" y="4179366"/>
                  </a:lnTo>
                  <a:lnTo>
                    <a:pt x="430580" y="4180878"/>
                  </a:lnTo>
                  <a:lnTo>
                    <a:pt x="466661" y="4160037"/>
                  </a:lnTo>
                  <a:lnTo>
                    <a:pt x="467067" y="4158729"/>
                  </a:lnTo>
                  <a:lnTo>
                    <a:pt x="467156" y="4158145"/>
                  </a:lnTo>
                  <a:lnTo>
                    <a:pt x="467525" y="4155706"/>
                  </a:lnTo>
                  <a:close/>
                </a:path>
                <a:path w="7661275" h="4429760">
                  <a:moveTo>
                    <a:pt x="756907" y="3988536"/>
                  </a:moveTo>
                  <a:lnTo>
                    <a:pt x="723493" y="4007840"/>
                  </a:lnTo>
                  <a:lnTo>
                    <a:pt x="723734" y="4009834"/>
                  </a:lnTo>
                  <a:lnTo>
                    <a:pt x="723925" y="4011371"/>
                  </a:lnTo>
                  <a:lnTo>
                    <a:pt x="755929" y="3992880"/>
                  </a:lnTo>
                  <a:lnTo>
                    <a:pt x="756361" y="3990987"/>
                  </a:lnTo>
                  <a:lnTo>
                    <a:pt x="756907" y="3988536"/>
                  </a:lnTo>
                  <a:close/>
                </a:path>
                <a:path w="7661275" h="4429760">
                  <a:moveTo>
                    <a:pt x="915898" y="3900436"/>
                  </a:moveTo>
                  <a:lnTo>
                    <a:pt x="914387" y="3899636"/>
                  </a:lnTo>
                  <a:lnTo>
                    <a:pt x="912507" y="3898646"/>
                  </a:lnTo>
                  <a:lnTo>
                    <a:pt x="857504" y="3930421"/>
                  </a:lnTo>
                  <a:lnTo>
                    <a:pt x="859256" y="3931513"/>
                  </a:lnTo>
                  <a:lnTo>
                    <a:pt x="860628" y="3932364"/>
                  </a:lnTo>
                  <a:lnTo>
                    <a:pt x="915898" y="3900436"/>
                  </a:lnTo>
                  <a:close/>
                </a:path>
                <a:path w="7661275" h="4429760">
                  <a:moveTo>
                    <a:pt x="989368" y="3857968"/>
                  </a:moveTo>
                  <a:lnTo>
                    <a:pt x="988809" y="3856621"/>
                  </a:lnTo>
                  <a:lnTo>
                    <a:pt x="988136" y="3854958"/>
                  </a:lnTo>
                  <a:lnTo>
                    <a:pt x="983145" y="3857841"/>
                  </a:lnTo>
                  <a:lnTo>
                    <a:pt x="982243" y="3860419"/>
                  </a:lnTo>
                  <a:lnTo>
                    <a:pt x="981506" y="3862514"/>
                  </a:lnTo>
                  <a:lnTo>
                    <a:pt x="989368" y="3857968"/>
                  </a:lnTo>
                  <a:close/>
                </a:path>
                <a:path w="7661275" h="4429760">
                  <a:moveTo>
                    <a:pt x="1059637" y="3817366"/>
                  </a:moveTo>
                  <a:lnTo>
                    <a:pt x="1058329" y="3816451"/>
                  </a:lnTo>
                  <a:lnTo>
                    <a:pt x="1056779" y="3815308"/>
                  </a:lnTo>
                  <a:lnTo>
                    <a:pt x="1002855" y="3846461"/>
                  </a:lnTo>
                  <a:lnTo>
                    <a:pt x="1004112" y="3847782"/>
                  </a:lnTo>
                  <a:lnTo>
                    <a:pt x="1005128" y="3848862"/>
                  </a:lnTo>
                  <a:lnTo>
                    <a:pt x="1059637" y="3817366"/>
                  </a:lnTo>
                  <a:close/>
                </a:path>
                <a:path w="7661275" h="4429760">
                  <a:moveTo>
                    <a:pt x="1339786" y="3651808"/>
                  </a:moveTo>
                  <a:lnTo>
                    <a:pt x="1306245" y="3671189"/>
                  </a:lnTo>
                  <a:lnTo>
                    <a:pt x="1306563" y="3672954"/>
                  </a:lnTo>
                  <a:lnTo>
                    <a:pt x="1306690" y="3673652"/>
                  </a:lnTo>
                  <a:lnTo>
                    <a:pt x="1306753" y="3674554"/>
                  </a:lnTo>
                  <a:lnTo>
                    <a:pt x="1338808" y="3656038"/>
                  </a:lnTo>
                  <a:lnTo>
                    <a:pt x="1339265" y="3654056"/>
                  </a:lnTo>
                  <a:lnTo>
                    <a:pt x="1339786" y="3651808"/>
                  </a:lnTo>
                  <a:close/>
                </a:path>
                <a:path w="7661275" h="4429760">
                  <a:moveTo>
                    <a:pt x="1683334" y="3453346"/>
                  </a:moveTo>
                  <a:lnTo>
                    <a:pt x="1648764" y="3473310"/>
                  </a:lnTo>
                  <a:lnTo>
                    <a:pt x="1648929" y="3474364"/>
                  </a:lnTo>
                  <a:lnTo>
                    <a:pt x="1648929" y="3475075"/>
                  </a:lnTo>
                  <a:lnTo>
                    <a:pt x="1648929" y="3476828"/>
                  </a:lnTo>
                  <a:lnTo>
                    <a:pt x="1682407" y="3457486"/>
                  </a:lnTo>
                  <a:lnTo>
                    <a:pt x="1682851" y="3455466"/>
                  </a:lnTo>
                  <a:lnTo>
                    <a:pt x="1683334" y="3453346"/>
                  </a:lnTo>
                  <a:close/>
                </a:path>
                <a:path w="7661275" h="4429760">
                  <a:moveTo>
                    <a:pt x="1939925" y="3308667"/>
                  </a:moveTo>
                  <a:lnTo>
                    <a:pt x="1938616" y="3307638"/>
                  </a:lnTo>
                  <a:lnTo>
                    <a:pt x="1937321" y="3306610"/>
                  </a:lnTo>
                  <a:lnTo>
                    <a:pt x="1886369" y="3336048"/>
                  </a:lnTo>
                  <a:lnTo>
                    <a:pt x="1887740" y="3337039"/>
                  </a:lnTo>
                  <a:lnTo>
                    <a:pt x="1889137" y="3338017"/>
                  </a:lnTo>
                  <a:lnTo>
                    <a:pt x="1939925" y="3308667"/>
                  </a:lnTo>
                  <a:close/>
                </a:path>
                <a:path w="7661275" h="4429760">
                  <a:moveTo>
                    <a:pt x="2113750" y="3204692"/>
                  </a:moveTo>
                  <a:lnTo>
                    <a:pt x="2068398" y="3230892"/>
                  </a:lnTo>
                  <a:lnTo>
                    <a:pt x="2068106" y="3232785"/>
                  </a:lnTo>
                  <a:lnTo>
                    <a:pt x="2067814" y="3234766"/>
                  </a:lnTo>
                  <a:lnTo>
                    <a:pt x="2113292" y="3208477"/>
                  </a:lnTo>
                  <a:lnTo>
                    <a:pt x="2113534" y="3206534"/>
                  </a:lnTo>
                  <a:lnTo>
                    <a:pt x="2113750" y="3204692"/>
                  </a:lnTo>
                  <a:close/>
                </a:path>
                <a:path w="7661275" h="4429760">
                  <a:moveTo>
                    <a:pt x="2324303" y="3086544"/>
                  </a:moveTo>
                  <a:lnTo>
                    <a:pt x="2323071" y="3085414"/>
                  </a:lnTo>
                  <a:lnTo>
                    <a:pt x="2322919" y="3085261"/>
                  </a:lnTo>
                  <a:lnTo>
                    <a:pt x="2322144" y="3084296"/>
                  </a:lnTo>
                  <a:lnTo>
                    <a:pt x="2273325" y="3112503"/>
                  </a:lnTo>
                  <a:lnTo>
                    <a:pt x="2274316" y="3113595"/>
                  </a:lnTo>
                  <a:lnTo>
                    <a:pt x="2275421" y="3114789"/>
                  </a:lnTo>
                  <a:lnTo>
                    <a:pt x="2324303" y="3086544"/>
                  </a:lnTo>
                  <a:close/>
                </a:path>
                <a:path w="7661275" h="4429760">
                  <a:moveTo>
                    <a:pt x="2484247" y="2994114"/>
                  </a:moveTo>
                  <a:lnTo>
                    <a:pt x="2483637" y="2992602"/>
                  </a:lnTo>
                  <a:lnTo>
                    <a:pt x="2483116" y="2991307"/>
                  </a:lnTo>
                  <a:lnTo>
                    <a:pt x="2420493" y="3027489"/>
                  </a:lnTo>
                  <a:lnTo>
                    <a:pt x="2420188" y="3029280"/>
                  </a:lnTo>
                  <a:lnTo>
                    <a:pt x="2419858" y="3031325"/>
                  </a:lnTo>
                  <a:lnTo>
                    <a:pt x="2484247" y="2994114"/>
                  </a:lnTo>
                  <a:close/>
                </a:path>
                <a:path w="7661275" h="4429760">
                  <a:moveTo>
                    <a:pt x="2687218" y="2873400"/>
                  </a:moveTo>
                  <a:lnTo>
                    <a:pt x="2654096" y="2892539"/>
                  </a:lnTo>
                  <a:lnTo>
                    <a:pt x="2654312" y="2893961"/>
                  </a:lnTo>
                  <a:lnTo>
                    <a:pt x="2654566" y="2895689"/>
                  </a:lnTo>
                  <a:lnTo>
                    <a:pt x="2686278" y="2877362"/>
                  </a:lnTo>
                  <a:lnTo>
                    <a:pt x="2686799" y="2875178"/>
                  </a:lnTo>
                  <a:lnTo>
                    <a:pt x="2687218" y="2873400"/>
                  </a:lnTo>
                  <a:close/>
                </a:path>
                <a:path w="7661275" h="4429760">
                  <a:moveTo>
                    <a:pt x="2846336" y="2784868"/>
                  </a:moveTo>
                  <a:lnTo>
                    <a:pt x="2844635" y="2783941"/>
                  </a:lnTo>
                  <a:lnTo>
                    <a:pt x="2843301" y="2783230"/>
                  </a:lnTo>
                  <a:lnTo>
                    <a:pt x="2788488" y="2814891"/>
                  </a:lnTo>
                  <a:lnTo>
                    <a:pt x="2789732" y="2815679"/>
                  </a:lnTo>
                  <a:lnTo>
                    <a:pt x="2791320" y="2816669"/>
                  </a:lnTo>
                  <a:lnTo>
                    <a:pt x="2846336" y="2784868"/>
                  </a:lnTo>
                  <a:close/>
                </a:path>
                <a:path w="7661275" h="4429760">
                  <a:moveTo>
                    <a:pt x="2919806" y="2742412"/>
                  </a:moveTo>
                  <a:lnTo>
                    <a:pt x="2919234" y="2740825"/>
                  </a:lnTo>
                  <a:lnTo>
                    <a:pt x="2918803" y="2739606"/>
                  </a:lnTo>
                  <a:lnTo>
                    <a:pt x="2913748" y="2742539"/>
                  </a:lnTo>
                  <a:lnTo>
                    <a:pt x="2913049" y="2744406"/>
                  </a:lnTo>
                  <a:lnTo>
                    <a:pt x="2912122" y="2746857"/>
                  </a:lnTo>
                  <a:lnTo>
                    <a:pt x="2919806" y="2742412"/>
                  </a:lnTo>
                  <a:close/>
                </a:path>
                <a:path w="7661275" h="4429760">
                  <a:moveTo>
                    <a:pt x="3267646" y="2538082"/>
                  </a:moveTo>
                  <a:lnTo>
                    <a:pt x="3206483" y="2573426"/>
                  </a:lnTo>
                  <a:lnTo>
                    <a:pt x="3207105" y="2574429"/>
                  </a:lnTo>
                  <a:lnTo>
                    <a:pt x="3207994" y="2575877"/>
                  </a:lnTo>
                  <a:lnTo>
                    <a:pt x="3267506" y="2541486"/>
                  </a:lnTo>
                  <a:lnTo>
                    <a:pt x="3267583" y="2539479"/>
                  </a:lnTo>
                  <a:lnTo>
                    <a:pt x="3267646" y="2538082"/>
                  </a:lnTo>
                  <a:close/>
                </a:path>
                <a:path w="7661275" h="4429760">
                  <a:moveTo>
                    <a:pt x="3468928" y="2425090"/>
                  </a:moveTo>
                  <a:lnTo>
                    <a:pt x="3467468" y="2423934"/>
                  </a:lnTo>
                  <a:lnTo>
                    <a:pt x="3466528" y="2423198"/>
                  </a:lnTo>
                  <a:lnTo>
                    <a:pt x="3416020" y="2452370"/>
                  </a:lnTo>
                  <a:lnTo>
                    <a:pt x="3417049" y="2453081"/>
                  </a:lnTo>
                  <a:lnTo>
                    <a:pt x="3418624" y="2454160"/>
                  </a:lnTo>
                  <a:lnTo>
                    <a:pt x="3468928" y="2425090"/>
                  </a:lnTo>
                  <a:close/>
                </a:path>
                <a:path w="7661275" h="4429760">
                  <a:moveTo>
                    <a:pt x="3642220" y="2321699"/>
                  </a:moveTo>
                  <a:lnTo>
                    <a:pt x="3598468" y="2346972"/>
                  </a:lnTo>
                  <a:lnTo>
                    <a:pt x="3598253" y="2348357"/>
                  </a:lnTo>
                  <a:lnTo>
                    <a:pt x="3597897" y="2350554"/>
                  </a:lnTo>
                  <a:lnTo>
                    <a:pt x="3641788" y="2325192"/>
                  </a:lnTo>
                  <a:lnTo>
                    <a:pt x="3642055" y="2323033"/>
                  </a:lnTo>
                  <a:lnTo>
                    <a:pt x="3642220" y="2321699"/>
                  </a:lnTo>
                  <a:close/>
                </a:path>
                <a:path w="7661275" h="4429760">
                  <a:moveTo>
                    <a:pt x="3866273" y="2192261"/>
                  </a:moveTo>
                  <a:lnTo>
                    <a:pt x="3829177" y="2213686"/>
                  </a:lnTo>
                  <a:lnTo>
                    <a:pt x="3829380" y="2214753"/>
                  </a:lnTo>
                  <a:lnTo>
                    <a:pt x="3829532" y="2215565"/>
                  </a:lnTo>
                  <a:lnTo>
                    <a:pt x="3829558" y="2216696"/>
                  </a:lnTo>
                  <a:lnTo>
                    <a:pt x="3865689" y="2195804"/>
                  </a:lnTo>
                  <a:lnTo>
                    <a:pt x="3866057" y="2193556"/>
                  </a:lnTo>
                  <a:lnTo>
                    <a:pt x="3866273" y="2192261"/>
                  </a:lnTo>
                  <a:close/>
                </a:path>
                <a:path w="7661275" h="4429760">
                  <a:moveTo>
                    <a:pt x="4111929" y="2050351"/>
                  </a:moveTo>
                  <a:lnTo>
                    <a:pt x="4079151" y="2069287"/>
                  </a:lnTo>
                  <a:lnTo>
                    <a:pt x="4079303" y="2070290"/>
                  </a:lnTo>
                  <a:lnTo>
                    <a:pt x="4079608" y="2072195"/>
                  </a:lnTo>
                  <a:lnTo>
                    <a:pt x="4111040" y="2054034"/>
                  </a:lnTo>
                  <a:lnTo>
                    <a:pt x="4111625" y="2051621"/>
                  </a:lnTo>
                  <a:lnTo>
                    <a:pt x="4111929" y="2050351"/>
                  </a:lnTo>
                  <a:close/>
                </a:path>
                <a:path w="7661275" h="4429760">
                  <a:moveTo>
                    <a:pt x="4271213" y="1961464"/>
                  </a:moveTo>
                  <a:lnTo>
                    <a:pt x="4269295" y="1960486"/>
                  </a:lnTo>
                  <a:lnTo>
                    <a:pt x="4268330" y="1959991"/>
                  </a:lnTo>
                  <a:lnTo>
                    <a:pt x="4213237" y="1991817"/>
                  </a:lnTo>
                  <a:lnTo>
                    <a:pt x="4214126" y="1992376"/>
                  </a:lnTo>
                  <a:lnTo>
                    <a:pt x="4215854" y="1993455"/>
                  </a:lnTo>
                  <a:lnTo>
                    <a:pt x="4271213" y="1961464"/>
                  </a:lnTo>
                  <a:close/>
                </a:path>
                <a:path w="7661275" h="4429760">
                  <a:moveTo>
                    <a:pt x="4344594" y="1919058"/>
                  </a:moveTo>
                  <a:lnTo>
                    <a:pt x="4343984" y="1917306"/>
                  </a:lnTo>
                  <a:lnTo>
                    <a:pt x="4343679" y="1916468"/>
                  </a:lnTo>
                  <a:lnTo>
                    <a:pt x="4338688" y="1919351"/>
                  </a:lnTo>
                  <a:lnTo>
                    <a:pt x="4338180" y="1920659"/>
                  </a:lnTo>
                  <a:lnTo>
                    <a:pt x="4337139" y="1923364"/>
                  </a:lnTo>
                  <a:lnTo>
                    <a:pt x="4344594" y="1919058"/>
                  </a:lnTo>
                  <a:close/>
                </a:path>
                <a:path w="7661275" h="4429760">
                  <a:moveTo>
                    <a:pt x="4463389" y="1847316"/>
                  </a:moveTo>
                  <a:lnTo>
                    <a:pt x="4427385" y="1868106"/>
                  </a:lnTo>
                  <a:lnTo>
                    <a:pt x="4427499" y="1869046"/>
                  </a:lnTo>
                  <a:lnTo>
                    <a:pt x="4427740" y="1871014"/>
                  </a:lnTo>
                  <a:lnTo>
                    <a:pt x="4462704" y="1850809"/>
                  </a:lnTo>
                  <a:lnTo>
                    <a:pt x="4462996" y="1849869"/>
                  </a:lnTo>
                  <a:lnTo>
                    <a:pt x="4463212" y="1848396"/>
                  </a:lnTo>
                  <a:lnTo>
                    <a:pt x="4463389" y="1847316"/>
                  </a:lnTo>
                  <a:close/>
                </a:path>
                <a:path w="7661275" h="4429760">
                  <a:moveTo>
                    <a:pt x="4916411" y="1585595"/>
                  </a:moveTo>
                  <a:lnTo>
                    <a:pt x="4886947" y="1602625"/>
                  </a:lnTo>
                  <a:lnTo>
                    <a:pt x="4886782" y="1603565"/>
                  </a:lnTo>
                  <a:lnTo>
                    <a:pt x="4886045" y="1606169"/>
                  </a:lnTo>
                  <a:lnTo>
                    <a:pt x="4916094" y="1588795"/>
                  </a:lnTo>
                  <a:lnTo>
                    <a:pt x="4916322" y="1586496"/>
                  </a:lnTo>
                  <a:lnTo>
                    <a:pt x="4916411" y="1585595"/>
                  </a:lnTo>
                  <a:close/>
                </a:path>
                <a:path w="7661275" h="4429760">
                  <a:moveTo>
                    <a:pt x="5084877" y="1491272"/>
                  </a:moveTo>
                  <a:lnTo>
                    <a:pt x="5083568" y="1489824"/>
                  </a:lnTo>
                  <a:lnTo>
                    <a:pt x="5083099" y="1489303"/>
                  </a:lnTo>
                  <a:lnTo>
                    <a:pt x="5033327" y="1518056"/>
                  </a:lnTo>
                  <a:lnTo>
                    <a:pt x="5033734" y="1518640"/>
                  </a:lnTo>
                  <a:lnTo>
                    <a:pt x="5034813" y="1520202"/>
                  </a:lnTo>
                  <a:lnTo>
                    <a:pt x="5084877" y="1491272"/>
                  </a:lnTo>
                  <a:close/>
                </a:path>
                <a:path w="7661275" h="4429760">
                  <a:moveTo>
                    <a:pt x="5305501" y="1360817"/>
                  </a:moveTo>
                  <a:lnTo>
                    <a:pt x="5268798" y="1382026"/>
                  </a:lnTo>
                  <a:lnTo>
                    <a:pt x="5268925" y="1382687"/>
                  </a:lnTo>
                  <a:lnTo>
                    <a:pt x="5269065" y="1383461"/>
                  </a:lnTo>
                  <a:lnTo>
                    <a:pt x="5269166" y="1384769"/>
                  </a:lnTo>
                  <a:lnTo>
                    <a:pt x="5305196" y="1363954"/>
                  </a:lnTo>
                  <a:lnTo>
                    <a:pt x="5305425" y="1361592"/>
                  </a:lnTo>
                  <a:lnTo>
                    <a:pt x="5305501" y="1360817"/>
                  </a:lnTo>
                  <a:close/>
                </a:path>
                <a:path w="7661275" h="4429760">
                  <a:moveTo>
                    <a:pt x="5589829" y="1196568"/>
                  </a:moveTo>
                  <a:lnTo>
                    <a:pt x="5552262" y="1218272"/>
                  </a:lnTo>
                  <a:lnTo>
                    <a:pt x="5552364" y="1218857"/>
                  </a:lnTo>
                  <a:lnTo>
                    <a:pt x="5552529" y="1219746"/>
                  </a:lnTo>
                  <a:lnTo>
                    <a:pt x="5552618" y="1220965"/>
                  </a:lnTo>
                  <a:lnTo>
                    <a:pt x="5589333" y="1199756"/>
                  </a:lnTo>
                  <a:lnTo>
                    <a:pt x="5589727" y="1197267"/>
                  </a:lnTo>
                  <a:lnTo>
                    <a:pt x="5589829" y="1196568"/>
                  </a:lnTo>
                  <a:close/>
                </a:path>
                <a:path w="7661275" h="4429760">
                  <a:moveTo>
                    <a:pt x="5838723" y="1052779"/>
                  </a:moveTo>
                  <a:lnTo>
                    <a:pt x="5802084" y="1073950"/>
                  </a:lnTo>
                  <a:lnTo>
                    <a:pt x="5802147" y="1074483"/>
                  </a:lnTo>
                  <a:lnTo>
                    <a:pt x="5802414" y="1076617"/>
                  </a:lnTo>
                  <a:lnTo>
                    <a:pt x="5838228" y="1055928"/>
                  </a:lnTo>
                  <a:lnTo>
                    <a:pt x="5838495" y="1055014"/>
                  </a:lnTo>
                  <a:lnTo>
                    <a:pt x="5838660" y="1053376"/>
                  </a:lnTo>
                  <a:lnTo>
                    <a:pt x="5838723" y="1052779"/>
                  </a:lnTo>
                  <a:close/>
                </a:path>
                <a:path w="7661275" h="4429760">
                  <a:moveTo>
                    <a:pt x="6152654" y="874229"/>
                  </a:moveTo>
                  <a:lnTo>
                    <a:pt x="6152566" y="871943"/>
                  </a:lnTo>
                  <a:lnTo>
                    <a:pt x="6152540" y="871486"/>
                  </a:lnTo>
                  <a:lnTo>
                    <a:pt x="6125680" y="887006"/>
                  </a:lnTo>
                  <a:lnTo>
                    <a:pt x="6125680" y="887488"/>
                  </a:lnTo>
                  <a:lnTo>
                    <a:pt x="6125680" y="889812"/>
                  </a:lnTo>
                  <a:lnTo>
                    <a:pt x="6152654" y="874229"/>
                  </a:lnTo>
                  <a:close/>
                </a:path>
                <a:path w="7661275" h="4429760">
                  <a:moveTo>
                    <a:pt x="6349149" y="760679"/>
                  </a:moveTo>
                  <a:lnTo>
                    <a:pt x="6348425" y="758736"/>
                  </a:lnTo>
                  <a:lnTo>
                    <a:pt x="6348298" y="758393"/>
                  </a:lnTo>
                  <a:lnTo>
                    <a:pt x="6276314" y="799985"/>
                  </a:lnTo>
                  <a:lnTo>
                    <a:pt x="6276670" y="800201"/>
                  </a:lnTo>
                  <a:lnTo>
                    <a:pt x="6278664" y="801408"/>
                  </a:lnTo>
                  <a:lnTo>
                    <a:pt x="6349149" y="760679"/>
                  </a:lnTo>
                  <a:close/>
                </a:path>
                <a:path w="7661275" h="4429760">
                  <a:moveTo>
                    <a:pt x="6574155" y="627926"/>
                  </a:moveTo>
                  <a:lnTo>
                    <a:pt x="6538239" y="648665"/>
                  </a:lnTo>
                  <a:lnTo>
                    <a:pt x="6538303" y="648982"/>
                  </a:lnTo>
                  <a:lnTo>
                    <a:pt x="6538557" y="650417"/>
                  </a:lnTo>
                  <a:lnTo>
                    <a:pt x="6538620" y="651179"/>
                  </a:lnTo>
                  <a:lnTo>
                    <a:pt x="6573647" y="630936"/>
                  </a:lnTo>
                  <a:lnTo>
                    <a:pt x="6573736" y="630669"/>
                  </a:lnTo>
                  <a:lnTo>
                    <a:pt x="6574091" y="628294"/>
                  </a:lnTo>
                  <a:lnTo>
                    <a:pt x="6574155" y="627926"/>
                  </a:lnTo>
                  <a:close/>
                </a:path>
                <a:path w="7661275" h="4429760">
                  <a:moveTo>
                    <a:pt x="6784480" y="506412"/>
                  </a:moveTo>
                  <a:lnTo>
                    <a:pt x="6751040" y="525741"/>
                  </a:lnTo>
                  <a:lnTo>
                    <a:pt x="6751079" y="525995"/>
                  </a:lnTo>
                  <a:lnTo>
                    <a:pt x="6751282" y="527227"/>
                  </a:lnTo>
                  <a:lnTo>
                    <a:pt x="6751282" y="528294"/>
                  </a:lnTo>
                  <a:lnTo>
                    <a:pt x="6783819" y="509485"/>
                  </a:lnTo>
                  <a:lnTo>
                    <a:pt x="6784416" y="506730"/>
                  </a:lnTo>
                  <a:lnTo>
                    <a:pt x="6784480" y="506412"/>
                  </a:lnTo>
                  <a:close/>
                </a:path>
                <a:path w="7661275" h="4429760">
                  <a:moveTo>
                    <a:pt x="6950824" y="412978"/>
                  </a:moveTo>
                  <a:lnTo>
                    <a:pt x="6949021" y="411581"/>
                  </a:lnTo>
                  <a:lnTo>
                    <a:pt x="6948640" y="411581"/>
                  </a:lnTo>
                  <a:lnTo>
                    <a:pt x="6898449" y="440575"/>
                  </a:lnTo>
                  <a:lnTo>
                    <a:pt x="6898640" y="440702"/>
                  </a:lnTo>
                  <a:lnTo>
                    <a:pt x="6900558" y="442023"/>
                  </a:lnTo>
                  <a:lnTo>
                    <a:pt x="6950824" y="412978"/>
                  </a:lnTo>
                  <a:close/>
                </a:path>
                <a:path w="7661275" h="4429760">
                  <a:moveTo>
                    <a:pt x="7661097" y="0"/>
                  </a:moveTo>
                  <a:lnTo>
                    <a:pt x="7080364" y="335483"/>
                  </a:lnTo>
                  <a:lnTo>
                    <a:pt x="7080326" y="335686"/>
                  </a:lnTo>
                  <a:lnTo>
                    <a:pt x="7079843" y="338416"/>
                  </a:lnTo>
                  <a:lnTo>
                    <a:pt x="7124205" y="312788"/>
                  </a:lnTo>
                  <a:lnTo>
                    <a:pt x="7124522" y="310146"/>
                  </a:lnTo>
                  <a:lnTo>
                    <a:pt x="7306780" y="204800"/>
                  </a:lnTo>
                  <a:lnTo>
                    <a:pt x="7306780" y="207289"/>
                  </a:lnTo>
                  <a:lnTo>
                    <a:pt x="7333767" y="191693"/>
                  </a:lnTo>
                  <a:lnTo>
                    <a:pt x="7333666" y="189268"/>
                  </a:lnTo>
                  <a:lnTo>
                    <a:pt x="7457529" y="117665"/>
                  </a:lnTo>
                  <a:lnTo>
                    <a:pt x="7459612" y="118960"/>
                  </a:lnTo>
                  <a:lnTo>
                    <a:pt x="7529868" y="78359"/>
                  </a:lnTo>
                  <a:lnTo>
                    <a:pt x="7529093" y="76301"/>
                  </a:lnTo>
                  <a:lnTo>
                    <a:pt x="7661097" y="0"/>
                  </a:lnTo>
                  <a:close/>
                </a:path>
              </a:pathLst>
            </a:custGeom>
            <a:solidFill>
              <a:srgbClr val="5656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50066" y="1107066"/>
              <a:ext cx="7530465" cy="4354195"/>
            </a:xfrm>
            <a:custGeom>
              <a:avLst/>
              <a:gdLst/>
              <a:ahLst/>
              <a:cxnLst/>
              <a:rect l="l" t="t" r="r" b="b"/>
              <a:pathLst>
                <a:path w="7530465" h="4354195">
                  <a:moveTo>
                    <a:pt x="6950683" y="334620"/>
                  </a:moveTo>
                  <a:lnTo>
                    <a:pt x="6900420" y="363666"/>
                  </a:lnTo>
                  <a:lnTo>
                    <a:pt x="6901690" y="364542"/>
                  </a:lnTo>
                  <a:lnTo>
                    <a:pt x="6951865" y="335542"/>
                  </a:lnTo>
                  <a:lnTo>
                    <a:pt x="6950683" y="334620"/>
                  </a:lnTo>
                  <a:close/>
                </a:path>
                <a:path w="7530465" h="4354195">
                  <a:moveTo>
                    <a:pt x="7124060" y="234430"/>
                  </a:moveTo>
                  <a:lnTo>
                    <a:pt x="7079709" y="260059"/>
                  </a:lnTo>
                  <a:lnTo>
                    <a:pt x="7079398" y="261829"/>
                  </a:lnTo>
                  <a:lnTo>
                    <a:pt x="7123856" y="236133"/>
                  </a:lnTo>
                  <a:lnTo>
                    <a:pt x="7124060" y="234430"/>
                  </a:lnTo>
                  <a:close/>
                </a:path>
                <a:path w="7530465" h="4354195">
                  <a:moveTo>
                    <a:pt x="3468794" y="2346726"/>
                  </a:moveTo>
                  <a:lnTo>
                    <a:pt x="3418489" y="2375796"/>
                  </a:lnTo>
                  <a:lnTo>
                    <a:pt x="3420080" y="2376880"/>
                  </a:lnTo>
                  <a:lnTo>
                    <a:pt x="3470258" y="2347878"/>
                  </a:lnTo>
                  <a:lnTo>
                    <a:pt x="3468794" y="2346726"/>
                  </a:lnTo>
                  <a:close/>
                </a:path>
                <a:path w="7530465" h="4354195">
                  <a:moveTo>
                    <a:pt x="3641653" y="2246835"/>
                  </a:moveTo>
                  <a:lnTo>
                    <a:pt x="3597762" y="2272199"/>
                  </a:lnTo>
                  <a:lnTo>
                    <a:pt x="3597419" y="2274380"/>
                  </a:lnTo>
                  <a:lnTo>
                    <a:pt x="3641392" y="2248964"/>
                  </a:lnTo>
                  <a:lnTo>
                    <a:pt x="3641653" y="2246835"/>
                  </a:lnTo>
                  <a:close/>
                </a:path>
                <a:path w="7530465" h="4354195">
                  <a:moveTo>
                    <a:pt x="1939787" y="3230305"/>
                  </a:moveTo>
                  <a:lnTo>
                    <a:pt x="1888996" y="3259656"/>
                  </a:lnTo>
                  <a:lnTo>
                    <a:pt x="1890699" y="3260848"/>
                  </a:lnTo>
                  <a:lnTo>
                    <a:pt x="1941378" y="3231556"/>
                  </a:lnTo>
                  <a:lnTo>
                    <a:pt x="1939787" y="3230305"/>
                  </a:lnTo>
                  <a:close/>
                </a:path>
                <a:path w="7530465" h="4354195">
                  <a:moveTo>
                    <a:pt x="2113153" y="3130121"/>
                  </a:moveTo>
                  <a:lnTo>
                    <a:pt x="2067670" y="3156405"/>
                  </a:lnTo>
                  <a:lnTo>
                    <a:pt x="2067308" y="3158769"/>
                  </a:lnTo>
                  <a:lnTo>
                    <a:pt x="2112871" y="3132435"/>
                  </a:lnTo>
                  <a:lnTo>
                    <a:pt x="2113153" y="3130121"/>
                  </a:lnTo>
                  <a:close/>
                </a:path>
                <a:path w="7530465" h="4354195">
                  <a:moveTo>
                    <a:pt x="6783682" y="431127"/>
                  </a:moveTo>
                  <a:lnTo>
                    <a:pt x="6751137" y="449934"/>
                  </a:lnTo>
                  <a:lnTo>
                    <a:pt x="6751137" y="451561"/>
                  </a:lnTo>
                  <a:lnTo>
                    <a:pt x="6783282" y="432981"/>
                  </a:lnTo>
                  <a:lnTo>
                    <a:pt x="6783682" y="431127"/>
                  </a:lnTo>
                  <a:close/>
                </a:path>
                <a:path w="7530465" h="4354195">
                  <a:moveTo>
                    <a:pt x="5838088" y="977564"/>
                  </a:moveTo>
                  <a:lnTo>
                    <a:pt x="5802276" y="998259"/>
                  </a:lnTo>
                  <a:lnTo>
                    <a:pt x="5802474" y="999879"/>
                  </a:lnTo>
                  <a:lnTo>
                    <a:pt x="5837475" y="979648"/>
                  </a:lnTo>
                  <a:lnTo>
                    <a:pt x="5838088" y="977564"/>
                  </a:lnTo>
                  <a:close/>
                </a:path>
                <a:path w="7530465" h="4354195">
                  <a:moveTo>
                    <a:pt x="4462563" y="1772449"/>
                  </a:moveTo>
                  <a:lnTo>
                    <a:pt x="4427598" y="1792655"/>
                  </a:lnTo>
                  <a:lnTo>
                    <a:pt x="4427813" y="1794420"/>
                  </a:lnTo>
                  <a:lnTo>
                    <a:pt x="4461858" y="1774742"/>
                  </a:lnTo>
                  <a:lnTo>
                    <a:pt x="4462563" y="1772449"/>
                  </a:lnTo>
                  <a:close/>
                </a:path>
                <a:path w="7530465" h="4354195">
                  <a:moveTo>
                    <a:pt x="4271069" y="1883109"/>
                  </a:moveTo>
                  <a:lnTo>
                    <a:pt x="4215719" y="1915095"/>
                  </a:lnTo>
                  <a:lnTo>
                    <a:pt x="4217310" y="1916089"/>
                  </a:lnTo>
                  <a:lnTo>
                    <a:pt x="4272814" y="1884008"/>
                  </a:lnTo>
                  <a:lnTo>
                    <a:pt x="4271069" y="1883109"/>
                  </a:lnTo>
                  <a:close/>
                </a:path>
                <a:path w="7530465" h="4354195">
                  <a:moveTo>
                    <a:pt x="4344461" y="1840698"/>
                  </a:moveTo>
                  <a:lnTo>
                    <a:pt x="4337001" y="1845009"/>
                  </a:lnTo>
                  <a:lnTo>
                    <a:pt x="4336057" y="1847454"/>
                  </a:lnTo>
                  <a:lnTo>
                    <a:pt x="4345017" y="1842275"/>
                  </a:lnTo>
                  <a:lnTo>
                    <a:pt x="4344461" y="1840698"/>
                  </a:lnTo>
                  <a:close/>
                </a:path>
                <a:path w="7530465" h="4354195">
                  <a:moveTo>
                    <a:pt x="4110900" y="1975668"/>
                  </a:moveTo>
                  <a:lnTo>
                    <a:pt x="4079465" y="1993833"/>
                  </a:lnTo>
                  <a:lnTo>
                    <a:pt x="4079612" y="1994781"/>
                  </a:lnTo>
                  <a:lnTo>
                    <a:pt x="4079608" y="1995679"/>
                  </a:lnTo>
                  <a:lnTo>
                    <a:pt x="4110359" y="1977906"/>
                  </a:lnTo>
                  <a:lnTo>
                    <a:pt x="4110900" y="1975668"/>
                  </a:lnTo>
                  <a:close/>
                </a:path>
                <a:path w="7530465" h="4354195">
                  <a:moveTo>
                    <a:pt x="2846199" y="2706510"/>
                  </a:moveTo>
                  <a:lnTo>
                    <a:pt x="2791179" y="2738305"/>
                  </a:lnTo>
                  <a:lnTo>
                    <a:pt x="2792903" y="2739382"/>
                  </a:lnTo>
                  <a:lnTo>
                    <a:pt x="2848045" y="2707511"/>
                  </a:lnTo>
                  <a:lnTo>
                    <a:pt x="2846199" y="2706510"/>
                  </a:lnTo>
                  <a:close/>
                </a:path>
                <a:path w="7530465" h="4354195">
                  <a:moveTo>
                    <a:pt x="2919662" y="2664058"/>
                  </a:moveTo>
                  <a:lnTo>
                    <a:pt x="2911983" y="2668495"/>
                  </a:lnTo>
                  <a:lnTo>
                    <a:pt x="2910993" y="2671128"/>
                  </a:lnTo>
                  <a:lnTo>
                    <a:pt x="2920265" y="2665768"/>
                  </a:lnTo>
                  <a:lnTo>
                    <a:pt x="2919662" y="2664058"/>
                  </a:lnTo>
                  <a:close/>
                </a:path>
                <a:path w="7530465" h="4354195">
                  <a:moveTo>
                    <a:pt x="2686144" y="2799002"/>
                  </a:moveTo>
                  <a:lnTo>
                    <a:pt x="2654427" y="2817331"/>
                  </a:lnTo>
                  <a:lnTo>
                    <a:pt x="2654672" y="2818973"/>
                  </a:lnTo>
                  <a:lnTo>
                    <a:pt x="2654671" y="2819279"/>
                  </a:lnTo>
                  <a:lnTo>
                    <a:pt x="2685570" y="2801420"/>
                  </a:lnTo>
                  <a:lnTo>
                    <a:pt x="2686144" y="2799002"/>
                  </a:lnTo>
                  <a:close/>
                </a:path>
                <a:path w="7530465" h="4354195">
                  <a:moveTo>
                    <a:pt x="1682263" y="3379123"/>
                  </a:moveTo>
                  <a:lnTo>
                    <a:pt x="1648785" y="3398469"/>
                  </a:lnTo>
                  <a:lnTo>
                    <a:pt x="1648785" y="3400672"/>
                  </a:lnTo>
                  <a:lnTo>
                    <a:pt x="1681696" y="3381650"/>
                  </a:lnTo>
                  <a:lnTo>
                    <a:pt x="1682263" y="3379123"/>
                  </a:lnTo>
                  <a:close/>
                </a:path>
                <a:path w="7530465" h="4354195">
                  <a:moveTo>
                    <a:pt x="1338672" y="3577676"/>
                  </a:moveTo>
                  <a:lnTo>
                    <a:pt x="1306619" y="3596199"/>
                  </a:lnTo>
                  <a:lnTo>
                    <a:pt x="1306779" y="3598348"/>
                  </a:lnTo>
                  <a:lnTo>
                    <a:pt x="1338075" y="3580259"/>
                  </a:lnTo>
                  <a:lnTo>
                    <a:pt x="1338672" y="3577676"/>
                  </a:lnTo>
                  <a:close/>
                </a:path>
                <a:path w="7530465" h="4354195">
                  <a:moveTo>
                    <a:pt x="915754" y="3822071"/>
                  </a:moveTo>
                  <a:lnTo>
                    <a:pt x="860491" y="3854006"/>
                  </a:lnTo>
                  <a:lnTo>
                    <a:pt x="862397" y="3855197"/>
                  </a:lnTo>
                  <a:lnTo>
                    <a:pt x="917826" y="3823159"/>
                  </a:lnTo>
                  <a:lnTo>
                    <a:pt x="915754" y="3822071"/>
                  </a:lnTo>
                  <a:close/>
                </a:path>
                <a:path w="7530465" h="4354195">
                  <a:moveTo>
                    <a:pt x="989232" y="3779610"/>
                  </a:moveTo>
                  <a:lnTo>
                    <a:pt x="981366" y="3784155"/>
                  </a:lnTo>
                  <a:lnTo>
                    <a:pt x="980364" y="3787013"/>
                  </a:lnTo>
                  <a:lnTo>
                    <a:pt x="989990" y="3781450"/>
                  </a:lnTo>
                  <a:lnTo>
                    <a:pt x="989232" y="3779610"/>
                  </a:lnTo>
                  <a:close/>
                </a:path>
                <a:path w="7530465" h="4354195">
                  <a:moveTo>
                    <a:pt x="755786" y="3914513"/>
                  </a:moveTo>
                  <a:lnTo>
                    <a:pt x="723785" y="3933006"/>
                  </a:lnTo>
                  <a:lnTo>
                    <a:pt x="723979" y="3934595"/>
                  </a:lnTo>
                  <a:lnTo>
                    <a:pt x="723963" y="3935210"/>
                  </a:lnTo>
                  <a:lnTo>
                    <a:pt x="755182" y="3917166"/>
                  </a:lnTo>
                  <a:lnTo>
                    <a:pt x="755786" y="3914513"/>
                  </a:lnTo>
                  <a:close/>
                </a:path>
                <a:path w="7530465" h="4354195">
                  <a:moveTo>
                    <a:pt x="466524" y="4081671"/>
                  </a:moveTo>
                  <a:lnTo>
                    <a:pt x="430445" y="4102520"/>
                  </a:lnTo>
                  <a:lnTo>
                    <a:pt x="430658" y="4104738"/>
                  </a:lnTo>
                  <a:lnTo>
                    <a:pt x="465649" y="4084513"/>
                  </a:lnTo>
                  <a:lnTo>
                    <a:pt x="466524" y="4081671"/>
                  </a:lnTo>
                  <a:close/>
                </a:path>
                <a:path w="7530465" h="4354195">
                  <a:moveTo>
                    <a:pt x="2484111" y="2915753"/>
                  </a:moveTo>
                  <a:lnTo>
                    <a:pt x="2419714" y="2952966"/>
                  </a:lnTo>
                  <a:lnTo>
                    <a:pt x="2419324" y="2955308"/>
                  </a:lnTo>
                  <a:lnTo>
                    <a:pt x="2484801" y="2917462"/>
                  </a:lnTo>
                  <a:lnTo>
                    <a:pt x="2484111" y="2915753"/>
                  </a:lnTo>
                  <a:close/>
                </a:path>
                <a:path w="7530465" h="4354195">
                  <a:moveTo>
                    <a:pt x="2324160" y="3008185"/>
                  </a:moveTo>
                  <a:lnTo>
                    <a:pt x="2275282" y="3036430"/>
                  </a:lnTo>
                  <a:lnTo>
                    <a:pt x="2276560" y="3037824"/>
                  </a:lnTo>
                  <a:lnTo>
                    <a:pt x="2325578" y="3009492"/>
                  </a:lnTo>
                  <a:lnTo>
                    <a:pt x="2324160" y="3008185"/>
                  </a:lnTo>
                  <a:close/>
                </a:path>
                <a:path w="7530465" h="4354195">
                  <a:moveTo>
                    <a:pt x="260244" y="4200876"/>
                  </a:moveTo>
                  <a:lnTo>
                    <a:pt x="214513" y="4227302"/>
                  </a:lnTo>
                  <a:lnTo>
                    <a:pt x="215180" y="4229282"/>
                  </a:lnTo>
                  <a:lnTo>
                    <a:pt x="261047" y="4202771"/>
                  </a:lnTo>
                  <a:lnTo>
                    <a:pt x="260244" y="4200876"/>
                  </a:lnTo>
                  <a:close/>
                </a:path>
                <a:path w="7530465" h="4354195">
                  <a:moveTo>
                    <a:pt x="143453" y="4268367"/>
                  </a:moveTo>
                  <a:lnTo>
                    <a:pt x="100404" y="4293243"/>
                  </a:lnTo>
                  <a:lnTo>
                    <a:pt x="101510" y="4294982"/>
                  </a:lnTo>
                  <a:lnTo>
                    <a:pt x="143427" y="4270755"/>
                  </a:lnTo>
                  <a:lnTo>
                    <a:pt x="143453" y="4268367"/>
                  </a:lnTo>
                  <a:close/>
                </a:path>
                <a:path w="7530465" h="4354195">
                  <a:moveTo>
                    <a:pt x="27087" y="4335612"/>
                  </a:moveTo>
                  <a:lnTo>
                    <a:pt x="0" y="4351265"/>
                  </a:lnTo>
                  <a:lnTo>
                    <a:pt x="83" y="4353606"/>
                  </a:lnTo>
                  <a:lnTo>
                    <a:pt x="27255" y="4337901"/>
                  </a:lnTo>
                  <a:lnTo>
                    <a:pt x="27087" y="4335612"/>
                  </a:lnTo>
                  <a:close/>
                </a:path>
                <a:path w="7530465" h="4354195">
                  <a:moveTo>
                    <a:pt x="7529734" y="0"/>
                  </a:moveTo>
                  <a:lnTo>
                    <a:pt x="7459476" y="40600"/>
                  </a:lnTo>
                  <a:lnTo>
                    <a:pt x="7460763" y="41403"/>
                  </a:lnTo>
                  <a:lnTo>
                    <a:pt x="7530215" y="1261"/>
                  </a:lnTo>
                  <a:lnTo>
                    <a:pt x="7529734" y="0"/>
                  </a:lnTo>
                  <a:close/>
                </a:path>
                <a:path w="7530465" h="4354195">
                  <a:moveTo>
                    <a:pt x="7333624" y="113328"/>
                  </a:moveTo>
                  <a:lnTo>
                    <a:pt x="7306635" y="128924"/>
                  </a:lnTo>
                  <a:lnTo>
                    <a:pt x="7306635" y="130488"/>
                  </a:lnTo>
                  <a:lnTo>
                    <a:pt x="7333591" y="114907"/>
                  </a:lnTo>
                  <a:lnTo>
                    <a:pt x="7333624" y="113328"/>
                  </a:lnTo>
                  <a:close/>
                </a:path>
                <a:path w="7530465" h="4354195">
                  <a:moveTo>
                    <a:pt x="6349007" y="682315"/>
                  </a:moveTo>
                  <a:lnTo>
                    <a:pt x="6278529" y="723043"/>
                  </a:lnTo>
                  <a:lnTo>
                    <a:pt x="6279951" y="723901"/>
                  </a:lnTo>
                  <a:lnTo>
                    <a:pt x="6349520" y="683692"/>
                  </a:lnTo>
                  <a:lnTo>
                    <a:pt x="6349007" y="682315"/>
                  </a:lnTo>
                  <a:close/>
                </a:path>
                <a:path w="7530465" h="4354195">
                  <a:moveTo>
                    <a:pt x="6152515" y="795864"/>
                  </a:moveTo>
                  <a:lnTo>
                    <a:pt x="6125535" y="811455"/>
                  </a:lnTo>
                  <a:lnTo>
                    <a:pt x="6125535" y="813153"/>
                  </a:lnTo>
                  <a:lnTo>
                    <a:pt x="6152502" y="797566"/>
                  </a:lnTo>
                  <a:lnTo>
                    <a:pt x="6152515" y="795864"/>
                  </a:lnTo>
                  <a:close/>
                </a:path>
                <a:path w="7530465" h="4354195">
                  <a:moveTo>
                    <a:pt x="5084736" y="1412909"/>
                  </a:moveTo>
                  <a:lnTo>
                    <a:pt x="5034670" y="1441841"/>
                  </a:lnTo>
                  <a:lnTo>
                    <a:pt x="5035568" y="1443143"/>
                  </a:lnTo>
                  <a:lnTo>
                    <a:pt x="5085814" y="1414101"/>
                  </a:lnTo>
                  <a:lnTo>
                    <a:pt x="5084736" y="1412909"/>
                  </a:lnTo>
                  <a:close/>
                </a:path>
                <a:path w="7530465" h="4354195">
                  <a:moveTo>
                    <a:pt x="4915961" y="1510441"/>
                  </a:moveTo>
                  <a:lnTo>
                    <a:pt x="4885910" y="1527806"/>
                  </a:lnTo>
                  <a:lnTo>
                    <a:pt x="4885361" y="1529961"/>
                  </a:lnTo>
                  <a:lnTo>
                    <a:pt x="4915773" y="1512384"/>
                  </a:lnTo>
                  <a:lnTo>
                    <a:pt x="4915961" y="1510441"/>
                  </a:lnTo>
                  <a:close/>
                </a:path>
                <a:path w="7530465" h="4354195">
                  <a:moveTo>
                    <a:pt x="1059495" y="3739006"/>
                  </a:moveTo>
                  <a:lnTo>
                    <a:pt x="1004992" y="3770502"/>
                  </a:lnTo>
                  <a:lnTo>
                    <a:pt x="1005466" y="3771003"/>
                  </a:lnTo>
                  <a:lnTo>
                    <a:pt x="1006655" y="3771817"/>
                  </a:lnTo>
                  <a:lnTo>
                    <a:pt x="1061821" y="3739932"/>
                  </a:lnTo>
                  <a:lnTo>
                    <a:pt x="1059495" y="3739006"/>
                  </a:lnTo>
                  <a:close/>
                </a:path>
                <a:path w="7530465" h="4354195">
                  <a:moveTo>
                    <a:pt x="6573509" y="552581"/>
                  </a:moveTo>
                  <a:lnTo>
                    <a:pt x="6538480" y="572823"/>
                  </a:lnTo>
                  <a:lnTo>
                    <a:pt x="6538606" y="574402"/>
                  </a:lnTo>
                  <a:lnTo>
                    <a:pt x="6572892" y="554584"/>
                  </a:lnTo>
                  <a:lnTo>
                    <a:pt x="6573509" y="552581"/>
                  </a:lnTo>
                  <a:close/>
                </a:path>
                <a:path w="7530465" h="4354195">
                  <a:moveTo>
                    <a:pt x="5589199" y="1121391"/>
                  </a:moveTo>
                  <a:lnTo>
                    <a:pt x="5552483" y="1142609"/>
                  </a:lnTo>
                  <a:lnTo>
                    <a:pt x="5552610" y="1144298"/>
                  </a:lnTo>
                  <a:lnTo>
                    <a:pt x="5588682" y="1123449"/>
                  </a:lnTo>
                  <a:lnTo>
                    <a:pt x="5589063" y="1122267"/>
                  </a:lnTo>
                  <a:lnTo>
                    <a:pt x="5589199" y="1121391"/>
                  </a:lnTo>
                  <a:close/>
                </a:path>
                <a:path w="7530465" h="4354195">
                  <a:moveTo>
                    <a:pt x="5305059" y="1285590"/>
                  </a:moveTo>
                  <a:lnTo>
                    <a:pt x="5269031" y="1306409"/>
                  </a:lnTo>
                  <a:lnTo>
                    <a:pt x="5269167" y="1308125"/>
                  </a:lnTo>
                  <a:lnTo>
                    <a:pt x="5304669" y="1287606"/>
                  </a:lnTo>
                  <a:lnTo>
                    <a:pt x="5304956" y="1286645"/>
                  </a:lnTo>
                  <a:lnTo>
                    <a:pt x="5305059" y="1285590"/>
                  </a:lnTo>
                  <a:close/>
                </a:path>
                <a:path w="7530465" h="4354195">
                  <a:moveTo>
                    <a:pt x="3865550" y="2117450"/>
                  </a:moveTo>
                  <a:lnTo>
                    <a:pt x="3829415" y="2138332"/>
                  </a:lnTo>
                  <a:lnTo>
                    <a:pt x="3829456" y="2140265"/>
                  </a:lnTo>
                  <a:lnTo>
                    <a:pt x="3864915" y="2119770"/>
                  </a:lnTo>
                  <a:lnTo>
                    <a:pt x="3865443" y="2118106"/>
                  </a:lnTo>
                  <a:lnTo>
                    <a:pt x="3865550" y="2117450"/>
                  </a:lnTo>
                  <a:close/>
                </a:path>
                <a:path w="7530465" h="4354195">
                  <a:moveTo>
                    <a:pt x="3267364" y="2463128"/>
                  </a:moveTo>
                  <a:lnTo>
                    <a:pt x="3207852" y="2497519"/>
                  </a:lnTo>
                  <a:lnTo>
                    <a:pt x="3208771" y="2499015"/>
                  </a:lnTo>
                  <a:lnTo>
                    <a:pt x="3267278" y="2465199"/>
                  </a:lnTo>
                  <a:lnTo>
                    <a:pt x="3267364" y="2463128"/>
                  </a:lnTo>
                  <a:close/>
                </a:path>
              </a:pathLst>
            </a:custGeom>
            <a:solidFill>
              <a:srgbClr val="5959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50150" y="1108328"/>
              <a:ext cx="7531100" cy="4354195"/>
            </a:xfrm>
            <a:custGeom>
              <a:avLst/>
              <a:gdLst/>
              <a:ahLst/>
              <a:cxnLst/>
              <a:rect l="l" t="t" r="r" b="b"/>
              <a:pathLst>
                <a:path w="7531100" h="4354195">
                  <a:moveTo>
                    <a:pt x="6951782" y="334280"/>
                  </a:moveTo>
                  <a:lnTo>
                    <a:pt x="6901606" y="363281"/>
                  </a:lnTo>
                  <a:lnTo>
                    <a:pt x="6903435" y="364543"/>
                  </a:lnTo>
                  <a:lnTo>
                    <a:pt x="6953493" y="335616"/>
                  </a:lnTo>
                  <a:lnTo>
                    <a:pt x="6951782" y="334280"/>
                  </a:lnTo>
                  <a:close/>
                </a:path>
                <a:path w="7531100" h="4354195">
                  <a:moveTo>
                    <a:pt x="7123772" y="234871"/>
                  </a:moveTo>
                  <a:lnTo>
                    <a:pt x="7079315" y="260567"/>
                  </a:lnTo>
                  <a:lnTo>
                    <a:pt x="7078857" y="263170"/>
                  </a:lnTo>
                  <a:lnTo>
                    <a:pt x="7123470" y="237390"/>
                  </a:lnTo>
                  <a:lnTo>
                    <a:pt x="7123772" y="234871"/>
                  </a:lnTo>
                  <a:close/>
                </a:path>
                <a:path w="7531100" h="4354195">
                  <a:moveTo>
                    <a:pt x="3470175" y="2346616"/>
                  </a:moveTo>
                  <a:lnTo>
                    <a:pt x="3419997" y="2375619"/>
                  </a:lnTo>
                  <a:lnTo>
                    <a:pt x="3421525" y="2376661"/>
                  </a:lnTo>
                  <a:lnTo>
                    <a:pt x="3471591" y="2347729"/>
                  </a:lnTo>
                  <a:lnTo>
                    <a:pt x="3470175" y="2346616"/>
                  </a:lnTo>
                  <a:close/>
                </a:path>
                <a:path w="7531100" h="4354195">
                  <a:moveTo>
                    <a:pt x="3641309" y="2247702"/>
                  </a:moveTo>
                  <a:lnTo>
                    <a:pt x="3597336" y="2273119"/>
                  </a:lnTo>
                  <a:lnTo>
                    <a:pt x="3597000" y="2275258"/>
                  </a:lnTo>
                  <a:lnTo>
                    <a:pt x="3641052" y="2249801"/>
                  </a:lnTo>
                  <a:lnTo>
                    <a:pt x="3641309" y="2247702"/>
                  </a:lnTo>
                  <a:close/>
                </a:path>
                <a:path w="7531100" h="4354195">
                  <a:moveTo>
                    <a:pt x="1941295" y="3230295"/>
                  </a:moveTo>
                  <a:lnTo>
                    <a:pt x="1890616" y="3259587"/>
                  </a:lnTo>
                  <a:lnTo>
                    <a:pt x="1891988" y="3260547"/>
                  </a:lnTo>
                  <a:lnTo>
                    <a:pt x="1942584" y="3231308"/>
                  </a:lnTo>
                  <a:lnTo>
                    <a:pt x="1941295" y="3230295"/>
                  </a:lnTo>
                  <a:close/>
                </a:path>
                <a:path w="7531100" h="4354195">
                  <a:moveTo>
                    <a:pt x="2112788" y="3131173"/>
                  </a:moveTo>
                  <a:lnTo>
                    <a:pt x="2067225" y="3157508"/>
                  </a:lnTo>
                  <a:lnTo>
                    <a:pt x="2066928" y="3159453"/>
                  </a:lnTo>
                  <a:lnTo>
                    <a:pt x="2112555" y="3133086"/>
                  </a:lnTo>
                  <a:lnTo>
                    <a:pt x="2112788" y="3131173"/>
                  </a:lnTo>
                  <a:close/>
                </a:path>
                <a:path w="7531100" h="4354195">
                  <a:moveTo>
                    <a:pt x="6783198" y="431720"/>
                  </a:moveTo>
                  <a:lnTo>
                    <a:pt x="6751053" y="450299"/>
                  </a:lnTo>
                  <a:lnTo>
                    <a:pt x="6751053" y="452601"/>
                  </a:lnTo>
                  <a:lnTo>
                    <a:pt x="6782630" y="434353"/>
                  </a:lnTo>
                  <a:lnTo>
                    <a:pt x="6783198" y="431720"/>
                  </a:lnTo>
                  <a:close/>
                </a:path>
                <a:path w="7531100" h="4354195">
                  <a:moveTo>
                    <a:pt x="5837392" y="978387"/>
                  </a:moveTo>
                  <a:lnTo>
                    <a:pt x="5802391" y="998617"/>
                  </a:lnTo>
                  <a:lnTo>
                    <a:pt x="5802400" y="1000807"/>
                  </a:lnTo>
                  <a:lnTo>
                    <a:pt x="5836613" y="981036"/>
                  </a:lnTo>
                  <a:lnTo>
                    <a:pt x="5837392" y="978387"/>
                  </a:lnTo>
                  <a:close/>
                </a:path>
                <a:path w="7531100" h="4354195">
                  <a:moveTo>
                    <a:pt x="4461774" y="1773481"/>
                  </a:moveTo>
                  <a:lnTo>
                    <a:pt x="4427730" y="1793158"/>
                  </a:lnTo>
                  <a:lnTo>
                    <a:pt x="4427771" y="1795174"/>
                  </a:lnTo>
                  <a:lnTo>
                    <a:pt x="4461010" y="1775966"/>
                  </a:lnTo>
                  <a:lnTo>
                    <a:pt x="4461774" y="1773481"/>
                  </a:lnTo>
                  <a:close/>
                </a:path>
                <a:path w="7531100" h="4354195">
                  <a:moveTo>
                    <a:pt x="4272731" y="1882747"/>
                  </a:moveTo>
                  <a:lnTo>
                    <a:pt x="4217227" y="1914828"/>
                  </a:lnTo>
                  <a:lnTo>
                    <a:pt x="4218165" y="1915414"/>
                  </a:lnTo>
                  <a:lnTo>
                    <a:pt x="4218968" y="1915837"/>
                  </a:lnTo>
                  <a:lnTo>
                    <a:pt x="4274581" y="1883700"/>
                  </a:lnTo>
                  <a:lnTo>
                    <a:pt x="4272731" y="1882747"/>
                  </a:lnTo>
                  <a:close/>
                </a:path>
                <a:path w="7531100" h="4354195">
                  <a:moveTo>
                    <a:pt x="4344934" y="1841014"/>
                  </a:moveTo>
                  <a:lnTo>
                    <a:pt x="4335974" y="1846193"/>
                  </a:lnTo>
                  <a:lnTo>
                    <a:pt x="4334966" y="1848804"/>
                  </a:lnTo>
                  <a:lnTo>
                    <a:pt x="4345529" y="1842700"/>
                  </a:lnTo>
                  <a:lnTo>
                    <a:pt x="4344934" y="1841014"/>
                  </a:lnTo>
                  <a:close/>
                </a:path>
                <a:path w="7531100" h="4354195">
                  <a:moveTo>
                    <a:pt x="4110275" y="1976644"/>
                  </a:moveTo>
                  <a:lnTo>
                    <a:pt x="4079525" y="1994418"/>
                  </a:lnTo>
                  <a:lnTo>
                    <a:pt x="4079516" y="1996423"/>
                  </a:lnTo>
                  <a:lnTo>
                    <a:pt x="4109713" y="1978973"/>
                  </a:lnTo>
                  <a:lnTo>
                    <a:pt x="4110275" y="1976644"/>
                  </a:lnTo>
                  <a:close/>
                </a:path>
                <a:path w="7531100" h="4354195">
                  <a:moveTo>
                    <a:pt x="2847961" y="2706250"/>
                  </a:moveTo>
                  <a:lnTo>
                    <a:pt x="2792820" y="2738121"/>
                  </a:lnTo>
                  <a:lnTo>
                    <a:pt x="2793225" y="2738374"/>
                  </a:lnTo>
                  <a:lnTo>
                    <a:pt x="2794436" y="2739042"/>
                  </a:lnTo>
                  <a:lnTo>
                    <a:pt x="2849622" y="2707151"/>
                  </a:lnTo>
                  <a:lnTo>
                    <a:pt x="2847961" y="2706250"/>
                  </a:lnTo>
                  <a:close/>
                </a:path>
                <a:path w="7531100" h="4354195">
                  <a:moveTo>
                    <a:pt x="2920182" y="2664507"/>
                  </a:moveTo>
                  <a:lnTo>
                    <a:pt x="2910909" y="2669867"/>
                  </a:lnTo>
                  <a:lnTo>
                    <a:pt x="2910011" y="2672253"/>
                  </a:lnTo>
                  <a:lnTo>
                    <a:pt x="2920730" y="2666059"/>
                  </a:lnTo>
                  <a:lnTo>
                    <a:pt x="2920182" y="2664507"/>
                  </a:lnTo>
                  <a:close/>
                </a:path>
                <a:path w="7531100" h="4354195">
                  <a:moveTo>
                    <a:pt x="2685487" y="2800159"/>
                  </a:moveTo>
                  <a:lnTo>
                    <a:pt x="2654588" y="2818018"/>
                  </a:lnTo>
                  <a:lnTo>
                    <a:pt x="2654579" y="2819862"/>
                  </a:lnTo>
                  <a:lnTo>
                    <a:pt x="2684981" y="2802294"/>
                  </a:lnTo>
                  <a:lnTo>
                    <a:pt x="2685487" y="2800159"/>
                  </a:lnTo>
                  <a:close/>
                </a:path>
                <a:path w="7531100" h="4354195">
                  <a:moveTo>
                    <a:pt x="1681613" y="3380388"/>
                  </a:moveTo>
                  <a:lnTo>
                    <a:pt x="1648701" y="3399411"/>
                  </a:lnTo>
                  <a:lnTo>
                    <a:pt x="1648701" y="3401136"/>
                  </a:lnTo>
                  <a:lnTo>
                    <a:pt x="1681168" y="3382375"/>
                  </a:lnTo>
                  <a:lnTo>
                    <a:pt x="1681613" y="3380388"/>
                  </a:lnTo>
                  <a:close/>
                </a:path>
                <a:path w="7531100" h="4354195">
                  <a:moveTo>
                    <a:pt x="1337992" y="3578998"/>
                  </a:moveTo>
                  <a:lnTo>
                    <a:pt x="1306696" y="3597087"/>
                  </a:lnTo>
                  <a:lnTo>
                    <a:pt x="1306817" y="3598704"/>
                  </a:lnTo>
                  <a:lnTo>
                    <a:pt x="1337541" y="3580949"/>
                  </a:lnTo>
                  <a:lnTo>
                    <a:pt x="1337992" y="3578998"/>
                  </a:lnTo>
                  <a:close/>
                </a:path>
                <a:path w="7531100" h="4354195">
                  <a:moveTo>
                    <a:pt x="917743" y="3821898"/>
                  </a:moveTo>
                  <a:lnTo>
                    <a:pt x="862314" y="3853936"/>
                  </a:lnTo>
                  <a:lnTo>
                    <a:pt x="863764" y="3854734"/>
                  </a:lnTo>
                  <a:lnTo>
                    <a:pt x="919232" y="3822681"/>
                  </a:lnTo>
                  <a:lnTo>
                    <a:pt x="917743" y="3821898"/>
                  </a:lnTo>
                  <a:close/>
                </a:path>
                <a:path w="7531100" h="4354195">
                  <a:moveTo>
                    <a:pt x="989906" y="3780188"/>
                  </a:moveTo>
                  <a:lnTo>
                    <a:pt x="980281" y="3785752"/>
                  </a:lnTo>
                  <a:lnTo>
                    <a:pt x="979555" y="3787821"/>
                  </a:lnTo>
                  <a:lnTo>
                    <a:pt x="990455" y="3781522"/>
                  </a:lnTo>
                  <a:lnTo>
                    <a:pt x="989906" y="3780188"/>
                  </a:lnTo>
                  <a:close/>
                </a:path>
                <a:path w="7531100" h="4354195">
                  <a:moveTo>
                    <a:pt x="755099" y="3915905"/>
                  </a:moveTo>
                  <a:lnTo>
                    <a:pt x="723880" y="3933949"/>
                  </a:lnTo>
                  <a:lnTo>
                    <a:pt x="723839" y="3935594"/>
                  </a:lnTo>
                  <a:lnTo>
                    <a:pt x="754673" y="3917775"/>
                  </a:lnTo>
                  <a:lnTo>
                    <a:pt x="755099" y="3915905"/>
                  </a:lnTo>
                  <a:close/>
                </a:path>
                <a:path w="7531100" h="4354195">
                  <a:moveTo>
                    <a:pt x="465566" y="4083252"/>
                  </a:moveTo>
                  <a:lnTo>
                    <a:pt x="430575" y="4103477"/>
                  </a:lnTo>
                  <a:lnTo>
                    <a:pt x="430498" y="4105109"/>
                  </a:lnTo>
                  <a:lnTo>
                    <a:pt x="464970" y="4085188"/>
                  </a:lnTo>
                  <a:lnTo>
                    <a:pt x="465566" y="4083252"/>
                  </a:lnTo>
                  <a:close/>
                </a:path>
                <a:path w="7531100" h="4354195">
                  <a:moveTo>
                    <a:pt x="2484718" y="2916201"/>
                  </a:moveTo>
                  <a:lnTo>
                    <a:pt x="2419241" y="2954046"/>
                  </a:lnTo>
                  <a:lnTo>
                    <a:pt x="2418907" y="2956052"/>
                  </a:lnTo>
                  <a:lnTo>
                    <a:pt x="2485314" y="2917677"/>
                  </a:lnTo>
                  <a:lnTo>
                    <a:pt x="2484718" y="2916201"/>
                  </a:lnTo>
                  <a:close/>
                </a:path>
                <a:path w="7531100" h="4354195">
                  <a:moveTo>
                    <a:pt x="2325495" y="3008231"/>
                  </a:moveTo>
                  <a:lnTo>
                    <a:pt x="2276477" y="3036563"/>
                  </a:lnTo>
                  <a:lnTo>
                    <a:pt x="2277554" y="3037737"/>
                  </a:lnTo>
                  <a:lnTo>
                    <a:pt x="2326696" y="3009338"/>
                  </a:lnTo>
                  <a:lnTo>
                    <a:pt x="2325495" y="3008231"/>
                  </a:lnTo>
                  <a:close/>
                </a:path>
                <a:path w="7531100" h="4354195">
                  <a:moveTo>
                    <a:pt x="260964" y="4201510"/>
                  </a:moveTo>
                  <a:lnTo>
                    <a:pt x="215097" y="4228021"/>
                  </a:lnTo>
                  <a:lnTo>
                    <a:pt x="215538" y="4229329"/>
                  </a:lnTo>
                  <a:lnTo>
                    <a:pt x="261520" y="4202758"/>
                  </a:lnTo>
                  <a:lnTo>
                    <a:pt x="260964" y="4201510"/>
                  </a:lnTo>
                  <a:close/>
                </a:path>
                <a:path w="7531100" h="4354195">
                  <a:moveTo>
                    <a:pt x="143344" y="4269494"/>
                  </a:moveTo>
                  <a:lnTo>
                    <a:pt x="101427" y="4293721"/>
                  </a:lnTo>
                  <a:lnTo>
                    <a:pt x="102148" y="4294855"/>
                  </a:lnTo>
                  <a:lnTo>
                    <a:pt x="143326" y="4271059"/>
                  </a:lnTo>
                  <a:lnTo>
                    <a:pt x="143344" y="4269494"/>
                  </a:lnTo>
                  <a:close/>
                </a:path>
                <a:path w="7531100" h="4354195">
                  <a:moveTo>
                    <a:pt x="27171" y="4336640"/>
                  </a:moveTo>
                  <a:lnTo>
                    <a:pt x="0" y="4352345"/>
                  </a:lnTo>
                  <a:lnTo>
                    <a:pt x="53" y="4353853"/>
                  </a:lnTo>
                  <a:lnTo>
                    <a:pt x="27280" y="4338120"/>
                  </a:lnTo>
                  <a:lnTo>
                    <a:pt x="27171" y="4336640"/>
                  </a:lnTo>
                  <a:close/>
                </a:path>
                <a:path w="7531100" h="4354195">
                  <a:moveTo>
                    <a:pt x="7530132" y="0"/>
                  </a:moveTo>
                  <a:lnTo>
                    <a:pt x="7460679" y="40142"/>
                  </a:lnTo>
                  <a:lnTo>
                    <a:pt x="7462661" y="41379"/>
                  </a:lnTo>
                  <a:lnTo>
                    <a:pt x="7530878" y="1958"/>
                  </a:lnTo>
                  <a:lnTo>
                    <a:pt x="7530132" y="0"/>
                  </a:lnTo>
                  <a:close/>
                </a:path>
                <a:path w="7531100" h="4354195">
                  <a:moveTo>
                    <a:pt x="7333508" y="113646"/>
                  </a:moveTo>
                  <a:lnTo>
                    <a:pt x="7306551" y="129227"/>
                  </a:lnTo>
                  <a:lnTo>
                    <a:pt x="7306551" y="131591"/>
                  </a:lnTo>
                  <a:lnTo>
                    <a:pt x="7333220" y="116180"/>
                  </a:lnTo>
                  <a:lnTo>
                    <a:pt x="7333508" y="113646"/>
                  </a:lnTo>
                  <a:close/>
                </a:path>
                <a:path w="7531100" h="4354195">
                  <a:moveTo>
                    <a:pt x="6349436" y="682430"/>
                  </a:moveTo>
                  <a:lnTo>
                    <a:pt x="6279868" y="722640"/>
                  </a:lnTo>
                  <a:lnTo>
                    <a:pt x="6281772" y="723788"/>
                  </a:lnTo>
                  <a:lnTo>
                    <a:pt x="6350127" y="684287"/>
                  </a:lnTo>
                  <a:lnTo>
                    <a:pt x="6349436" y="682430"/>
                  </a:lnTo>
                  <a:close/>
                </a:path>
                <a:path w="7531100" h="4354195">
                  <a:moveTo>
                    <a:pt x="6152418" y="796305"/>
                  </a:moveTo>
                  <a:lnTo>
                    <a:pt x="6125451" y="811891"/>
                  </a:lnTo>
                  <a:lnTo>
                    <a:pt x="6125451" y="814123"/>
                  </a:lnTo>
                  <a:lnTo>
                    <a:pt x="6152147" y="798696"/>
                  </a:lnTo>
                  <a:lnTo>
                    <a:pt x="6152418" y="796305"/>
                  </a:lnTo>
                  <a:close/>
                </a:path>
                <a:path w="7531100" h="4354195">
                  <a:moveTo>
                    <a:pt x="5085731" y="1412840"/>
                  </a:moveTo>
                  <a:lnTo>
                    <a:pt x="5035485" y="1441882"/>
                  </a:lnTo>
                  <a:lnTo>
                    <a:pt x="5036524" y="1443389"/>
                  </a:lnTo>
                  <a:lnTo>
                    <a:pt x="5086987" y="1414228"/>
                  </a:lnTo>
                  <a:lnTo>
                    <a:pt x="5085731" y="1412840"/>
                  </a:lnTo>
                  <a:close/>
                </a:path>
                <a:path w="7531100" h="4354195">
                  <a:moveTo>
                    <a:pt x="4915690" y="1511122"/>
                  </a:moveTo>
                  <a:lnTo>
                    <a:pt x="4885278" y="1528700"/>
                  </a:lnTo>
                  <a:lnTo>
                    <a:pt x="4884654" y="1531152"/>
                  </a:lnTo>
                  <a:lnTo>
                    <a:pt x="4915475" y="1513341"/>
                  </a:lnTo>
                  <a:lnTo>
                    <a:pt x="4915690" y="1511122"/>
                  </a:lnTo>
                  <a:close/>
                </a:path>
                <a:path w="7531100" h="4354195">
                  <a:moveTo>
                    <a:pt x="1061791" y="3738640"/>
                  </a:moveTo>
                  <a:lnTo>
                    <a:pt x="1006572" y="3770556"/>
                  </a:lnTo>
                  <a:lnTo>
                    <a:pt x="1007880" y="3771453"/>
                  </a:lnTo>
                  <a:lnTo>
                    <a:pt x="1063485" y="3739320"/>
                  </a:lnTo>
                  <a:lnTo>
                    <a:pt x="1061791" y="3738640"/>
                  </a:lnTo>
                  <a:close/>
                </a:path>
                <a:path w="7531100" h="4354195">
                  <a:moveTo>
                    <a:pt x="6572809" y="553323"/>
                  </a:moveTo>
                  <a:lnTo>
                    <a:pt x="6538522" y="573140"/>
                  </a:lnTo>
                  <a:lnTo>
                    <a:pt x="6538695" y="575318"/>
                  </a:lnTo>
                  <a:lnTo>
                    <a:pt x="6571955" y="556098"/>
                  </a:lnTo>
                  <a:lnTo>
                    <a:pt x="6572809" y="553323"/>
                  </a:lnTo>
                  <a:close/>
                </a:path>
                <a:path w="7531100" h="4354195">
                  <a:moveTo>
                    <a:pt x="5588599" y="1122187"/>
                  </a:moveTo>
                  <a:lnTo>
                    <a:pt x="5552526" y="1143037"/>
                  </a:lnTo>
                  <a:lnTo>
                    <a:pt x="5552682" y="1145113"/>
                  </a:lnTo>
                  <a:lnTo>
                    <a:pt x="5587738" y="1124855"/>
                  </a:lnTo>
                  <a:lnTo>
                    <a:pt x="5588599" y="1122187"/>
                  </a:lnTo>
                  <a:close/>
                </a:path>
                <a:path w="7531100" h="4354195">
                  <a:moveTo>
                    <a:pt x="5304585" y="1286344"/>
                  </a:moveTo>
                  <a:lnTo>
                    <a:pt x="5269084" y="1306864"/>
                  </a:lnTo>
                  <a:lnTo>
                    <a:pt x="5269246" y="1308905"/>
                  </a:lnTo>
                  <a:lnTo>
                    <a:pt x="5303812" y="1288929"/>
                  </a:lnTo>
                  <a:lnTo>
                    <a:pt x="5304585" y="1286344"/>
                  </a:lnTo>
                  <a:close/>
                </a:path>
                <a:path w="7531100" h="4354195">
                  <a:moveTo>
                    <a:pt x="3864831" y="2118509"/>
                  </a:moveTo>
                  <a:lnTo>
                    <a:pt x="3829373" y="2139003"/>
                  </a:lnTo>
                  <a:lnTo>
                    <a:pt x="3829415" y="2140951"/>
                  </a:lnTo>
                  <a:lnTo>
                    <a:pt x="3864064" y="2120928"/>
                  </a:lnTo>
                  <a:lnTo>
                    <a:pt x="3864831" y="2118509"/>
                  </a:lnTo>
                  <a:close/>
                </a:path>
                <a:path w="7531100" h="4354195">
                  <a:moveTo>
                    <a:pt x="3267194" y="2463937"/>
                  </a:moveTo>
                  <a:lnTo>
                    <a:pt x="3208688" y="2497754"/>
                  </a:lnTo>
                  <a:lnTo>
                    <a:pt x="3209549" y="2499157"/>
                  </a:lnTo>
                  <a:lnTo>
                    <a:pt x="3267113" y="2465893"/>
                  </a:lnTo>
                  <a:lnTo>
                    <a:pt x="3267194" y="2463937"/>
                  </a:lnTo>
                  <a:close/>
                </a:path>
              </a:pathLst>
            </a:custGeom>
            <a:solidFill>
              <a:srgbClr val="5959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50203" y="1110286"/>
              <a:ext cx="7531734" cy="4352925"/>
            </a:xfrm>
            <a:custGeom>
              <a:avLst/>
              <a:gdLst/>
              <a:ahLst/>
              <a:cxnLst/>
              <a:rect l="l" t="t" r="r" b="b"/>
              <a:pathLst>
                <a:path w="7531734" h="4352925">
                  <a:moveTo>
                    <a:pt x="6953440" y="333657"/>
                  </a:moveTo>
                  <a:lnTo>
                    <a:pt x="6903382" y="362584"/>
                  </a:lnTo>
                  <a:lnTo>
                    <a:pt x="6904534" y="363380"/>
                  </a:lnTo>
                  <a:lnTo>
                    <a:pt x="6954519" y="334499"/>
                  </a:lnTo>
                  <a:lnTo>
                    <a:pt x="6953440" y="333657"/>
                  </a:lnTo>
                  <a:close/>
                </a:path>
                <a:path w="7531734" h="4352925">
                  <a:moveTo>
                    <a:pt x="7123417" y="235431"/>
                  </a:moveTo>
                  <a:lnTo>
                    <a:pt x="7078804" y="261212"/>
                  </a:lnTo>
                  <a:lnTo>
                    <a:pt x="7078515" y="262854"/>
                  </a:lnTo>
                  <a:lnTo>
                    <a:pt x="7123226" y="237021"/>
                  </a:lnTo>
                  <a:lnTo>
                    <a:pt x="7123417" y="235431"/>
                  </a:lnTo>
                  <a:close/>
                </a:path>
                <a:path w="7531734" h="4352925">
                  <a:moveTo>
                    <a:pt x="3471537" y="2345771"/>
                  </a:moveTo>
                  <a:lnTo>
                    <a:pt x="3421472" y="2374702"/>
                  </a:lnTo>
                  <a:lnTo>
                    <a:pt x="3422404" y="2375338"/>
                  </a:lnTo>
                  <a:lnTo>
                    <a:pt x="3472401" y="2346450"/>
                  </a:lnTo>
                  <a:lnTo>
                    <a:pt x="3471537" y="2345771"/>
                  </a:lnTo>
                  <a:close/>
                </a:path>
                <a:path w="7531734" h="4352925">
                  <a:moveTo>
                    <a:pt x="3640998" y="2247843"/>
                  </a:moveTo>
                  <a:lnTo>
                    <a:pt x="3596946" y="2273300"/>
                  </a:lnTo>
                  <a:lnTo>
                    <a:pt x="3596741" y="2274607"/>
                  </a:lnTo>
                  <a:lnTo>
                    <a:pt x="3640841" y="2249126"/>
                  </a:lnTo>
                  <a:lnTo>
                    <a:pt x="3640998" y="2247843"/>
                  </a:lnTo>
                  <a:close/>
                </a:path>
                <a:path w="7531734" h="4352925">
                  <a:moveTo>
                    <a:pt x="1942531" y="3229349"/>
                  </a:moveTo>
                  <a:lnTo>
                    <a:pt x="1891934" y="3258588"/>
                  </a:lnTo>
                  <a:lnTo>
                    <a:pt x="1892754" y="3259162"/>
                  </a:lnTo>
                  <a:lnTo>
                    <a:pt x="1943302" y="3229956"/>
                  </a:lnTo>
                  <a:lnTo>
                    <a:pt x="1942531" y="3229349"/>
                  </a:lnTo>
                  <a:close/>
                </a:path>
                <a:path w="7531734" h="4352925">
                  <a:moveTo>
                    <a:pt x="2112501" y="3131127"/>
                  </a:moveTo>
                  <a:lnTo>
                    <a:pt x="2066875" y="3157494"/>
                  </a:lnTo>
                  <a:lnTo>
                    <a:pt x="2066697" y="3158659"/>
                  </a:lnTo>
                  <a:lnTo>
                    <a:pt x="2112362" y="3132274"/>
                  </a:lnTo>
                  <a:lnTo>
                    <a:pt x="2112501" y="3131127"/>
                  </a:lnTo>
                  <a:close/>
                </a:path>
                <a:path w="7531734" h="4352925">
                  <a:moveTo>
                    <a:pt x="6782577" y="432395"/>
                  </a:moveTo>
                  <a:lnTo>
                    <a:pt x="6751000" y="450643"/>
                  </a:lnTo>
                  <a:lnTo>
                    <a:pt x="6751000" y="452091"/>
                  </a:lnTo>
                  <a:lnTo>
                    <a:pt x="6782219" y="434053"/>
                  </a:lnTo>
                  <a:lnTo>
                    <a:pt x="6782577" y="432395"/>
                  </a:lnTo>
                  <a:close/>
                </a:path>
                <a:path w="7531734" h="4352925">
                  <a:moveTo>
                    <a:pt x="5836559" y="979077"/>
                  </a:moveTo>
                  <a:lnTo>
                    <a:pt x="5802346" y="998848"/>
                  </a:lnTo>
                  <a:lnTo>
                    <a:pt x="5802223" y="1000290"/>
                  </a:lnTo>
                  <a:lnTo>
                    <a:pt x="5836073" y="980732"/>
                  </a:lnTo>
                  <a:lnTo>
                    <a:pt x="5836559" y="979077"/>
                  </a:lnTo>
                  <a:close/>
                </a:path>
                <a:path w="7531734" h="4352925">
                  <a:moveTo>
                    <a:pt x="4460956" y="1774008"/>
                  </a:moveTo>
                  <a:lnTo>
                    <a:pt x="4427717" y="1793216"/>
                  </a:lnTo>
                  <a:lnTo>
                    <a:pt x="4427596" y="1794542"/>
                  </a:lnTo>
                  <a:lnTo>
                    <a:pt x="4460485" y="1775540"/>
                  </a:lnTo>
                  <a:lnTo>
                    <a:pt x="4460956" y="1774008"/>
                  </a:lnTo>
                  <a:close/>
                </a:path>
                <a:path w="7531734" h="4352925">
                  <a:moveTo>
                    <a:pt x="4274527" y="1881741"/>
                  </a:moveTo>
                  <a:lnTo>
                    <a:pt x="4218914" y="1913878"/>
                  </a:lnTo>
                  <a:lnTo>
                    <a:pt x="4220037" y="1914469"/>
                  </a:lnTo>
                  <a:lnTo>
                    <a:pt x="4275666" y="1882327"/>
                  </a:lnTo>
                  <a:lnTo>
                    <a:pt x="4274527" y="1881741"/>
                  </a:lnTo>
                  <a:close/>
                </a:path>
                <a:path w="7531734" h="4352925">
                  <a:moveTo>
                    <a:pt x="4345475" y="1840741"/>
                  </a:moveTo>
                  <a:lnTo>
                    <a:pt x="4334912" y="1846846"/>
                  </a:lnTo>
                  <a:lnTo>
                    <a:pt x="4334292" y="1848453"/>
                  </a:lnTo>
                  <a:lnTo>
                    <a:pt x="4345842" y="1841780"/>
                  </a:lnTo>
                  <a:lnTo>
                    <a:pt x="4345475" y="1840741"/>
                  </a:lnTo>
                  <a:close/>
                </a:path>
                <a:path w="7531734" h="4352925">
                  <a:moveTo>
                    <a:pt x="4109659" y="1977014"/>
                  </a:moveTo>
                  <a:lnTo>
                    <a:pt x="4079462" y="1994465"/>
                  </a:lnTo>
                  <a:lnTo>
                    <a:pt x="4079456" y="1995696"/>
                  </a:lnTo>
                  <a:lnTo>
                    <a:pt x="4109313" y="1978445"/>
                  </a:lnTo>
                  <a:lnTo>
                    <a:pt x="4109659" y="1977014"/>
                  </a:lnTo>
                  <a:close/>
                </a:path>
                <a:path w="7531734" h="4352925">
                  <a:moveTo>
                    <a:pt x="2849569" y="2705192"/>
                  </a:moveTo>
                  <a:lnTo>
                    <a:pt x="2794383" y="2737083"/>
                  </a:lnTo>
                  <a:lnTo>
                    <a:pt x="2795376" y="2737631"/>
                  </a:lnTo>
                  <a:lnTo>
                    <a:pt x="2850575" y="2705738"/>
                  </a:lnTo>
                  <a:lnTo>
                    <a:pt x="2849569" y="2705192"/>
                  </a:lnTo>
                  <a:close/>
                </a:path>
                <a:path w="7531734" h="4352925">
                  <a:moveTo>
                    <a:pt x="2920676" y="2664101"/>
                  </a:moveTo>
                  <a:lnTo>
                    <a:pt x="2909958" y="2670295"/>
                  </a:lnTo>
                  <a:lnTo>
                    <a:pt x="2909414" y="2671741"/>
                  </a:lnTo>
                  <a:lnTo>
                    <a:pt x="2921009" y="2665042"/>
                  </a:lnTo>
                  <a:lnTo>
                    <a:pt x="2920676" y="2664101"/>
                  </a:lnTo>
                  <a:close/>
                </a:path>
                <a:path w="7531734" h="4352925">
                  <a:moveTo>
                    <a:pt x="2684927" y="2800335"/>
                  </a:moveTo>
                  <a:lnTo>
                    <a:pt x="2654526" y="2817903"/>
                  </a:lnTo>
                  <a:lnTo>
                    <a:pt x="2654521" y="2819017"/>
                  </a:lnTo>
                  <a:lnTo>
                    <a:pt x="2684621" y="2801625"/>
                  </a:lnTo>
                  <a:lnTo>
                    <a:pt x="2684927" y="2800335"/>
                  </a:lnTo>
                  <a:close/>
                </a:path>
                <a:path w="7531734" h="4352925">
                  <a:moveTo>
                    <a:pt x="1681114" y="3380416"/>
                  </a:moveTo>
                  <a:lnTo>
                    <a:pt x="1648648" y="3399178"/>
                  </a:lnTo>
                  <a:lnTo>
                    <a:pt x="1648648" y="3400205"/>
                  </a:lnTo>
                  <a:lnTo>
                    <a:pt x="1680848" y="3381600"/>
                  </a:lnTo>
                  <a:lnTo>
                    <a:pt x="1681114" y="3380416"/>
                  </a:lnTo>
                  <a:close/>
                </a:path>
                <a:path w="7531734" h="4352925">
                  <a:moveTo>
                    <a:pt x="1337488" y="3578990"/>
                  </a:moveTo>
                  <a:lnTo>
                    <a:pt x="1306763" y="3596745"/>
                  </a:lnTo>
                  <a:lnTo>
                    <a:pt x="1306835" y="3597704"/>
                  </a:lnTo>
                  <a:lnTo>
                    <a:pt x="1337221" y="3580147"/>
                  </a:lnTo>
                  <a:lnTo>
                    <a:pt x="1337488" y="3578990"/>
                  </a:lnTo>
                  <a:close/>
                </a:path>
                <a:path w="7531734" h="4352925">
                  <a:moveTo>
                    <a:pt x="919178" y="3820722"/>
                  </a:moveTo>
                  <a:lnTo>
                    <a:pt x="863710" y="3852776"/>
                  </a:lnTo>
                  <a:lnTo>
                    <a:pt x="864566" y="3853244"/>
                  </a:lnTo>
                  <a:lnTo>
                    <a:pt x="920055" y="3821183"/>
                  </a:lnTo>
                  <a:lnTo>
                    <a:pt x="919178" y="3820722"/>
                  </a:lnTo>
                  <a:close/>
                </a:path>
                <a:path w="7531734" h="4352925">
                  <a:moveTo>
                    <a:pt x="990402" y="3779563"/>
                  </a:moveTo>
                  <a:lnTo>
                    <a:pt x="979502" y="3785862"/>
                  </a:lnTo>
                  <a:lnTo>
                    <a:pt x="979074" y="3787082"/>
                  </a:lnTo>
                  <a:lnTo>
                    <a:pt x="990726" y="3780350"/>
                  </a:lnTo>
                  <a:lnTo>
                    <a:pt x="990402" y="3779563"/>
                  </a:lnTo>
                  <a:close/>
                </a:path>
                <a:path w="7531734" h="4352925">
                  <a:moveTo>
                    <a:pt x="754620" y="3915817"/>
                  </a:moveTo>
                  <a:lnTo>
                    <a:pt x="723786" y="3933635"/>
                  </a:lnTo>
                  <a:lnTo>
                    <a:pt x="723762" y="3934600"/>
                  </a:lnTo>
                  <a:lnTo>
                    <a:pt x="754370" y="3916915"/>
                  </a:lnTo>
                  <a:lnTo>
                    <a:pt x="754620" y="3915817"/>
                  </a:lnTo>
                  <a:close/>
                </a:path>
                <a:path w="7531734" h="4352925">
                  <a:moveTo>
                    <a:pt x="464917" y="4083230"/>
                  </a:moveTo>
                  <a:lnTo>
                    <a:pt x="430445" y="4103150"/>
                  </a:lnTo>
                  <a:lnTo>
                    <a:pt x="430340" y="4104138"/>
                  </a:lnTo>
                  <a:lnTo>
                    <a:pt x="464569" y="4084361"/>
                  </a:lnTo>
                  <a:lnTo>
                    <a:pt x="464917" y="4083230"/>
                  </a:lnTo>
                  <a:close/>
                </a:path>
                <a:path w="7531734" h="4352925">
                  <a:moveTo>
                    <a:pt x="2485260" y="2915718"/>
                  </a:moveTo>
                  <a:lnTo>
                    <a:pt x="2418854" y="2954093"/>
                  </a:lnTo>
                  <a:lnTo>
                    <a:pt x="2418653" y="2955300"/>
                  </a:lnTo>
                  <a:lnTo>
                    <a:pt x="2485620" y="2916607"/>
                  </a:lnTo>
                  <a:lnTo>
                    <a:pt x="2485260" y="2915718"/>
                  </a:lnTo>
                  <a:close/>
                </a:path>
                <a:path w="7531734" h="4352925">
                  <a:moveTo>
                    <a:pt x="2326643" y="3007380"/>
                  </a:moveTo>
                  <a:lnTo>
                    <a:pt x="2277500" y="3035778"/>
                  </a:lnTo>
                  <a:lnTo>
                    <a:pt x="2278148" y="3036484"/>
                  </a:lnTo>
                  <a:lnTo>
                    <a:pt x="2327365" y="3008046"/>
                  </a:lnTo>
                  <a:lnTo>
                    <a:pt x="2326643" y="3007380"/>
                  </a:lnTo>
                  <a:close/>
                </a:path>
                <a:path w="7531734" h="4352925">
                  <a:moveTo>
                    <a:pt x="261458" y="4200804"/>
                  </a:moveTo>
                  <a:lnTo>
                    <a:pt x="215484" y="4227371"/>
                  </a:lnTo>
                  <a:lnTo>
                    <a:pt x="215741" y="4228132"/>
                  </a:lnTo>
                  <a:lnTo>
                    <a:pt x="261782" y="4201530"/>
                  </a:lnTo>
                  <a:lnTo>
                    <a:pt x="261458" y="4200804"/>
                  </a:lnTo>
                  <a:close/>
                </a:path>
                <a:path w="7531734" h="4352925">
                  <a:moveTo>
                    <a:pt x="143273" y="4269100"/>
                  </a:moveTo>
                  <a:lnTo>
                    <a:pt x="102095" y="4292896"/>
                  </a:lnTo>
                  <a:lnTo>
                    <a:pt x="102513" y="4293554"/>
                  </a:lnTo>
                  <a:lnTo>
                    <a:pt x="143263" y="4270010"/>
                  </a:lnTo>
                  <a:lnTo>
                    <a:pt x="143273" y="4269100"/>
                  </a:lnTo>
                  <a:close/>
                </a:path>
                <a:path w="7531734" h="4352925">
                  <a:moveTo>
                    <a:pt x="27226" y="4336161"/>
                  </a:moveTo>
                  <a:lnTo>
                    <a:pt x="0" y="4351895"/>
                  </a:lnTo>
                  <a:lnTo>
                    <a:pt x="31" y="4352769"/>
                  </a:lnTo>
                  <a:lnTo>
                    <a:pt x="27289" y="4337019"/>
                  </a:lnTo>
                  <a:lnTo>
                    <a:pt x="27226" y="4336161"/>
                  </a:lnTo>
                  <a:close/>
                </a:path>
                <a:path w="7531734" h="4352925">
                  <a:moveTo>
                    <a:pt x="7530824" y="0"/>
                  </a:moveTo>
                  <a:lnTo>
                    <a:pt x="7462608" y="39420"/>
                  </a:lnTo>
                  <a:lnTo>
                    <a:pt x="7463862" y="40203"/>
                  </a:lnTo>
                  <a:lnTo>
                    <a:pt x="7531297" y="1240"/>
                  </a:lnTo>
                  <a:lnTo>
                    <a:pt x="7530824" y="0"/>
                  </a:lnTo>
                  <a:close/>
                </a:path>
                <a:path w="7531734" h="4352925">
                  <a:moveTo>
                    <a:pt x="7333166" y="114221"/>
                  </a:moveTo>
                  <a:lnTo>
                    <a:pt x="7306498" y="129633"/>
                  </a:lnTo>
                  <a:lnTo>
                    <a:pt x="7306498" y="131127"/>
                  </a:lnTo>
                  <a:lnTo>
                    <a:pt x="7332985" y="115823"/>
                  </a:lnTo>
                  <a:lnTo>
                    <a:pt x="7333166" y="114221"/>
                  </a:lnTo>
                  <a:close/>
                </a:path>
                <a:path w="7531734" h="4352925">
                  <a:moveTo>
                    <a:pt x="7208267" y="187408"/>
                  </a:moveTo>
                  <a:lnTo>
                    <a:pt x="7206520" y="187408"/>
                  </a:lnTo>
                  <a:lnTo>
                    <a:pt x="7206101" y="189136"/>
                  </a:lnTo>
                  <a:lnTo>
                    <a:pt x="7208752" y="187604"/>
                  </a:lnTo>
                  <a:lnTo>
                    <a:pt x="7208267" y="187408"/>
                  </a:lnTo>
                  <a:close/>
                </a:path>
                <a:path w="7531734" h="4352925">
                  <a:moveTo>
                    <a:pt x="7208267" y="187408"/>
                  </a:moveTo>
                  <a:lnTo>
                    <a:pt x="7207239" y="186992"/>
                  </a:lnTo>
                  <a:lnTo>
                    <a:pt x="7208752" y="187604"/>
                  </a:lnTo>
                  <a:lnTo>
                    <a:pt x="7208267" y="187408"/>
                  </a:lnTo>
                  <a:close/>
                </a:path>
                <a:path w="7531734" h="4352925">
                  <a:moveTo>
                    <a:pt x="6350074" y="682329"/>
                  </a:moveTo>
                  <a:lnTo>
                    <a:pt x="6281718" y="721830"/>
                  </a:lnTo>
                  <a:lnTo>
                    <a:pt x="6282912" y="722550"/>
                  </a:lnTo>
                  <a:lnTo>
                    <a:pt x="6350507" y="683494"/>
                  </a:lnTo>
                  <a:lnTo>
                    <a:pt x="6350074" y="682329"/>
                  </a:lnTo>
                  <a:close/>
                </a:path>
                <a:path w="7531734" h="4352925">
                  <a:moveTo>
                    <a:pt x="6152093" y="796737"/>
                  </a:moveTo>
                  <a:lnTo>
                    <a:pt x="6125398" y="812164"/>
                  </a:lnTo>
                  <a:lnTo>
                    <a:pt x="6125398" y="813561"/>
                  </a:lnTo>
                  <a:lnTo>
                    <a:pt x="6151923" y="798235"/>
                  </a:lnTo>
                  <a:lnTo>
                    <a:pt x="6152093" y="796737"/>
                  </a:lnTo>
                  <a:close/>
                </a:path>
                <a:path w="7531734" h="4352925">
                  <a:moveTo>
                    <a:pt x="6027328" y="870225"/>
                  </a:moveTo>
                  <a:lnTo>
                    <a:pt x="6025404" y="870225"/>
                  </a:lnTo>
                  <a:lnTo>
                    <a:pt x="6025091" y="871518"/>
                  </a:lnTo>
                  <a:lnTo>
                    <a:pt x="6027328" y="870225"/>
                  </a:lnTo>
                  <a:close/>
                </a:path>
                <a:path w="7531734" h="4352925">
                  <a:moveTo>
                    <a:pt x="5086933" y="1412270"/>
                  </a:moveTo>
                  <a:lnTo>
                    <a:pt x="5036471" y="1441431"/>
                  </a:lnTo>
                  <a:lnTo>
                    <a:pt x="5037115" y="1442365"/>
                  </a:lnTo>
                  <a:lnTo>
                    <a:pt x="5087712" y="1413131"/>
                  </a:lnTo>
                  <a:lnTo>
                    <a:pt x="5086933" y="1412270"/>
                  </a:lnTo>
                  <a:close/>
                </a:path>
                <a:path w="7531734" h="4352925">
                  <a:moveTo>
                    <a:pt x="4915421" y="1511382"/>
                  </a:moveTo>
                  <a:lnTo>
                    <a:pt x="4884600" y="1529193"/>
                  </a:lnTo>
                  <a:lnTo>
                    <a:pt x="4884213" y="1530711"/>
                  </a:lnTo>
                  <a:lnTo>
                    <a:pt x="4915288" y="1512756"/>
                  </a:lnTo>
                  <a:lnTo>
                    <a:pt x="4915421" y="1511382"/>
                  </a:lnTo>
                  <a:close/>
                </a:path>
                <a:path w="7531734" h="4352925">
                  <a:moveTo>
                    <a:pt x="1063432" y="3737361"/>
                  </a:moveTo>
                  <a:lnTo>
                    <a:pt x="1007827" y="3769494"/>
                  </a:lnTo>
                  <a:lnTo>
                    <a:pt x="1008598" y="3770023"/>
                  </a:lnTo>
                  <a:lnTo>
                    <a:pt x="1064432" y="3737763"/>
                  </a:lnTo>
                  <a:lnTo>
                    <a:pt x="1063432" y="3737361"/>
                  </a:lnTo>
                  <a:close/>
                </a:path>
                <a:path w="7531734" h="4352925">
                  <a:moveTo>
                    <a:pt x="6571902" y="554139"/>
                  </a:moveTo>
                  <a:lnTo>
                    <a:pt x="6538641" y="573360"/>
                  </a:lnTo>
                  <a:lnTo>
                    <a:pt x="6538750" y="574728"/>
                  </a:lnTo>
                  <a:lnTo>
                    <a:pt x="6571365" y="555883"/>
                  </a:lnTo>
                  <a:lnTo>
                    <a:pt x="6571902" y="554139"/>
                  </a:lnTo>
                  <a:close/>
                </a:path>
                <a:path w="7531734" h="4352925">
                  <a:moveTo>
                    <a:pt x="5587685" y="1122896"/>
                  </a:moveTo>
                  <a:lnTo>
                    <a:pt x="5552628" y="1143155"/>
                  </a:lnTo>
                  <a:lnTo>
                    <a:pt x="5552725" y="1144449"/>
                  </a:lnTo>
                  <a:lnTo>
                    <a:pt x="5587148" y="1124559"/>
                  </a:lnTo>
                  <a:lnTo>
                    <a:pt x="5587685" y="1122896"/>
                  </a:lnTo>
                  <a:close/>
                </a:path>
                <a:path w="7531734" h="4352925">
                  <a:moveTo>
                    <a:pt x="5303759" y="1286971"/>
                  </a:moveTo>
                  <a:lnTo>
                    <a:pt x="5269192" y="1306946"/>
                  </a:lnTo>
                  <a:lnTo>
                    <a:pt x="5269293" y="1308214"/>
                  </a:lnTo>
                  <a:lnTo>
                    <a:pt x="5303278" y="1288578"/>
                  </a:lnTo>
                  <a:lnTo>
                    <a:pt x="5303759" y="1286971"/>
                  </a:lnTo>
                  <a:close/>
                </a:path>
                <a:path w="7531734" h="4352925">
                  <a:moveTo>
                    <a:pt x="3864010" y="2118970"/>
                  </a:moveTo>
                  <a:lnTo>
                    <a:pt x="3829361" y="2138992"/>
                  </a:lnTo>
                  <a:lnTo>
                    <a:pt x="3829387" y="2140185"/>
                  </a:lnTo>
                  <a:lnTo>
                    <a:pt x="3863539" y="2120452"/>
                  </a:lnTo>
                  <a:lnTo>
                    <a:pt x="3864010" y="2118970"/>
                  </a:lnTo>
                  <a:close/>
                </a:path>
                <a:path w="7531734" h="4352925">
                  <a:moveTo>
                    <a:pt x="3267059" y="2463934"/>
                  </a:moveTo>
                  <a:lnTo>
                    <a:pt x="3209496" y="2497199"/>
                  </a:lnTo>
                  <a:lnTo>
                    <a:pt x="3210020" y="2498052"/>
                  </a:lnTo>
                  <a:lnTo>
                    <a:pt x="3267010" y="2465124"/>
                  </a:lnTo>
                  <a:lnTo>
                    <a:pt x="3267059" y="2463934"/>
                  </a:lnTo>
                  <a:close/>
                </a:path>
              </a:pathLst>
            </a:custGeom>
            <a:solidFill>
              <a:srgbClr val="5B5B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50269" y="1111526"/>
              <a:ext cx="7632065" cy="4411345"/>
            </a:xfrm>
            <a:custGeom>
              <a:avLst/>
              <a:gdLst/>
              <a:ahLst/>
              <a:cxnLst/>
              <a:rect l="l" t="t" r="r" b="b"/>
              <a:pathLst>
                <a:path w="7632065" h="4411345">
                  <a:moveTo>
                    <a:pt x="7054453" y="333259"/>
                  </a:moveTo>
                  <a:lnTo>
                    <a:pt x="7004469" y="362140"/>
                  </a:lnTo>
                  <a:lnTo>
                    <a:pt x="7006298" y="363402"/>
                  </a:lnTo>
                  <a:lnTo>
                    <a:pt x="7056165" y="334594"/>
                  </a:lnTo>
                  <a:lnTo>
                    <a:pt x="7054453" y="333259"/>
                  </a:lnTo>
                  <a:close/>
                </a:path>
                <a:path w="7632065" h="4411345">
                  <a:moveTo>
                    <a:pt x="7223160" y="235781"/>
                  </a:moveTo>
                  <a:lnTo>
                    <a:pt x="7178450" y="261614"/>
                  </a:lnTo>
                  <a:lnTo>
                    <a:pt x="7177993" y="264217"/>
                  </a:lnTo>
                  <a:lnTo>
                    <a:pt x="7222858" y="238299"/>
                  </a:lnTo>
                  <a:lnTo>
                    <a:pt x="7223160" y="235781"/>
                  </a:lnTo>
                  <a:close/>
                </a:path>
                <a:path w="7632065" h="4411345">
                  <a:moveTo>
                    <a:pt x="3572335" y="2345210"/>
                  </a:moveTo>
                  <a:lnTo>
                    <a:pt x="3522338" y="2374098"/>
                  </a:lnTo>
                  <a:lnTo>
                    <a:pt x="3523867" y="2375140"/>
                  </a:lnTo>
                  <a:lnTo>
                    <a:pt x="3573751" y="2346323"/>
                  </a:lnTo>
                  <a:lnTo>
                    <a:pt x="3572335" y="2345210"/>
                  </a:lnTo>
                  <a:close/>
                </a:path>
                <a:path w="7632065" h="4411345">
                  <a:moveTo>
                    <a:pt x="3740776" y="2247886"/>
                  </a:moveTo>
                  <a:lnTo>
                    <a:pt x="3696675" y="2273367"/>
                  </a:lnTo>
                  <a:lnTo>
                    <a:pt x="3696339" y="2275506"/>
                  </a:lnTo>
                  <a:lnTo>
                    <a:pt x="3740519" y="2249984"/>
                  </a:lnTo>
                  <a:lnTo>
                    <a:pt x="3740776" y="2247886"/>
                  </a:lnTo>
                  <a:close/>
                </a:path>
                <a:path w="7632065" h="4411345">
                  <a:moveTo>
                    <a:pt x="2043236" y="3228716"/>
                  </a:moveTo>
                  <a:lnTo>
                    <a:pt x="1992688" y="3257922"/>
                  </a:lnTo>
                  <a:lnTo>
                    <a:pt x="1994060" y="3258882"/>
                  </a:lnTo>
                  <a:lnTo>
                    <a:pt x="2044526" y="3229729"/>
                  </a:lnTo>
                  <a:lnTo>
                    <a:pt x="2043236" y="3228716"/>
                  </a:lnTo>
                  <a:close/>
                </a:path>
                <a:path w="7632065" h="4411345">
                  <a:moveTo>
                    <a:pt x="2212296" y="3131034"/>
                  </a:moveTo>
                  <a:lnTo>
                    <a:pt x="2166631" y="3157419"/>
                  </a:lnTo>
                  <a:lnTo>
                    <a:pt x="2166334" y="3159363"/>
                  </a:lnTo>
                  <a:lnTo>
                    <a:pt x="2212063" y="3132946"/>
                  </a:lnTo>
                  <a:lnTo>
                    <a:pt x="2212296" y="3131034"/>
                  </a:lnTo>
                  <a:close/>
                </a:path>
                <a:path w="7632065" h="4411345">
                  <a:moveTo>
                    <a:pt x="6882154" y="432813"/>
                  </a:moveTo>
                  <a:lnTo>
                    <a:pt x="6850934" y="450851"/>
                  </a:lnTo>
                  <a:lnTo>
                    <a:pt x="6850934" y="453152"/>
                  </a:lnTo>
                  <a:lnTo>
                    <a:pt x="6881586" y="435446"/>
                  </a:lnTo>
                  <a:lnTo>
                    <a:pt x="6882154" y="432813"/>
                  </a:lnTo>
                  <a:close/>
                </a:path>
                <a:path w="7632065" h="4411345">
                  <a:moveTo>
                    <a:pt x="5936007" y="979492"/>
                  </a:moveTo>
                  <a:lnTo>
                    <a:pt x="5902157" y="999050"/>
                  </a:lnTo>
                  <a:lnTo>
                    <a:pt x="5901960" y="1001358"/>
                  </a:lnTo>
                  <a:lnTo>
                    <a:pt x="5935228" y="982140"/>
                  </a:lnTo>
                  <a:lnTo>
                    <a:pt x="5936007" y="979492"/>
                  </a:lnTo>
                  <a:close/>
                </a:path>
                <a:path w="7632065" h="4411345">
                  <a:moveTo>
                    <a:pt x="4560419" y="1774300"/>
                  </a:moveTo>
                  <a:lnTo>
                    <a:pt x="4527531" y="1793302"/>
                  </a:lnTo>
                  <a:lnTo>
                    <a:pt x="4527335" y="1795454"/>
                  </a:lnTo>
                  <a:lnTo>
                    <a:pt x="4559655" y="1776784"/>
                  </a:lnTo>
                  <a:lnTo>
                    <a:pt x="4560419" y="1774300"/>
                  </a:lnTo>
                  <a:close/>
                </a:path>
                <a:path w="7632065" h="4411345">
                  <a:moveTo>
                    <a:pt x="4375600" y="1881087"/>
                  </a:moveTo>
                  <a:lnTo>
                    <a:pt x="4319971" y="1913229"/>
                  </a:lnTo>
                  <a:lnTo>
                    <a:pt x="4321796" y="1914190"/>
                  </a:lnTo>
                  <a:lnTo>
                    <a:pt x="4377519" y="1882001"/>
                  </a:lnTo>
                  <a:lnTo>
                    <a:pt x="4376720" y="1881664"/>
                  </a:lnTo>
                  <a:lnTo>
                    <a:pt x="4375600" y="1881087"/>
                  </a:lnTo>
                  <a:close/>
                </a:path>
                <a:path w="7632065" h="4411345">
                  <a:moveTo>
                    <a:pt x="4445776" y="1840540"/>
                  </a:moveTo>
                  <a:lnTo>
                    <a:pt x="4434226" y="1847213"/>
                  </a:lnTo>
                  <a:lnTo>
                    <a:pt x="4433218" y="1849824"/>
                  </a:lnTo>
                  <a:lnTo>
                    <a:pt x="4446371" y="1842226"/>
                  </a:lnTo>
                  <a:lnTo>
                    <a:pt x="4445776" y="1840540"/>
                  </a:lnTo>
                  <a:close/>
                </a:path>
                <a:path w="7632065" h="4411345">
                  <a:moveTo>
                    <a:pt x="4209247" y="1977205"/>
                  </a:moveTo>
                  <a:lnTo>
                    <a:pt x="4179391" y="1994456"/>
                  </a:lnTo>
                  <a:lnTo>
                    <a:pt x="4179381" y="1996461"/>
                  </a:lnTo>
                  <a:lnTo>
                    <a:pt x="4208685" y="1979533"/>
                  </a:lnTo>
                  <a:lnTo>
                    <a:pt x="4209247" y="1977205"/>
                  </a:lnTo>
                  <a:close/>
                </a:path>
                <a:path w="7632065" h="4411345">
                  <a:moveTo>
                    <a:pt x="2950509" y="2704498"/>
                  </a:moveTo>
                  <a:lnTo>
                    <a:pt x="2895311" y="2736391"/>
                  </a:lnTo>
                  <a:lnTo>
                    <a:pt x="2896953" y="2737297"/>
                  </a:lnTo>
                  <a:lnTo>
                    <a:pt x="2952273" y="2705340"/>
                  </a:lnTo>
                  <a:lnTo>
                    <a:pt x="2951137" y="2704839"/>
                  </a:lnTo>
                  <a:lnTo>
                    <a:pt x="2950509" y="2704498"/>
                  </a:lnTo>
                  <a:close/>
                </a:path>
                <a:path w="7632065" h="4411345">
                  <a:moveTo>
                    <a:pt x="3020943" y="2663802"/>
                  </a:moveTo>
                  <a:lnTo>
                    <a:pt x="3009348" y="2670501"/>
                  </a:lnTo>
                  <a:lnTo>
                    <a:pt x="3008451" y="2672887"/>
                  </a:lnTo>
                  <a:lnTo>
                    <a:pt x="3021491" y="2665354"/>
                  </a:lnTo>
                  <a:lnTo>
                    <a:pt x="3020943" y="2663802"/>
                  </a:lnTo>
                  <a:close/>
                </a:path>
                <a:path w="7632065" h="4411345">
                  <a:moveTo>
                    <a:pt x="2784556" y="2800385"/>
                  </a:moveTo>
                  <a:lnTo>
                    <a:pt x="2754455" y="2817777"/>
                  </a:lnTo>
                  <a:lnTo>
                    <a:pt x="2754447" y="2819620"/>
                  </a:lnTo>
                  <a:lnTo>
                    <a:pt x="2784049" y="2802520"/>
                  </a:lnTo>
                  <a:lnTo>
                    <a:pt x="2784556" y="2800385"/>
                  </a:lnTo>
                  <a:close/>
                </a:path>
                <a:path w="7632065" h="4411345">
                  <a:moveTo>
                    <a:pt x="1780783" y="3380360"/>
                  </a:moveTo>
                  <a:lnTo>
                    <a:pt x="1748582" y="3398965"/>
                  </a:lnTo>
                  <a:lnTo>
                    <a:pt x="1748582" y="3400691"/>
                  </a:lnTo>
                  <a:lnTo>
                    <a:pt x="1780337" y="3382346"/>
                  </a:lnTo>
                  <a:lnTo>
                    <a:pt x="1780783" y="3380360"/>
                  </a:lnTo>
                  <a:close/>
                </a:path>
                <a:path w="7632065" h="4411345">
                  <a:moveTo>
                    <a:pt x="1437155" y="3578907"/>
                  </a:moveTo>
                  <a:lnTo>
                    <a:pt x="1406769" y="3596463"/>
                  </a:lnTo>
                  <a:lnTo>
                    <a:pt x="1406889" y="3598080"/>
                  </a:lnTo>
                  <a:lnTo>
                    <a:pt x="1436704" y="3580857"/>
                  </a:lnTo>
                  <a:lnTo>
                    <a:pt x="1437155" y="3578907"/>
                  </a:lnTo>
                  <a:close/>
                </a:path>
                <a:path w="7632065" h="4411345">
                  <a:moveTo>
                    <a:pt x="1019989" y="3819943"/>
                  </a:moveTo>
                  <a:lnTo>
                    <a:pt x="964500" y="3852004"/>
                  </a:lnTo>
                  <a:lnTo>
                    <a:pt x="965955" y="3852800"/>
                  </a:lnTo>
                  <a:lnTo>
                    <a:pt x="1021527" y="3820697"/>
                  </a:lnTo>
                  <a:lnTo>
                    <a:pt x="1020872" y="3820407"/>
                  </a:lnTo>
                  <a:lnTo>
                    <a:pt x="1019989" y="3819943"/>
                  </a:lnTo>
                  <a:close/>
                </a:path>
                <a:path w="7632065" h="4411345">
                  <a:moveTo>
                    <a:pt x="1090660" y="3779110"/>
                  </a:moveTo>
                  <a:lnTo>
                    <a:pt x="1079008" y="3785842"/>
                  </a:lnTo>
                  <a:lnTo>
                    <a:pt x="1078283" y="3787911"/>
                  </a:lnTo>
                  <a:lnTo>
                    <a:pt x="1091209" y="3780443"/>
                  </a:lnTo>
                  <a:lnTo>
                    <a:pt x="1090660" y="3779110"/>
                  </a:lnTo>
                  <a:close/>
                </a:path>
                <a:path w="7632065" h="4411345">
                  <a:moveTo>
                    <a:pt x="854304" y="3915675"/>
                  </a:moveTo>
                  <a:lnTo>
                    <a:pt x="823696" y="3933360"/>
                  </a:lnTo>
                  <a:lnTo>
                    <a:pt x="823655" y="3935005"/>
                  </a:lnTo>
                  <a:lnTo>
                    <a:pt x="853878" y="3917545"/>
                  </a:lnTo>
                  <a:lnTo>
                    <a:pt x="854304" y="3915675"/>
                  </a:lnTo>
                  <a:close/>
                </a:path>
                <a:path w="7632065" h="4411345">
                  <a:moveTo>
                    <a:pt x="564503" y="4083121"/>
                  </a:moveTo>
                  <a:lnTo>
                    <a:pt x="530275" y="4102898"/>
                  </a:lnTo>
                  <a:lnTo>
                    <a:pt x="530096" y="4104588"/>
                  </a:lnTo>
                  <a:lnTo>
                    <a:pt x="563907" y="4085056"/>
                  </a:lnTo>
                  <a:lnTo>
                    <a:pt x="564503" y="4083121"/>
                  </a:lnTo>
                  <a:close/>
                </a:path>
                <a:path w="7632065" h="4411345">
                  <a:moveTo>
                    <a:pt x="2585554" y="2915367"/>
                  </a:moveTo>
                  <a:lnTo>
                    <a:pt x="2518587" y="2954060"/>
                  </a:lnTo>
                  <a:lnTo>
                    <a:pt x="2518464" y="2954798"/>
                  </a:lnTo>
                  <a:lnTo>
                    <a:pt x="2518063" y="2956175"/>
                  </a:lnTo>
                  <a:lnTo>
                    <a:pt x="2537934" y="2944696"/>
                  </a:lnTo>
                  <a:lnTo>
                    <a:pt x="2538014" y="2943964"/>
                  </a:lnTo>
                  <a:lnTo>
                    <a:pt x="2539201" y="2943964"/>
                  </a:lnTo>
                  <a:lnTo>
                    <a:pt x="2586161" y="2916836"/>
                  </a:lnTo>
                  <a:lnTo>
                    <a:pt x="2585554" y="2915367"/>
                  </a:lnTo>
                  <a:close/>
                </a:path>
                <a:path w="7632065" h="4411345">
                  <a:moveTo>
                    <a:pt x="2539201" y="2943964"/>
                  </a:moveTo>
                  <a:lnTo>
                    <a:pt x="2538014" y="2943964"/>
                  </a:lnTo>
                  <a:lnTo>
                    <a:pt x="2538213" y="2944535"/>
                  </a:lnTo>
                  <a:lnTo>
                    <a:pt x="2539201" y="2943964"/>
                  </a:lnTo>
                  <a:close/>
                </a:path>
                <a:path w="7632065" h="4411345">
                  <a:moveTo>
                    <a:pt x="2427300" y="3006806"/>
                  </a:moveTo>
                  <a:lnTo>
                    <a:pt x="2378082" y="3035243"/>
                  </a:lnTo>
                  <a:lnTo>
                    <a:pt x="2379159" y="3036418"/>
                  </a:lnTo>
                  <a:lnTo>
                    <a:pt x="2428501" y="3007913"/>
                  </a:lnTo>
                  <a:lnTo>
                    <a:pt x="2427300" y="3006806"/>
                  </a:lnTo>
                  <a:close/>
                </a:path>
                <a:path w="7632065" h="4411345">
                  <a:moveTo>
                    <a:pt x="361716" y="4200290"/>
                  </a:moveTo>
                  <a:lnTo>
                    <a:pt x="315675" y="4226892"/>
                  </a:lnTo>
                  <a:lnTo>
                    <a:pt x="316116" y="4228201"/>
                  </a:lnTo>
                  <a:lnTo>
                    <a:pt x="362273" y="4201537"/>
                  </a:lnTo>
                  <a:lnTo>
                    <a:pt x="361716" y="4200290"/>
                  </a:lnTo>
                  <a:close/>
                </a:path>
                <a:path w="7632065" h="4411345">
                  <a:moveTo>
                    <a:pt x="243197" y="4268770"/>
                  </a:moveTo>
                  <a:lnTo>
                    <a:pt x="202448" y="4292314"/>
                  </a:lnTo>
                  <a:lnTo>
                    <a:pt x="203169" y="4293448"/>
                  </a:lnTo>
                  <a:lnTo>
                    <a:pt x="243180" y="4270335"/>
                  </a:lnTo>
                  <a:lnTo>
                    <a:pt x="243197" y="4268770"/>
                  </a:lnTo>
                  <a:close/>
                </a:path>
                <a:path w="7632065" h="4411345">
                  <a:moveTo>
                    <a:pt x="127223" y="4335779"/>
                  </a:moveTo>
                  <a:lnTo>
                    <a:pt x="99965" y="4351528"/>
                  </a:lnTo>
                  <a:lnTo>
                    <a:pt x="100018" y="4353037"/>
                  </a:lnTo>
                  <a:lnTo>
                    <a:pt x="127331" y="4337258"/>
                  </a:lnTo>
                  <a:lnTo>
                    <a:pt x="127223" y="4335779"/>
                  </a:lnTo>
                  <a:close/>
                </a:path>
                <a:path w="7632065" h="4411345">
                  <a:moveTo>
                    <a:pt x="1932" y="4409039"/>
                  </a:moveTo>
                  <a:lnTo>
                    <a:pt x="430" y="4409039"/>
                  </a:lnTo>
                  <a:lnTo>
                    <a:pt x="0" y="4410816"/>
                  </a:lnTo>
                  <a:lnTo>
                    <a:pt x="2628" y="4409297"/>
                  </a:lnTo>
                  <a:lnTo>
                    <a:pt x="1932" y="4409039"/>
                  </a:lnTo>
                  <a:close/>
                </a:path>
                <a:path w="7632065" h="4411345">
                  <a:moveTo>
                    <a:pt x="1932" y="4409039"/>
                  </a:moveTo>
                  <a:lnTo>
                    <a:pt x="1017" y="4408700"/>
                  </a:lnTo>
                  <a:lnTo>
                    <a:pt x="2628" y="4409297"/>
                  </a:lnTo>
                  <a:lnTo>
                    <a:pt x="1932" y="4409039"/>
                  </a:lnTo>
                  <a:close/>
                </a:path>
                <a:path w="7632065" h="4411345">
                  <a:moveTo>
                    <a:pt x="7631231" y="0"/>
                  </a:moveTo>
                  <a:lnTo>
                    <a:pt x="7563796" y="38963"/>
                  </a:lnTo>
                  <a:lnTo>
                    <a:pt x="7565779" y="40199"/>
                  </a:lnTo>
                  <a:lnTo>
                    <a:pt x="7631977" y="1958"/>
                  </a:lnTo>
                  <a:lnTo>
                    <a:pt x="7631231" y="0"/>
                  </a:lnTo>
                  <a:close/>
                </a:path>
                <a:path w="7632065" h="4411345">
                  <a:moveTo>
                    <a:pt x="7432919" y="114583"/>
                  </a:moveTo>
                  <a:lnTo>
                    <a:pt x="7406432" y="129887"/>
                  </a:lnTo>
                  <a:lnTo>
                    <a:pt x="7406432" y="132251"/>
                  </a:lnTo>
                  <a:lnTo>
                    <a:pt x="7432631" y="117116"/>
                  </a:lnTo>
                  <a:lnTo>
                    <a:pt x="7432919" y="114583"/>
                  </a:lnTo>
                  <a:close/>
                </a:path>
                <a:path w="7632065" h="4411345">
                  <a:moveTo>
                    <a:pt x="7308686" y="186364"/>
                  </a:moveTo>
                  <a:lnTo>
                    <a:pt x="7306035" y="187896"/>
                  </a:lnTo>
                  <a:lnTo>
                    <a:pt x="7305372" y="190632"/>
                  </a:lnTo>
                  <a:lnTo>
                    <a:pt x="7311081" y="187333"/>
                  </a:lnTo>
                  <a:lnTo>
                    <a:pt x="7308686" y="186364"/>
                  </a:lnTo>
                  <a:close/>
                </a:path>
                <a:path w="7632065" h="4411345">
                  <a:moveTo>
                    <a:pt x="6450442" y="682254"/>
                  </a:moveTo>
                  <a:lnTo>
                    <a:pt x="6382846" y="721310"/>
                  </a:lnTo>
                  <a:lnTo>
                    <a:pt x="6384750" y="722459"/>
                  </a:lnTo>
                  <a:lnTo>
                    <a:pt x="6451133" y="684111"/>
                  </a:lnTo>
                  <a:lnTo>
                    <a:pt x="6450442" y="682254"/>
                  </a:lnTo>
                  <a:close/>
                </a:path>
                <a:path w="7632065" h="4411345">
                  <a:moveTo>
                    <a:pt x="6251857" y="796995"/>
                  </a:moveTo>
                  <a:lnTo>
                    <a:pt x="6225332" y="812321"/>
                  </a:lnTo>
                  <a:lnTo>
                    <a:pt x="6225332" y="814552"/>
                  </a:lnTo>
                  <a:lnTo>
                    <a:pt x="6251586" y="799385"/>
                  </a:lnTo>
                  <a:lnTo>
                    <a:pt x="6251857" y="796995"/>
                  </a:lnTo>
                  <a:close/>
                </a:path>
                <a:path w="7632065" h="4411345">
                  <a:moveTo>
                    <a:pt x="6127263" y="868985"/>
                  </a:moveTo>
                  <a:lnTo>
                    <a:pt x="6125025" y="870278"/>
                  </a:lnTo>
                  <a:lnTo>
                    <a:pt x="6124399" y="872859"/>
                  </a:lnTo>
                  <a:lnTo>
                    <a:pt x="6129522" y="869899"/>
                  </a:lnTo>
                  <a:lnTo>
                    <a:pt x="6127263" y="868985"/>
                  </a:lnTo>
                  <a:close/>
                </a:path>
                <a:path w="7632065" h="4411345">
                  <a:moveTo>
                    <a:pt x="5187646" y="1411891"/>
                  </a:moveTo>
                  <a:lnTo>
                    <a:pt x="5137050" y="1441125"/>
                  </a:lnTo>
                  <a:lnTo>
                    <a:pt x="5138089" y="1442633"/>
                  </a:lnTo>
                  <a:lnTo>
                    <a:pt x="5188901" y="1413279"/>
                  </a:lnTo>
                  <a:lnTo>
                    <a:pt x="5187646" y="1411891"/>
                  </a:lnTo>
                  <a:close/>
                </a:path>
                <a:path w="7632065" h="4411345">
                  <a:moveTo>
                    <a:pt x="5015223" y="1511516"/>
                  </a:moveTo>
                  <a:lnTo>
                    <a:pt x="4984148" y="1529471"/>
                  </a:lnTo>
                  <a:lnTo>
                    <a:pt x="4983523" y="1531923"/>
                  </a:lnTo>
                  <a:lnTo>
                    <a:pt x="5015008" y="1513734"/>
                  </a:lnTo>
                  <a:lnTo>
                    <a:pt x="5015223" y="1511516"/>
                  </a:lnTo>
                  <a:close/>
                </a:path>
                <a:path w="7632065" h="4411345">
                  <a:moveTo>
                    <a:pt x="1164366" y="3736523"/>
                  </a:moveTo>
                  <a:lnTo>
                    <a:pt x="1108533" y="3768783"/>
                  </a:lnTo>
                  <a:lnTo>
                    <a:pt x="1109841" y="3769680"/>
                  </a:lnTo>
                  <a:lnTo>
                    <a:pt x="1166061" y="3737203"/>
                  </a:lnTo>
                  <a:lnTo>
                    <a:pt x="1164366" y="3736523"/>
                  </a:lnTo>
                  <a:close/>
                </a:path>
                <a:path w="7632065" h="4411345">
                  <a:moveTo>
                    <a:pt x="6671299" y="554643"/>
                  </a:moveTo>
                  <a:lnTo>
                    <a:pt x="6638684" y="573488"/>
                  </a:lnTo>
                  <a:lnTo>
                    <a:pt x="6638856" y="575666"/>
                  </a:lnTo>
                  <a:lnTo>
                    <a:pt x="6670446" y="557417"/>
                  </a:lnTo>
                  <a:lnTo>
                    <a:pt x="6671299" y="554643"/>
                  </a:lnTo>
                  <a:close/>
                </a:path>
                <a:path w="7632065" h="4411345">
                  <a:moveTo>
                    <a:pt x="5687083" y="1123319"/>
                  </a:moveTo>
                  <a:lnTo>
                    <a:pt x="5652659" y="1143208"/>
                  </a:lnTo>
                  <a:lnTo>
                    <a:pt x="5652815" y="1145285"/>
                  </a:lnTo>
                  <a:lnTo>
                    <a:pt x="5686222" y="1125986"/>
                  </a:lnTo>
                  <a:lnTo>
                    <a:pt x="5687083" y="1123319"/>
                  </a:lnTo>
                  <a:close/>
                </a:path>
                <a:path w="7632065" h="4411345">
                  <a:moveTo>
                    <a:pt x="5403213" y="1287338"/>
                  </a:moveTo>
                  <a:lnTo>
                    <a:pt x="5369227" y="1306974"/>
                  </a:lnTo>
                  <a:lnTo>
                    <a:pt x="5369389" y="1309015"/>
                  </a:lnTo>
                  <a:lnTo>
                    <a:pt x="5402440" y="1289922"/>
                  </a:lnTo>
                  <a:lnTo>
                    <a:pt x="5403213" y="1287338"/>
                  </a:lnTo>
                  <a:close/>
                </a:path>
                <a:path w="7632065" h="4411345">
                  <a:moveTo>
                    <a:pt x="3963474" y="2119212"/>
                  </a:moveTo>
                  <a:lnTo>
                    <a:pt x="3929321" y="2138945"/>
                  </a:lnTo>
                  <a:lnTo>
                    <a:pt x="3929363" y="2140892"/>
                  </a:lnTo>
                  <a:lnTo>
                    <a:pt x="3962706" y="2121630"/>
                  </a:lnTo>
                  <a:lnTo>
                    <a:pt x="3963474" y="2119212"/>
                  </a:lnTo>
                  <a:close/>
                </a:path>
                <a:path w="7632065" h="4411345">
                  <a:moveTo>
                    <a:pt x="3366944" y="2463884"/>
                  </a:moveTo>
                  <a:lnTo>
                    <a:pt x="3309954" y="2496812"/>
                  </a:lnTo>
                  <a:lnTo>
                    <a:pt x="3310816" y="2498216"/>
                  </a:lnTo>
                  <a:lnTo>
                    <a:pt x="3366863" y="2465839"/>
                  </a:lnTo>
                  <a:lnTo>
                    <a:pt x="3366944" y="2463884"/>
                  </a:lnTo>
                  <a:close/>
                </a:path>
              </a:pathLst>
            </a:custGeom>
            <a:solidFill>
              <a:srgbClr val="5E5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749592" y="1113485"/>
              <a:ext cx="7633334" cy="4411980"/>
            </a:xfrm>
            <a:custGeom>
              <a:avLst/>
              <a:gdLst/>
              <a:ahLst/>
              <a:cxnLst/>
              <a:rect l="l" t="t" r="r" b="b"/>
              <a:pathLst>
                <a:path w="7633334" h="4411980">
                  <a:moveTo>
                    <a:pt x="7056842" y="332636"/>
                  </a:moveTo>
                  <a:lnTo>
                    <a:pt x="7006975" y="361443"/>
                  </a:lnTo>
                  <a:lnTo>
                    <a:pt x="7008244" y="362319"/>
                  </a:lnTo>
                  <a:lnTo>
                    <a:pt x="7058023" y="333558"/>
                  </a:lnTo>
                  <a:lnTo>
                    <a:pt x="7056842" y="332636"/>
                  </a:lnTo>
                  <a:close/>
                </a:path>
                <a:path w="7633334" h="4411980">
                  <a:moveTo>
                    <a:pt x="7223535" y="236340"/>
                  </a:moveTo>
                  <a:lnTo>
                    <a:pt x="7178670" y="262258"/>
                  </a:lnTo>
                  <a:lnTo>
                    <a:pt x="7178359" y="264028"/>
                  </a:lnTo>
                  <a:lnTo>
                    <a:pt x="7223076" y="238190"/>
                  </a:lnTo>
                  <a:lnTo>
                    <a:pt x="7223467" y="236905"/>
                  </a:lnTo>
                  <a:lnTo>
                    <a:pt x="7223535" y="236340"/>
                  </a:lnTo>
                  <a:close/>
                </a:path>
                <a:path w="7633334" h="4411980">
                  <a:moveTo>
                    <a:pt x="3574428" y="2344364"/>
                  </a:moveTo>
                  <a:lnTo>
                    <a:pt x="3524544" y="2373182"/>
                  </a:lnTo>
                  <a:lnTo>
                    <a:pt x="3526134" y="2374266"/>
                  </a:lnTo>
                  <a:lnTo>
                    <a:pt x="3575892" y="2345516"/>
                  </a:lnTo>
                  <a:lnTo>
                    <a:pt x="3574428" y="2344364"/>
                  </a:lnTo>
                  <a:close/>
                </a:path>
                <a:path w="7633334" h="4411980">
                  <a:moveTo>
                    <a:pt x="3741195" y="2248026"/>
                  </a:moveTo>
                  <a:lnTo>
                    <a:pt x="3697016" y="2273547"/>
                  </a:lnTo>
                  <a:lnTo>
                    <a:pt x="3696673" y="2275729"/>
                  </a:lnTo>
                  <a:lnTo>
                    <a:pt x="3740590" y="2250354"/>
                  </a:lnTo>
                  <a:lnTo>
                    <a:pt x="3741127" y="2248585"/>
                  </a:lnTo>
                  <a:lnTo>
                    <a:pt x="3741195" y="2248026"/>
                  </a:lnTo>
                  <a:close/>
                </a:path>
                <a:path w="7633334" h="4411980">
                  <a:moveTo>
                    <a:pt x="2045202" y="3227771"/>
                  </a:moveTo>
                  <a:lnTo>
                    <a:pt x="1994737" y="3256924"/>
                  </a:lnTo>
                  <a:lnTo>
                    <a:pt x="1996440" y="3258115"/>
                  </a:lnTo>
                  <a:lnTo>
                    <a:pt x="2046793" y="3229022"/>
                  </a:lnTo>
                  <a:lnTo>
                    <a:pt x="2045202" y="3227771"/>
                  </a:lnTo>
                  <a:close/>
                </a:path>
                <a:path w="7633334" h="4411980">
                  <a:moveTo>
                    <a:pt x="2212740" y="3130987"/>
                  </a:moveTo>
                  <a:lnTo>
                    <a:pt x="2167011" y="3157404"/>
                  </a:lnTo>
                  <a:lnTo>
                    <a:pt x="2166649" y="3159769"/>
                  </a:lnTo>
                  <a:lnTo>
                    <a:pt x="2212276" y="3133406"/>
                  </a:lnTo>
                  <a:lnTo>
                    <a:pt x="2212555" y="3132505"/>
                  </a:lnTo>
                  <a:lnTo>
                    <a:pt x="2212740" y="3130987"/>
                  </a:lnTo>
                  <a:close/>
                </a:path>
                <a:path w="7633334" h="4411980">
                  <a:moveTo>
                    <a:pt x="6882263" y="433487"/>
                  </a:moveTo>
                  <a:lnTo>
                    <a:pt x="6851611" y="451194"/>
                  </a:lnTo>
                  <a:lnTo>
                    <a:pt x="6851611" y="452821"/>
                  </a:lnTo>
                  <a:lnTo>
                    <a:pt x="6881862" y="435342"/>
                  </a:lnTo>
                  <a:lnTo>
                    <a:pt x="6882263" y="433487"/>
                  </a:lnTo>
                  <a:close/>
                </a:path>
                <a:path w="7633334" h="4411980">
                  <a:moveTo>
                    <a:pt x="5935905" y="980181"/>
                  </a:moveTo>
                  <a:lnTo>
                    <a:pt x="5902637" y="999399"/>
                  </a:lnTo>
                  <a:lnTo>
                    <a:pt x="5902481" y="1001224"/>
                  </a:lnTo>
                  <a:lnTo>
                    <a:pt x="5935292" y="982266"/>
                  </a:lnTo>
                  <a:lnTo>
                    <a:pt x="5935905" y="980181"/>
                  </a:lnTo>
                  <a:close/>
                </a:path>
                <a:path w="7633334" h="4411980">
                  <a:moveTo>
                    <a:pt x="4560331" y="1774826"/>
                  </a:moveTo>
                  <a:lnTo>
                    <a:pt x="4528012" y="1793496"/>
                  </a:lnTo>
                  <a:lnTo>
                    <a:pt x="4527831" y="1795490"/>
                  </a:lnTo>
                  <a:lnTo>
                    <a:pt x="4559626" y="1777119"/>
                  </a:lnTo>
                  <a:lnTo>
                    <a:pt x="4560331" y="1774826"/>
                  </a:lnTo>
                  <a:close/>
                </a:path>
                <a:path w="7633334" h="4411980">
                  <a:moveTo>
                    <a:pt x="4701247" y="1693849"/>
                  </a:moveTo>
                  <a:lnTo>
                    <a:pt x="4700027" y="1695996"/>
                  </a:lnTo>
                  <a:lnTo>
                    <a:pt x="4701715" y="1695020"/>
                  </a:lnTo>
                  <a:lnTo>
                    <a:pt x="4701247" y="1693849"/>
                  </a:lnTo>
                  <a:close/>
                </a:path>
                <a:path w="7633334" h="4411980">
                  <a:moveTo>
                    <a:pt x="4378195" y="1880042"/>
                  </a:moveTo>
                  <a:lnTo>
                    <a:pt x="4322473" y="1912232"/>
                  </a:lnTo>
                  <a:lnTo>
                    <a:pt x="4324205" y="1913144"/>
                  </a:lnTo>
                  <a:lnTo>
                    <a:pt x="4380104" y="1880846"/>
                  </a:lnTo>
                  <a:lnTo>
                    <a:pt x="4378195" y="1880042"/>
                  </a:lnTo>
                  <a:close/>
                </a:path>
                <a:path w="7633334" h="4411980">
                  <a:moveTo>
                    <a:pt x="4447048" y="1840267"/>
                  </a:moveTo>
                  <a:lnTo>
                    <a:pt x="4433895" y="1847866"/>
                  </a:lnTo>
                  <a:lnTo>
                    <a:pt x="4432951" y="1850311"/>
                  </a:lnTo>
                  <a:lnTo>
                    <a:pt x="4447605" y="1841844"/>
                  </a:lnTo>
                  <a:lnTo>
                    <a:pt x="4447048" y="1840267"/>
                  </a:lnTo>
                  <a:close/>
                </a:path>
                <a:path w="7633334" h="4411980">
                  <a:moveTo>
                    <a:pt x="4209362" y="1977575"/>
                  </a:moveTo>
                  <a:lnTo>
                    <a:pt x="4180058" y="1994503"/>
                  </a:lnTo>
                  <a:lnTo>
                    <a:pt x="4180049" y="1996437"/>
                  </a:lnTo>
                  <a:lnTo>
                    <a:pt x="4208821" y="1979813"/>
                  </a:lnTo>
                  <a:lnTo>
                    <a:pt x="4209362" y="1977575"/>
                  </a:lnTo>
                  <a:close/>
                </a:path>
                <a:path w="7633334" h="4411980">
                  <a:moveTo>
                    <a:pt x="2952949" y="2703382"/>
                  </a:moveTo>
                  <a:lnTo>
                    <a:pt x="2897630" y="2735338"/>
                  </a:lnTo>
                  <a:lnTo>
                    <a:pt x="2899467" y="2736351"/>
                  </a:lnTo>
                  <a:lnTo>
                    <a:pt x="2954978" y="2704277"/>
                  </a:lnTo>
                  <a:lnTo>
                    <a:pt x="2952949" y="2703382"/>
                  </a:lnTo>
                  <a:close/>
                </a:path>
                <a:path w="7633334" h="4411980">
                  <a:moveTo>
                    <a:pt x="3022167" y="2663395"/>
                  </a:moveTo>
                  <a:lnTo>
                    <a:pt x="3009127" y="2670929"/>
                  </a:lnTo>
                  <a:lnTo>
                    <a:pt x="3008137" y="2673562"/>
                  </a:lnTo>
                  <a:lnTo>
                    <a:pt x="3022771" y="2665106"/>
                  </a:lnTo>
                  <a:lnTo>
                    <a:pt x="3022167" y="2663395"/>
                  </a:lnTo>
                  <a:close/>
                </a:path>
                <a:path w="7633334" h="4411980">
                  <a:moveTo>
                    <a:pt x="2784726" y="2800561"/>
                  </a:moveTo>
                  <a:lnTo>
                    <a:pt x="2755124" y="2817662"/>
                  </a:lnTo>
                  <a:lnTo>
                    <a:pt x="2755114" y="2819757"/>
                  </a:lnTo>
                  <a:lnTo>
                    <a:pt x="2784153" y="2802979"/>
                  </a:lnTo>
                  <a:lnTo>
                    <a:pt x="2784726" y="2800561"/>
                  </a:lnTo>
                  <a:close/>
                </a:path>
                <a:path w="7633334" h="4411980">
                  <a:moveTo>
                    <a:pt x="1781014" y="3380388"/>
                  </a:moveTo>
                  <a:lnTo>
                    <a:pt x="1749259" y="3398732"/>
                  </a:lnTo>
                  <a:lnTo>
                    <a:pt x="1749217" y="3400960"/>
                  </a:lnTo>
                  <a:lnTo>
                    <a:pt x="1780447" y="3382915"/>
                  </a:lnTo>
                  <a:lnTo>
                    <a:pt x="1781014" y="3380388"/>
                  </a:lnTo>
                  <a:close/>
                </a:path>
                <a:path w="7633334" h="4411980">
                  <a:moveTo>
                    <a:pt x="1437381" y="3578898"/>
                  </a:moveTo>
                  <a:lnTo>
                    <a:pt x="1407566" y="3596122"/>
                  </a:lnTo>
                  <a:lnTo>
                    <a:pt x="1407726" y="3598271"/>
                  </a:lnTo>
                  <a:lnTo>
                    <a:pt x="1436784" y="3581482"/>
                  </a:lnTo>
                  <a:lnTo>
                    <a:pt x="1437381" y="3578898"/>
                  </a:lnTo>
                  <a:close/>
                </a:path>
                <a:path w="7633334" h="4411980">
                  <a:moveTo>
                    <a:pt x="1022204" y="3818739"/>
                  </a:moveTo>
                  <a:lnTo>
                    <a:pt x="966632" y="3850842"/>
                  </a:lnTo>
                  <a:lnTo>
                    <a:pt x="968668" y="3851957"/>
                  </a:lnTo>
                  <a:lnTo>
                    <a:pt x="1024442" y="3819731"/>
                  </a:lnTo>
                  <a:lnTo>
                    <a:pt x="1022204" y="3818739"/>
                  </a:lnTo>
                  <a:close/>
                </a:path>
                <a:path w="7633334" h="4411980">
                  <a:moveTo>
                    <a:pt x="1091886" y="3778485"/>
                  </a:moveTo>
                  <a:lnTo>
                    <a:pt x="1078960" y="3785952"/>
                  </a:lnTo>
                  <a:lnTo>
                    <a:pt x="1077957" y="3788810"/>
                  </a:lnTo>
                  <a:lnTo>
                    <a:pt x="1092643" y="3780325"/>
                  </a:lnTo>
                  <a:lnTo>
                    <a:pt x="1091886" y="3778485"/>
                  </a:lnTo>
                  <a:close/>
                </a:path>
                <a:path w="7633334" h="4411980">
                  <a:moveTo>
                    <a:pt x="854555" y="3915587"/>
                  </a:moveTo>
                  <a:lnTo>
                    <a:pt x="824332" y="3933046"/>
                  </a:lnTo>
                  <a:lnTo>
                    <a:pt x="824273" y="3935388"/>
                  </a:lnTo>
                  <a:lnTo>
                    <a:pt x="853951" y="3918240"/>
                  </a:lnTo>
                  <a:lnTo>
                    <a:pt x="854555" y="3915587"/>
                  </a:lnTo>
                  <a:close/>
                </a:path>
                <a:path w="7633334" h="4411980">
                  <a:moveTo>
                    <a:pt x="564584" y="4083098"/>
                  </a:moveTo>
                  <a:lnTo>
                    <a:pt x="530773" y="4102630"/>
                  </a:lnTo>
                  <a:lnTo>
                    <a:pt x="530510" y="4105123"/>
                  </a:lnTo>
                  <a:lnTo>
                    <a:pt x="563710" y="4085940"/>
                  </a:lnTo>
                  <a:lnTo>
                    <a:pt x="564584" y="4083098"/>
                  </a:lnTo>
                  <a:close/>
                </a:path>
                <a:path w="7633334" h="4411980">
                  <a:moveTo>
                    <a:pt x="2586838" y="2914878"/>
                  </a:moveTo>
                  <a:lnTo>
                    <a:pt x="2538890" y="2942576"/>
                  </a:lnTo>
                  <a:lnTo>
                    <a:pt x="2539504" y="2944336"/>
                  </a:lnTo>
                  <a:lnTo>
                    <a:pt x="2587658" y="2916513"/>
                  </a:lnTo>
                  <a:lnTo>
                    <a:pt x="2586838" y="2914878"/>
                  </a:lnTo>
                  <a:close/>
                </a:path>
                <a:path w="7633334" h="4411980">
                  <a:moveTo>
                    <a:pt x="2538610" y="2942738"/>
                  </a:moveTo>
                  <a:lnTo>
                    <a:pt x="2518740" y="2954217"/>
                  </a:lnTo>
                  <a:lnTo>
                    <a:pt x="2517999" y="2956761"/>
                  </a:lnTo>
                  <a:lnTo>
                    <a:pt x="2538362" y="2944995"/>
                  </a:lnTo>
                  <a:lnTo>
                    <a:pt x="2538610" y="2942738"/>
                  </a:lnTo>
                  <a:close/>
                </a:path>
                <a:path w="7633334" h="4411980">
                  <a:moveTo>
                    <a:pt x="2429178" y="3005955"/>
                  </a:moveTo>
                  <a:lnTo>
                    <a:pt x="2379836" y="3034459"/>
                  </a:lnTo>
                  <a:lnTo>
                    <a:pt x="2381114" y="3035853"/>
                  </a:lnTo>
                  <a:lnTo>
                    <a:pt x="2430596" y="3007262"/>
                  </a:lnTo>
                  <a:lnTo>
                    <a:pt x="2429178" y="3005955"/>
                  </a:lnTo>
                  <a:close/>
                </a:path>
                <a:path w="7633334" h="4411980">
                  <a:moveTo>
                    <a:pt x="362950" y="4199578"/>
                  </a:moveTo>
                  <a:lnTo>
                    <a:pt x="316793" y="4226242"/>
                  </a:lnTo>
                  <a:lnTo>
                    <a:pt x="317460" y="4228222"/>
                  </a:lnTo>
                  <a:lnTo>
                    <a:pt x="363788" y="4201454"/>
                  </a:lnTo>
                  <a:lnTo>
                    <a:pt x="362950" y="4199578"/>
                  </a:lnTo>
                  <a:close/>
                </a:path>
                <a:path w="7633334" h="4411980">
                  <a:moveTo>
                    <a:pt x="243857" y="4268376"/>
                  </a:moveTo>
                  <a:lnTo>
                    <a:pt x="203846" y="4291490"/>
                  </a:lnTo>
                  <a:lnTo>
                    <a:pt x="204952" y="4293229"/>
                  </a:lnTo>
                  <a:lnTo>
                    <a:pt x="243831" y="4270765"/>
                  </a:lnTo>
                  <a:lnTo>
                    <a:pt x="243857" y="4268376"/>
                  </a:lnTo>
                  <a:close/>
                </a:path>
                <a:path w="7633334" h="4411980">
                  <a:moveTo>
                    <a:pt x="128008" y="4335300"/>
                  </a:moveTo>
                  <a:lnTo>
                    <a:pt x="100695" y="4351078"/>
                  </a:lnTo>
                  <a:lnTo>
                    <a:pt x="100778" y="4353420"/>
                  </a:lnTo>
                  <a:lnTo>
                    <a:pt x="128176" y="4337590"/>
                  </a:lnTo>
                  <a:lnTo>
                    <a:pt x="128008" y="4335300"/>
                  </a:lnTo>
                  <a:close/>
                </a:path>
                <a:path w="7633334" h="4411980">
                  <a:moveTo>
                    <a:pt x="3305" y="4407339"/>
                  </a:moveTo>
                  <a:lnTo>
                    <a:pt x="676" y="4408857"/>
                  </a:lnTo>
                  <a:lnTo>
                    <a:pt x="0" y="4411649"/>
                  </a:lnTo>
                  <a:lnTo>
                    <a:pt x="5834" y="4408278"/>
                  </a:lnTo>
                  <a:lnTo>
                    <a:pt x="3305" y="4407339"/>
                  </a:lnTo>
                  <a:close/>
                </a:path>
                <a:path w="7633334" h="4411980">
                  <a:moveTo>
                    <a:pt x="7632654" y="0"/>
                  </a:moveTo>
                  <a:lnTo>
                    <a:pt x="7566455" y="38241"/>
                  </a:lnTo>
                  <a:lnTo>
                    <a:pt x="7567742" y="39044"/>
                  </a:lnTo>
                  <a:lnTo>
                    <a:pt x="7633134" y="1261"/>
                  </a:lnTo>
                  <a:lnTo>
                    <a:pt x="7632654" y="0"/>
                  </a:lnTo>
                  <a:close/>
                </a:path>
                <a:path w="7633334" h="4411980">
                  <a:moveTo>
                    <a:pt x="7433308" y="115158"/>
                  </a:moveTo>
                  <a:lnTo>
                    <a:pt x="7407109" y="130293"/>
                  </a:lnTo>
                  <a:lnTo>
                    <a:pt x="7407109" y="131857"/>
                  </a:lnTo>
                  <a:lnTo>
                    <a:pt x="7433118" y="116829"/>
                  </a:lnTo>
                  <a:lnTo>
                    <a:pt x="7433308" y="115158"/>
                  </a:lnTo>
                  <a:close/>
                </a:path>
                <a:path w="7633334" h="4411980">
                  <a:moveTo>
                    <a:pt x="7311758" y="185375"/>
                  </a:moveTo>
                  <a:lnTo>
                    <a:pt x="7306049" y="188673"/>
                  </a:lnTo>
                  <a:lnTo>
                    <a:pt x="7305604" y="190506"/>
                  </a:lnTo>
                  <a:lnTo>
                    <a:pt x="7313362" y="186024"/>
                  </a:lnTo>
                  <a:lnTo>
                    <a:pt x="7311758" y="185375"/>
                  </a:lnTo>
                  <a:close/>
                </a:path>
                <a:path w="7633334" h="4411980">
                  <a:moveTo>
                    <a:pt x="6451809" y="682152"/>
                  </a:moveTo>
                  <a:lnTo>
                    <a:pt x="6385427" y="720500"/>
                  </a:lnTo>
                  <a:lnTo>
                    <a:pt x="6386849" y="721358"/>
                  </a:lnTo>
                  <a:lnTo>
                    <a:pt x="6452322" y="683529"/>
                  </a:lnTo>
                  <a:lnTo>
                    <a:pt x="6451809" y="682152"/>
                  </a:lnTo>
                  <a:close/>
                </a:path>
                <a:path w="7633334" h="4411980">
                  <a:moveTo>
                    <a:pt x="6252263" y="797427"/>
                  </a:moveTo>
                  <a:lnTo>
                    <a:pt x="6226047" y="812571"/>
                  </a:lnTo>
                  <a:lnTo>
                    <a:pt x="6226052" y="814266"/>
                  </a:lnTo>
                  <a:lnTo>
                    <a:pt x="6252057" y="799241"/>
                  </a:lnTo>
                  <a:lnTo>
                    <a:pt x="6252263" y="797427"/>
                  </a:lnTo>
                  <a:close/>
                </a:path>
                <a:path w="7633334" h="4411980">
                  <a:moveTo>
                    <a:pt x="6130199" y="867941"/>
                  </a:moveTo>
                  <a:lnTo>
                    <a:pt x="6125076" y="870900"/>
                  </a:lnTo>
                  <a:lnTo>
                    <a:pt x="6124594" y="872888"/>
                  </a:lnTo>
                  <a:lnTo>
                    <a:pt x="6131938" y="868645"/>
                  </a:lnTo>
                  <a:lnTo>
                    <a:pt x="6130199" y="867941"/>
                  </a:lnTo>
                  <a:close/>
                </a:path>
                <a:path w="7633334" h="4411980">
                  <a:moveTo>
                    <a:pt x="5189578" y="1411321"/>
                  </a:moveTo>
                  <a:lnTo>
                    <a:pt x="5138766" y="1440674"/>
                  </a:lnTo>
                  <a:lnTo>
                    <a:pt x="5139664" y="1441976"/>
                  </a:lnTo>
                  <a:lnTo>
                    <a:pt x="5190656" y="1412513"/>
                  </a:lnTo>
                  <a:lnTo>
                    <a:pt x="5189578" y="1411321"/>
                  </a:lnTo>
                  <a:close/>
                </a:path>
                <a:path w="7633334" h="4411980">
                  <a:moveTo>
                    <a:pt x="5015685" y="1511776"/>
                  </a:moveTo>
                  <a:lnTo>
                    <a:pt x="4984200" y="1529964"/>
                  </a:lnTo>
                  <a:lnTo>
                    <a:pt x="4983651" y="1532119"/>
                  </a:lnTo>
                  <a:lnTo>
                    <a:pt x="5015497" y="1513719"/>
                  </a:lnTo>
                  <a:lnTo>
                    <a:pt x="5015685" y="1511776"/>
                  </a:lnTo>
                  <a:close/>
                </a:path>
                <a:path w="7633334" h="4411980">
                  <a:moveTo>
                    <a:pt x="1166737" y="3735244"/>
                  </a:moveTo>
                  <a:lnTo>
                    <a:pt x="1110518" y="3767721"/>
                  </a:lnTo>
                  <a:lnTo>
                    <a:pt x="1112320" y="3768956"/>
                  </a:lnTo>
                  <a:lnTo>
                    <a:pt x="1169055" y="3736175"/>
                  </a:lnTo>
                  <a:lnTo>
                    <a:pt x="1166737" y="3735244"/>
                  </a:lnTo>
                  <a:close/>
                </a:path>
                <a:path w="7633334" h="4411980">
                  <a:moveTo>
                    <a:pt x="6671123" y="555459"/>
                  </a:moveTo>
                  <a:lnTo>
                    <a:pt x="6639533" y="573707"/>
                  </a:lnTo>
                  <a:lnTo>
                    <a:pt x="6639658" y="575286"/>
                  </a:lnTo>
                  <a:lnTo>
                    <a:pt x="6670506" y="557463"/>
                  </a:lnTo>
                  <a:lnTo>
                    <a:pt x="6671123" y="555459"/>
                  </a:lnTo>
                  <a:close/>
                </a:path>
                <a:path w="7633334" h="4411980">
                  <a:moveTo>
                    <a:pt x="5686899" y="1124027"/>
                  </a:moveTo>
                  <a:lnTo>
                    <a:pt x="5653492" y="1143326"/>
                  </a:lnTo>
                  <a:lnTo>
                    <a:pt x="5653618" y="1145016"/>
                  </a:lnTo>
                  <a:lnTo>
                    <a:pt x="5686202" y="1126189"/>
                  </a:lnTo>
                  <a:lnTo>
                    <a:pt x="5686899" y="1124027"/>
                  </a:lnTo>
                  <a:close/>
                </a:path>
                <a:path w="7633334" h="4411980">
                  <a:moveTo>
                    <a:pt x="5403117" y="1287963"/>
                  </a:moveTo>
                  <a:lnTo>
                    <a:pt x="5370065" y="1307057"/>
                  </a:lnTo>
                  <a:lnTo>
                    <a:pt x="5370201" y="1308772"/>
                  </a:lnTo>
                  <a:lnTo>
                    <a:pt x="5402470" y="1290128"/>
                  </a:lnTo>
                  <a:lnTo>
                    <a:pt x="5403117" y="1287963"/>
                  </a:lnTo>
                  <a:close/>
                </a:path>
                <a:path w="7633334" h="4411980">
                  <a:moveTo>
                    <a:pt x="3963383" y="2119672"/>
                  </a:moveTo>
                  <a:lnTo>
                    <a:pt x="3930039" y="2138934"/>
                  </a:lnTo>
                  <a:lnTo>
                    <a:pt x="3930081" y="2140867"/>
                  </a:lnTo>
                  <a:lnTo>
                    <a:pt x="3962624" y="2122064"/>
                  </a:lnTo>
                  <a:lnTo>
                    <a:pt x="3963383" y="2119672"/>
                  </a:lnTo>
                  <a:close/>
                </a:path>
                <a:path w="7633334" h="4411980">
                  <a:moveTo>
                    <a:pt x="3367539" y="2463880"/>
                  </a:moveTo>
                  <a:lnTo>
                    <a:pt x="3311493" y="2496257"/>
                  </a:lnTo>
                  <a:lnTo>
                    <a:pt x="3312412" y="2497754"/>
                  </a:lnTo>
                  <a:lnTo>
                    <a:pt x="3367453" y="2465951"/>
                  </a:lnTo>
                  <a:lnTo>
                    <a:pt x="3367539" y="2463880"/>
                  </a:lnTo>
                  <a:close/>
                </a:path>
              </a:pathLst>
            </a:custGeom>
            <a:solidFill>
              <a:srgbClr val="5E5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48474" y="1114754"/>
              <a:ext cx="7635240" cy="4415155"/>
            </a:xfrm>
            <a:custGeom>
              <a:avLst/>
              <a:gdLst/>
              <a:ahLst/>
              <a:cxnLst/>
              <a:rect l="l" t="t" r="r" b="b"/>
              <a:pathLst>
                <a:path w="7635240" h="4415155">
                  <a:moveTo>
                    <a:pt x="11074" y="4408551"/>
                  </a:moveTo>
                  <a:lnTo>
                    <a:pt x="8559" y="4407611"/>
                  </a:lnTo>
                  <a:lnTo>
                    <a:pt x="6946" y="4407014"/>
                  </a:lnTo>
                  <a:lnTo>
                    <a:pt x="1117" y="4410380"/>
                  </a:lnTo>
                  <a:lnTo>
                    <a:pt x="685" y="4412158"/>
                  </a:lnTo>
                  <a:lnTo>
                    <a:pt x="0" y="4414952"/>
                  </a:lnTo>
                  <a:lnTo>
                    <a:pt x="11074" y="4408551"/>
                  </a:lnTo>
                  <a:close/>
                </a:path>
                <a:path w="7635240" h="4415155">
                  <a:moveTo>
                    <a:pt x="129336" y="4336974"/>
                  </a:moveTo>
                  <a:lnTo>
                    <a:pt x="129286" y="4336326"/>
                  </a:lnTo>
                  <a:lnTo>
                    <a:pt x="101892" y="4352150"/>
                  </a:lnTo>
                  <a:lnTo>
                    <a:pt x="101854" y="4353725"/>
                  </a:lnTo>
                  <a:lnTo>
                    <a:pt x="101473" y="4356303"/>
                  </a:lnTo>
                  <a:lnTo>
                    <a:pt x="128612" y="4340618"/>
                  </a:lnTo>
                  <a:lnTo>
                    <a:pt x="129146" y="4337951"/>
                  </a:lnTo>
                  <a:lnTo>
                    <a:pt x="129336" y="4336974"/>
                  </a:lnTo>
                  <a:close/>
                </a:path>
                <a:path w="7635240" h="4415155">
                  <a:moveTo>
                    <a:pt x="244944" y="4269498"/>
                  </a:moveTo>
                  <a:lnTo>
                    <a:pt x="206070" y="4291965"/>
                  </a:lnTo>
                  <a:lnTo>
                    <a:pt x="206781" y="4293095"/>
                  </a:lnTo>
                  <a:lnTo>
                    <a:pt x="207873" y="4294810"/>
                  </a:lnTo>
                  <a:lnTo>
                    <a:pt x="244894" y="4273397"/>
                  </a:lnTo>
                  <a:lnTo>
                    <a:pt x="244919" y="4271061"/>
                  </a:lnTo>
                  <a:lnTo>
                    <a:pt x="244944" y="4269498"/>
                  </a:lnTo>
                  <a:close/>
                </a:path>
                <a:path w="7635240" h="4415155">
                  <a:moveTo>
                    <a:pt x="366268" y="4203242"/>
                  </a:moveTo>
                  <a:lnTo>
                    <a:pt x="365455" y="4201439"/>
                  </a:lnTo>
                  <a:lnTo>
                    <a:pt x="364896" y="4200194"/>
                  </a:lnTo>
                  <a:lnTo>
                    <a:pt x="318566" y="4226953"/>
                  </a:lnTo>
                  <a:lnTo>
                    <a:pt x="319011" y="4228262"/>
                  </a:lnTo>
                  <a:lnTo>
                    <a:pt x="319659" y="4230192"/>
                  </a:lnTo>
                  <a:lnTo>
                    <a:pt x="366268" y="4203242"/>
                  </a:lnTo>
                  <a:close/>
                </a:path>
                <a:path w="7635240" h="4415155">
                  <a:moveTo>
                    <a:pt x="564819" y="4084675"/>
                  </a:moveTo>
                  <a:lnTo>
                    <a:pt x="531622" y="4103865"/>
                  </a:lnTo>
                  <a:lnTo>
                    <a:pt x="531444" y="4105554"/>
                  </a:lnTo>
                  <a:lnTo>
                    <a:pt x="531190" y="4107929"/>
                  </a:lnTo>
                  <a:lnTo>
                    <a:pt x="563029" y="4089527"/>
                  </a:lnTo>
                  <a:lnTo>
                    <a:pt x="563943" y="4087545"/>
                  </a:lnTo>
                  <a:lnTo>
                    <a:pt x="564222" y="4086606"/>
                  </a:lnTo>
                  <a:lnTo>
                    <a:pt x="564819" y="4084675"/>
                  </a:lnTo>
                  <a:close/>
                </a:path>
                <a:path w="7635240" h="4415155">
                  <a:moveTo>
                    <a:pt x="707453" y="4006050"/>
                  </a:moveTo>
                  <a:lnTo>
                    <a:pt x="706843" y="4004221"/>
                  </a:lnTo>
                  <a:lnTo>
                    <a:pt x="706386" y="4002887"/>
                  </a:lnTo>
                  <a:lnTo>
                    <a:pt x="705065" y="4005249"/>
                  </a:lnTo>
                  <a:lnTo>
                    <a:pt x="703084" y="4008577"/>
                  </a:lnTo>
                  <a:lnTo>
                    <a:pt x="707453" y="4006050"/>
                  </a:lnTo>
                  <a:close/>
                </a:path>
                <a:path w="7635240" h="4415155">
                  <a:moveTo>
                    <a:pt x="855065" y="3916972"/>
                  </a:moveTo>
                  <a:lnTo>
                    <a:pt x="825385" y="3934129"/>
                  </a:lnTo>
                  <a:lnTo>
                    <a:pt x="825347" y="3935768"/>
                  </a:lnTo>
                  <a:lnTo>
                    <a:pt x="825309" y="3937431"/>
                  </a:lnTo>
                  <a:lnTo>
                    <a:pt x="825157" y="3938016"/>
                  </a:lnTo>
                  <a:lnTo>
                    <a:pt x="853808" y="3921455"/>
                  </a:lnTo>
                  <a:lnTo>
                    <a:pt x="854265" y="3920502"/>
                  </a:lnTo>
                  <a:lnTo>
                    <a:pt x="854633" y="3918851"/>
                  </a:lnTo>
                  <a:lnTo>
                    <a:pt x="855065" y="3916972"/>
                  </a:lnTo>
                  <a:close/>
                </a:path>
                <a:path w="7635240" h="4415155">
                  <a:moveTo>
                    <a:pt x="1029195" y="3820083"/>
                  </a:moveTo>
                  <a:lnTo>
                    <a:pt x="1027163" y="3819182"/>
                  </a:lnTo>
                  <a:lnTo>
                    <a:pt x="1025550" y="3818471"/>
                  </a:lnTo>
                  <a:lnTo>
                    <a:pt x="969784" y="3850690"/>
                  </a:lnTo>
                  <a:lnTo>
                    <a:pt x="971232" y="3851491"/>
                  </a:lnTo>
                  <a:lnTo>
                    <a:pt x="973099" y="3852507"/>
                  </a:lnTo>
                  <a:lnTo>
                    <a:pt x="1029195" y="3820083"/>
                  </a:lnTo>
                  <a:close/>
                </a:path>
                <a:path w="7635240" h="4415155">
                  <a:moveTo>
                    <a:pt x="1094994" y="3782060"/>
                  </a:moveTo>
                  <a:lnTo>
                    <a:pt x="1094308" y="3780396"/>
                  </a:lnTo>
                  <a:lnTo>
                    <a:pt x="1093749" y="3779062"/>
                  </a:lnTo>
                  <a:lnTo>
                    <a:pt x="1079068" y="3787546"/>
                  </a:lnTo>
                  <a:lnTo>
                    <a:pt x="1078598" y="3788892"/>
                  </a:lnTo>
                  <a:lnTo>
                    <a:pt x="1078268" y="3789667"/>
                  </a:lnTo>
                  <a:lnTo>
                    <a:pt x="1077061" y="3792423"/>
                  </a:lnTo>
                  <a:lnTo>
                    <a:pt x="1094994" y="3782060"/>
                  </a:lnTo>
                  <a:close/>
                </a:path>
                <a:path w="7635240" h="4415155">
                  <a:moveTo>
                    <a:pt x="1173937" y="3736429"/>
                  </a:moveTo>
                  <a:lnTo>
                    <a:pt x="1171867" y="3735590"/>
                  </a:lnTo>
                  <a:lnTo>
                    <a:pt x="1170165" y="3734917"/>
                  </a:lnTo>
                  <a:lnTo>
                    <a:pt x="1113434" y="3767696"/>
                  </a:lnTo>
                  <a:lnTo>
                    <a:pt x="1114742" y="3768585"/>
                  </a:lnTo>
                  <a:lnTo>
                    <a:pt x="1116368" y="3769703"/>
                  </a:lnTo>
                  <a:lnTo>
                    <a:pt x="1173937" y="3736429"/>
                  </a:lnTo>
                  <a:close/>
                </a:path>
                <a:path w="7635240" h="4415155">
                  <a:moveTo>
                    <a:pt x="1437894" y="3580219"/>
                  </a:moveTo>
                  <a:lnTo>
                    <a:pt x="1408836" y="3597008"/>
                  </a:lnTo>
                  <a:lnTo>
                    <a:pt x="1408963" y="3598621"/>
                  </a:lnTo>
                  <a:lnTo>
                    <a:pt x="1409001" y="3599103"/>
                  </a:lnTo>
                  <a:lnTo>
                    <a:pt x="1408531" y="3600831"/>
                  </a:lnTo>
                  <a:lnTo>
                    <a:pt x="1436344" y="3584752"/>
                  </a:lnTo>
                  <a:lnTo>
                    <a:pt x="1437259" y="3582974"/>
                  </a:lnTo>
                  <a:lnTo>
                    <a:pt x="1437449" y="3582174"/>
                  </a:lnTo>
                  <a:lnTo>
                    <a:pt x="1437894" y="3580219"/>
                  </a:lnTo>
                  <a:close/>
                </a:path>
                <a:path w="7635240" h="4415155">
                  <a:moveTo>
                    <a:pt x="1781556" y="3381654"/>
                  </a:moveTo>
                  <a:lnTo>
                    <a:pt x="1750326" y="3399701"/>
                  </a:lnTo>
                  <a:lnTo>
                    <a:pt x="1749971" y="3401631"/>
                  </a:lnTo>
                  <a:lnTo>
                    <a:pt x="1749590" y="3403701"/>
                  </a:lnTo>
                  <a:lnTo>
                    <a:pt x="1780336" y="3385934"/>
                  </a:lnTo>
                  <a:lnTo>
                    <a:pt x="1780832" y="3384918"/>
                  </a:lnTo>
                  <a:lnTo>
                    <a:pt x="1781111" y="3383635"/>
                  </a:lnTo>
                  <a:lnTo>
                    <a:pt x="1781556" y="3381654"/>
                  </a:lnTo>
                  <a:close/>
                </a:path>
                <a:path w="7635240" h="4415155">
                  <a:moveTo>
                    <a:pt x="2050491" y="3229787"/>
                  </a:moveTo>
                  <a:lnTo>
                    <a:pt x="2049195" y="3228771"/>
                  </a:lnTo>
                  <a:lnTo>
                    <a:pt x="2047900" y="3227755"/>
                  </a:lnTo>
                  <a:lnTo>
                    <a:pt x="1997557" y="3256851"/>
                  </a:lnTo>
                  <a:lnTo>
                    <a:pt x="1998929" y="3257816"/>
                  </a:lnTo>
                  <a:lnTo>
                    <a:pt x="2000313" y="3258782"/>
                  </a:lnTo>
                  <a:lnTo>
                    <a:pt x="2050491" y="3229787"/>
                  </a:lnTo>
                  <a:close/>
                </a:path>
                <a:path w="7635240" h="4415155">
                  <a:moveTo>
                    <a:pt x="2213394" y="3132137"/>
                  </a:moveTo>
                  <a:lnTo>
                    <a:pt x="2167763" y="3158502"/>
                  </a:lnTo>
                  <a:lnTo>
                    <a:pt x="2167471" y="3160445"/>
                  </a:lnTo>
                  <a:lnTo>
                    <a:pt x="2167178" y="3162338"/>
                  </a:lnTo>
                  <a:lnTo>
                    <a:pt x="2212073" y="3136392"/>
                  </a:lnTo>
                  <a:lnTo>
                    <a:pt x="2212721" y="3134309"/>
                  </a:lnTo>
                  <a:lnTo>
                    <a:pt x="2213394" y="3132137"/>
                  </a:lnTo>
                  <a:close/>
                </a:path>
                <a:path w="7635240" h="4415155">
                  <a:moveTo>
                    <a:pt x="2434069" y="3008084"/>
                  </a:moveTo>
                  <a:lnTo>
                    <a:pt x="2433790" y="3007918"/>
                  </a:lnTo>
                  <a:lnTo>
                    <a:pt x="2432913" y="3007106"/>
                  </a:lnTo>
                  <a:lnTo>
                    <a:pt x="2431707" y="3006001"/>
                  </a:lnTo>
                  <a:lnTo>
                    <a:pt x="2382228" y="3034588"/>
                  </a:lnTo>
                  <a:lnTo>
                    <a:pt x="2383307" y="3035770"/>
                  </a:lnTo>
                  <a:lnTo>
                    <a:pt x="2384298" y="3036849"/>
                  </a:lnTo>
                  <a:lnTo>
                    <a:pt x="2434069" y="3008084"/>
                  </a:lnTo>
                  <a:close/>
                </a:path>
                <a:path w="7635240" h="4415155">
                  <a:moveTo>
                    <a:pt x="2539479" y="2943733"/>
                  </a:moveTo>
                  <a:lnTo>
                    <a:pt x="2519108" y="2955493"/>
                  </a:lnTo>
                  <a:lnTo>
                    <a:pt x="2518473" y="2957677"/>
                  </a:lnTo>
                  <a:lnTo>
                    <a:pt x="2517914" y="2959620"/>
                  </a:lnTo>
                  <a:lnTo>
                    <a:pt x="2539073" y="2947390"/>
                  </a:lnTo>
                  <a:lnTo>
                    <a:pt x="2539263" y="2945663"/>
                  </a:lnTo>
                  <a:lnTo>
                    <a:pt x="2539479" y="2943733"/>
                  </a:lnTo>
                  <a:close/>
                </a:path>
                <a:path w="7635240" h="4415155">
                  <a:moveTo>
                    <a:pt x="2590101" y="2917901"/>
                  </a:moveTo>
                  <a:lnTo>
                    <a:pt x="2589479" y="2916656"/>
                  </a:lnTo>
                  <a:lnTo>
                    <a:pt x="2588768" y="2915247"/>
                  </a:lnTo>
                  <a:lnTo>
                    <a:pt x="2540622" y="2943072"/>
                  </a:lnTo>
                  <a:lnTo>
                    <a:pt x="2541143" y="2944584"/>
                  </a:lnTo>
                  <a:lnTo>
                    <a:pt x="2541613" y="2945930"/>
                  </a:lnTo>
                  <a:lnTo>
                    <a:pt x="2590101" y="2917901"/>
                  </a:lnTo>
                  <a:close/>
                </a:path>
                <a:path w="7635240" h="4415155">
                  <a:moveTo>
                    <a:pt x="2785262" y="2801721"/>
                  </a:moveTo>
                  <a:lnTo>
                    <a:pt x="2756230" y="2818498"/>
                  </a:lnTo>
                  <a:lnTo>
                    <a:pt x="2756217" y="2820339"/>
                  </a:lnTo>
                  <a:lnTo>
                    <a:pt x="2756217" y="2821889"/>
                  </a:lnTo>
                  <a:lnTo>
                    <a:pt x="2784081" y="2805773"/>
                  </a:lnTo>
                  <a:lnTo>
                    <a:pt x="2784500" y="2804934"/>
                  </a:lnTo>
                  <a:lnTo>
                    <a:pt x="2784754" y="2803855"/>
                  </a:lnTo>
                  <a:lnTo>
                    <a:pt x="2785262" y="2801721"/>
                  </a:lnTo>
                  <a:close/>
                </a:path>
                <a:path w="7635240" h="4415155">
                  <a:moveTo>
                    <a:pt x="2959366" y="2704465"/>
                  </a:moveTo>
                  <a:lnTo>
                    <a:pt x="2957919" y="2703817"/>
                  </a:lnTo>
                  <a:lnTo>
                    <a:pt x="2956090" y="2703017"/>
                  </a:lnTo>
                  <a:lnTo>
                    <a:pt x="2900578" y="2735084"/>
                  </a:lnTo>
                  <a:lnTo>
                    <a:pt x="2902216" y="2735999"/>
                  </a:lnTo>
                  <a:lnTo>
                    <a:pt x="2903550" y="2736723"/>
                  </a:lnTo>
                  <a:lnTo>
                    <a:pt x="2959366" y="2704465"/>
                  </a:lnTo>
                  <a:close/>
                </a:path>
                <a:path w="7635240" h="4415155">
                  <a:moveTo>
                    <a:pt x="3024860" y="2666606"/>
                  </a:moveTo>
                  <a:lnTo>
                    <a:pt x="3024428" y="2665399"/>
                  </a:lnTo>
                  <a:lnTo>
                    <a:pt x="3023882" y="2663837"/>
                  </a:lnTo>
                  <a:lnTo>
                    <a:pt x="3009252" y="2672296"/>
                  </a:lnTo>
                  <a:lnTo>
                    <a:pt x="3008858" y="2673324"/>
                  </a:lnTo>
                  <a:lnTo>
                    <a:pt x="3008249" y="2674747"/>
                  </a:lnTo>
                  <a:lnTo>
                    <a:pt x="3007398" y="2676702"/>
                  </a:lnTo>
                  <a:lnTo>
                    <a:pt x="3024860" y="2666606"/>
                  </a:lnTo>
                  <a:close/>
                </a:path>
                <a:path w="7635240" h="4415155">
                  <a:moveTo>
                    <a:pt x="3368560" y="2464689"/>
                  </a:moveTo>
                  <a:lnTo>
                    <a:pt x="3313519" y="2496489"/>
                  </a:lnTo>
                  <a:lnTo>
                    <a:pt x="3314001" y="2497251"/>
                  </a:lnTo>
                  <a:lnTo>
                    <a:pt x="3314344" y="2497912"/>
                  </a:lnTo>
                  <a:lnTo>
                    <a:pt x="3314903" y="2498966"/>
                  </a:lnTo>
                  <a:lnTo>
                    <a:pt x="3368421" y="2468029"/>
                  </a:lnTo>
                  <a:lnTo>
                    <a:pt x="3368484" y="2466644"/>
                  </a:lnTo>
                  <a:lnTo>
                    <a:pt x="3368560" y="2464689"/>
                  </a:lnTo>
                  <a:close/>
                </a:path>
                <a:path w="7635240" h="4415155">
                  <a:moveTo>
                    <a:pt x="3579368" y="2346109"/>
                  </a:moveTo>
                  <a:lnTo>
                    <a:pt x="3578415" y="2345359"/>
                  </a:lnTo>
                  <a:lnTo>
                    <a:pt x="3577005" y="2344255"/>
                  </a:lnTo>
                  <a:lnTo>
                    <a:pt x="3527247" y="2373007"/>
                  </a:lnTo>
                  <a:lnTo>
                    <a:pt x="3528771" y="2374049"/>
                  </a:lnTo>
                  <a:lnTo>
                    <a:pt x="3529812" y="2374747"/>
                  </a:lnTo>
                  <a:lnTo>
                    <a:pt x="3579368" y="2346109"/>
                  </a:lnTo>
                  <a:close/>
                </a:path>
                <a:path w="7635240" h="4415155">
                  <a:moveTo>
                    <a:pt x="3741699" y="2249093"/>
                  </a:moveTo>
                  <a:lnTo>
                    <a:pt x="3697782" y="2274468"/>
                  </a:lnTo>
                  <a:lnTo>
                    <a:pt x="3697452" y="2276602"/>
                  </a:lnTo>
                  <a:lnTo>
                    <a:pt x="3697236" y="2277986"/>
                  </a:lnTo>
                  <a:lnTo>
                    <a:pt x="3740531" y="2252967"/>
                  </a:lnTo>
                  <a:lnTo>
                    <a:pt x="3740988" y="2251456"/>
                  </a:lnTo>
                  <a:lnTo>
                    <a:pt x="3741699" y="2249093"/>
                  </a:lnTo>
                  <a:close/>
                </a:path>
                <a:path w="7635240" h="4415155">
                  <a:moveTo>
                    <a:pt x="3963733" y="2120798"/>
                  </a:moveTo>
                  <a:lnTo>
                    <a:pt x="3931196" y="2139607"/>
                  </a:lnTo>
                  <a:lnTo>
                    <a:pt x="3931221" y="2140635"/>
                  </a:lnTo>
                  <a:lnTo>
                    <a:pt x="3930993" y="2141690"/>
                  </a:lnTo>
                  <a:lnTo>
                    <a:pt x="3930700" y="2143036"/>
                  </a:lnTo>
                  <a:lnTo>
                    <a:pt x="3962400" y="2124722"/>
                  </a:lnTo>
                  <a:lnTo>
                    <a:pt x="3962971" y="2123224"/>
                  </a:lnTo>
                  <a:lnTo>
                    <a:pt x="3963733" y="2120798"/>
                  </a:lnTo>
                  <a:close/>
                </a:path>
                <a:path w="7635240" h="4415155">
                  <a:moveTo>
                    <a:pt x="4209935" y="1978545"/>
                  </a:moveTo>
                  <a:lnTo>
                    <a:pt x="4181157" y="1995170"/>
                  </a:lnTo>
                  <a:lnTo>
                    <a:pt x="4181157" y="1997176"/>
                  </a:lnTo>
                  <a:lnTo>
                    <a:pt x="4181157" y="1997379"/>
                  </a:lnTo>
                  <a:lnTo>
                    <a:pt x="4180903" y="1998433"/>
                  </a:lnTo>
                  <a:lnTo>
                    <a:pt x="4208475" y="1982495"/>
                  </a:lnTo>
                  <a:lnTo>
                    <a:pt x="4209262" y="1980946"/>
                  </a:lnTo>
                  <a:lnTo>
                    <a:pt x="4209440" y="1980590"/>
                  </a:lnTo>
                  <a:lnTo>
                    <a:pt x="4209935" y="1978545"/>
                  </a:lnTo>
                  <a:close/>
                </a:path>
                <a:path w="7635240" h="4415155">
                  <a:moveTo>
                    <a:pt x="4384281" y="1880870"/>
                  </a:moveTo>
                  <a:lnTo>
                    <a:pt x="4383240" y="1880438"/>
                  </a:lnTo>
                  <a:lnTo>
                    <a:pt x="4381220" y="1879587"/>
                  </a:lnTo>
                  <a:lnTo>
                    <a:pt x="4325315" y="1911883"/>
                  </a:lnTo>
                  <a:lnTo>
                    <a:pt x="4327144" y="1912835"/>
                  </a:lnTo>
                  <a:lnTo>
                    <a:pt x="4328109" y="1913343"/>
                  </a:lnTo>
                  <a:lnTo>
                    <a:pt x="4384281" y="1880870"/>
                  </a:lnTo>
                  <a:close/>
                </a:path>
                <a:path w="7635240" h="4415155">
                  <a:moveTo>
                    <a:pt x="4449610" y="1843112"/>
                  </a:moveTo>
                  <a:lnTo>
                    <a:pt x="4449318" y="1842262"/>
                  </a:lnTo>
                  <a:lnTo>
                    <a:pt x="4448721" y="1840585"/>
                  </a:lnTo>
                  <a:lnTo>
                    <a:pt x="4434065" y="1849043"/>
                  </a:lnTo>
                  <a:lnTo>
                    <a:pt x="4433798" y="1849729"/>
                  </a:lnTo>
                  <a:lnTo>
                    <a:pt x="4432935" y="1851723"/>
                  </a:lnTo>
                  <a:lnTo>
                    <a:pt x="4432351" y="1853095"/>
                  </a:lnTo>
                  <a:lnTo>
                    <a:pt x="4449610" y="1843112"/>
                  </a:lnTo>
                  <a:close/>
                </a:path>
                <a:path w="7635240" h="4415155">
                  <a:moveTo>
                    <a:pt x="4560735" y="1775853"/>
                  </a:moveTo>
                  <a:lnTo>
                    <a:pt x="4528947" y="1794230"/>
                  </a:lnTo>
                  <a:lnTo>
                    <a:pt x="4528744" y="1796376"/>
                  </a:lnTo>
                  <a:lnTo>
                    <a:pt x="4528655" y="1797431"/>
                  </a:lnTo>
                  <a:lnTo>
                    <a:pt x="4559427" y="1779651"/>
                  </a:lnTo>
                  <a:lnTo>
                    <a:pt x="4559859" y="1778698"/>
                  </a:lnTo>
                  <a:lnTo>
                    <a:pt x="4559973" y="1778342"/>
                  </a:lnTo>
                  <a:lnTo>
                    <a:pt x="4560735" y="1775853"/>
                  </a:lnTo>
                  <a:close/>
                </a:path>
                <a:path w="7635240" h="4415155">
                  <a:moveTo>
                    <a:pt x="4703800" y="1696199"/>
                  </a:moveTo>
                  <a:lnTo>
                    <a:pt x="4703496" y="1695424"/>
                  </a:lnTo>
                  <a:lnTo>
                    <a:pt x="4702822" y="1693760"/>
                  </a:lnTo>
                  <a:lnTo>
                    <a:pt x="4701133" y="1694738"/>
                  </a:lnTo>
                  <a:lnTo>
                    <a:pt x="4699393" y="1697799"/>
                  </a:lnTo>
                  <a:lnTo>
                    <a:pt x="4698593" y="1699209"/>
                  </a:lnTo>
                  <a:lnTo>
                    <a:pt x="4703800" y="1696199"/>
                  </a:lnTo>
                  <a:close/>
                </a:path>
                <a:path w="7635240" h="4415155">
                  <a:moveTo>
                    <a:pt x="4887150" y="1590230"/>
                  </a:moveTo>
                  <a:lnTo>
                    <a:pt x="4886210" y="1589874"/>
                  </a:lnTo>
                  <a:lnTo>
                    <a:pt x="4884648" y="1589303"/>
                  </a:lnTo>
                  <a:lnTo>
                    <a:pt x="4883620" y="1589303"/>
                  </a:lnTo>
                  <a:lnTo>
                    <a:pt x="4882896" y="1591792"/>
                  </a:lnTo>
                  <a:lnTo>
                    <a:pt x="4882578" y="1592872"/>
                  </a:lnTo>
                  <a:lnTo>
                    <a:pt x="4887150" y="1590230"/>
                  </a:lnTo>
                  <a:close/>
                </a:path>
                <a:path w="7635240" h="4415155">
                  <a:moveTo>
                    <a:pt x="5016614" y="1512455"/>
                  </a:moveTo>
                  <a:lnTo>
                    <a:pt x="4984762" y="1530858"/>
                  </a:lnTo>
                  <a:lnTo>
                    <a:pt x="4984140" y="1533309"/>
                  </a:lnTo>
                  <a:lnTo>
                    <a:pt x="4983886" y="1534312"/>
                  </a:lnTo>
                  <a:lnTo>
                    <a:pt x="5016309" y="1515567"/>
                  </a:lnTo>
                  <a:lnTo>
                    <a:pt x="5016398" y="1514678"/>
                  </a:lnTo>
                  <a:lnTo>
                    <a:pt x="5016614" y="1512455"/>
                  </a:lnTo>
                  <a:close/>
                </a:path>
                <a:path w="7635240" h="4415155">
                  <a:moveTo>
                    <a:pt x="5193576" y="1413116"/>
                  </a:moveTo>
                  <a:lnTo>
                    <a:pt x="5193055" y="1412621"/>
                  </a:lnTo>
                  <a:lnTo>
                    <a:pt x="5192725" y="1412316"/>
                  </a:lnTo>
                  <a:lnTo>
                    <a:pt x="5191772" y="1411249"/>
                  </a:lnTo>
                  <a:lnTo>
                    <a:pt x="5140782" y="1440713"/>
                  </a:lnTo>
                  <a:lnTo>
                    <a:pt x="5141811" y="1442224"/>
                  </a:lnTo>
                  <a:lnTo>
                    <a:pt x="5142217" y="1442796"/>
                  </a:lnTo>
                  <a:lnTo>
                    <a:pt x="5193576" y="1413116"/>
                  </a:lnTo>
                  <a:close/>
                </a:path>
                <a:path w="7635240" h="4415155">
                  <a:moveTo>
                    <a:pt x="5403583" y="1288859"/>
                  </a:moveTo>
                  <a:lnTo>
                    <a:pt x="5371312" y="1307503"/>
                  </a:lnTo>
                  <a:lnTo>
                    <a:pt x="5371401" y="1308531"/>
                  </a:lnTo>
                  <a:lnTo>
                    <a:pt x="5371135" y="1309751"/>
                  </a:lnTo>
                  <a:lnTo>
                    <a:pt x="5370957" y="1310589"/>
                  </a:lnTo>
                  <a:lnTo>
                    <a:pt x="5402542" y="1292326"/>
                  </a:lnTo>
                  <a:lnTo>
                    <a:pt x="5402808" y="1291450"/>
                  </a:lnTo>
                  <a:lnTo>
                    <a:pt x="5403583" y="1288859"/>
                  </a:lnTo>
                  <a:close/>
                </a:path>
                <a:path w="7635240" h="4415155">
                  <a:moveTo>
                    <a:pt x="5687314" y="1124927"/>
                  </a:moveTo>
                  <a:lnTo>
                    <a:pt x="5654726" y="1143749"/>
                  </a:lnTo>
                  <a:lnTo>
                    <a:pt x="5654764" y="1145895"/>
                  </a:lnTo>
                  <a:lnTo>
                    <a:pt x="5654586" y="1146657"/>
                  </a:lnTo>
                  <a:lnTo>
                    <a:pt x="5686196" y="1128382"/>
                  </a:lnTo>
                  <a:lnTo>
                    <a:pt x="5686450" y="1127594"/>
                  </a:lnTo>
                  <a:lnTo>
                    <a:pt x="5687314" y="1124927"/>
                  </a:lnTo>
                  <a:close/>
                </a:path>
                <a:path w="7635240" h="4415155">
                  <a:moveTo>
                    <a:pt x="5936462" y="980973"/>
                  </a:moveTo>
                  <a:lnTo>
                    <a:pt x="5903595" y="999959"/>
                  </a:lnTo>
                  <a:lnTo>
                    <a:pt x="5903392" y="1002271"/>
                  </a:lnTo>
                  <a:lnTo>
                    <a:pt x="5903341" y="1002868"/>
                  </a:lnTo>
                  <a:lnTo>
                    <a:pt x="5935319" y="984389"/>
                  </a:lnTo>
                  <a:lnTo>
                    <a:pt x="5935688" y="983615"/>
                  </a:lnTo>
                  <a:lnTo>
                    <a:pt x="5936462" y="980973"/>
                  </a:lnTo>
                  <a:close/>
                </a:path>
                <a:path w="7635240" h="4415155">
                  <a:moveTo>
                    <a:pt x="6078283" y="901763"/>
                  </a:moveTo>
                  <a:lnTo>
                    <a:pt x="6078105" y="901344"/>
                  </a:lnTo>
                  <a:lnTo>
                    <a:pt x="6077394" y="899541"/>
                  </a:lnTo>
                  <a:lnTo>
                    <a:pt x="6076073" y="900303"/>
                  </a:lnTo>
                  <a:lnTo>
                    <a:pt x="6074346" y="903516"/>
                  </a:lnTo>
                  <a:lnTo>
                    <a:pt x="6073927" y="904278"/>
                  </a:lnTo>
                  <a:lnTo>
                    <a:pt x="6078283" y="901763"/>
                  </a:lnTo>
                  <a:close/>
                </a:path>
                <a:path w="7635240" h="4415155">
                  <a:moveTo>
                    <a:pt x="6135827" y="868502"/>
                  </a:moveTo>
                  <a:lnTo>
                    <a:pt x="6135306" y="868299"/>
                  </a:lnTo>
                  <a:lnTo>
                    <a:pt x="6133046" y="867384"/>
                  </a:lnTo>
                  <a:lnTo>
                    <a:pt x="6125705" y="871626"/>
                  </a:lnTo>
                  <a:lnTo>
                    <a:pt x="6125083" y="874204"/>
                  </a:lnTo>
                  <a:lnTo>
                    <a:pt x="6124943" y="874788"/>
                  </a:lnTo>
                  <a:lnTo>
                    <a:pt x="6135827" y="868502"/>
                  </a:lnTo>
                  <a:close/>
                </a:path>
                <a:path w="7635240" h="4415155">
                  <a:moveTo>
                    <a:pt x="6253175" y="797979"/>
                  </a:moveTo>
                  <a:lnTo>
                    <a:pt x="6227165" y="813003"/>
                  </a:lnTo>
                  <a:lnTo>
                    <a:pt x="6226695" y="815505"/>
                  </a:lnTo>
                  <a:lnTo>
                    <a:pt x="6226619" y="816025"/>
                  </a:lnTo>
                  <a:lnTo>
                    <a:pt x="6252845" y="800862"/>
                  </a:lnTo>
                  <a:lnTo>
                    <a:pt x="6252896" y="800366"/>
                  </a:lnTo>
                  <a:lnTo>
                    <a:pt x="6253175" y="797979"/>
                  </a:lnTo>
                  <a:close/>
                </a:path>
                <a:path w="7635240" h="4415155">
                  <a:moveTo>
                    <a:pt x="6454254" y="684453"/>
                  </a:moveTo>
                  <a:lnTo>
                    <a:pt x="6454127" y="684123"/>
                  </a:lnTo>
                  <a:lnTo>
                    <a:pt x="6453429" y="682269"/>
                  </a:lnTo>
                  <a:lnTo>
                    <a:pt x="6387960" y="720090"/>
                  </a:lnTo>
                  <a:lnTo>
                    <a:pt x="6389865" y="721245"/>
                  </a:lnTo>
                  <a:lnTo>
                    <a:pt x="6390221" y="721461"/>
                  </a:lnTo>
                  <a:lnTo>
                    <a:pt x="6454254" y="684453"/>
                  </a:lnTo>
                  <a:close/>
                </a:path>
                <a:path w="7635240" h="4415155">
                  <a:moveTo>
                    <a:pt x="6671615" y="556196"/>
                  </a:moveTo>
                  <a:lnTo>
                    <a:pt x="6640766" y="574027"/>
                  </a:lnTo>
                  <a:lnTo>
                    <a:pt x="6640665" y="576364"/>
                  </a:lnTo>
                  <a:lnTo>
                    <a:pt x="6640563" y="576770"/>
                  </a:lnTo>
                  <a:lnTo>
                    <a:pt x="6670561" y="559422"/>
                  </a:lnTo>
                  <a:lnTo>
                    <a:pt x="6670764" y="558977"/>
                  </a:lnTo>
                  <a:lnTo>
                    <a:pt x="6671615" y="556196"/>
                  </a:lnTo>
                  <a:close/>
                </a:path>
                <a:path w="7635240" h="4415155">
                  <a:moveTo>
                    <a:pt x="6882981" y="434073"/>
                  </a:moveTo>
                  <a:lnTo>
                    <a:pt x="6852729" y="451561"/>
                  </a:lnTo>
                  <a:lnTo>
                    <a:pt x="6852729" y="452043"/>
                  </a:lnTo>
                  <a:lnTo>
                    <a:pt x="6852183" y="454177"/>
                  </a:lnTo>
                  <a:lnTo>
                    <a:pt x="6852094" y="454507"/>
                  </a:lnTo>
                  <a:lnTo>
                    <a:pt x="6882231" y="437083"/>
                  </a:lnTo>
                  <a:lnTo>
                    <a:pt x="6882409" y="436714"/>
                  </a:lnTo>
                  <a:lnTo>
                    <a:pt x="6882981" y="434073"/>
                  </a:lnTo>
                  <a:close/>
                </a:path>
                <a:path w="7635240" h="4415155">
                  <a:moveTo>
                    <a:pt x="7060933" y="333756"/>
                  </a:moveTo>
                  <a:lnTo>
                    <a:pt x="7060628" y="333756"/>
                  </a:lnTo>
                  <a:lnTo>
                    <a:pt x="7060844" y="333629"/>
                  </a:lnTo>
                  <a:lnTo>
                    <a:pt x="7059130" y="332295"/>
                  </a:lnTo>
                  <a:lnTo>
                    <a:pt x="7009358" y="361061"/>
                  </a:lnTo>
                  <a:lnTo>
                    <a:pt x="7011187" y="362318"/>
                  </a:lnTo>
                  <a:lnTo>
                    <a:pt x="7011365" y="362445"/>
                  </a:lnTo>
                  <a:lnTo>
                    <a:pt x="7060933" y="333756"/>
                  </a:lnTo>
                  <a:close/>
                </a:path>
                <a:path w="7635240" h="4415155">
                  <a:moveTo>
                    <a:pt x="7179005" y="265417"/>
                  </a:moveTo>
                  <a:lnTo>
                    <a:pt x="7060933" y="333756"/>
                  </a:lnTo>
                  <a:lnTo>
                    <a:pt x="7178980" y="265569"/>
                  </a:lnTo>
                  <a:lnTo>
                    <a:pt x="7179005" y="265417"/>
                  </a:lnTo>
                  <a:close/>
                </a:path>
                <a:path w="7635240" h="4415155">
                  <a:moveTo>
                    <a:pt x="7224192" y="236931"/>
                  </a:moveTo>
                  <a:lnTo>
                    <a:pt x="7179475" y="262763"/>
                  </a:lnTo>
                  <a:lnTo>
                    <a:pt x="7179018" y="265366"/>
                  </a:lnTo>
                  <a:lnTo>
                    <a:pt x="7223328" y="239763"/>
                  </a:lnTo>
                  <a:lnTo>
                    <a:pt x="7224192" y="236931"/>
                  </a:lnTo>
                  <a:close/>
                </a:path>
                <a:path w="7635240" h="4415155">
                  <a:moveTo>
                    <a:pt x="7317016" y="185788"/>
                  </a:moveTo>
                  <a:lnTo>
                    <a:pt x="7316775" y="185788"/>
                  </a:lnTo>
                  <a:lnTo>
                    <a:pt x="7314476" y="184759"/>
                  </a:lnTo>
                  <a:lnTo>
                    <a:pt x="7306716" y="189242"/>
                  </a:lnTo>
                  <a:lnTo>
                    <a:pt x="7306056" y="191973"/>
                  </a:lnTo>
                  <a:lnTo>
                    <a:pt x="7306018" y="192138"/>
                  </a:lnTo>
                  <a:lnTo>
                    <a:pt x="7317016" y="185788"/>
                  </a:lnTo>
                  <a:close/>
                </a:path>
                <a:path w="7635240" h="4415155">
                  <a:moveTo>
                    <a:pt x="7434224" y="115570"/>
                  </a:moveTo>
                  <a:lnTo>
                    <a:pt x="7408227" y="130594"/>
                  </a:lnTo>
                  <a:lnTo>
                    <a:pt x="7408227" y="130822"/>
                  </a:lnTo>
                  <a:lnTo>
                    <a:pt x="7407821" y="133197"/>
                  </a:lnTo>
                  <a:lnTo>
                    <a:pt x="7433945" y="118097"/>
                  </a:lnTo>
                  <a:lnTo>
                    <a:pt x="7434224" y="115570"/>
                  </a:lnTo>
                  <a:close/>
                </a:path>
                <a:path w="7635240" h="4415155">
                  <a:moveTo>
                    <a:pt x="7634999" y="1955"/>
                  </a:moveTo>
                  <a:lnTo>
                    <a:pt x="7634249" y="0"/>
                  </a:lnTo>
                  <a:lnTo>
                    <a:pt x="7568857" y="37782"/>
                  </a:lnTo>
                  <a:lnTo>
                    <a:pt x="7570838" y="39014"/>
                  </a:lnTo>
                  <a:lnTo>
                    <a:pt x="7634999" y="1955"/>
                  </a:lnTo>
                  <a:close/>
                </a:path>
              </a:pathLst>
            </a:custGeom>
            <a:solidFill>
              <a:srgbClr val="606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47369" y="1116748"/>
              <a:ext cx="7637780" cy="4417695"/>
            </a:xfrm>
            <a:custGeom>
              <a:avLst/>
              <a:gdLst/>
              <a:ahLst/>
              <a:cxnLst/>
              <a:rect l="l" t="t" r="r" b="b"/>
              <a:pathLst>
                <a:path w="7637780" h="4417695">
                  <a:moveTo>
                    <a:pt x="16319" y="4408094"/>
                  </a:moveTo>
                  <a:lnTo>
                    <a:pt x="13792" y="4407154"/>
                  </a:lnTo>
                  <a:lnTo>
                    <a:pt x="12179" y="4406557"/>
                  </a:lnTo>
                  <a:lnTo>
                    <a:pt x="1104" y="4412958"/>
                  </a:lnTo>
                  <a:lnTo>
                    <a:pt x="685" y="4414736"/>
                  </a:lnTo>
                  <a:lnTo>
                    <a:pt x="0" y="4417517"/>
                  </a:lnTo>
                  <a:lnTo>
                    <a:pt x="16319" y="4408094"/>
                  </a:lnTo>
                  <a:close/>
                </a:path>
                <a:path w="7637780" h="4417695">
                  <a:moveTo>
                    <a:pt x="129717" y="4338625"/>
                  </a:moveTo>
                  <a:lnTo>
                    <a:pt x="102577" y="4354309"/>
                  </a:lnTo>
                  <a:lnTo>
                    <a:pt x="102336" y="4355985"/>
                  </a:lnTo>
                  <a:lnTo>
                    <a:pt x="101955" y="4358602"/>
                  </a:lnTo>
                  <a:lnTo>
                    <a:pt x="128841" y="4343057"/>
                  </a:lnTo>
                  <a:lnTo>
                    <a:pt x="129374" y="4340364"/>
                  </a:lnTo>
                  <a:lnTo>
                    <a:pt x="129717" y="4338625"/>
                  </a:lnTo>
                  <a:close/>
                </a:path>
                <a:path w="7637780" h="4417695">
                  <a:moveTo>
                    <a:pt x="245999" y="4271403"/>
                  </a:moveTo>
                  <a:lnTo>
                    <a:pt x="208978" y="4292816"/>
                  </a:lnTo>
                  <a:lnTo>
                    <a:pt x="209702" y="4293946"/>
                  </a:lnTo>
                  <a:lnTo>
                    <a:pt x="210807" y="4295686"/>
                  </a:lnTo>
                  <a:lnTo>
                    <a:pt x="245960" y="4275366"/>
                  </a:lnTo>
                  <a:lnTo>
                    <a:pt x="245986" y="4272966"/>
                  </a:lnTo>
                  <a:lnTo>
                    <a:pt x="245999" y="4271403"/>
                  </a:lnTo>
                  <a:close/>
                </a:path>
                <a:path w="7637780" h="4417695">
                  <a:moveTo>
                    <a:pt x="368858" y="4204335"/>
                  </a:moveTo>
                  <a:lnTo>
                    <a:pt x="367969" y="4202480"/>
                  </a:lnTo>
                  <a:lnTo>
                    <a:pt x="367372" y="4201249"/>
                  </a:lnTo>
                  <a:lnTo>
                    <a:pt x="320763" y="4228198"/>
                  </a:lnTo>
                  <a:lnTo>
                    <a:pt x="321208" y="4229506"/>
                  </a:lnTo>
                  <a:lnTo>
                    <a:pt x="321868" y="4231487"/>
                  </a:lnTo>
                  <a:lnTo>
                    <a:pt x="368858" y="4204335"/>
                  </a:lnTo>
                  <a:close/>
                </a:path>
                <a:path w="7637780" h="4417695">
                  <a:moveTo>
                    <a:pt x="564134" y="4087533"/>
                  </a:moveTo>
                  <a:lnTo>
                    <a:pt x="532295" y="4105935"/>
                  </a:lnTo>
                  <a:lnTo>
                    <a:pt x="532282" y="4106126"/>
                  </a:lnTo>
                  <a:lnTo>
                    <a:pt x="531647" y="4107891"/>
                  </a:lnTo>
                  <a:lnTo>
                    <a:pt x="530606" y="4110837"/>
                  </a:lnTo>
                  <a:lnTo>
                    <a:pt x="561657" y="4092892"/>
                  </a:lnTo>
                  <a:lnTo>
                    <a:pt x="563130" y="4089704"/>
                  </a:lnTo>
                  <a:lnTo>
                    <a:pt x="564134" y="4087533"/>
                  </a:lnTo>
                  <a:close/>
                </a:path>
                <a:path w="7637780" h="4417695">
                  <a:moveTo>
                    <a:pt x="709663" y="4007345"/>
                  </a:moveTo>
                  <a:lnTo>
                    <a:pt x="709015" y="4005402"/>
                  </a:lnTo>
                  <a:lnTo>
                    <a:pt x="708558" y="4004056"/>
                  </a:lnTo>
                  <a:lnTo>
                    <a:pt x="704189" y="4006583"/>
                  </a:lnTo>
                  <a:lnTo>
                    <a:pt x="702716" y="4009034"/>
                  </a:lnTo>
                  <a:lnTo>
                    <a:pt x="700595" y="4012590"/>
                  </a:lnTo>
                  <a:lnTo>
                    <a:pt x="709663" y="4007345"/>
                  </a:lnTo>
                  <a:close/>
                </a:path>
                <a:path w="7637780" h="4417695">
                  <a:moveTo>
                    <a:pt x="854913" y="3919461"/>
                  </a:moveTo>
                  <a:lnTo>
                    <a:pt x="826262" y="3936022"/>
                  </a:lnTo>
                  <a:lnTo>
                    <a:pt x="825754" y="3937939"/>
                  </a:lnTo>
                  <a:lnTo>
                    <a:pt x="825055" y="3940657"/>
                  </a:lnTo>
                  <a:lnTo>
                    <a:pt x="852373" y="3924858"/>
                  </a:lnTo>
                  <a:lnTo>
                    <a:pt x="853871" y="3921696"/>
                  </a:lnTo>
                  <a:lnTo>
                    <a:pt x="854913" y="3919461"/>
                  </a:lnTo>
                  <a:close/>
                </a:path>
                <a:path w="7637780" h="4417695">
                  <a:moveTo>
                    <a:pt x="1034148" y="3819791"/>
                  </a:moveTo>
                  <a:lnTo>
                    <a:pt x="1031913" y="3818801"/>
                  </a:lnTo>
                  <a:lnTo>
                    <a:pt x="1030300" y="3818090"/>
                  </a:lnTo>
                  <a:lnTo>
                    <a:pt x="974204" y="3850513"/>
                  </a:lnTo>
                  <a:lnTo>
                    <a:pt x="975652" y="3851313"/>
                  </a:lnTo>
                  <a:lnTo>
                    <a:pt x="977696" y="3852430"/>
                  </a:lnTo>
                  <a:lnTo>
                    <a:pt x="1034148" y="3819791"/>
                  </a:lnTo>
                  <a:close/>
                </a:path>
                <a:path w="7637780" h="4417695">
                  <a:moveTo>
                    <a:pt x="1097407" y="3783241"/>
                  </a:moveTo>
                  <a:lnTo>
                    <a:pt x="1096645" y="3781399"/>
                  </a:lnTo>
                  <a:lnTo>
                    <a:pt x="1096098" y="3780066"/>
                  </a:lnTo>
                  <a:lnTo>
                    <a:pt x="1078166" y="3790429"/>
                  </a:lnTo>
                  <a:lnTo>
                    <a:pt x="1077201" y="3792626"/>
                  </a:lnTo>
                  <a:lnTo>
                    <a:pt x="1075867" y="3795674"/>
                  </a:lnTo>
                  <a:lnTo>
                    <a:pt x="1097407" y="3783241"/>
                  </a:lnTo>
                  <a:close/>
                </a:path>
                <a:path w="7637780" h="4417695">
                  <a:moveTo>
                    <a:pt x="1179182" y="3735971"/>
                  </a:moveTo>
                  <a:lnTo>
                    <a:pt x="1178458" y="3735794"/>
                  </a:lnTo>
                  <a:lnTo>
                    <a:pt x="1176743" y="3735108"/>
                  </a:lnTo>
                  <a:lnTo>
                    <a:pt x="1175042" y="3734435"/>
                  </a:lnTo>
                  <a:lnTo>
                    <a:pt x="1117473" y="3767709"/>
                  </a:lnTo>
                  <a:lnTo>
                    <a:pt x="1118781" y="3768610"/>
                  </a:lnTo>
                  <a:lnTo>
                    <a:pt x="1120584" y="3769842"/>
                  </a:lnTo>
                  <a:lnTo>
                    <a:pt x="1179182" y="3735971"/>
                  </a:lnTo>
                  <a:close/>
                </a:path>
                <a:path w="7637780" h="4417695">
                  <a:moveTo>
                    <a:pt x="1437449" y="3582759"/>
                  </a:moveTo>
                  <a:lnTo>
                    <a:pt x="1409636" y="3598837"/>
                  </a:lnTo>
                  <a:lnTo>
                    <a:pt x="1409115" y="3600831"/>
                  </a:lnTo>
                  <a:lnTo>
                    <a:pt x="1408404" y="3603472"/>
                  </a:lnTo>
                  <a:lnTo>
                    <a:pt x="1434579" y="3588347"/>
                  </a:lnTo>
                  <a:lnTo>
                    <a:pt x="1436217" y="3585172"/>
                  </a:lnTo>
                  <a:lnTo>
                    <a:pt x="1437449" y="3582759"/>
                  </a:lnTo>
                  <a:close/>
                </a:path>
                <a:path w="7637780" h="4417695">
                  <a:moveTo>
                    <a:pt x="1781441" y="3383940"/>
                  </a:moveTo>
                  <a:lnTo>
                    <a:pt x="1750695" y="3401707"/>
                  </a:lnTo>
                  <a:lnTo>
                    <a:pt x="1750352" y="3403638"/>
                  </a:lnTo>
                  <a:lnTo>
                    <a:pt x="1749894" y="3406102"/>
                  </a:lnTo>
                  <a:lnTo>
                    <a:pt x="1778800" y="3389401"/>
                  </a:lnTo>
                  <a:lnTo>
                    <a:pt x="1780273" y="3386340"/>
                  </a:lnTo>
                  <a:lnTo>
                    <a:pt x="1781441" y="3383940"/>
                  </a:lnTo>
                  <a:close/>
                </a:path>
                <a:path w="7637780" h="4417695">
                  <a:moveTo>
                    <a:pt x="2054479" y="3230054"/>
                  </a:moveTo>
                  <a:lnTo>
                    <a:pt x="2052878" y="3228810"/>
                  </a:lnTo>
                  <a:lnTo>
                    <a:pt x="2051596" y="3227794"/>
                  </a:lnTo>
                  <a:lnTo>
                    <a:pt x="2001418" y="3256788"/>
                  </a:lnTo>
                  <a:lnTo>
                    <a:pt x="2002790" y="3257753"/>
                  </a:lnTo>
                  <a:lnTo>
                    <a:pt x="2004491" y="3258947"/>
                  </a:lnTo>
                  <a:lnTo>
                    <a:pt x="2054479" y="3230054"/>
                  </a:lnTo>
                  <a:close/>
                </a:path>
                <a:path w="7637780" h="4417695">
                  <a:moveTo>
                    <a:pt x="2213178" y="3134398"/>
                  </a:moveTo>
                  <a:lnTo>
                    <a:pt x="2168283" y="3160344"/>
                  </a:lnTo>
                  <a:lnTo>
                    <a:pt x="2167979" y="3162300"/>
                  </a:lnTo>
                  <a:lnTo>
                    <a:pt x="2167623" y="3164662"/>
                  </a:lnTo>
                  <a:lnTo>
                    <a:pt x="2211705" y="3139186"/>
                  </a:lnTo>
                  <a:lnTo>
                    <a:pt x="2212505" y="3136557"/>
                  </a:lnTo>
                  <a:lnTo>
                    <a:pt x="2213178" y="3134398"/>
                  </a:lnTo>
                  <a:close/>
                </a:path>
                <a:path w="7637780" h="4417695">
                  <a:moveTo>
                    <a:pt x="2438514" y="3008084"/>
                  </a:moveTo>
                  <a:lnTo>
                    <a:pt x="2436711" y="3007004"/>
                  </a:lnTo>
                  <a:lnTo>
                    <a:pt x="2435174" y="3006090"/>
                  </a:lnTo>
                  <a:lnTo>
                    <a:pt x="2385403" y="3034855"/>
                  </a:lnTo>
                  <a:lnTo>
                    <a:pt x="2385847" y="3035325"/>
                  </a:lnTo>
                  <a:lnTo>
                    <a:pt x="2386660" y="3035935"/>
                  </a:lnTo>
                  <a:lnTo>
                    <a:pt x="2388273" y="3037128"/>
                  </a:lnTo>
                  <a:lnTo>
                    <a:pt x="2438514" y="3008084"/>
                  </a:lnTo>
                  <a:close/>
                </a:path>
                <a:path w="7637780" h="4417695">
                  <a:moveTo>
                    <a:pt x="2540177" y="2945396"/>
                  </a:moveTo>
                  <a:lnTo>
                    <a:pt x="2519019" y="2957626"/>
                  </a:lnTo>
                  <a:lnTo>
                    <a:pt x="2518384" y="2959811"/>
                  </a:lnTo>
                  <a:lnTo>
                    <a:pt x="2517635" y="2962351"/>
                  </a:lnTo>
                  <a:lnTo>
                    <a:pt x="2539720" y="2949587"/>
                  </a:lnTo>
                  <a:lnTo>
                    <a:pt x="2539962" y="2947339"/>
                  </a:lnTo>
                  <a:lnTo>
                    <a:pt x="2540177" y="2945396"/>
                  </a:lnTo>
                  <a:close/>
                </a:path>
                <a:path w="7637780" h="4417695">
                  <a:moveTo>
                    <a:pt x="2591905" y="2917317"/>
                  </a:moveTo>
                  <a:lnTo>
                    <a:pt x="2591206" y="2915907"/>
                  </a:lnTo>
                  <a:lnTo>
                    <a:pt x="2542717" y="2943936"/>
                  </a:lnTo>
                  <a:lnTo>
                    <a:pt x="2543238" y="2945434"/>
                  </a:lnTo>
                  <a:lnTo>
                    <a:pt x="2591905" y="2917317"/>
                  </a:lnTo>
                  <a:close/>
                </a:path>
                <a:path w="7637780" h="4417695">
                  <a:moveTo>
                    <a:pt x="2592730" y="2918955"/>
                  </a:moveTo>
                  <a:lnTo>
                    <a:pt x="2591917" y="2917317"/>
                  </a:lnTo>
                  <a:lnTo>
                    <a:pt x="2543238" y="2945434"/>
                  </a:lnTo>
                  <a:lnTo>
                    <a:pt x="2543860" y="2947200"/>
                  </a:lnTo>
                  <a:lnTo>
                    <a:pt x="2592730" y="2918955"/>
                  </a:lnTo>
                  <a:close/>
                </a:path>
                <a:path w="7637780" h="4417695">
                  <a:moveTo>
                    <a:pt x="2785186" y="2803779"/>
                  </a:moveTo>
                  <a:lnTo>
                    <a:pt x="2757322" y="2819895"/>
                  </a:lnTo>
                  <a:lnTo>
                    <a:pt x="2756751" y="2822054"/>
                  </a:lnTo>
                  <a:lnTo>
                    <a:pt x="2756103" y="2824518"/>
                  </a:lnTo>
                  <a:lnTo>
                    <a:pt x="2782417" y="2809316"/>
                  </a:lnTo>
                  <a:lnTo>
                    <a:pt x="2783890" y="2806369"/>
                  </a:lnTo>
                  <a:lnTo>
                    <a:pt x="2785186" y="2803779"/>
                  </a:lnTo>
                  <a:close/>
                </a:path>
                <a:path w="7637780" h="4417695">
                  <a:moveTo>
                    <a:pt x="2964332" y="2704173"/>
                  </a:moveTo>
                  <a:lnTo>
                    <a:pt x="2962300" y="2703271"/>
                  </a:lnTo>
                  <a:lnTo>
                    <a:pt x="2960471" y="2702471"/>
                  </a:lnTo>
                  <a:lnTo>
                    <a:pt x="2904655" y="2734729"/>
                  </a:lnTo>
                  <a:lnTo>
                    <a:pt x="2906293" y="2735643"/>
                  </a:lnTo>
                  <a:lnTo>
                    <a:pt x="2908135" y="2736646"/>
                  </a:lnTo>
                  <a:lnTo>
                    <a:pt x="2964332" y="2704173"/>
                  </a:lnTo>
                  <a:close/>
                </a:path>
                <a:path w="7637780" h="4417695">
                  <a:moveTo>
                    <a:pt x="3027121" y="2667876"/>
                  </a:moveTo>
                  <a:lnTo>
                    <a:pt x="3026511" y="2666174"/>
                  </a:lnTo>
                  <a:lnTo>
                    <a:pt x="3025965" y="2664612"/>
                  </a:lnTo>
                  <a:lnTo>
                    <a:pt x="3008503" y="2674709"/>
                  </a:lnTo>
                  <a:lnTo>
                    <a:pt x="3007436" y="2677198"/>
                  </a:lnTo>
                  <a:lnTo>
                    <a:pt x="3006242" y="2679941"/>
                  </a:lnTo>
                  <a:lnTo>
                    <a:pt x="3027121" y="2667876"/>
                  </a:lnTo>
                  <a:close/>
                </a:path>
                <a:path w="7637780" h="4417695">
                  <a:moveTo>
                    <a:pt x="3369526" y="2466035"/>
                  </a:moveTo>
                  <a:lnTo>
                    <a:pt x="3316008" y="2496972"/>
                  </a:lnTo>
                  <a:lnTo>
                    <a:pt x="3316770" y="2498433"/>
                  </a:lnTo>
                  <a:lnTo>
                    <a:pt x="3317595" y="2499982"/>
                  </a:lnTo>
                  <a:lnTo>
                    <a:pt x="3369360" y="2470061"/>
                  </a:lnTo>
                  <a:lnTo>
                    <a:pt x="3369449" y="2467991"/>
                  </a:lnTo>
                  <a:lnTo>
                    <a:pt x="3369526" y="2466035"/>
                  </a:lnTo>
                  <a:close/>
                </a:path>
                <a:path w="7637780" h="4417695">
                  <a:moveTo>
                    <a:pt x="3583355" y="2346375"/>
                  </a:moveTo>
                  <a:lnTo>
                    <a:pt x="3581882" y="2345232"/>
                  </a:lnTo>
                  <a:lnTo>
                    <a:pt x="3580473" y="2344115"/>
                  </a:lnTo>
                  <a:lnTo>
                    <a:pt x="3530917" y="2372753"/>
                  </a:lnTo>
                  <a:lnTo>
                    <a:pt x="3532441" y="2373795"/>
                  </a:lnTo>
                  <a:lnTo>
                    <a:pt x="3534041" y="2374887"/>
                  </a:lnTo>
                  <a:lnTo>
                    <a:pt x="3583355" y="2346375"/>
                  </a:lnTo>
                  <a:close/>
                </a:path>
                <a:path w="7637780" h="4417695">
                  <a:moveTo>
                    <a:pt x="3741636" y="2250973"/>
                  </a:moveTo>
                  <a:lnTo>
                    <a:pt x="3698341" y="2275992"/>
                  </a:lnTo>
                  <a:lnTo>
                    <a:pt x="3697998" y="2278126"/>
                  </a:lnTo>
                  <a:lnTo>
                    <a:pt x="3697655" y="2280310"/>
                  </a:lnTo>
                  <a:lnTo>
                    <a:pt x="3740188" y="2255736"/>
                  </a:lnTo>
                  <a:lnTo>
                    <a:pt x="3740912" y="2253335"/>
                  </a:lnTo>
                  <a:lnTo>
                    <a:pt x="3741636" y="2250973"/>
                  </a:lnTo>
                  <a:close/>
                </a:path>
                <a:path w="7637780" h="4417695">
                  <a:moveTo>
                    <a:pt x="3963505" y="2122728"/>
                  </a:moveTo>
                  <a:lnTo>
                    <a:pt x="3931805" y="2141042"/>
                  </a:lnTo>
                  <a:lnTo>
                    <a:pt x="3931323" y="2143302"/>
                  </a:lnTo>
                  <a:lnTo>
                    <a:pt x="3930853" y="2145525"/>
                  </a:lnTo>
                  <a:lnTo>
                    <a:pt x="3961142" y="2128024"/>
                  </a:lnTo>
                  <a:lnTo>
                    <a:pt x="3962387" y="2125345"/>
                  </a:lnTo>
                  <a:lnTo>
                    <a:pt x="3963505" y="2122728"/>
                  </a:lnTo>
                  <a:close/>
                </a:path>
                <a:path w="7637780" h="4417695">
                  <a:moveTo>
                    <a:pt x="4209580" y="1980501"/>
                  </a:moveTo>
                  <a:lnTo>
                    <a:pt x="4182008" y="1996440"/>
                  </a:lnTo>
                  <a:lnTo>
                    <a:pt x="4181462" y="1998751"/>
                  </a:lnTo>
                  <a:lnTo>
                    <a:pt x="4180929" y="2000986"/>
                  </a:lnTo>
                  <a:lnTo>
                    <a:pt x="4206786" y="1986038"/>
                  </a:lnTo>
                  <a:lnTo>
                    <a:pt x="4208157" y="1983320"/>
                  </a:lnTo>
                  <a:lnTo>
                    <a:pt x="4209580" y="1980501"/>
                  </a:lnTo>
                  <a:close/>
                </a:path>
                <a:path w="7637780" h="4417695">
                  <a:moveTo>
                    <a:pt x="4389323" y="1880539"/>
                  </a:moveTo>
                  <a:lnTo>
                    <a:pt x="4387418" y="1879739"/>
                  </a:lnTo>
                  <a:lnTo>
                    <a:pt x="4385386" y="1878876"/>
                  </a:lnTo>
                  <a:lnTo>
                    <a:pt x="4329214" y="1911350"/>
                  </a:lnTo>
                  <a:lnTo>
                    <a:pt x="4331030" y="1912315"/>
                  </a:lnTo>
                  <a:lnTo>
                    <a:pt x="4332770" y="1913229"/>
                  </a:lnTo>
                  <a:lnTo>
                    <a:pt x="4389323" y="1880539"/>
                  </a:lnTo>
                  <a:close/>
                </a:path>
                <a:path w="7637780" h="4417695">
                  <a:moveTo>
                    <a:pt x="4451870" y="1844382"/>
                  </a:moveTo>
                  <a:lnTo>
                    <a:pt x="4451312" y="1842808"/>
                  </a:lnTo>
                  <a:lnTo>
                    <a:pt x="4450715" y="1841119"/>
                  </a:lnTo>
                  <a:lnTo>
                    <a:pt x="4433455" y="1851101"/>
                  </a:lnTo>
                  <a:lnTo>
                    <a:pt x="4432300" y="1853793"/>
                  </a:lnTo>
                  <a:lnTo>
                    <a:pt x="4431208" y="1856333"/>
                  </a:lnTo>
                  <a:lnTo>
                    <a:pt x="4451870" y="1844382"/>
                  </a:lnTo>
                  <a:close/>
                </a:path>
                <a:path w="7637780" h="4417695">
                  <a:moveTo>
                    <a:pt x="4560532" y="1777657"/>
                  </a:moveTo>
                  <a:lnTo>
                    <a:pt x="4529760" y="1795437"/>
                  </a:lnTo>
                  <a:lnTo>
                    <a:pt x="4529734" y="1795741"/>
                  </a:lnTo>
                  <a:lnTo>
                    <a:pt x="4528705" y="1798078"/>
                  </a:lnTo>
                  <a:lnTo>
                    <a:pt x="4527613" y="1800606"/>
                  </a:lnTo>
                  <a:lnTo>
                    <a:pt x="4558055" y="1783016"/>
                  </a:lnTo>
                  <a:lnTo>
                    <a:pt x="4559249" y="1780438"/>
                  </a:lnTo>
                  <a:lnTo>
                    <a:pt x="4560532" y="1777657"/>
                  </a:lnTo>
                  <a:close/>
                </a:path>
                <a:path w="7637780" h="4417695">
                  <a:moveTo>
                    <a:pt x="4706188" y="1697393"/>
                  </a:moveTo>
                  <a:lnTo>
                    <a:pt x="4705578" y="1695869"/>
                  </a:lnTo>
                  <a:lnTo>
                    <a:pt x="4704905" y="1694205"/>
                  </a:lnTo>
                  <a:lnTo>
                    <a:pt x="4699698" y="1697215"/>
                  </a:lnTo>
                  <a:lnTo>
                    <a:pt x="4697958" y="1700276"/>
                  </a:lnTo>
                  <a:lnTo>
                    <a:pt x="4696371" y="1703070"/>
                  </a:lnTo>
                  <a:lnTo>
                    <a:pt x="4706188" y="1697393"/>
                  </a:lnTo>
                  <a:close/>
                </a:path>
                <a:path w="7637780" h="4417695">
                  <a:moveTo>
                    <a:pt x="4892395" y="1589760"/>
                  </a:moveTo>
                  <a:lnTo>
                    <a:pt x="4890440" y="1589049"/>
                  </a:lnTo>
                  <a:lnTo>
                    <a:pt x="4888255" y="1588236"/>
                  </a:lnTo>
                  <a:lnTo>
                    <a:pt x="4883683" y="1590878"/>
                  </a:lnTo>
                  <a:lnTo>
                    <a:pt x="4882959" y="1593367"/>
                  </a:lnTo>
                  <a:lnTo>
                    <a:pt x="4882312" y="1595589"/>
                  </a:lnTo>
                  <a:lnTo>
                    <a:pt x="4892395" y="1589760"/>
                  </a:lnTo>
                  <a:close/>
                </a:path>
                <a:path w="7637780" h="4417695">
                  <a:moveTo>
                    <a:pt x="5017414" y="1513573"/>
                  </a:moveTo>
                  <a:lnTo>
                    <a:pt x="4984991" y="1532318"/>
                  </a:lnTo>
                  <a:lnTo>
                    <a:pt x="4984369" y="1534769"/>
                  </a:lnTo>
                  <a:lnTo>
                    <a:pt x="4983886" y="1536661"/>
                  </a:lnTo>
                  <a:lnTo>
                    <a:pt x="4983772" y="1536954"/>
                  </a:lnTo>
                  <a:lnTo>
                    <a:pt x="5017008" y="1517738"/>
                  </a:lnTo>
                  <a:lnTo>
                    <a:pt x="5017198" y="1515795"/>
                  </a:lnTo>
                  <a:lnTo>
                    <a:pt x="5017414" y="1513573"/>
                  </a:lnTo>
                  <a:close/>
                </a:path>
                <a:path w="7637780" h="4417695">
                  <a:moveTo>
                    <a:pt x="5197284" y="1413548"/>
                  </a:moveTo>
                  <a:lnTo>
                    <a:pt x="5196078" y="1412417"/>
                  </a:lnTo>
                  <a:lnTo>
                    <a:pt x="5194681" y="1411122"/>
                  </a:lnTo>
                  <a:lnTo>
                    <a:pt x="5143322" y="1440802"/>
                  </a:lnTo>
                  <a:lnTo>
                    <a:pt x="5144363" y="1442313"/>
                  </a:lnTo>
                  <a:lnTo>
                    <a:pt x="5145252" y="1443609"/>
                  </a:lnTo>
                  <a:lnTo>
                    <a:pt x="5197284" y="1413548"/>
                  </a:lnTo>
                  <a:close/>
                </a:path>
                <a:path w="7637780" h="4417695">
                  <a:moveTo>
                    <a:pt x="5403647" y="1290332"/>
                  </a:moveTo>
                  <a:lnTo>
                    <a:pt x="5372062" y="1308595"/>
                  </a:lnTo>
                  <a:lnTo>
                    <a:pt x="5371528" y="1311033"/>
                  </a:lnTo>
                  <a:lnTo>
                    <a:pt x="5371084" y="1313091"/>
                  </a:lnTo>
                  <a:lnTo>
                    <a:pt x="5401170" y="1295704"/>
                  </a:lnTo>
                  <a:lnTo>
                    <a:pt x="5402427" y="1293177"/>
                  </a:lnTo>
                  <a:lnTo>
                    <a:pt x="5403367" y="1291297"/>
                  </a:lnTo>
                  <a:lnTo>
                    <a:pt x="5403647" y="1290332"/>
                  </a:lnTo>
                  <a:close/>
                </a:path>
                <a:path w="7637780" h="4417695">
                  <a:moveTo>
                    <a:pt x="5687301" y="1126388"/>
                  </a:moveTo>
                  <a:lnTo>
                    <a:pt x="5655691" y="1144663"/>
                  </a:lnTo>
                  <a:lnTo>
                    <a:pt x="5655107" y="1147165"/>
                  </a:lnTo>
                  <a:lnTo>
                    <a:pt x="5654637" y="1149197"/>
                  </a:lnTo>
                  <a:lnTo>
                    <a:pt x="5684723" y="1131811"/>
                  </a:lnTo>
                  <a:lnTo>
                    <a:pt x="5685980" y="1129322"/>
                  </a:lnTo>
                  <a:lnTo>
                    <a:pt x="5687022" y="1127277"/>
                  </a:lnTo>
                  <a:lnTo>
                    <a:pt x="5687301" y="1126388"/>
                  </a:lnTo>
                  <a:close/>
                </a:path>
                <a:path w="7637780" h="4417695">
                  <a:moveTo>
                    <a:pt x="5936335" y="982446"/>
                  </a:moveTo>
                  <a:lnTo>
                    <a:pt x="5904446" y="1000874"/>
                  </a:lnTo>
                  <a:lnTo>
                    <a:pt x="5904382" y="1001737"/>
                  </a:lnTo>
                  <a:lnTo>
                    <a:pt x="5903760" y="1003465"/>
                  </a:lnTo>
                  <a:lnTo>
                    <a:pt x="5902998" y="1005649"/>
                  </a:lnTo>
                  <a:lnTo>
                    <a:pt x="5933795" y="987844"/>
                  </a:lnTo>
                  <a:lnTo>
                    <a:pt x="5934913" y="985469"/>
                  </a:lnTo>
                  <a:lnTo>
                    <a:pt x="5936335" y="982446"/>
                  </a:lnTo>
                  <a:close/>
                </a:path>
                <a:path w="7637780" h="4417695">
                  <a:moveTo>
                    <a:pt x="6080658" y="902957"/>
                  </a:moveTo>
                  <a:lnTo>
                    <a:pt x="6080099" y="901573"/>
                  </a:lnTo>
                  <a:lnTo>
                    <a:pt x="6079388" y="899769"/>
                  </a:lnTo>
                  <a:lnTo>
                    <a:pt x="6075032" y="902284"/>
                  </a:lnTo>
                  <a:lnTo>
                    <a:pt x="6073292" y="905497"/>
                  </a:lnTo>
                  <a:lnTo>
                    <a:pt x="6071946" y="907999"/>
                  </a:lnTo>
                  <a:lnTo>
                    <a:pt x="6080658" y="902957"/>
                  </a:lnTo>
                  <a:close/>
                </a:path>
                <a:path w="7637780" h="4417695">
                  <a:moveTo>
                    <a:pt x="6140932" y="868121"/>
                  </a:moveTo>
                  <a:lnTo>
                    <a:pt x="6139192" y="867422"/>
                  </a:lnTo>
                  <a:lnTo>
                    <a:pt x="6136932" y="866508"/>
                  </a:lnTo>
                  <a:lnTo>
                    <a:pt x="6126048" y="872794"/>
                  </a:lnTo>
                  <a:lnTo>
                    <a:pt x="6125413" y="875385"/>
                  </a:lnTo>
                  <a:lnTo>
                    <a:pt x="6124930" y="877366"/>
                  </a:lnTo>
                  <a:lnTo>
                    <a:pt x="6140932" y="868121"/>
                  </a:lnTo>
                  <a:close/>
                </a:path>
                <a:path w="7637780" h="4417695">
                  <a:moveTo>
                    <a:pt x="6253950" y="798868"/>
                  </a:moveTo>
                  <a:lnTo>
                    <a:pt x="6227724" y="814031"/>
                  </a:lnTo>
                  <a:lnTo>
                    <a:pt x="6227318" y="816495"/>
                  </a:lnTo>
                  <a:lnTo>
                    <a:pt x="6227013" y="818375"/>
                  </a:lnTo>
                  <a:lnTo>
                    <a:pt x="6253467" y="803084"/>
                  </a:lnTo>
                  <a:lnTo>
                    <a:pt x="6253670" y="801268"/>
                  </a:lnTo>
                  <a:lnTo>
                    <a:pt x="6253950" y="798868"/>
                  </a:lnTo>
                  <a:close/>
                </a:path>
                <a:path w="7637780" h="4417695">
                  <a:moveTo>
                    <a:pt x="6456553" y="685698"/>
                  </a:moveTo>
                  <a:lnTo>
                    <a:pt x="6456045" y="684314"/>
                  </a:lnTo>
                  <a:lnTo>
                    <a:pt x="6455359" y="682459"/>
                  </a:lnTo>
                  <a:lnTo>
                    <a:pt x="6391326" y="719467"/>
                  </a:lnTo>
                  <a:lnTo>
                    <a:pt x="6391884" y="719797"/>
                  </a:lnTo>
                  <a:lnTo>
                    <a:pt x="6393193" y="720648"/>
                  </a:lnTo>
                  <a:lnTo>
                    <a:pt x="6394564" y="721525"/>
                  </a:lnTo>
                  <a:lnTo>
                    <a:pt x="6456553" y="685698"/>
                  </a:lnTo>
                  <a:close/>
                </a:path>
                <a:path w="7637780" h="4417695">
                  <a:moveTo>
                    <a:pt x="6671665" y="557428"/>
                  </a:moveTo>
                  <a:lnTo>
                    <a:pt x="6641668" y="574776"/>
                  </a:lnTo>
                  <a:lnTo>
                    <a:pt x="6640982" y="577443"/>
                  </a:lnTo>
                  <a:lnTo>
                    <a:pt x="6640487" y="579386"/>
                  </a:lnTo>
                  <a:lnTo>
                    <a:pt x="6669291" y="562737"/>
                  </a:lnTo>
                  <a:lnTo>
                    <a:pt x="6670332" y="560489"/>
                  </a:lnTo>
                  <a:lnTo>
                    <a:pt x="6671665" y="557428"/>
                  </a:lnTo>
                  <a:close/>
                </a:path>
                <a:path w="7637780" h="4417695">
                  <a:moveTo>
                    <a:pt x="6883336" y="435089"/>
                  </a:moveTo>
                  <a:lnTo>
                    <a:pt x="6853199" y="452513"/>
                  </a:lnTo>
                  <a:lnTo>
                    <a:pt x="6852513" y="455206"/>
                  </a:lnTo>
                  <a:lnTo>
                    <a:pt x="6852018" y="457123"/>
                  </a:lnTo>
                  <a:lnTo>
                    <a:pt x="6880746" y="440524"/>
                  </a:lnTo>
                  <a:lnTo>
                    <a:pt x="6881889" y="438226"/>
                  </a:lnTo>
                  <a:lnTo>
                    <a:pt x="6883336" y="435089"/>
                  </a:lnTo>
                  <a:close/>
                </a:path>
                <a:path w="7637780" h="4417695">
                  <a:moveTo>
                    <a:pt x="7065010" y="334022"/>
                  </a:moveTo>
                  <a:lnTo>
                    <a:pt x="7063829" y="333095"/>
                  </a:lnTo>
                  <a:lnTo>
                    <a:pt x="7062114" y="331762"/>
                  </a:lnTo>
                  <a:lnTo>
                    <a:pt x="7012470" y="360451"/>
                  </a:lnTo>
                  <a:lnTo>
                    <a:pt x="7014299" y="361708"/>
                  </a:lnTo>
                  <a:lnTo>
                    <a:pt x="7015569" y="362585"/>
                  </a:lnTo>
                  <a:lnTo>
                    <a:pt x="7065010" y="334022"/>
                  </a:lnTo>
                  <a:close/>
                </a:path>
                <a:path w="7637780" h="4417695">
                  <a:moveTo>
                    <a:pt x="7224369" y="237985"/>
                  </a:moveTo>
                  <a:lnTo>
                    <a:pt x="7180085" y="263575"/>
                  </a:lnTo>
                  <a:lnTo>
                    <a:pt x="7179627" y="266179"/>
                  </a:lnTo>
                  <a:lnTo>
                    <a:pt x="7179310" y="267944"/>
                  </a:lnTo>
                  <a:lnTo>
                    <a:pt x="7222922" y="242747"/>
                  </a:lnTo>
                  <a:lnTo>
                    <a:pt x="7223506" y="240817"/>
                  </a:lnTo>
                  <a:lnTo>
                    <a:pt x="7224369" y="237985"/>
                  </a:lnTo>
                  <a:close/>
                </a:path>
                <a:path w="7637780" h="4417695">
                  <a:moveTo>
                    <a:pt x="7322109" y="185407"/>
                  </a:moveTo>
                  <a:lnTo>
                    <a:pt x="7320508" y="184759"/>
                  </a:lnTo>
                  <a:lnTo>
                    <a:pt x="7318121" y="183794"/>
                  </a:lnTo>
                  <a:lnTo>
                    <a:pt x="7307123" y="190144"/>
                  </a:lnTo>
                  <a:lnTo>
                    <a:pt x="7306450" y="192887"/>
                  </a:lnTo>
                  <a:lnTo>
                    <a:pt x="7306005" y="194716"/>
                  </a:lnTo>
                  <a:lnTo>
                    <a:pt x="7322109" y="185407"/>
                  </a:lnTo>
                  <a:close/>
                </a:path>
                <a:path w="7637780" h="4417695">
                  <a:moveTo>
                    <a:pt x="7435037" y="116217"/>
                  </a:moveTo>
                  <a:lnTo>
                    <a:pt x="7408900" y="131318"/>
                  </a:lnTo>
                  <a:lnTo>
                    <a:pt x="7408456" y="133946"/>
                  </a:lnTo>
                  <a:lnTo>
                    <a:pt x="7408151" y="135686"/>
                  </a:lnTo>
                  <a:lnTo>
                    <a:pt x="7434554" y="120421"/>
                  </a:lnTo>
                  <a:lnTo>
                    <a:pt x="7434745" y="118745"/>
                  </a:lnTo>
                  <a:lnTo>
                    <a:pt x="7435037" y="116217"/>
                  </a:lnTo>
                  <a:close/>
                </a:path>
                <a:path w="7637780" h="4417695">
                  <a:moveTo>
                    <a:pt x="7637335" y="3213"/>
                  </a:moveTo>
                  <a:lnTo>
                    <a:pt x="7636853" y="1955"/>
                  </a:lnTo>
                  <a:lnTo>
                    <a:pt x="7636116" y="0"/>
                  </a:lnTo>
                  <a:lnTo>
                    <a:pt x="7571994" y="37058"/>
                  </a:lnTo>
                  <a:lnTo>
                    <a:pt x="7573962" y="38303"/>
                  </a:lnTo>
                  <a:lnTo>
                    <a:pt x="7575232" y="39116"/>
                  </a:lnTo>
                  <a:lnTo>
                    <a:pt x="7637335" y="3213"/>
                  </a:lnTo>
                  <a:close/>
                </a:path>
              </a:pathLst>
            </a:custGeom>
            <a:solidFill>
              <a:srgbClr val="6363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46948" y="1119958"/>
              <a:ext cx="7639050" cy="4416425"/>
            </a:xfrm>
            <a:custGeom>
              <a:avLst/>
              <a:gdLst/>
              <a:ahLst/>
              <a:cxnLst/>
              <a:rect l="l" t="t" r="r" b="b"/>
              <a:pathLst>
                <a:path w="7639050" h="4416425">
                  <a:moveTo>
                    <a:pt x="7065432" y="330802"/>
                  </a:moveTo>
                  <a:lnTo>
                    <a:pt x="7016001" y="359373"/>
                  </a:lnTo>
                  <a:lnTo>
                    <a:pt x="7017830" y="360635"/>
                  </a:lnTo>
                  <a:lnTo>
                    <a:pt x="7067144" y="332137"/>
                  </a:lnTo>
                  <a:lnTo>
                    <a:pt x="7065432" y="330802"/>
                  </a:lnTo>
                  <a:close/>
                </a:path>
                <a:path w="7639050" h="4416425">
                  <a:moveTo>
                    <a:pt x="7223345" y="239529"/>
                  </a:moveTo>
                  <a:lnTo>
                    <a:pt x="7179742" y="264732"/>
                  </a:lnTo>
                  <a:lnTo>
                    <a:pt x="7179285" y="267333"/>
                  </a:lnTo>
                  <a:lnTo>
                    <a:pt x="7222482" y="242371"/>
                  </a:lnTo>
                  <a:lnTo>
                    <a:pt x="7223345" y="239529"/>
                  </a:lnTo>
                  <a:close/>
                </a:path>
                <a:path w="7639050" h="4416425">
                  <a:moveTo>
                    <a:pt x="3583780" y="2343164"/>
                  </a:moveTo>
                  <a:lnTo>
                    <a:pt x="3534464" y="2371668"/>
                  </a:lnTo>
                  <a:lnTo>
                    <a:pt x="3535994" y="2372710"/>
                  </a:lnTo>
                  <a:lnTo>
                    <a:pt x="3585196" y="2344278"/>
                  </a:lnTo>
                  <a:lnTo>
                    <a:pt x="3583780" y="2343164"/>
                  </a:lnTo>
                  <a:close/>
                </a:path>
                <a:path w="7639050" h="4416425">
                  <a:moveTo>
                    <a:pt x="3740615" y="2252515"/>
                  </a:moveTo>
                  <a:lnTo>
                    <a:pt x="3698086" y="2277096"/>
                  </a:lnTo>
                  <a:lnTo>
                    <a:pt x="3697750" y="2279235"/>
                  </a:lnTo>
                  <a:lnTo>
                    <a:pt x="3739897" y="2254879"/>
                  </a:lnTo>
                  <a:lnTo>
                    <a:pt x="3740615" y="2252515"/>
                  </a:lnTo>
                  <a:close/>
                </a:path>
                <a:path w="7639050" h="4416425">
                  <a:moveTo>
                    <a:pt x="2054900" y="3226842"/>
                  </a:moveTo>
                  <a:lnTo>
                    <a:pt x="2004923" y="3255729"/>
                  </a:lnTo>
                  <a:lnTo>
                    <a:pt x="2006295" y="3256689"/>
                  </a:lnTo>
                  <a:lnTo>
                    <a:pt x="2056190" y="3227856"/>
                  </a:lnTo>
                  <a:lnTo>
                    <a:pt x="2054900" y="3226842"/>
                  </a:lnTo>
                  <a:close/>
                </a:path>
                <a:path w="7639050" h="4416425">
                  <a:moveTo>
                    <a:pt x="2212126" y="3135967"/>
                  </a:moveTo>
                  <a:lnTo>
                    <a:pt x="2168049" y="3161443"/>
                  </a:lnTo>
                  <a:lnTo>
                    <a:pt x="2167752" y="3163387"/>
                  </a:lnTo>
                  <a:lnTo>
                    <a:pt x="2211457" y="3138130"/>
                  </a:lnTo>
                  <a:lnTo>
                    <a:pt x="2212126" y="3135967"/>
                  </a:lnTo>
                  <a:close/>
                </a:path>
                <a:path w="7639050" h="4416425">
                  <a:moveTo>
                    <a:pt x="6881169" y="437304"/>
                  </a:moveTo>
                  <a:lnTo>
                    <a:pt x="6852446" y="453906"/>
                  </a:lnTo>
                  <a:lnTo>
                    <a:pt x="6851993" y="455674"/>
                  </a:lnTo>
                  <a:lnTo>
                    <a:pt x="6851365" y="456831"/>
                  </a:lnTo>
                  <a:lnTo>
                    <a:pt x="6879540" y="440550"/>
                  </a:lnTo>
                  <a:lnTo>
                    <a:pt x="6881169" y="437304"/>
                  </a:lnTo>
                  <a:close/>
                </a:path>
                <a:path w="7639050" h="4416425">
                  <a:moveTo>
                    <a:pt x="5934217" y="984634"/>
                  </a:moveTo>
                  <a:lnTo>
                    <a:pt x="5903420" y="1002434"/>
                  </a:lnTo>
                  <a:lnTo>
                    <a:pt x="5902443" y="1005192"/>
                  </a:lnTo>
                  <a:lnTo>
                    <a:pt x="5932792" y="987654"/>
                  </a:lnTo>
                  <a:lnTo>
                    <a:pt x="5934217" y="984634"/>
                  </a:lnTo>
                  <a:close/>
                </a:path>
                <a:path w="7639050" h="4416425">
                  <a:moveTo>
                    <a:pt x="6081088" y="899744"/>
                  </a:moveTo>
                  <a:lnTo>
                    <a:pt x="6072376" y="904779"/>
                  </a:lnTo>
                  <a:lnTo>
                    <a:pt x="6070637" y="907996"/>
                  </a:lnTo>
                  <a:lnTo>
                    <a:pt x="6081807" y="901542"/>
                  </a:lnTo>
                  <a:lnTo>
                    <a:pt x="6081088" y="899744"/>
                  </a:lnTo>
                  <a:close/>
                </a:path>
                <a:path w="7639050" h="4416425">
                  <a:moveTo>
                    <a:pt x="4558483" y="1779795"/>
                  </a:moveTo>
                  <a:lnTo>
                    <a:pt x="4528039" y="1797391"/>
                  </a:lnTo>
                  <a:lnTo>
                    <a:pt x="4526853" y="1800115"/>
                  </a:lnTo>
                  <a:lnTo>
                    <a:pt x="4557198" y="1782579"/>
                  </a:lnTo>
                  <a:lnTo>
                    <a:pt x="4558483" y="1779795"/>
                  </a:lnTo>
                  <a:close/>
                </a:path>
                <a:path w="7639050" h="4416425">
                  <a:moveTo>
                    <a:pt x="4706612" y="1694178"/>
                  </a:moveTo>
                  <a:lnTo>
                    <a:pt x="4696802" y="1699848"/>
                  </a:lnTo>
                  <a:lnTo>
                    <a:pt x="4695060" y="1702912"/>
                  </a:lnTo>
                  <a:lnTo>
                    <a:pt x="4707281" y="1695850"/>
                  </a:lnTo>
                  <a:lnTo>
                    <a:pt x="4706612" y="1694178"/>
                  </a:lnTo>
                  <a:close/>
                </a:path>
                <a:path w="7639050" h="4416425">
                  <a:moveTo>
                    <a:pt x="4389750" y="1877321"/>
                  </a:moveTo>
                  <a:lnTo>
                    <a:pt x="4333192" y="1910011"/>
                  </a:lnTo>
                  <a:lnTo>
                    <a:pt x="4335018" y="1910972"/>
                  </a:lnTo>
                  <a:lnTo>
                    <a:pt x="4391774" y="1878174"/>
                  </a:lnTo>
                  <a:lnTo>
                    <a:pt x="4389750" y="1877321"/>
                  </a:lnTo>
                  <a:close/>
                </a:path>
                <a:path w="7639050" h="4416425">
                  <a:moveTo>
                    <a:pt x="4452296" y="1841170"/>
                  </a:moveTo>
                  <a:lnTo>
                    <a:pt x="4431631" y="1853114"/>
                  </a:lnTo>
                  <a:lnTo>
                    <a:pt x="4430469" y="1855813"/>
                  </a:lnTo>
                  <a:lnTo>
                    <a:pt x="4452891" y="1842856"/>
                  </a:lnTo>
                  <a:lnTo>
                    <a:pt x="4452296" y="1841170"/>
                  </a:lnTo>
                  <a:close/>
                </a:path>
                <a:path w="7639050" h="4416425">
                  <a:moveTo>
                    <a:pt x="4207210" y="1982827"/>
                  </a:moveTo>
                  <a:lnTo>
                    <a:pt x="4181359" y="1997769"/>
                  </a:lnTo>
                  <a:lnTo>
                    <a:pt x="4180810" y="2000085"/>
                  </a:lnTo>
                  <a:lnTo>
                    <a:pt x="4205783" y="1985654"/>
                  </a:lnTo>
                  <a:lnTo>
                    <a:pt x="4207210" y="1982827"/>
                  </a:lnTo>
                  <a:close/>
                </a:path>
                <a:path w="7639050" h="4416425">
                  <a:moveTo>
                    <a:pt x="2964757" y="2700954"/>
                  </a:moveTo>
                  <a:lnTo>
                    <a:pt x="2908562" y="2733434"/>
                  </a:lnTo>
                  <a:lnTo>
                    <a:pt x="2910205" y="2734340"/>
                  </a:lnTo>
                  <a:lnTo>
                    <a:pt x="2966583" y="2701760"/>
                  </a:lnTo>
                  <a:lnTo>
                    <a:pt x="2964757" y="2700954"/>
                  </a:lnTo>
                  <a:close/>
                </a:path>
                <a:path w="7639050" h="4416425">
                  <a:moveTo>
                    <a:pt x="3027544" y="2664663"/>
                  </a:moveTo>
                  <a:lnTo>
                    <a:pt x="3006672" y="2676727"/>
                  </a:lnTo>
                  <a:lnTo>
                    <a:pt x="3005597" y="2679215"/>
                  </a:lnTo>
                  <a:lnTo>
                    <a:pt x="3028092" y="2666216"/>
                  </a:lnTo>
                  <a:lnTo>
                    <a:pt x="3027544" y="2664663"/>
                  </a:lnTo>
                  <a:close/>
                </a:path>
                <a:path w="7639050" h="4416425">
                  <a:moveTo>
                    <a:pt x="2782846" y="2806096"/>
                  </a:moveTo>
                  <a:lnTo>
                    <a:pt x="2756534" y="2821305"/>
                  </a:lnTo>
                  <a:lnTo>
                    <a:pt x="2755970" y="2823469"/>
                  </a:lnTo>
                  <a:lnTo>
                    <a:pt x="2781550" y="2808687"/>
                  </a:lnTo>
                  <a:lnTo>
                    <a:pt x="2782846" y="2806096"/>
                  </a:lnTo>
                  <a:close/>
                </a:path>
                <a:path w="7639050" h="4416425">
                  <a:moveTo>
                    <a:pt x="1779223" y="3386181"/>
                  </a:moveTo>
                  <a:lnTo>
                    <a:pt x="1750322" y="3402886"/>
                  </a:lnTo>
                  <a:lnTo>
                    <a:pt x="1750236" y="3403352"/>
                  </a:lnTo>
                  <a:lnTo>
                    <a:pt x="1749193" y="3405262"/>
                  </a:lnTo>
                  <a:lnTo>
                    <a:pt x="1778060" y="3388581"/>
                  </a:lnTo>
                  <a:lnTo>
                    <a:pt x="1779223" y="3386181"/>
                  </a:lnTo>
                  <a:close/>
                </a:path>
                <a:path w="7639050" h="4416425">
                  <a:moveTo>
                    <a:pt x="1435005" y="3585136"/>
                  </a:moveTo>
                  <a:lnTo>
                    <a:pt x="1408835" y="3600262"/>
                  </a:lnTo>
                  <a:lnTo>
                    <a:pt x="1408305" y="3602254"/>
                  </a:lnTo>
                  <a:lnTo>
                    <a:pt x="1433772" y="3587538"/>
                  </a:lnTo>
                  <a:lnTo>
                    <a:pt x="1435005" y="3585136"/>
                  </a:lnTo>
                  <a:close/>
                </a:path>
                <a:path w="7639050" h="4416425">
                  <a:moveTo>
                    <a:pt x="1034577" y="3816580"/>
                  </a:moveTo>
                  <a:lnTo>
                    <a:pt x="978120" y="3849211"/>
                  </a:lnTo>
                  <a:lnTo>
                    <a:pt x="979575" y="3850008"/>
                  </a:lnTo>
                  <a:lnTo>
                    <a:pt x="1036186" y="3817293"/>
                  </a:lnTo>
                  <a:lnTo>
                    <a:pt x="1034577" y="3816580"/>
                  </a:lnTo>
                  <a:close/>
                </a:path>
                <a:path w="7639050" h="4416425">
                  <a:moveTo>
                    <a:pt x="1097828" y="3780021"/>
                  </a:moveTo>
                  <a:lnTo>
                    <a:pt x="1076301" y="3792464"/>
                  </a:lnTo>
                  <a:lnTo>
                    <a:pt x="1075340" y="3794667"/>
                  </a:lnTo>
                  <a:lnTo>
                    <a:pt x="1098377" y="3781355"/>
                  </a:lnTo>
                  <a:lnTo>
                    <a:pt x="1097828" y="3780021"/>
                  </a:lnTo>
                  <a:close/>
                </a:path>
                <a:path w="7639050" h="4416425">
                  <a:moveTo>
                    <a:pt x="852802" y="3921644"/>
                  </a:moveTo>
                  <a:lnTo>
                    <a:pt x="825479" y="3937436"/>
                  </a:lnTo>
                  <a:lnTo>
                    <a:pt x="824982" y="3939343"/>
                  </a:lnTo>
                  <a:lnTo>
                    <a:pt x="851752" y="3923874"/>
                  </a:lnTo>
                  <a:lnTo>
                    <a:pt x="852802" y="3921644"/>
                  </a:lnTo>
                  <a:close/>
                </a:path>
                <a:path w="7639050" h="4416425">
                  <a:moveTo>
                    <a:pt x="562084" y="4089676"/>
                  </a:moveTo>
                  <a:lnTo>
                    <a:pt x="531037" y="4107621"/>
                  </a:lnTo>
                  <a:lnTo>
                    <a:pt x="530330" y="4109616"/>
                  </a:lnTo>
                  <a:lnTo>
                    <a:pt x="561083" y="4091845"/>
                  </a:lnTo>
                  <a:lnTo>
                    <a:pt x="562084" y="4089676"/>
                  </a:lnTo>
                  <a:close/>
                </a:path>
                <a:path w="7639050" h="4416425">
                  <a:moveTo>
                    <a:pt x="710087" y="4004132"/>
                  </a:moveTo>
                  <a:lnTo>
                    <a:pt x="701026" y="4009369"/>
                  </a:lnTo>
                  <a:lnTo>
                    <a:pt x="699560" y="4011822"/>
                  </a:lnTo>
                  <a:lnTo>
                    <a:pt x="710536" y="4005479"/>
                  </a:lnTo>
                  <a:lnTo>
                    <a:pt x="710087" y="4004132"/>
                  </a:lnTo>
                  <a:close/>
                </a:path>
                <a:path w="7639050" h="4416425">
                  <a:moveTo>
                    <a:pt x="2593159" y="2915734"/>
                  </a:moveTo>
                  <a:lnTo>
                    <a:pt x="2544283" y="2943983"/>
                  </a:lnTo>
                  <a:lnTo>
                    <a:pt x="2544810" y="2945493"/>
                  </a:lnTo>
                  <a:lnTo>
                    <a:pt x="2594205" y="2916949"/>
                  </a:lnTo>
                  <a:lnTo>
                    <a:pt x="2593159" y="2915734"/>
                  </a:lnTo>
                  <a:close/>
                </a:path>
                <a:path w="7639050" h="4416425">
                  <a:moveTo>
                    <a:pt x="2540143" y="2946376"/>
                  </a:moveTo>
                  <a:lnTo>
                    <a:pt x="2518066" y="2959137"/>
                  </a:lnTo>
                  <a:lnTo>
                    <a:pt x="2517431" y="2961315"/>
                  </a:lnTo>
                  <a:lnTo>
                    <a:pt x="2539931" y="2948313"/>
                  </a:lnTo>
                  <a:lnTo>
                    <a:pt x="2540143" y="2946376"/>
                  </a:lnTo>
                  <a:close/>
                </a:path>
                <a:path w="7639050" h="4416425">
                  <a:moveTo>
                    <a:pt x="2438941" y="3004870"/>
                  </a:moveTo>
                  <a:lnTo>
                    <a:pt x="2388705" y="3033906"/>
                  </a:lnTo>
                  <a:lnTo>
                    <a:pt x="2390074" y="3034912"/>
                  </a:lnTo>
                  <a:lnTo>
                    <a:pt x="2440475" y="3005786"/>
                  </a:lnTo>
                  <a:lnTo>
                    <a:pt x="2438941" y="3004870"/>
                  </a:lnTo>
                  <a:close/>
                </a:path>
                <a:path w="7639050" h="4416425">
                  <a:moveTo>
                    <a:pt x="369282" y="4201114"/>
                  </a:moveTo>
                  <a:lnTo>
                    <a:pt x="322302" y="4228268"/>
                  </a:lnTo>
                  <a:lnTo>
                    <a:pt x="322743" y="4229576"/>
                  </a:lnTo>
                  <a:lnTo>
                    <a:pt x="369871" y="4202342"/>
                  </a:lnTo>
                  <a:lnTo>
                    <a:pt x="369282" y="4201114"/>
                  </a:lnTo>
                  <a:close/>
                </a:path>
                <a:path w="7639050" h="4416425">
                  <a:moveTo>
                    <a:pt x="246389" y="4272145"/>
                  </a:moveTo>
                  <a:lnTo>
                    <a:pt x="211229" y="4292467"/>
                  </a:lnTo>
                  <a:lnTo>
                    <a:pt x="211951" y="4293601"/>
                  </a:lnTo>
                  <a:lnTo>
                    <a:pt x="246372" y="4273709"/>
                  </a:lnTo>
                  <a:lnTo>
                    <a:pt x="246389" y="4272145"/>
                  </a:lnTo>
                  <a:close/>
                </a:path>
                <a:path w="7639050" h="4416425">
                  <a:moveTo>
                    <a:pt x="129269" y="4339839"/>
                  </a:moveTo>
                  <a:lnTo>
                    <a:pt x="102377" y="4355383"/>
                  </a:lnTo>
                  <a:lnTo>
                    <a:pt x="102131" y="4357063"/>
                  </a:lnTo>
                  <a:lnTo>
                    <a:pt x="128925" y="4341579"/>
                  </a:lnTo>
                  <a:lnTo>
                    <a:pt x="129269" y="4339839"/>
                  </a:lnTo>
                  <a:close/>
                </a:path>
                <a:path w="7639050" h="4416425">
                  <a:moveTo>
                    <a:pt x="16750" y="4404874"/>
                  </a:moveTo>
                  <a:lnTo>
                    <a:pt x="430" y="4414307"/>
                  </a:lnTo>
                  <a:lnTo>
                    <a:pt x="0" y="4416082"/>
                  </a:lnTo>
                  <a:lnTo>
                    <a:pt x="18361" y="4405472"/>
                  </a:lnTo>
                  <a:lnTo>
                    <a:pt x="16750" y="4404874"/>
                  </a:lnTo>
                  <a:close/>
                </a:path>
                <a:path w="7639050" h="4416425">
                  <a:moveTo>
                    <a:pt x="7637764" y="0"/>
                  </a:moveTo>
                  <a:lnTo>
                    <a:pt x="7575653" y="35899"/>
                  </a:lnTo>
                  <a:lnTo>
                    <a:pt x="7577605" y="37153"/>
                  </a:lnTo>
                  <a:lnTo>
                    <a:pt x="7638510" y="1958"/>
                  </a:lnTo>
                  <a:lnTo>
                    <a:pt x="7637764" y="0"/>
                  </a:lnTo>
                  <a:close/>
                </a:path>
                <a:path w="7639050" h="4416425">
                  <a:moveTo>
                    <a:pt x="7434984" y="117204"/>
                  </a:moveTo>
                  <a:lnTo>
                    <a:pt x="7408582" y="132464"/>
                  </a:lnTo>
                  <a:lnTo>
                    <a:pt x="7408134" y="135087"/>
                  </a:lnTo>
                  <a:lnTo>
                    <a:pt x="7434697" y="119737"/>
                  </a:lnTo>
                  <a:lnTo>
                    <a:pt x="7434984" y="117204"/>
                  </a:lnTo>
                  <a:close/>
                </a:path>
                <a:path w="7639050" h="4416425">
                  <a:moveTo>
                    <a:pt x="7322541" y="182195"/>
                  </a:moveTo>
                  <a:lnTo>
                    <a:pt x="7306437" y="191503"/>
                  </a:lnTo>
                  <a:lnTo>
                    <a:pt x="7305774" y="194238"/>
                  </a:lnTo>
                  <a:lnTo>
                    <a:pt x="7324936" y="183165"/>
                  </a:lnTo>
                  <a:lnTo>
                    <a:pt x="7322541" y="182195"/>
                  </a:lnTo>
                  <a:close/>
                </a:path>
                <a:path w="7639050" h="4416425">
                  <a:moveTo>
                    <a:pt x="6456984" y="682479"/>
                  </a:moveTo>
                  <a:lnTo>
                    <a:pt x="6394985" y="718314"/>
                  </a:lnTo>
                  <a:lnTo>
                    <a:pt x="6396822" y="719502"/>
                  </a:lnTo>
                  <a:lnTo>
                    <a:pt x="6457675" y="684336"/>
                  </a:lnTo>
                  <a:lnTo>
                    <a:pt x="6456984" y="682479"/>
                  </a:lnTo>
                  <a:close/>
                </a:path>
                <a:path w="7639050" h="4416425">
                  <a:moveTo>
                    <a:pt x="6253895" y="799863"/>
                  </a:moveTo>
                  <a:lnTo>
                    <a:pt x="6227441" y="815153"/>
                  </a:lnTo>
                  <a:lnTo>
                    <a:pt x="6227040" y="817615"/>
                  </a:lnTo>
                  <a:lnTo>
                    <a:pt x="6253623" y="802253"/>
                  </a:lnTo>
                  <a:lnTo>
                    <a:pt x="6253895" y="799863"/>
                  </a:lnTo>
                  <a:close/>
                </a:path>
                <a:path w="7639050" h="4416425">
                  <a:moveTo>
                    <a:pt x="6141353" y="864911"/>
                  </a:moveTo>
                  <a:lnTo>
                    <a:pt x="6125362" y="874154"/>
                  </a:lnTo>
                  <a:lnTo>
                    <a:pt x="6124737" y="876734"/>
                  </a:lnTo>
                  <a:lnTo>
                    <a:pt x="6143613" y="865825"/>
                  </a:lnTo>
                  <a:lnTo>
                    <a:pt x="6141353" y="864911"/>
                  </a:lnTo>
                  <a:close/>
                </a:path>
                <a:path w="7639050" h="4416425">
                  <a:moveTo>
                    <a:pt x="5197705" y="1410330"/>
                  </a:moveTo>
                  <a:lnTo>
                    <a:pt x="5145684" y="1440398"/>
                  </a:lnTo>
                  <a:lnTo>
                    <a:pt x="5146724" y="1441906"/>
                  </a:lnTo>
                  <a:lnTo>
                    <a:pt x="5199101" y="1411638"/>
                  </a:lnTo>
                  <a:lnTo>
                    <a:pt x="5197705" y="1410330"/>
                  </a:lnTo>
                  <a:close/>
                </a:path>
                <a:path w="7639050" h="4416425">
                  <a:moveTo>
                    <a:pt x="5017436" y="1514524"/>
                  </a:moveTo>
                  <a:lnTo>
                    <a:pt x="4984196" y="1533737"/>
                  </a:lnTo>
                  <a:lnTo>
                    <a:pt x="4983146" y="1536433"/>
                  </a:lnTo>
                  <a:lnTo>
                    <a:pt x="5017173" y="1516770"/>
                  </a:lnTo>
                  <a:lnTo>
                    <a:pt x="5017264" y="1516307"/>
                  </a:lnTo>
                  <a:lnTo>
                    <a:pt x="5017436" y="1514524"/>
                  </a:lnTo>
                  <a:close/>
                </a:path>
                <a:path w="7639050" h="4416425">
                  <a:moveTo>
                    <a:pt x="4892822" y="1586550"/>
                  </a:moveTo>
                  <a:lnTo>
                    <a:pt x="4882741" y="1592377"/>
                  </a:lnTo>
                  <a:lnTo>
                    <a:pt x="4882016" y="1594874"/>
                  </a:lnTo>
                  <a:lnTo>
                    <a:pt x="4895015" y="1587362"/>
                  </a:lnTo>
                  <a:lnTo>
                    <a:pt x="4892822" y="1586550"/>
                  </a:lnTo>
                  <a:close/>
                </a:path>
                <a:path w="7639050" h="4416425">
                  <a:moveTo>
                    <a:pt x="1179611" y="3732751"/>
                  </a:moveTo>
                  <a:lnTo>
                    <a:pt x="1121007" y="3766624"/>
                  </a:lnTo>
                  <a:lnTo>
                    <a:pt x="1122316" y="3767521"/>
                  </a:lnTo>
                  <a:lnTo>
                    <a:pt x="1181671" y="3733221"/>
                  </a:lnTo>
                  <a:lnTo>
                    <a:pt x="1179611" y="3732751"/>
                  </a:lnTo>
                  <a:close/>
                </a:path>
                <a:path w="7639050" h="4416425">
                  <a:moveTo>
                    <a:pt x="1328231" y="3647240"/>
                  </a:moveTo>
                  <a:lnTo>
                    <a:pt x="1326275" y="3649658"/>
                  </a:lnTo>
                  <a:lnTo>
                    <a:pt x="1328640" y="3648291"/>
                  </a:lnTo>
                  <a:lnTo>
                    <a:pt x="1328231" y="3647240"/>
                  </a:lnTo>
                  <a:close/>
                </a:path>
                <a:path w="7639050" h="4416425">
                  <a:moveTo>
                    <a:pt x="6669719" y="559520"/>
                  </a:moveTo>
                  <a:lnTo>
                    <a:pt x="6640912" y="576171"/>
                  </a:lnTo>
                  <a:lnTo>
                    <a:pt x="6640227" y="578843"/>
                  </a:lnTo>
                  <a:lnTo>
                    <a:pt x="6668284" y="562630"/>
                  </a:lnTo>
                  <a:lnTo>
                    <a:pt x="6669719" y="559520"/>
                  </a:lnTo>
                  <a:close/>
                </a:path>
                <a:path w="7639050" h="4416425">
                  <a:moveTo>
                    <a:pt x="5685145" y="1128595"/>
                  </a:moveTo>
                  <a:lnTo>
                    <a:pt x="5655065" y="1145981"/>
                  </a:lnTo>
                  <a:lnTo>
                    <a:pt x="5654485" y="1148481"/>
                  </a:lnTo>
                  <a:lnTo>
                    <a:pt x="5683588" y="1131664"/>
                  </a:lnTo>
                  <a:lnTo>
                    <a:pt x="5685145" y="1128595"/>
                  </a:lnTo>
                  <a:close/>
                </a:path>
                <a:path w="7639050" h="4416425">
                  <a:moveTo>
                    <a:pt x="5401598" y="1292482"/>
                  </a:moveTo>
                  <a:lnTo>
                    <a:pt x="5371513" y="1309871"/>
                  </a:lnTo>
                  <a:lnTo>
                    <a:pt x="5370986" y="1312309"/>
                  </a:lnTo>
                  <a:lnTo>
                    <a:pt x="5400102" y="1295484"/>
                  </a:lnTo>
                  <a:lnTo>
                    <a:pt x="5401598" y="1292482"/>
                  </a:lnTo>
                  <a:close/>
                </a:path>
                <a:path w="7639050" h="4416425">
                  <a:moveTo>
                    <a:pt x="3961569" y="2124806"/>
                  </a:moveTo>
                  <a:lnTo>
                    <a:pt x="3931277" y="2142314"/>
                  </a:lnTo>
                  <a:lnTo>
                    <a:pt x="3930797" y="2144562"/>
                  </a:lnTo>
                  <a:lnTo>
                    <a:pt x="3960307" y="2127509"/>
                  </a:lnTo>
                  <a:lnTo>
                    <a:pt x="3961569" y="2124806"/>
                  </a:lnTo>
                  <a:close/>
                </a:path>
                <a:path w="7639050" h="4416425">
                  <a:moveTo>
                    <a:pt x="3369790" y="2466848"/>
                  </a:moveTo>
                  <a:lnTo>
                    <a:pt x="3318020" y="2496771"/>
                  </a:lnTo>
                  <a:lnTo>
                    <a:pt x="3318789" y="2498228"/>
                  </a:lnTo>
                  <a:lnTo>
                    <a:pt x="3369709" y="2468803"/>
                  </a:lnTo>
                  <a:lnTo>
                    <a:pt x="3369790" y="2466848"/>
                  </a:lnTo>
                  <a:close/>
                </a:path>
              </a:pathLst>
            </a:custGeom>
            <a:solidFill>
              <a:srgbClr val="6666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45591" y="1121917"/>
              <a:ext cx="7641590" cy="4420235"/>
            </a:xfrm>
            <a:custGeom>
              <a:avLst/>
              <a:gdLst/>
              <a:ahLst/>
              <a:cxnLst/>
              <a:rect l="l" t="t" r="r" b="b"/>
              <a:pathLst>
                <a:path w="7641590" h="4420235">
                  <a:moveTo>
                    <a:pt x="24917" y="4405325"/>
                  </a:moveTo>
                  <a:lnTo>
                    <a:pt x="24574" y="4405325"/>
                  </a:lnTo>
                  <a:lnTo>
                    <a:pt x="22250" y="4404461"/>
                  </a:lnTo>
                  <a:lnTo>
                    <a:pt x="20637" y="4403864"/>
                  </a:lnTo>
                  <a:lnTo>
                    <a:pt x="19710" y="4403522"/>
                  </a:lnTo>
                  <a:lnTo>
                    <a:pt x="1346" y="4414126"/>
                  </a:lnTo>
                  <a:lnTo>
                    <a:pt x="1104" y="4415155"/>
                  </a:lnTo>
                  <a:lnTo>
                    <a:pt x="673" y="4416933"/>
                  </a:lnTo>
                  <a:lnTo>
                    <a:pt x="0" y="4419727"/>
                  </a:lnTo>
                  <a:lnTo>
                    <a:pt x="24917" y="4405325"/>
                  </a:lnTo>
                  <a:close/>
                </a:path>
                <a:path w="7641590" h="4420235">
                  <a:moveTo>
                    <a:pt x="130276" y="4339628"/>
                  </a:moveTo>
                  <a:lnTo>
                    <a:pt x="103479" y="4355109"/>
                  </a:lnTo>
                  <a:lnTo>
                    <a:pt x="103339" y="4356087"/>
                  </a:lnTo>
                  <a:lnTo>
                    <a:pt x="103098" y="4357763"/>
                  </a:lnTo>
                  <a:lnTo>
                    <a:pt x="102768" y="4360037"/>
                  </a:lnTo>
                  <a:lnTo>
                    <a:pt x="102641" y="4360418"/>
                  </a:lnTo>
                  <a:lnTo>
                    <a:pt x="129197" y="4345076"/>
                  </a:lnTo>
                  <a:lnTo>
                    <a:pt x="129730" y="4342371"/>
                  </a:lnTo>
                  <a:lnTo>
                    <a:pt x="130073" y="4340631"/>
                  </a:lnTo>
                  <a:lnTo>
                    <a:pt x="130276" y="4339628"/>
                  </a:lnTo>
                  <a:close/>
                </a:path>
                <a:path w="7641590" h="4420235">
                  <a:moveTo>
                    <a:pt x="247726" y="4271759"/>
                  </a:moveTo>
                  <a:lnTo>
                    <a:pt x="213296" y="4291647"/>
                  </a:lnTo>
                  <a:lnTo>
                    <a:pt x="213715" y="4292308"/>
                  </a:lnTo>
                  <a:lnTo>
                    <a:pt x="214439" y="4293438"/>
                  </a:lnTo>
                  <a:lnTo>
                    <a:pt x="215544" y="4295178"/>
                  </a:lnTo>
                  <a:lnTo>
                    <a:pt x="247675" y="4276623"/>
                  </a:lnTo>
                  <a:lnTo>
                    <a:pt x="247700" y="4274236"/>
                  </a:lnTo>
                  <a:lnTo>
                    <a:pt x="247713" y="4272661"/>
                  </a:lnTo>
                  <a:lnTo>
                    <a:pt x="247726" y="4271759"/>
                  </a:lnTo>
                  <a:close/>
                </a:path>
                <a:path w="7641590" h="4420235">
                  <a:moveTo>
                    <a:pt x="373341" y="4204004"/>
                  </a:moveTo>
                  <a:lnTo>
                    <a:pt x="372516" y="4203065"/>
                  </a:lnTo>
                  <a:lnTo>
                    <a:pt x="372160" y="4202328"/>
                  </a:lnTo>
                  <a:lnTo>
                    <a:pt x="371563" y="4201109"/>
                  </a:lnTo>
                  <a:lnTo>
                    <a:pt x="371221" y="4200385"/>
                  </a:lnTo>
                  <a:lnTo>
                    <a:pt x="324091" y="4227627"/>
                  </a:lnTo>
                  <a:lnTo>
                    <a:pt x="324345" y="4228389"/>
                  </a:lnTo>
                  <a:lnTo>
                    <a:pt x="324789" y="4229697"/>
                  </a:lnTo>
                  <a:lnTo>
                    <a:pt x="325462" y="4231678"/>
                  </a:lnTo>
                  <a:lnTo>
                    <a:pt x="373341" y="4204004"/>
                  </a:lnTo>
                  <a:close/>
                </a:path>
                <a:path w="7641590" h="4420235">
                  <a:moveTo>
                    <a:pt x="562432" y="4089895"/>
                  </a:moveTo>
                  <a:lnTo>
                    <a:pt x="531596" y="4107713"/>
                  </a:lnTo>
                  <a:lnTo>
                    <a:pt x="531177" y="4108881"/>
                  </a:lnTo>
                  <a:lnTo>
                    <a:pt x="529196" y="4111612"/>
                  </a:lnTo>
                  <a:lnTo>
                    <a:pt x="525983" y="4115816"/>
                  </a:lnTo>
                  <a:lnTo>
                    <a:pt x="559079" y="4096689"/>
                  </a:lnTo>
                  <a:lnTo>
                    <a:pt x="559968" y="4095242"/>
                  </a:lnTo>
                  <a:lnTo>
                    <a:pt x="560844" y="4093324"/>
                  </a:lnTo>
                  <a:lnTo>
                    <a:pt x="561848" y="4091165"/>
                  </a:lnTo>
                  <a:lnTo>
                    <a:pt x="562432" y="4089895"/>
                  </a:lnTo>
                  <a:close/>
                </a:path>
                <a:path w="7641590" h="4420235">
                  <a:moveTo>
                    <a:pt x="713244" y="4007612"/>
                  </a:moveTo>
                  <a:lnTo>
                    <a:pt x="712597" y="4005669"/>
                  </a:lnTo>
                  <a:lnTo>
                    <a:pt x="712152" y="4004310"/>
                  </a:lnTo>
                  <a:lnTo>
                    <a:pt x="711885" y="4003522"/>
                  </a:lnTo>
                  <a:lnTo>
                    <a:pt x="700913" y="4009872"/>
                  </a:lnTo>
                  <a:lnTo>
                    <a:pt x="700049" y="4011307"/>
                  </a:lnTo>
                  <a:lnTo>
                    <a:pt x="698588" y="4013758"/>
                  </a:lnTo>
                  <a:lnTo>
                    <a:pt x="698436" y="4014012"/>
                  </a:lnTo>
                  <a:lnTo>
                    <a:pt x="695452" y="4017886"/>
                  </a:lnTo>
                  <a:lnTo>
                    <a:pt x="713244" y="4007612"/>
                  </a:lnTo>
                  <a:close/>
                </a:path>
                <a:path w="7641590" h="4420235">
                  <a:moveTo>
                    <a:pt x="853097" y="3921925"/>
                  </a:moveTo>
                  <a:lnTo>
                    <a:pt x="826338" y="3937393"/>
                  </a:lnTo>
                  <a:lnTo>
                    <a:pt x="826046" y="3938511"/>
                  </a:lnTo>
                  <a:lnTo>
                    <a:pt x="825944" y="3938867"/>
                  </a:lnTo>
                  <a:lnTo>
                    <a:pt x="824865" y="3940810"/>
                  </a:lnTo>
                  <a:lnTo>
                    <a:pt x="822960" y="3944213"/>
                  </a:lnTo>
                  <a:lnTo>
                    <a:pt x="849947" y="3928630"/>
                  </a:lnTo>
                  <a:lnTo>
                    <a:pt x="851433" y="3925455"/>
                  </a:lnTo>
                  <a:lnTo>
                    <a:pt x="852487" y="3923233"/>
                  </a:lnTo>
                  <a:lnTo>
                    <a:pt x="853097" y="3921925"/>
                  </a:lnTo>
                  <a:close/>
                </a:path>
                <a:path w="7641590" h="4420235">
                  <a:moveTo>
                    <a:pt x="1042492" y="3817378"/>
                  </a:moveTo>
                  <a:lnTo>
                    <a:pt x="1041552" y="3817112"/>
                  </a:lnTo>
                  <a:lnTo>
                    <a:pt x="1040091" y="3816477"/>
                  </a:lnTo>
                  <a:lnTo>
                    <a:pt x="1038479" y="3815765"/>
                  </a:lnTo>
                  <a:lnTo>
                    <a:pt x="1037539" y="3815346"/>
                  </a:lnTo>
                  <a:lnTo>
                    <a:pt x="980922" y="3848049"/>
                  </a:lnTo>
                  <a:lnTo>
                    <a:pt x="981786" y="3848519"/>
                  </a:lnTo>
                  <a:lnTo>
                    <a:pt x="983234" y="3849319"/>
                  </a:lnTo>
                  <a:lnTo>
                    <a:pt x="985278" y="3850436"/>
                  </a:lnTo>
                  <a:lnTo>
                    <a:pt x="1042492" y="3817378"/>
                  </a:lnTo>
                  <a:close/>
                </a:path>
                <a:path w="7641590" h="4420235">
                  <a:moveTo>
                    <a:pt x="1100988" y="3782441"/>
                  </a:moveTo>
                  <a:lnTo>
                    <a:pt x="1100594" y="3781526"/>
                  </a:lnTo>
                  <a:lnTo>
                    <a:pt x="1100048" y="3780193"/>
                  </a:lnTo>
                  <a:lnTo>
                    <a:pt x="1099731" y="3779405"/>
                  </a:lnTo>
                  <a:lnTo>
                    <a:pt x="1076693" y="3792715"/>
                  </a:lnTo>
                  <a:lnTo>
                    <a:pt x="1076121" y="3794010"/>
                  </a:lnTo>
                  <a:lnTo>
                    <a:pt x="1075169" y="3796220"/>
                  </a:lnTo>
                  <a:lnTo>
                    <a:pt x="1073835" y="3799268"/>
                  </a:lnTo>
                  <a:lnTo>
                    <a:pt x="1100582" y="3783812"/>
                  </a:lnTo>
                  <a:lnTo>
                    <a:pt x="1100988" y="3782441"/>
                  </a:lnTo>
                  <a:close/>
                </a:path>
                <a:path w="7641590" h="4420235">
                  <a:moveTo>
                    <a:pt x="1189113" y="3732657"/>
                  </a:moveTo>
                  <a:lnTo>
                    <a:pt x="1186294" y="3732009"/>
                  </a:lnTo>
                  <a:lnTo>
                    <a:pt x="1184236" y="3731539"/>
                  </a:lnTo>
                  <a:lnTo>
                    <a:pt x="1183017" y="3731272"/>
                  </a:lnTo>
                  <a:lnTo>
                    <a:pt x="1123670" y="3765562"/>
                  </a:lnTo>
                  <a:lnTo>
                    <a:pt x="1124432" y="3766096"/>
                  </a:lnTo>
                  <a:lnTo>
                    <a:pt x="1125753" y="3766997"/>
                  </a:lnTo>
                  <a:lnTo>
                    <a:pt x="1127544" y="3768229"/>
                  </a:lnTo>
                  <a:lnTo>
                    <a:pt x="1189113" y="3732657"/>
                  </a:lnTo>
                  <a:close/>
                </a:path>
                <a:path w="7641590" h="4420235">
                  <a:moveTo>
                    <a:pt x="1331556" y="3650361"/>
                  </a:moveTo>
                  <a:lnTo>
                    <a:pt x="1330833" y="3648519"/>
                  </a:lnTo>
                  <a:lnTo>
                    <a:pt x="1330299" y="3647148"/>
                  </a:lnTo>
                  <a:lnTo>
                    <a:pt x="1329994" y="3646335"/>
                  </a:lnTo>
                  <a:lnTo>
                    <a:pt x="1327619" y="3647706"/>
                  </a:lnTo>
                  <a:lnTo>
                    <a:pt x="1326121" y="3649573"/>
                  </a:lnTo>
                  <a:lnTo>
                    <a:pt x="1323568" y="3652710"/>
                  </a:lnTo>
                  <a:lnTo>
                    <a:pt x="1320152" y="3656952"/>
                  </a:lnTo>
                  <a:lnTo>
                    <a:pt x="1331556" y="3650361"/>
                  </a:lnTo>
                  <a:close/>
                </a:path>
                <a:path w="7641590" h="4420235">
                  <a:moveTo>
                    <a:pt x="1435125" y="3585591"/>
                  </a:moveTo>
                  <a:lnTo>
                    <a:pt x="1409661" y="3600297"/>
                  </a:lnTo>
                  <a:lnTo>
                    <a:pt x="1409598" y="3600539"/>
                  </a:lnTo>
                  <a:lnTo>
                    <a:pt x="1408861" y="3601758"/>
                  </a:lnTo>
                  <a:lnTo>
                    <a:pt x="1407299" y="3604349"/>
                  </a:lnTo>
                  <a:lnTo>
                    <a:pt x="1405229" y="3607778"/>
                  </a:lnTo>
                  <a:lnTo>
                    <a:pt x="1431518" y="3592588"/>
                  </a:lnTo>
                  <a:lnTo>
                    <a:pt x="1433156" y="3589413"/>
                  </a:lnTo>
                  <a:lnTo>
                    <a:pt x="1434388" y="3587013"/>
                  </a:lnTo>
                  <a:lnTo>
                    <a:pt x="1435125" y="3585591"/>
                  </a:lnTo>
                  <a:close/>
                </a:path>
                <a:path w="7641590" h="4420235">
                  <a:moveTo>
                    <a:pt x="1779409" y="3386632"/>
                  </a:moveTo>
                  <a:lnTo>
                    <a:pt x="1750542" y="3403308"/>
                  </a:lnTo>
                  <a:lnTo>
                    <a:pt x="1749729" y="3404806"/>
                  </a:lnTo>
                  <a:lnTo>
                    <a:pt x="1748345" y="3407333"/>
                  </a:lnTo>
                  <a:lnTo>
                    <a:pt x="1746783" y="3410204"/>
                  </a:lnTo>
                  <a:lnTo>
                    <a:pt x="1746313" y="3410712"/>
                  </a:lnTo>
                  <a:lnTo>
                    <a:pt x="1776082" y="3393516"/>
                  </a:lnTo>
                  <a:lnTo>
                    <a:pt x="1777555" y="3390455"/>
                  </a:lnTo>
                  <a:lnTo>
                    <a:pt x="1778723" y="3388055"/>
                  </a:lnTo>
                  <a:lnTo>
                    <a:pt x="1779409" y="3386632"/>
                  </a:lnTo>
                  <a:close/>
                </a:path>
                <a:path w="7641590" h="4420235">
                  <a:moveTo>
                    <a:pt x="2061197" y="3228771"/>
                  </a:moveTo>
                  <a:lnTo>
                    <a:pt x="2059597" y="3227527"/>
                  </a:lnTo>
                  <a:lnTo>
                    <a:pt x="2058314" y="3226511"/>
                  </a:lnTo>
                  <a:lnTo>
                    <a:pt x="2057539" y="3225901"/>
                  </a:lnTo>
                  <a:lnTo>
                    <a:pt x="2007641" y="3254730"/>
                  </a:lnTo>
                  <a:lnTo>
                    <a:pt x="2008466" y="3255314"/>
                  </a:lnTo>
                  <a:lnTo>
                    <a:pt x="2009838" y="3256267"/>
                  </a:lnTo>
                  <a:lnTo>
                    <a:pt x="2010410" y="3256661"/>
                  </a:lnTo>
                  <a:lnTo>
                    <a:pt x="2011857" y="3257283"/>
                  </a:lnTo>
                  <a:lnTo>
                    <a:pt x="2061197" y="3228771"/>
                  </a:lnTo>
                  <a:close/>
                </a:path>
                <a:path w="7641590" h="4420235">
                  <a:moveTo>
                    <a:pt x="2212810" y="3136176"/>
                  </a:moveTo>
                  <a:lnTo>
                    <a:pt x="2169109" y="3161436"/>
                  </a:lnTo>
                  <a:lnTo>
                    <a:pt x="2168995" y="3162135"/>
                  </a:lnTo>
                  <a:lnTo>
                    <a:pt x="2168791" y="3162681"/>
                  </a:lnTo>
                  <a:lnTo>
                    <a:pt x="2167940" y="3164941"/>
                  </a:lnTo>
                  <a:lnTo>
                    <a:pt x="2166912" y="3167684"/>
                  </a:lnTo>
                  <a:lnTo>
                    <a:pt x="2210930" y="3142259"/>
                  </a:lnTo>
                  <a:lnTo>
                    <a:pt x="2211743" y="3139643"/>
                  </a:lnTo>
                  <a:lnTo>
                    <a:pt x="2212403" y="3137471"/>
                  </a:lnTo>
                  <a:lnTo>
                    <a:pt x="2212810" y="3136176"/>
                  </a:lnTo>
                  <a:close/>
                </a:path>
                <a:path w="7641590" h="4420235">
                  <a:moveTo>
                    <a:pt x="2446096" y="3006382"/>
                  </a:moveTo>
                  <a:lnTo>
                    <a:pt x="2444280" y="3005302"/>
                  </a:lnTo>
                  <a:lnTo>
                    <a:pt x="2442743" y="3004388"/>
                  </a:lnTo>
                  <a:lnTo>
                    <a:pt x="2441829" y="3003829"/>
                  </a:lnTo>
                  <a:lnTo>
                    <a:pt x="2391422" y="3032963"/>
                  </a:lnTo>
                  <a:lnTo>
                    <a:pt x="2392248" y="3033560"/>
                  </a:lnTo>
                  <a:lnTo>
                    <a:pt x="2393619" y="3034576"/>
                  </a:lnTo>
                  <a:lnTo>
                    <a:pt x="2395245" y="3035757"/>
                  </a:lnTo>
                  <a:lnTo>
                    <a:pt x="2446096" y="3006382"/>
                  </a:lnTo>
                  <a:close/>
                </a:path>
                <a:path w="7641590" h="4420235">
                  <a:moveTo>
                    <a:pt x="2541282" y="2946362"/>
                  </a:moveTo>
                  <a:lnTo>
                    <a:pt x="2518778" y="2959366"/>
                  </a:lnTo>
                  <a:lnTo>
                    <a:pt x="2518397" y="2960674"/>
                  </a:lnTo>
                  <a:lnTo>
                    <a:pt x="2518308" y="2961005"/>
                  </a:lnTo>
                  <a:lnTo>
                    <a:pt x="2517584" y="2962960"/>
                  </a:lnTo>
                  <a:lnTo>
                    <a:pt x="2516581" y="2965653"/>
                  </a:lnTo>
                  <a:lnTo>
                    <a:pt x="2540698" y="2951721"/>
                  </a:lnTo>
                  <a:lnTo>
                    <a:pt x="2540939" y="2949460"/>
                  </a:lnTo>
                  <a:lnTo>
                    <a:pt x="2541155" y="2947530"/>
                  </a:lnTo>
                  <a:lnTo>
                    <a:pt x="2541282" y="2946362"/>
                  </a:lnTo>
                  <a:close/>
                </a:path>
                <a:path w="7641590" h="4420235">
                  <a:moveTo>
                    <a:pt x="2598445" y="2918358"/>
                  </a:moveTo>
                  <a:lnTo>
                    <a:pt x="2597239" y="2916948"/>
                  </a:lnTo>
                  <a:lnTo>
                    <a:pt x="2596184" y="2915729"/>
                  </a:lnTo>
                  <a:lnTo>
                    <a:pt x="2595562" y="2914993"/>
                  </a:lnTo>
                  <a:lnTo>
                    <a:pt x="2546159" y="2943542"/>
                  </a:lnTo>
                  <a:lnTo>
                    <a:pt x="2546477" y="2944444"/>
                  </a:lnTo>
                  <a:lnTo>
                    <a:pt x="2547010" y="2945955"/>
                  </a:lnTo>
                  <a:lnTo>
                    <a:pt x="2547620" y="2947720"/>
                  </a:lnTo>
                  <a:lnTo>
                    <a:pt x="2598445" y="2918358"/>
                  </a:lnTo>
                  <a:close/>
                </a:path>
                <a:path w="7641590" h="4420235">
                  <a:moveTo>
                    <a:pt x="2782900" y="2806738"/>
                  </a:moveTo>
                  <a:lnTo>
                    <a:pt x="2757322" y="2821521"/>
                  </a:lnTo>
                  <a:lnTo>
                    <a:pt x="2756979" y="2822816"/>
                  </a:lnTo>
                  <a:lnTo>
                    <a:pt x="2756852" y="2823299"/>
                  </a:lnTo>
                  <a:lnTo>
                    <a:pt x="2755684" y="2825407"/>
                  </a:lnTo>
                  <a:lnTo>
                    <a:pt x="2753957" y="2828493"/>
                  </a:lnTo>
                  <a:lnTo>
                    <a:pt x="2779357" y="2813824"/>
                  </a:lnTo>
                  <a:lnTo>
                    <a:pt x="2780817" y="2810891"/>
                  </a:lnTo>
                  <a:lnTo>
                    <a:pt x="2782112" y="2808300"/>
                  </a:lnTo>
                  <a:lnTo>
                    <a:pt x="2782900" y="2806738"/>
                  </a:lnTo>
                  <a:close/>
                </a:path>
                <a:path w="7641590" h="4420235">
                  <a:moveTo>
                    <a:pt x="2973108" y="2701874"/>
                  </a:moveTo>
                  <a:lnTo>
                    <a:pt x="2971889" y="2701544"/>
                  </a:lnTo>
                  <a:lnTo>
                    <a:pt x="2970873" y="2701099"/>
                  </a:lnTo>
                  <a:lnTo>
                    <a:pt x="2969044" y="2700299"/>
                  </a:lnTo>
                  <a:lnTo>
                    <a:pt x="2967939" y="2699804"/>
                  </a:lnTo>
                  <a:lnTo>
                    <a:pt x="2911551" y="2732392"/>
                  </a:lnTo>
                  <a:lnTo>
                    <a:pt x="2912554" y="2732938"/>
                  </a:lnTo>
                  <a:lnTo>
                    <a:pt x="2914192" y="2733840"/>
                  </a:lnTo>
                  <a:lnTo>
                    <a:pt x="2916034" y="2734856"/>
                  </a:lnTo>
                  <a:lnTo>
                    <a:pt x="2973108" y="2701874"/>
                  </a:lnTo>
                  <a:close/>
                </a:path>
                <a:path w="7641590" h="4420235">
                  <a:moveTo>
                    <a:pt x="3030296" y="2666771"/>
                  </a:moveTo>
                  <a:lnTo>
                    <a:pt x="3029775" y="2665209"/>
                  </a:lnTo>
                  <a:lnTo>
                    <a:pt x="3029445" y="2664256"/>
                  </a:lnTo>
                  <a:lnTo>
                    <a:pt x="3006953" y="2677261"/>
                  </a:lnTo>
                  <a:lnTo>
                    <a:pt x="3006293" y="2678773"/>
                  </a:lnTo>
                  <a:lnTo>
                    <a:pt x="3005226" y="2681262"/>
                  </a:lnTo>
                  <a:lnTo>
                    <a:pt x="3004032" y="2684005"/>
                  </a:lnTo>
                  <a:lnTo>
                    <a:pt x="3029762" y="2669146"/>
                  </a:lnTo>
                  <a:lnTo>
                    <a:pt x="3030296" y="2666771"/>
                  </a:lnTo>
                  <a:close/>
                </a:path>
                <a:path w="7641590" h="4420235">
                  <a:moveTo>
                    <a:pt x="3371062" y="2466848"/>
                  </a:moveTo>
                  <a:lnTo>
                    <a:pt x="3320135" y="2496274"/>
                  </a:lnTo>
                  <a:lnTo>
                    <a:pt x="3320605" y="2497163"/>
                  </a:lnTo>
                  <a:lnTo>
                    <a:pt x="3321380" y="2498623"/>
                  </a:lnTo>
                  <a:lnTo>
                    <a:pt x="3322193" y="2500172"/>
                  </a:lnTo>
                  <a:lnTo>
                    <a:pt x="3370846" y="2472067"/>
                  </a:lnTo>
                  <a:lnTo>
                    <a:pt x="3370923" y="2469997"/>
                  </a:lnTo>
                  <a:lnTo>
                    <a:pt x="3371011" y="2468041"/>
                  </a:lnTo>
                  <a:lnTo>
                    <a:pt x="3371062" y="2466848"/>
                  </a:lnTo>
                  <a:close/>
                </a:path>
                <a:path w="7641590" h="4420235">
                  <a:moveTo>
                    <a:pt x="3590290" y="2345271"/>
                  </a:moveTo>
                  <a:lnTo>
                    <a:pt x="3588829" y="2344115"/>
                  </a:lnTo>
                  <a:lnTo>
                    <a:pt x="3587407" y="2343010"/>
                  </a:lnTo>
                  <a:lnTo>
                    <a:pt x="3586543" y="2342324"/>
                  </a:lnTo>
                  <a:lnTo>
                    <a:pt x="3537343" y="2370759"/>
                  </a:lnTo>
                  <a:lnTo>
                    <a:pt x="3538270" y="2371394"/>
                  </a:lnTo>
                  <a:lnTo>
                    <a:pt x="3539807" y="2372436"/>
                  </a:lnTo>
                  <a:lnTo>
                    <a:pt x="3540264" y="2372741"/>
                  </a:lnTo>
                  <a:lnTo>
                    <a:pt x="3541699" y="2373350"/>
                  </a:lnTo>
                  <a:lnTo>
                    <a:pt x="3590290" y="2345271"/>
                  </a:lnTo>
                  <a:close/>
                </a:path>
                <a:path w="7641590" h="4420235">
                  <a:moveTo>
                    <a:pt x="3741242" y="2252929"/>
                  </a:moveTo>
                  <a:lnTo>
                    <a:pt x="3699103" y="2277287"/>
                  </a:lnTo>
                  <a:lnTo>
                    <a:pt x="3698900" y="2278583"/>
                  </a:lnTo>
                  <a:lnTo>
                    <a:pt x="3698849" y="2278850"/>
                  </a:lnTo>
                  <a:lnTo>
                    <a:pt x="3697986" y="2281059"/>
                  </a:lnTo>
                  <a:lnTo>
                    <a:pt x="3696970" y="2283637"/>
                  </a:lnTo>
                  <a:lnTo>
                    <a:pt x="3739362" y="2259139"/>
                  </a:lnTo>
                  <a:lnTo>
                    <a:pt x="3740099" y="2256739"/>
                  </a:lnTo>
                  <a:lnTo>
                    <a:pt x="3740810" y="2254377"/>
                  </a:lnTo>
                  <a:lnTo>
                    <a:pt x="3741242" y="2252929"/>
                  </a:lnTo>
                  <a:close/>
                </a:path>
                <a:path w="7641590" h="4420235">
                  <a:moveTo>
                    <a:pt x="3961663" y="2125561"/>
                  </a:moveTo>
                  <a:lnTo>
                    <a:pt x="3932148" y="2142604"/>
                  </a:lnTo>
                  <a:lnTo>
                    <a:pt x="3932072" y="2142960"/>
                  </a:lnTo>
                  <a:lnTo>
                    <a:pt x="3931475" y="2144204"/>
                  </a:lnTo>
                  <a:lnTo>
                    <a:pt x="3930154" y="2146935"/>
                  </a:lnTo>
                  <a:lnTo>
                    <a:pt x="3928846" y="2149652"/>
                  </a:lnTo>
                  <a:lnTo>
                    <a:pt x="3958323" y="2132622"/>
                  </a:lnTo>
                  <a:lnTo>
                    <a:pt x="3958488" y="2132355"/>
                  </a:lnTo>
                  <a:lnTo>
                    <a:pt x="3959618" y="2129917"/>
                  </a:lnTo>
                  <a:lnTo>
                    <a:pt x="3960888" y="2127212"/>
                  </a:lnTo>
                  <a:lnTo>
                    <a:pt x="3961663" y="2125561"/>
                  </a:lnTo>
                  <a:close/>
                </a:path>
                <a:path w="7641590" h="4420235">
                  <a:moveTo>
                    <a:pt x="4207129" y="1983701"/>
                  </a:moveTo>
                  <a:lnTo>
                    <a:pt x="4182097" y="1998167"/>
                  </a:lnTo>
                  <a:lnTo>
                    <a:pt x="4181754" y="1999602"/>
                  </a:lnTo>
                  <a:lnTo>
                    <a:pt x="4180319" y="2002421"/>
                  </a:lnTo>
                  <a:lnTo>
                    <a:pt x="4178808" y="2005228"/>
                  </a:lnTo>
                  <a:lnTo>
                    <a:pt x="4203458" y="1990979"/>
                  </a:lnTo>
                  <a:lnTo>
                    <a:pt x="4204830" y="1988261"/>
                  </a:lnTo>
                  <a:lnTo>
                    <a:pt x="4206252" y="1985441"/>
                  </a:lnTo>
                  <a:lnTo>
                    <a:pt x="4207129" y="1983701"/>
                  </a:lnTo>
                  <a:close/>
                </a:path>
                <a:path w="7641590" h="4420235">
                  <a:moveTo>
                    <a:pt x="4398480" y="1878304"/>
                  </a:moveTo>
                  <a:lnTo>
                    <a:pt x="4397400" y="1878012"/>
                  </a:lnTo>
                  <a:lnTo>
                    <a:pt x="4396397" y="1877593"/>
                  </a:lnTo>
                  <a:lnTo>
                    <a:pt x="4394378" y="1876742"/>
                  </a:lnTo>
                  <a:lnTo>
                    <a:pt x="4393120" y="1876221"/>
                  </a:lnTo>
                  <a:lnTo>
                    <a:pt x="4336364" y="1909025"/>
                  </a:lnTo>
                  <a:lnTo>
                    <a:pt x="4337494" y="1909610"/>
                  </a:lnTo>
                  <a:lnTo>
                    <a:pt x="4339323" y="1910575"/>
                  </a:lnTo>
                  <a:lnTo>
                    <a:pt x="4341050" y="1911489"/>
                  </a:lnTo>
                  <a:lnTo>
                    <a:pt x="4398480" y="1878304"/>
                  </a:lnTo>
                  <a:close/>
                </a:path>
                <a:path w="7641590" h="4420235">
                  <a:moveTo>
                    <a:pt x="4455312" y="1843913"/>
                  </a:moveTo>
                  <a:lnTo>
                    <a:pt x="4455198" y="1843633"/>
                  </a:lnTo>
                  <a:lnTo>
                    <a:pt x="4454614" y="1841944"/>
                  </a:lnTo>
                  <a:lnTo>
                    <a:pt x="4454245" y="1840903"/>
                  </a:lnTo>
                  <a:lnTo>
                    <a:pt x="4431817" y="1853857"/>
                  </a:lnTo>
                  <a:lnTo>
                    <a:pt x="4431106" y="1855520"/>
                  </a:lnTo>
                  <a:lnTo>
                    <a:pt x="4429938" y="1858225"/>
                  </a:lnTo>
                  <a:lnTo>
                    <a:pt x="4428858" y="1860753"/>
                  </a:lnTo>
                  <a:lnTo>
                    <a:pt x="4454791" y="1845767"/>
                  </a:lnTo>
                  <a:lnTo>
                    <a:pt x="4455312" y="1843913"/>
                  </a:lnTo>
                  <a:close/>
                </a:path>
                <a:path w="7641590" h="4420235">
                  <a:moveTo>
                    <a:pt x="4558550" y="1780628"/>
                  </a:moveTo>
                  <a:lnTo>
                    <a:pt x="4528197" y="1798167"/>
                  </a:lnTo>
                  <a:lnTo>
                    <a:pt x="4528032" y="1798561"/>
                  </a:lnTo>
                  <a:lnTo>
                    <a:pt x="4526737" y="1800263"/>
                  </a:lnTo>
                  <a:lnTo>
                    <a:pt x="4523981" y="1803895"/>
                  </a:lnTo>
                  <a:lnTo>
                    <a:pt x="4521987" y="1806536"/>
                  </a:lnTo>
                  <a:lnTo>
                    <a:pt x="4520704" y="1807679"/>
                  </a:lnTo>
                  <a:lnTo>
                    <a:pt x="4554969" y="1787880"/>
                  </a:lnTo>
                  <a:lnTo>
                    <a:pt x="4555896" y="1786394"/>
                  </a:lnTo>
                  <a:lnTo>
                    <a:pt x="4556468" y="1785124"/>
                  </a:lnTo>
                  <a:lnTo>
                    <a:pt x="4557763" y="1782343"/>
                  </a:lnTo>
                  <a:lnTo>
                    <a:pt x="4558550" y="1780628"/>
                  </a:lnTo>
                  <a:close/>
                </a:path>
                <a:path w="7641590" h="4420235">
                  <a:moveTo>
                    <a:pt x="4710315" y="1698117"/>
                  </a:moveTo>
                  <a:lnTo>
                    <a:pt x="4709719" y="1696605"/>
                  </a:lnTo>
                  <a:lnTo>
                    <a:pt x="4709045" y="1694929"/>
                  </a:lnTo>
                  <a:lnTo>
                    <a:pt x="4708626" y="1693900"/>
                  </a:lnTo>
                  <a:lnTo>
                    <a:pt x="4696409" y="1700961"/>
                  </a:lnTo>
                  <a:lnTo>
                    <a:pt x="4695342" y="1702854"/>
                  </a:lnTo>
                  <a:lnTo>
                    <a:pt x="4694364" y="1704568"/>
                  </a:lnTo>
                  <a:lnTo>
                    <a:pt x="4693170" y="1706156"/>
                  </a:lnTo>
                  <a:lnTo>
                    <a:pt x="4690707" y="1709445"/>
                  </a:lnTo>
                  <a:lnTo>
                    <a:pt x="4710315" y="1698117"/>
                  </a:lnTo>
                  <a:close/>
                </a:path>
                <a:path w="7641590" h="4420235">
                  <a:moveTo>
                    <a:pt x="4901870" y="1587449"/>
                  </a:moveTo>
                  <a:lnTo>
                    <a:pt x="4899914" y="1586725"/>
                  </a:lnTo>
                  <a:lnTo>
                    <a:pt x="4897717" y="1585912"/>
                  </a:lnTo>
                  <a:lnTo>
                    <a:pt x="4896370" y="1585404"/>
                  </a:lnTo>
                  <a:lnTo>
                    <a:pt x="4883366" y="1592922"/>
                  </a:lnTo>
                  <a:lnTo>
                    <a:pt x="4882921" y="1594472"/>
                  </a:lnTo>
                  <a:lnTo>
                    <a:pt x="4882197" y="1596961"/>
                  </a:lnTo>
                  <a:lnTo>
                    <a:pt x="4881550" y="1599184"/>
                  </a:lnTo>
                  <a:lnTo>
                    <a:pt x="4901870" y="1587449"/>
                  </a:lnTo>
                  <a:close/>
                </a:path>
                <a:path w="7641590" h="4420235">
                  <a:moveTo>
                    <a:pt x="5018519" y="1514817"/>
                  </a:moveTo>
                  <a:lnTo>
                    <a:pt x="4984496" y="1534477"/>
                  </a:lnTo>
                  <a:lnTo>
                    <a:pt x="4983848" y="1536153"/>
                  </a:lnTo>
                  <a:lnTo>
                    <a:pt x="4982794" y="1538846"/>
                  </a:lnTo>
                  <a:lnTo>
                    <a:pt x="4981880" y="1541221"/>
                  </a:lnTo>
                  <a:lnTo>
                    <a:pt x="5017376" y="1520710"/>
                  </a:lnTo>
                  <a:lnTo>
                    <a:pt x="5017782" y="1518640"/>
                  </a:lnTo>
                  <a:lnTo>
                    <a:pt x="5018240" y="1516278"/>
                  </a:lnTo>
                  <a:lnTo>
                    <a:pt x="5018519" y="1514817"/>
                  </a:lnTo>
                  <a:close/>
                </a:path>
                <a:path w="7641590" h="4420235">
                  <a:moveTo>
                    <a:pt x="5204041" y="1412849"/>
                  </a:moveTo>
                  <a:lnTo>
                    <a:pt x="5203596" y="1412621"/>
                  </a:lnTo>
                  <a:lnTo>
                    <a:pt x="5202707" y="1411808"/>
                  </a:lnTo>
                  <a:lnTo>
                    <a:pt x="5201323" y="1410500"/>
                  </a:lnTo>
                  <a:lnTo>
                    <a:pt x="5200447" y="1409687"/>
                  </a:lnTo>
                  <a:lnTo>
                    <a:pt x="5148072" y="1439951"/>
                  </a:lnTo>
                  <a:lnTo>
                    <a:pt x="5148719" y="1440891"/>
                  </a:lnTo>
                  <a:lnTo>
                    <a:pt x="5149761" y="1442389"/>
                  </a:lnTo>
                  <a:lnTo>
                    <a:pt x="5150663" y="1443697"/>
                  </a:lnTo>
                  <a:lnTo>
                    <a:pt x="5204041" y="1412849"/>
                  </a:lnTo>
                  <a:close/>
                </a:path>
                <a:path w="7641590" h="4420235">
                  <a:moveTo>
                    <a:pt x="5401449" y="1293533"/>
                  </a:moveTo>
                  <a:lnTo>
                    <a:pt x="5372341" y="1310360"/>
                  </a:lnTo>
                  <a:lnTo>
                    <a:pt x="5372227" y="1310855"/>
                  </a:lnTo>
                  <a:lnTo>
                    <a:pt x="5371592" y="1312113"/>
                  </a:lnTo>
                  <a:lnTo>
                    <a:pt x="5370080" y="1315110"/>
                  </a:lnTo>
                  <a:lnTo>
                    <a:pt x="5368810" y="1317650"/>
                  </a:lnTo>
                  <a:lnTo>
                    <a:pt x="5397639" y="1300988"/>
                  </a:lnTo>
                  <a:lnTo>
                    <a:pt x="5397995" y="1300467"/>
                  </a:lnTo>
                  <a:lnTo>
                    <a:pt x="5399024" y="1298397"/>
                  </a:lnTo>
                  <a:lnTo>
                    <a:pt x="5400522" y="1295400"/>
                  </a:lnTo>
                  <a:lnTo>
                    <a:pt x="5401449" y="1293533"/>
                  </a:lnTo>
                  <a:close/>
                </a:path>
                <a:path w="7641590" h="4420235">
                  <a:moveTo>
                    <a:pt x="5684939" y="1129715"/>
                  </a:moveTo>
                  <a:lnTo>
                    <a:pt x="5655830" y="1146530"/>
                  </a:lnTo>
                  <a:lnTo>
                    <a:pt x="5655691" y="1147140"/>
                  </a:lnTo>
                  <a:lnTo>
                    <a:pt x="5655119" y="1148295"/>
                  </a:lnTo>
                  <a:lnTo>
                    <a:pt x="5653608" y="1151331"/>
                  </a:lnTo>
                  <a:lnTo>
                    <a:pt x="5652376" y="1153807"/>
                  </a:lnTo>
                  <a:lnTo>
                    <a:pt x="5680913" y="1137323"/>
                  </a:lnTo>
                  <a:lnTo>
                    <a:pt x="5681484" y="1136523"/>
                  </a:lnTo>
                  <a:lnTo>
                    <a:pt x="5682412" y="1134694"/>
                  </a:lnTo>
                  <a:lnTo>
                    <a:pt x="5683974" y="1131620"/>
                  </a:lnTo>
                  <a:lnTo>
                    <a:pt x="5684939" y="1129715"/>
                  </a:lnTo>
                  <a:close/>
                </a:path>
                <a:path w="7641590" h="4420235">
                  <a:moveTo>
                    <a:pt x="5934138" y="985697"/>
                  </a:moveTo>
                  <a:lnTo>
                    <a:pt x="5903798" y="1003236"/>
                  </a:lnTo>
                  <a:lnTo>
                    <a:pt x="5903315" y="1004570"/>
                  </a:lnTo>
                  <a:lnTo>
                    <a:pt x="5902896" y="1005128"/>
                  </a:lnTo>
                  <a:lnTo>
                    <a:pt x="5899899" y="1009053"/>
                  </a:lnTo>
                  <a:lnTo>
                    <a:pt x="5897511" y="1012164"/>
                  </a:lnTo>
                  <a:lnTo>
                    <a:pt x="5930328" y="993203"/>
                  </a:lnTo>
                  <a:lnTo>
                    <a:pt x="5931395" y="991527"/>
                  </a:lnTo>
                  <a:lnTo>
                    <a:pt x="5931827" y="990612"/>
                  </a:lnTo>
                  <a:lnTo>
                    <a:pt x="5933249" y="987590"/>
                  </a:lnTo>
                  <a:lnTo>
                    <a:pt x="5934138" y="985697"/>
                  </a:lnTo>
                  <a:close/>
                </a:path>
                <a:path w="7641590" h="4420235">
                  <a:moveTo>
                    <a:pt x="6084887" y="903909"/>
                  </a:moveTo>
                  <a:lnTo>
                    <a:pt x="6084328" y="902512"/>
                  </a:lnTo>
                  <a:lnTo>
                    <a:pt x="6083605" y="900709"/>
                  </a:lnTo>
                  <a:lnTo>
                    <a:pt x="6083160" y="899591"/>
                  </a:lnTo>
                  <a:lnTo>
                    <a:pt x="6071984" y="906043"/>
                  </a:lnTo>
                  <a:lnTo>
                    <a:pt x="6070905" y="908050"/>
                  </a:lnTo>
                  <a:lnTo>
                    <a:pt x="6069673" y="910323"/>
                  </a:lnTo>
                  <a:lnTo>
                    <a:pt x="6068784" y="911491"/>
                  </a:lnTo>
                  <a:lnTo>
                    <a:pt x="6066421" y="914565"/>
                  </a:lnTo>
                  <a:lnTo>
                    <a:pt x="6084887" y="903909"/>
                  </a:lnTo>
                  <a:close/>
                </a:path>
                <a:path w="7641590" h="4420235">
                  <a:moveTo>
                    <a:pt x="6150762" y="865847"/>
                  </a:moveTo>
                  <a:lnTo>
                    <a:pt x="6149302" y="865632"/>
                  </a:lnTo>
                  <a:lnTo>
                    <a:pt x="6148641" y="865365"/>
                  </a:lnTo>
                  <a:lnTo>
                    <a:pt x="6146381" y="864450"/>
                  </a:lnTo>
                  <a:lnTo>
                    <a:pt x="6144958" y="863866"/>
                  </a:lnTo>
                  <a:lnTo>
                    <a:pt x="6126086" y="874776"/>
                  </a:lnTo>
                  <a:lnTo>
                    <a:pt x="6125692" y="876401"/>
                  </a:lnTo>
                  <a:lnTo>
                    <a:pt x="6125070" y="878979"/>
                  </a:lnTo>
                  <a:lnTo>
                    <a:pt x="6124587" y="880960"/>
                  </a:lnTo>
                  <a:lnTo>
                    <a:pt x="6150762" y="865847"/>
                  </a:lnTo>
                  <a:close/>
                </a:path>
                <a:path w="7641590" h="4420235">
                  <a:moveTo>
                    <a:pt x="6254978" y="800303"/>
                  </a:moveTo>
                  <a:lnTo>
                    <a:pt x="6228385" y="815657"/>
                  </a:lnTo>
                  <a:lnTo>
                    <a:pt x="6228143" y="817206"/>
                  </a:lnTo>
                  <a:lnTo>
                    <a:pt x="6227673" y="819708"/>
                  </a:lnTo>
                  <a:lnTo>
                    <a:pt x="6227216" y="821664"/>
                  </a:lnTo>
                  <a:lnTo>
                    <a:pt x="6254331" y="806005"/>
                  </a:lnTo>
                  <a:lnTo>
                    <a:pt x="6254534" y="804189"/>
                  </a:lnTo>
                  <a:lnTo>
                    <a:pt x="6254801" y="801801"/>
                  </a:lnTo>
                  <a:lnTo>
                    <a:pt x="6254978" y="800303"/>
                  </a:lnTo>
                  <a:close/>
                </a:path>
                <a:path w="7641590" h="4420235">
                  <a:moveTo>
                    <a:pt x="6460668" y="686777"/>
                  </a:moveTo>
                  <a:lnTo>
                    <a:pt x="6460147" y="685406"/>
                  </a:lnTo>
                  <a:lnTo>
                    <a:pt x="6459461" y="683552"/>
                  </a:lnTo>
                  <a:lnTo>
                    <a:pt x="6459029" y="682383"/>
                  </a:lnTo>
                  <a:lnTo>
                    <a:pt x="6398171" y="717550"/>
                  </a:lnTo>
                  <a:lnTo>
                    <a:pt x="6399327" y="718299"/>
                  </a:lnTo>
                  <a:lnTo>
                    <a:pt x="6401155" y="719480"/>
                  </a:lnTo>
                  <a:lnTo>
                    <a:pt x="6402527" y="720369"/>
                  </a:lnTo>
                  <a:lnTo>
                    <a:pt x="6460668" y="686777"/>
                  </a:lnTo>
                  <a:close/>
                </a:path>
                <a:path w="7641590" h="4420235">
                  <a:moveTo>
                    <a:pt x="6669633" y="560679"/>
                  </a:moveTo>
                  <a:lnTo>
                    <a:pt x="6641579" y="576884"/>
                  </a:lnTo>
                  <a:lnTo>
                    <a:pt x="6641503" y="577164"/>
                  </a:lnTo>
                  <a:lnTo>
                    <a:pt x="6640563" y="578904"/>
                  </a:lnTo>
                  <a:lnTo>
                    <a:pt x="6638760" y="582218"/>
                  </a:lnTo>
                  <a:lnTo>
                    <a:pt x="6637464" y="584631"/>
                  </a:lnTo>
                  <a:lnTo>
                    <a:pt x="6666065" y="568096"/>
                  </a:lnTo>
                  <a:lnTo>
                    <a:pt x="6666624" y="567194"/>
                  </a:lnTo>
                  <a:lnTo>
                    <a:pt x="6667297" y="565734"/>
                  </a:lnTo>
                  <a:lnTo>
                    <a:pt x="6668732" y="562635"/>
                  </a:lnTo>
                  <a:lnTo>
                    <a:pt x="6669633" y="560679"/>
                  </a:lnTo>
                  <a:close/>
                </a:path>
                <a:path w="7641590" h="4420235">
                  <a:moveTo>
                    <a:pt x="6880885" y="438594"/>
                  </a:moveTo>
                  <a:lnTo>
                    <a:pt x="6852717" y="454875"/>
                  </a:lnTo>
                  <a:lnTo>
                    <a:pt x="6851574" y="456984"/>
                  </a:lnTo>
                  <a:lnTo>
                    <a:pt x="6849758" y="460336"/>
                  </a:lnTo>
                  <a:lnTo>
                    <a:pt x="6848945" y="461848"/>
                  </a:lnTo>
                  <a:lnTo>
                    <a:pt x="6847865" y="463054"/>
                  </a:lnTo>
                  <a:lnTo>
                    <a:pt x="6877088" y="446176"/>
                  </a:lnTo>
                  <a:lnTo>
                    <a:pt x="6878231" y="443890"/>
                  </a:lnTo>
                  <a:lnTo>
                    <a:pt x="6879869" y="440639"/>
                  </a:lnTo>
                  <a:lnTo>
                    <a:pt x="6880885" y="438594"/>
                  </a:lnTo>
                  <a:close/>
                </a:path>
                <a:path w="7641590" h="4420235">
                  <a:moveTo>
                    <a:pt x="7072465" y="333286"/>
                  </a:moveTo>
                  <a:lnTo>
                    <a:pt x="7071284" y="332359"/>
                  </a:lnTo>
                  <a:lnTo>
                    <a:pt x="7069569" y="331025"/>
                  </a:lnTo>
                  <a:lnTo>
                    <a:pt x="7068490" y="330187"/>
                  </a:lnTo>
                  <a:lnTo>
                    <a:pt x="7019176" y="358686"/>
                  </a:lnTo>
                  <a:lnTo>
                    <a:pt x="7020331" y="359473"/>
                  </a:lnTo>
                  <a:lnTo>
                    <a:pt x="7022160" y="360743"/>
                  </a:lnTo>
                  <a:lnTo>
                    <a:pt x="7022605" y="361048"/>
                  </a:lnTo>
                  <a:lnTo>
                    <a:pt x="7023659" y="361480"/>
                  </a:lnTo>
                  <a:lnTo>
                    <a:pt x="7072465" y="333286"/>
                  </a:lnTo>
                  <a:close/>
                </a:path>
                <a:path w="7641590" h="4420235">
                  <a:moveTo>
                    <a:pt x="7223836" y="240423"/>
                  </a:moveTo>
                  <a:lnTo>
                    <a:pt x="7180631" y="265379"/>
                  </a:lnTo>
                  <a:lnTo>
                    <a:pt x="7180554" y="265861"/>
                  </a:lnTo>
                  <a:lnTo>
                    <a:pt x="7180034" y="267208"/>
                  </a:lnTo>
                  <a:lnTo>
                    <a:pt x="7178865" y="270217"/>
                  </a:lnTo>
                  <a:lnTo>
                    <a:pt x="7178065" y="272262"/>
                  </a:lnTo>
                  <a:lnTo>
                    <a:pt x="7221842" y="246976"/>
                  </a:lnTo>
                  <a:lnTo>
                    <a:pt x="7222426" y="245059"/>
                  </a:lnTo>
                  <a:lnTo>
                    <a:pt x="7223290" y="242214"/>
                  </a:lnTo>
                  <a:lnTo>
                    <a:pt x="7223836" y="240423"/>
                  </a:lnTo>
                  <a:close/>
                </a:path>
                <a:path w="7641590" h="4420235">
                  <a:moveTo>
                    <a:pt x="7332294" y="183159"/>
                  </a:moveTo>
                  <a:lnTo>
                    <a:pt x="7330402" y="182880"/>
                  </a:lnTo>
                  <a:lnTo>
                    <a:pt x="7330046" y="182880"/>
                  </a:lnTo>
                  <a:lnTo>
                    <a:pt x="7330199" y="182791"/>
                  </a:lnTo>
                  <a:lnTo>
                    <a:pt x="7327798" y="181825"/>
                  </a:lnTo>
                  <a:lnTo>
                    <a:pt x="7326287" y="181216"/>
                  </a:lnTo>
                  <a:lnTo>
                    <a:pt x="7307123" y="192290"/>
                  </a:lnTo>
                  <a:lnTo>
                    <a:pt x="7306704" y="194017"/>
                  </a:lnTo>
                  <a:lnTo>
                    <a:pt x="7306043" y="196748"/>
                  </a:lnTo>
                  <a:lnTo>
                    <a:pt x="7305599" y="198577"/>
                  </a:lnTo>
                  <a:lnTo>
                    <a:pt x="7332294" y="183159"/>
                  </a:lnTo>
                  <a:close/>
                </a:path>
                <a:path w="7641590" h="4420235">
                  <a:moveTo>
                    <a:pt x="7436053" y="117779"/>
                  </a:moveTo>
                  <a:lnTo>
                    <a:pt x="7409485" y="133134"/>
                  </a:lnTo>
                  <a:lnTo>
                    <a:pt x="7409205" y="134797"/>
                  </a:lnTo>
                  <a:lnTo>
                    <a:pt x="7408824" y="137033"/>
                  </a:lnTo>
                  <a:lnTo>
                    <a:pt x="7408710" y="137439"/>
                  </a:lnTo>
                  <a:lnTo>
                    <a:pt x="7408227" y="139280"/>
                  </a:lnTo>
                  <a:lnTo>
                    <a:pt x="7435393" y="123596"/>
                  </a:lnTo>
                  <a:lnTo>
                    <a:pt x="7435583" y="121920"/>
                  </a:lnTo>
                  <a:lnTo>
                    <a:pt x="7435863" y="119380"/>
                  </a:lnTo>
                  <a:lnTo>
                    <a:pt x="7436053" y="117779"/>
                  </a:lnTo>
                  <a:close/>
                </a:path>
                <a:path w="7641590" h="4420235">
                  <a:moveTo>
                    <a:pt x="7641564" y="4470"/>
                  </a:moveTo>
                  <a:lnTo>
                    <a:pt x="7641082" y="3200"/>
                  </a:lnTo>
                  <a:lnTo>
                    <a:pt x="7640333" y="1244"/>
                  </a:lnTo>
                  <a:lnTo>
                    <a:pt x="7639863" y="0"/>
                  </a:lnTo>
                  <a:lnTo>
                    <a:pt x="7578953" y="35204"/>
                  </a:lnTo>
                  <a:lnTo>
                    <a:pt x="7580198" y="35991"/>
                  </a:lnTo>
                  <a:lnTo>
                    <a:pt x="7582141" y="37249"/>
                  </a:lnTo>
                  <a:lnTo>
                    <a:pt x="7583411" y="38061"/>
                  </a:lnTo>
                  <a:lnTo>
                    <a:pt x="7641564" y="4470"/>
                  </a:lnTo>
                  <a:close/>
                </a:path>
              </a:pathLst>
            </a:custGeom>
            <a:solidFill>
              <a:srgbClr val="686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45163" y="1126376"/>
              <a:ext cx="7642859" cy="4417060"/>
            </a:xfrm>
            <a:custGeom>
              <a:avLst/>
              <a:gdLst/>
              <a:ahLst/>
              <a:cxnLst/>
              <a:rect l="l" t="t" r="r" b="b"/>
              <a:pathLst>
                <a:path w="7642859" h="4417060">
                  <a:moveTo>
                    <a:pt x="7072902" y="328818"/>
                  </a:moveTo>
                  <a:lnTo>
                    <a:pt x="7024095" y="357019"/>
                  </a:lnTo>
                  <a:lnTo>
                    <a:pt x="7025042" y="357414"/>
                  </a:lnTo>
                  <a:lnTo>
                    <a:pt x="7073593" y="329358"/>
                  </a:lnTo>
                  <a:lnTo>
                    <a:pt x="7072902" y="328818"/>
                  </a:lnTo>
                  <a:close/>
                </a:path>
                <a:path w="7642859" h="4417060">
                  <a:moveTo>
                    <a:pt x="7222273" y="242512"/>
                  </a:moveTo>
                  <a:lnTo>
                    <a:pt x="7178502" y="267803"/>
                  </a:lnTo>
                  <a:lnTo>
                    <a:pt x="7178038" y="269002"/>
                  </a:lnTo>
                  <a:lnTo>
                    <a:pt x="7221931" y="243636"/>
                  </a:lnTo>
                  <a:lnTo>
                    <a:pt x="7222273" y="242512"/>
                  </a:lnTo>
                  <a:close/>
                </a:path>
                <a:path w="7642859" h="4417060">
                  <a:moveTo>
                    <a:pt x="3590726" y="2340803"/>
                  </a:moveTo>
                  <a:lnTo>
                    <a:pt x="3542134" y="2368879"/>
                  </a:lnTo>
                  <a:lnTo>
                    <a:pt x="3543371" y="2369394"/>
                  </a:lnTo>
                  <a:lnTo>
                    <a:pt x="3591624" y="2341510"/>
                  </a:lnTo>
                  <a:lnTo>
                    <a:pt x="3590726" y="2340803"/>
                  </a:lnTo>
                  <a:close/>
                </a:path>
                <a:path w="7642859" h="4417060">
                  <a:moveTo>
                    <a:pt x="3739799" y="2254669"/>
                  </a:moveTo>
                  <a:lnTo>
                    <a:pt x="3697398" y="2279168"/>
                  </a:lnTo>
                  <a:lnTo>
                    <a:pt x="3696774" y="2280746"/>
                  </a:lnTo>
                  <a:lnTo>
                    <a:pt x="3739353" y="2256141"/>
                  </a:lnTo>
                  <a:lnTo>
                    <a:pt x="3739799" y="2254669"/>
                  </a:lnTo>
                  <a:close/>
                </a:path>
                <a:path w="7642859" h="4417060">
                  <a:moveTo>
                    <a:pt x="2061627" y="3224309"/>
                  </a:moveTo>
                  <a:lnTo>
                    <a:pt x="2012294" y="3252813"/>
                  </a:lnTo>
                  <a:lnTo>
                    <a:pt x="2013652" y="3253385"/>
                  </a:lnTo>
                  <a:lnTo>
                    <a:pt x="2062618" y="3225088"/>
                  </a:lnTo>
                  <a:lnTo>
                    <a:pt x="2061627" y="3224309"/>
                  </a:lnTo>
                  <a:close/>
                </a:path>
                <a:path w="7642859" h="4417060">
                  <a:moveTo>
                    <a:pt x="2211362" y="3137792"/>
                  </a:moveTo>
                  <a:lnTo>
                    <a:pt x="2167345" y="3163225"/>
                  </a:lnTo>
                  <a:lnTo>
                    <a:pt x="2166701" y="3164941"/>
                  </a:lnTo>
                  <a:lnTo>
                    <a:pt x="2210858" y="3139424"/>
                  </a:lnTo>
                  <a:lnTo>
                    <a:pt x="2211362" y="3137792"/>
                  </a:lnTo>
                  <a:close/>
                </a:path>
                <a:path w="7642859" h="4417060">
                  <a:moveTo>
                    <a:pt x="6877521" y="441708"/>
                  </a:moveTo>
                  <a:lnTo>
                    <a:pt x="6848301" y="458592"/>
                  </a:lnTo>
                  <a:lnTo>
                    <a:pt x="6846579" y="460544"/>
                  </a:lnTo>
                  <a:lnTo>
                    <a:pt x="6876846" y="443054"/>
                  </a:lnTo>
                  <a:lnTo>
                    <a:pt x="6877521" y="441708"/>
                  </a:lnTo>
                  <a:close/>
                </a:path>
                <a:path w="7642859" h="4417060">
                  <a:moveTo>
                    <a:pt x="5930760" y="988742"/>
                  </a:moveTo>
                  <a:lnTo>
                    <a:pt x="5897950" y="1007700"/>
                  </a:lnTo>
                  <a:lnTo>
                    <a:pt x="5897635" y="1008112"/>
                  </a:lnTo>
                  <a:lnTo>
                    <a:pt x="5894816" y="1010547"/>
                  </a:lnTo>
                  <a:lnTo>
                    <a:pt x="5929720" y="990376"/>
                  </a:lnTo>
                  <a:lnTo>
                    <a:pt x="5930760" y="988742"/>
                  </a:lnTo>
                  <a:close/>
                </a:path>
                <a:path w="7642859" h="4417060">
                  <a:moveTo>
                    <a:pt x="6085319" y="899439"/>
                  </a:moveTo>
                  <a:lnTo>
                    <a:pt x="6066858" y="910106"/>
                  </a:lnTo>
                  <a:lnTo>
                    <a:pt x="6065454" y="911939"/>
                  </a:lnTo>
                  <a:lnTo>
                    <a:pt x="6085650" y="900268"/>
                  </a:lnTo>
                  <a:lnTo>
                    <a:pt x="6085319" y="899439"/>
                  </a:lnTo>
                  <a:close/>
                </a:path>
                <a:path w="7642859" h="4417060">
                  <a:moveTo>
                    <a:pt x="4555406" y="1783415"/>
                  </a:moveTo>
                  <a:lnTo>
                    <a:pt x="4521137" y="1803216"/>
                  </a:lnTo>
                  <a:lnTo>
                    <a:pt x="4517544" y="1806441"/>
                  </a:lnTo>
                  <a:lnTo>
                    <a:pt x="4554311" y="1785194"/>
                  </a:lnTo>
                  <a:lnTo>
                    <a:pt x="4555406" y="1783415"/>
                  </a:lnTo>
                  <a:close/>
                </a:path>
                <a:path w="7642859" h="4417060">
                  <a:moveTo>
                    <a:pt x="4710755" y="1693655"/>
                  </a:moveTo>
                  <a:lnTo>
                    <a:pt x="4691147" y="1704985"/>
                  </a:lnTo>
                  <a:lnTo>
                    <a:pt x="4689655" y="1706982"/>
                  </a:lnTo>
                  <a:lnTo>
                    <a:pt x="4711124" y="1694576"/>
                  </a:lnTo>
                  <a:lnTo>
                    <a:pt x="4710755" y="1693655"/>
                  </a:lnTo>
                  <a:close/>
                </a:path>
                <a:path w="7642859" h="4417060">
                  <a:moveTo>
                    <a:pt x="4398908" y="1873839"/>
                  </a:moveTo>
                  <a:lnTo>
                    <a:pt x="4341484" y="1907019"/>
                  </a:lnTo>
                  <a:lnTo>
                    <a:pt x="4342538" y="1907574"/>
                  </a:lnTo>
                  <a:lnTo>
                    <a:pt x="4400285" y="1874203"/>
                  </a:lnTo>
                  <a:lnTo>
                    <a:pt x="4398908" y="1873839"/>
                  </a:lnTo>
                  <a:close/>
                </a:path>
                <a:path w="7642859" h="4417060">
                  <a:moveTo>
                    <a:pt x="4455232" y="1841296"/>
                  </a:moveTo>
                  <a:lnTo>
                    <a:pt x="4429287" y="1856286"/>
                  </a:lnTo>
                  <a:lnTo>
                    <a:pt x="4429071" y="1856789"/>
                  </a:lnTo>
                  <a:lnTo>
                    <a:pt x="4428452" y="1857925"/>
                  </a:lnTo>
                  <a:lnTo>
                    <a:pt x="4454852" y="1842670"/>
                  </a:lnTo>
                  <a:lnTo>
                    <a:pt x="4455232" y="1841296"/>
                  </a:lnTo>
                  <a:close/>
                </a:path>
                <a:path w="7642859" h="4417060">
                  <a:moveTo>
                    <a:pt x="4203892" y="1986518"/>
                  </a:moveTo>
                  <a:lnTo>
                    <a:pt x="4179247" y="2000758"/>
                  </a:lnTo>
                  <a:lnTo>
                    <a:pt x="4178329" y="2002466"/>
                  </a:lnTo>
                  <a:lnTo>
                    <a:pt x="4203054" y="1988178"/>
                  </a:lnTo>
                  <a:lnTo>
                    <a:pt x="4203892" y="1986518"/>
                  </a:lnTo>
                  <a:close/>
                </a:path>
                <a:path w="7642859" h="4417060">
                  <a:moveTo>
                    <a:pt x="2973545" y="2697407"/>
                  </a:moveTo>
                  <a:lnTo>
                    <a:pt x="2916464" y="2730388"/>
                  </a:lnTo>
                  <a:lnTo>
                    <a:pt x="2917599" y="2731014"/>
                  </a:lnTo>
                  <a:lnTo>
                    <a:pt x="2975064" y="2697806"/>
                  </a:lnTo>
                  <a:lnTo>
                    <a:pt x="2973545" y="2697407"/>
                  </a:lnTo>
                  <a:close/>
                </a:path>
                <a:path w="7642859" h="4417060">
                  <a:moveTo>
                    <a:pt x="3030192" y="2664676"/>
                  </a:moveTo>
                  <a:lnTo>
                    <a:pt x="3004468" y="2679540"/>
                  </a:lnTo>
                  <a:lnTo>
                    <a:pt x="3004131" y="2680321"/>
                  </a:lnTo>
                  <a:lnTo>
                    <a:pt x="3003561" y="2681338"/>
                  </a:lnTo>
                  <a:lnTo>
                    <a:pt x="3029788" y="2666183"/>
                  </a:lnTo>
                  <a:lnTo>
                    <a:pt x="3030192" y="2664676"/>
                  </a:lnTo>
                  <a:close/>
                </a:path>
                <a:path w="7642859" h="4417060">
                  <a:moveTo>
                    <a:pt x="2779787" y="2809359"/>
                  </a:moveTo>
                  <a:lnTo>
                    <a:pt x="2754392" y="2824033"/>
                  </a:lnTo>
                  <a:lnTo>
                    <a:pt x="2753325" y="2825944"/>
                  </a:lnTo>
                  <a:lnTo>
                    <a:pt x="2778877" y="2811178"/>
                  </a:lnTo>
                  <a:lnTo>
                    <a:pt x="2779787" y="2809359"/>
                  </a:lnTo>
                  <a:close/>
                </a:path>
                <a:path w="7642859" h="4417060">
                  <a:moveTo>
                    <a:pt x="1776511" y="3389048"/>
                  </a:moveTo>
                  <a:lnTo>
                    <a:pt x="1746745" y="3406246"/>
                  </a:lnTo>
                  <a:lnTo>
                    <a:pt x="1743970" y="3409228"/>
                  </a:lnTo>
                  <a:lnTo>
                    <a:pt x="1775585" y="3390958"/>
                  </a:lnTo>
                  <a:lnTo>
                    <a:pt x="1776511" y="3389048"/>
                  </a:lnTo>
                  <a:close/>
                </a:path>
                <a:path w="7642859" h="4417060">
                  <a:moveTo>
                    <a:pt x="1431957" y="3588129"/>
                  </a:moveTo>
                  <a:lnTo>
                    <a:pt x="1405669" y="3603318"/>
                  </a:lnTo>
                  <a:lnTo>
                    <a:pt x="1405455" y="3603674"/>
                  </a:lnTo>
                  <a:lnTo>
                    <a:pt x="1402554" y="3606525"/>
                  </a:lnTo>
                  <a:lnTo>
                    <a:pt x="1430932" y="3590125"/>
                  </a:lnTo>
                  <a:lnTo>
                    <a:pt x="1431957" y="3588129"/>
                  </a:lnTo>
                  <a:close/>
                </a:path>
                <a:path w="7642859" h="4417060">
                  <a:moveTo>
                    <a:pt x="1042927" y="3812909"/>
                  </a:moveTo>
                  <a:lnTo>
                    <a:pt x="985708" y="3845969"/>
                  </a:lnTo>
                  <a:lnTo>
                    <a:pt x="986989" y="3846670"/>
                  </a:lnTo>
                  <a:lnTo>
                    <a:pt x="1044619" y="3813367"/>
                  </a:lnTo>
                  <a:lnTo>
                    <a:pt x="1042927" y="3812909"/>
                  </a:lnTo>
                  <a:close/>
                </a:path>
                <a:path w="7642859" h="4417060">
                  <a:moveTo>
                    <a:pt x="1101011" y="3779348"/>
                  </a:moveTo>
                  <a:lnTo>
                    <a:pt x="1074269" y="3794799"/>
                  </a:lnTo>
                  <a:lnTo>
                    <a:pt x="1073794" y="3795889"/>
                  </a:lnTo>
                  <a:lnTo>
                    <a:pt x="1073242" y="3796827"/>
                  </a:lnTo>
                  <a:lnTo>
                    <a:pt x="1100499" y="3781075"/>
                  </a:lnTo>
                  <a:lnTo>
                    <a:pt x="1101011" y="3779348"/>
                  </a:lnTo>
                  <a:close/>
                </a:path>
                <a:path w="7642859" h="4417060">
                  <a:moveTo>
                    <a:pt x="850379" y="3924162"/>
                  </a:moveTo>
                  <a:lnTo>
                    <a:pt x="823336" y="3939787"/>
                  </a:lnTo>
                  <a:lnTo>
                    <a:pt x="822113" y="3941949"/>
                  </a:lnTo>
                  <a:lnTo>
                    <a:pt x="849439" y="3926157"/>
                  </a:lnTo>
                  <a:lnTo>
                    <a:pt x="850379" y="3924162"/>
                  </a:lnTo>
                  <a:close/>
                </a:path>
                <a:path w="7642859" h="4417060">
                  <a:moveTo>
                    <a:pt x="559509" y="4092225"/>
                  </a:moveTo>
                  <a:lnTo>
                    <a:pt x="526418" y="4111345"/>
                  </a:lnTo>
                  <a:lnTo>
                    <a:pt x="525535" y="4112500"/>
                  </a:lnTo>
                  <a:lnTo>
                    <a:pt x="522616" y="4115021"/>
                  </a:lnTo>
                  <a:lnTo>
                    <a:pt x="558099" y="4094516"/>
                  </a:lnTo>
                  <a:lnTo>
                    <a:pt x="559509" y="4092225"/>
                  </a:lnTo>
                  <a:close/>
                </a:path>
                <a:path w="7642859" h="4417060">
                  <a:moveTo>
                    <a:pt x="713683" y="4003144"/>
                  </a:moveTo>
                  <a:lnTo>
                    <a:pt x="695893" y="4013423"/>
                  </a:lnTo>
                  <a:lnTo>
                    <a:pt x="693869" y="4016058"/>
                  </a:lnTo>
                  <a:lnTo>
                    <a:pt x="714092" y="4004371"/>
                  </a:lnTo>
                  <a:lnTo>
                    <a:pt x="713683" y="4003144"/>
                  </a:lnTo>
                  <a:close/>
                </a:path>
                <a:path w="7642859" h="4417060">
                  <a:moveTo>
                    <a:pt x="2598879" y="2913887"/>
                  </a:moveTo>
                  <a:lnTo>
                    <a:pt x="2548053" y="2943254"/>
                  </a:lnTo>
                  <a:lnTo>
                    <a:pt x="2548434" y="2944346"/>
                  </a:lnTo>
                  <a:lnTo>
                    <a:pt x="2599630" y="2914761"/>
                  </a:lnTo>
                  <a:lnTo>
                    <a:pt x="2598879" y="2913887"/>
                  </a:lnTo>
                  <a:close/>
                </a:path>
                <a:path w="7642859" h="4417060">
                  <a:moveTo>
                    <a:pt x="2541127" y="2947256"/>
                  </a:moveTo>
                  <a:lnTo>
                    <a:pt x="2517012" y="2961189"/>
                  </a:lnTo>
                  <a:lnTo>
                    <a:pt x="2516391" y="2962863"/>
                  </a:lnTo>
                  <a:lnTo>
                    <a:pt x="2540973" y="2948658"/>
                  </a:lnTo>
                  <a:lnTo>
                    <a:pt x="2541127" y="2947256"/>
                  </a:lnTo>
                  <a:close/>
                </a:path>
                <a:path w="7642859" h="4417060">
                  <a:moveTo>
                    <a:pt x="2446525" y="3001917"/>
                  </a:moveTo>
                  <a:lnTo>
                    <a:pt x="2395675" y="3031298"/>
                  </a:lnTo>
                  <a:lnTo>
                    <a:pt x="2396684" y="3032039"/>
                  </a:lnTo>
                  <a:lnTo>
                    <a:pt x="2447806" y="3002497"/>
                  </a:lnTo>
                  <a:lnTo>
                    <a:pt x="2447109" y="3002266"/>
                  </a:lnTo>
                  <a:lnTo>
                    <a:pt x="2446525" y="3001917"/>
                  </a:lnTo>
                  <a:close/>
                </a:path>
                <a:path w="7642859" h="4417060">
                  <a:moveTo>
                    <a:pt x="373772" y="4199543"/>
                  </a:moveTo>
                  <a:lnTo>
                    <a:pt x="325893" y="4227208"/>
                  </a:lnTo>
                  <a:lnTo>
                    <a:pt x="326315" y="4228459"/>
                  </a:lnTo>
                  <a:lnTo>
                    <a:pt x="374644" y="4200531"/>
                  </a:lnTo>
                  <a:lnTo>
                    <a:pt x="373772" y="4199543"/>
                  </a:lnTo>
                  <a:close/>
                </a:path>
                <a:path w="7642859" h="4417060">
                  <a:moveTo>
                    <a:pt x="248104" y="4272153"/>
                  </a:moveTo>
                  <a:lnTo>
                    <a:pt x="215982" y="4290713"/>
                  </a:lnTo>
                  <a:lnTo>
                    <a:pt x="216682" y="4291813"/>
                  </a:lnTo>
                  <a:lnTo>
                    <a:pt x="248088" y="4273665"/>
                  </a:lnTo>
                  <a:lnTo>
                    <a:pt x="248104" y="4272153"/>
                  </a:lnTo>
                  <a:close/>
                </a:path>
                <a:path w="7642859" h="4417060">
                  <a:moveTo>
                    <a:pt x="129634" y="4340605"/>
                  </a:moveTo>
                  <a:lnTo>
                    <a:pt x="103077" y="4355949"/>
                  </a:lnTo>
                  <a:lnTo>
                    <a:pt x="102481" y="4357807"/>
                  </a:lnTo>
                  <a:lnTo>
                    <a:pt x="129296" y="4342312"/>
                  </a:lnTo>
                  <a:lnTo>
                    <a:pt x="129634" y="4340605"/>
                  </a:lnTo>
                  <a:close/>
                </a:path>
                <a:path w="7642859" h="4417060">
                  <a:moveTo>
                    <a:pt x="25349" y="4400860"/>
                  </a:moveTo>
                  <a:lnTo>
                    <a:pt x="429" y="4415259"/>
                  </a:lnTo>
                  <a:lnTo>
                    <a:pt x="0" y="4417029"/>
                  </a:lnTo>
                  <a:lnTo>
                    <a:pt x="27430" y="4401178"/>
                  </a:lnTo>
                  <a:lnTo>
                    <a:pt x="25349" y="4400860"/>
                  </a:lnTo>
                  <a:close/>
                </a:path>
                <a:path w="7642859" h="4417060">
                  <a:moveTo>
                    <a:pt x="7641994" y="0"/>
                  </a:moveTo>
                  <a:lnTo>
                    <a:pt x="7583845" y="33598"/>
                  </a:lnTo>
                  <a:lnTo>
                    <a:pt x="7584580" y="34070"/>
                  </a:lnTo>
                  <a:lnTo>
                    <a:pt x="7642273" y="730"/>
                  </a:lnTo>
                  <a:lnTo>
                    <a:pt x="7641994" y="0"/>
                  </a:lnTo>
                  <a:close/>
                </a:path>
                <a:path w="7642859" h="4417060">
                  <a:moveTo>
                    <a:pt x="7435823" y="119125"/>
                  </a:moveTo>
                  <a:lnTo>
                    <a:pt x="7408656" y="134821"/>
                  </a:lnTo>
                  <a:lnTo>
                    <a:pt x="7408371" y="135897"/>
                  </a:lnTo>
                  <a:lnTo>
                    <a:pt x="7435712" y="120097"/>
                  </a:lnTo>
                  <a:lnTo>
                    <a:pt x="7435823" y="119125"/>
                  </a:lnTo>
                  <a:close/>
                </a:path>
                <a:path w="7642859" h="4417060">
                  <a:moveTo>
                    <a:pt x="7332725" y="178694"/>
                  </a:moveTo>
                  <a:lnTo>
                    <a:pt x="7306034" y="194116"/>
                  </a:lnTo>
                  <a:lnTo>
                    <a:pt x="7305774" y="195185"/>
                  </a:lnTo>
                  <a:lnTo>
                    <a:pt x="7333988" y="178881"/>
                  </a:lnTo>
                  <a:lnTo>
                    <a:pt x="7332725" y="178694"/>
                  </a:lnTo>
                  <a:close/>
                </a:path>
                <a:path w="7642859" h="4417060">
                  <a:moveTo>
                    <a:pt x="6461097" y="682316"/>
                  </a:moveTo>
                  <a:lnTo>
                    <a:pt x="6402967" y="715903"/>
                  </a:lnTo>
                  <a:lnTo>
                    <a:pt x="6403779" y="716428"/>
                  </a:lnTo>
                  <a:lnTo>
                    <a:pt x="6461400" y="683131"/>
                  </a:lnTo>
                  <a:lnTo>
                    <a:pt x="6461097" y="682316"/>
                  </a:lnTo>
                  <a:close/>
                </a:path>
                <a:path w="7642859" h="4417060">
                  <a:moveTo>
                    <a:pt x="6254761" y="801536"/>
                  </a:moveTo>
                  <a:lnTo>
                    <a:pt x="6227656" y="817197"/>
                  </a:lnTo>
                  <a:lnTo>
                    <a:pt x="6227340" y="818389"/>
                  </a:lnTo>
                  <a:lnTo>
                    <a:pt x="6254639" y="802613"/>
                  </a:lnTo>
                  <a:lnTo>
                    <a:pt x="6254761" y="801536"/>
                  </a:lnTo>
                  <a:close/>
                </a:path>
                <a:path w="7642859" h="4417060">
                  <a:moveTo>
                    <a:pt x="6151192" y="861378"/>
                  </a:moveTo>
                  <a:lnTo>
                    <a:pt x="6125023" y="876498"/>
                  </a:lnTo>
                  <a:lnTo>
                    <a:pt x="6124737" y="877681"/>
                  </a:lnTo>
                  <a:lnTo>
                    <a:pt x="6152590" y="861585"/>
                  </a:lnTo>
                  <a:lnTo>
                    <a:pt x="6151192" y="861378"/>
                  </a:lnTo>
                  <a:close/>
                </a:path>
                <a:path w="7642859" h="4417060">
                  <a:moveTo>
                    <a:pt x="5204475" y="1408386"/>
                  </a:moveTo>
                  <a:lnTo>
                    <a:pt x="5151091" y="1439231"/>
                  </a:lnTo>
                  <a:lnTo>
                    <a:pt x="5151632" y="1440016"/>
                  </a:lnTo>
                  <a:lnTo>
                    <a:pt x="5205491" y="1408892"/>
                  </a:lnTo>
                  <a:lnTo>
                    <a:pt x="5204475" y="1408386"/>
                  </a:lnTo>
                  <a:close/>
                </a:path>
                <a:path w="7642859" h="4417060">
                  <a:moveTo>
                    <a:pt x="5017810" y="1516241"/>
                  </a:moveTo>
                  <a:lnTo>
                    <a:pt x="4982309" y="1536753"/>
                  </a:lnTo>
                  <a:lnTo>
                    <a:pt x="4981750" y="1538187"/>
                  </a:lnTo>
                  <a:lnTo>
                    <a:pt x="5017566" y="1517490"/>
                  </a:lnTo>
                  <a:lnTo>
                    <a:pt x="5017810" y="1516241"/>
                  </a:lnTo>
                  <a:close/>
                </a:path>
                <a:path w="7642859" h="4417060">
                  <a:moveTo>
                    <a:pt x="4902300" y="1582982"/>
                  </a:moveTo>
                  <a:lnTo>
                    <a:pt x="4881982" y="1594721"/>
                  </a:lnTo>
                  <a:lnTo>
                    <a:pt x="4881592" y="1596066"/>
                  </a:lnTo>
                  <a:lnTo>
                    <a:pt x="4903479" y="1583418"/>
                  </a:lnTo>
                  <a:lnTo>
                    <a:pt x="4902300" y="1582982"/>
                  </a:lnTo>
                  <a:close/>
                </a:path>
                <a:path w="7642859" h="4417060">
                  <a:moveTo>
                    <a:pt x="1189548" y="3728192"/>
                  </a:moveTo>
                  <a:lnTo>
                    <a:pt x="1127984" y="3763763"/>
                  </a:lnTo>
                  <a:lnTo>
                    <a:pt x="1129115" y="3764539"/>
                  </a:lnTo>
                  <a:lnTo>
                    <a:pt x="1191315" y="3728595"/>
                  </a:lnTo>
                  <a:lnTo>
                    <a:pt x="1189548" y="3728192"/>
                  </a:lnTo>
                  <a:close/>
                </a:path>
                <a:path w="7642859" h="4417060">
                  <a:moveTo>
                    <a:pt x="1331988" y="3645891"/>
                  </a:moveTo>
                  <a:lnTo>
                    <a:pt x="1320582" y="3652481"/>
                  </a:lnTo>
                  <a:lnTo>
                    <a:pt x="1318434" y="3655136"/>
                  </a:lnTo>
                  <a:lnTo>
                    <a:pt x="1332436" y="3647044"/>
                  </a:lnTo>
                  <a:lnTo>
                    <a:pt x="1331988" y="3645891"/>
                  </a:lnTo>
                  <a:close/>
                </a:path>
                <a:path w="7642859" h="4417060">
                  <a:moveTo>
                    <a:pt x="6666504" y="563633"/>
                  </a:moveTo>
                  <a:lnTo>
                    <a:pt x="6637893" y="580165"/>
                  </a:lnTo>
                  <a:lnTo>
                    <a:pt x="6637537" y="580820"/>
                  </a:lnTo>
                  <a:lnTo>
                    <a:pt x="6636593" y="581890"/>
                  </a:lnTo>
                  <a:lnTo>
                    <a:pt x="6665576" y="565142"/>
                  </a:lnTo>
                  <a:lnTo>
                    <a:pt x="6666504" y="563633"/>
                  </a:lnTo>
                  <a:close/>
                </a:path>
                <a:path w="7642859" h="4417060">
                  <a:moveTo>
                    <a:pt x="5681346" y="1132853"/>
                  </a:moveTo>
                  <a:lnTo>
                    <a:pt x="5652825" y="1149332"/>
                  </a:lnTo>
                  <a:lnTo>
                    <a:pt x="5652090" y="1150813"/>
                  </a:lnTo>
                  <a:lnTo>
                    <a:pt x="5680056" y="1134652"/>
                  </a:lnTo>
                  <a:lnTo>
                    <a:pt x="5681346" y="1132853"/>
                  </a:lnTo>
                  <a:close/>
                </a:path>
                <a:path w="7642859" h="4417060">
                  <a:moveTo>
                    <a:pt x="5398073" y="1296526"/>
                  </a:moveTo>
                  <a:lnTo>
                    <a:pt x="5369247" y="1313182"/>
                  </a:lnTo>
                  <a:lnTo>
                    <a:pt x="5368617" y="1314436"/>
                  </a:lnTo>
                  <a:lnTo>
                    <a:pt x="5368246" y="1314840"/>
                  </a:lnTo>
                  <a:lnTo>
                    <a:pt x="5396855" y="1298307"/>
                  </a:lnTo>
                  <a:lnTo>
                    <a:pt x="5398073" y="1296526"/>
                  </a:lnTo>
                  <a:close/>
                </a:path>
                <a:path w="7642859" h="4417060">
                  <a:moveTo>
                    <a:pt x="3958754" y="2128158"/>
                  </a:moveTo>
                  <a:lnTo>
                    <a:pt x="3929279" y="2145189"/>
                  </a:lnTo>
                  <a:lnTo>
                    <a:pt x="3928627" y="2146540"/>
                  </a:lnTo>
                  <a:lnTo>
                    <a:pt x="3928252" y="2146980"/>
                  </a:lnTo>
                  <a:lnTo>
                    <a:pt x="3957610" y="2130015"/>
                  </a:lnTo>
                  <a:lnTo>
                    <a:pt x="3958754" y="2128158"/>
                  </a:lnTo>
                  <a:close/>
                </a:path>
                <a:path w="7642859" h="4417060">
                  <a:moveTo>
                    <a:pt x="3371277" y="2467599"/>
                  </a:moveTo>
                  <a:lnTo>
                    <a:pt x="3322631" y="2495707"/>
                  </a:lnTo>
                  <a:lnTo>
                    <a:pt x="3323136" y="2496663"/>
                  </a:lnTo>
                  <a:lnTo>
                    <a:pt x="3371224" y="2468874"/>
                  </a:lnTo>
                  <a:lnTo>
                    <a:pt x="3371277" y="2467599"/>
                  </a:lnTo>
                  <a:close/>
                </a:path>
              </a:pathLst>
            </a:custGeom>
            <a:solidFill>
              <a:srgbClr val="6B6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44485" y="1127107"/>
              <a:ext cx="7643495" cy="4419600"/>
            </a:xfrm>
            <a:custGeom>
              <a:avLst/>
              <a:gdLst/>
              <a:ahLst/>
              <a:cxnLst/>
              <a:rect l="l" t="t" r="r" b="b"/>
              <a:pathLst>
                <a:path w="7643495" h="4419600">
                  <a:moveTo>
                    <a:pt x="7074271" y="328627"/>
                  </a:moveTo>
                  <a:lnTo>
                    <a:pt x="7025720" y="356683"/>
                  </a:lnTo>
                  <a:lnTo>
                    <a:pt x="7027337" y="357358"/>
                  </a:lnTo>
                  <a:lnTo>
                    <a:pt x="7075451" y="329548"/>
                  </a:lnTo>
                  <a:lnTo>
                    <a:pt x="7074271" y="328627"/>
                  </a:lnTo>
                  <a:close/>
                </a:path>
                <a:path w="7643495" h="4419600">
                  <a:moveTo>
                    <a:pt x="7222609" y="242905"/>
                  </a:moveTo>
                  <a:lnTo>
                    <a:pt x="7178715" y="268271"/>
                  </a:lnTo>
                  <a:lnTo>
                    <a:pt x="7177919" y="270322"/>
                  </a:lnTo>
                  <a:lnTo>
                    <a:pt x="7222024" y="244830"/>
                  </a:lnTo>
                  <a:lnTo>
                    <a:pt x="7222609" y="242905"/>
                  </a:lnTo>
                  <a:close/>
                </a:path>
                <a:path w="7643495" h="4419600">
                  <a:moveTo>
                    <a:pt x="3592302" y="2340779"/>
                  </a:moveTo>
                  <a:lnTo>
                    <a:pt x="3544049" y="2368663"/>
                  </a:lnTo>
                  <a:lnTo>
                    <a:pt x="3546063" y="2369501"/>
                  </a:lnTo>
                  <a:lnTo>
                    <a:pt x="3593716" y="2341958"/>
                  </a:lnTo>
                  <a:lnTo>
                    <a:pt x="3592302" y="2340779"/>
                  </a:lnTo>
                  <a:close/>
                </a:path>
                <a:path w="7643495" h="4419600">
                  <a:moveTo>
                    <a:pt x="3740030" y="2255410"/>
                  </a:moveTo>
                  <a:lnTo>
                    <a:pt x="3697451" y="2280015"/>
                  </a:lnTo>
                  <a:lnTo>
                    <a:pt x="3696433" y="2282589"/>
                  </a:lnTo>
                  <a:lnTo>
                    <a:pt x="3739302" y="2257811"/>
                  </a:lnTo>
                  <a:lnTo>
                    <a:pt x="3740030" y="2255410"/>
                  </a:lnTo>
                  <a:close/>
                </a:path>
                <a:path w="7643495" h="4419600">
                  <a:moveTo>
                    <a:pt x="2063296" y="3224357"/>
                  </a:moveTo>
                  <a:lnTo>
                    <a:pt x="2014329" y="3252654"/>
                  </a:lnTo>
                  <a:lnTo>
                    <a:pt x="2016508" y="3253570"/>
                  </a:lnTo>
                  <a:lnTo>
                    <a:pt x="2064886" y="3225608"/>
                  </a:lnTo>
                  <a:lnTo>
                    <a:pt x="2063296" y="3224357"/>
                  </a:lnTo>
                  <a:close/>
                </a:path>
                <a:path w="7643495" h="4419600">
                  <a:moveTo>
                    <a:pt x="2211535" y="3138693"/>
                  </a:moveTo>
                  <a:lnTo>
                    <a:pt x="2167379" y="3164210"/>
                  </a:lnTo>
                  <a:lnTo>
                    <a:pt x="2166345" y="3166965"/>
                  </a:lnTo>
                  <a:lnTo>
                    <a:pt x="2210724" y="3141314"/>
                  </a:lnTo>
                  <a:lnTo>
                    <a:pt x="2211535" y="3138693"/>
                  </a:lnTo>
                  <a:close/>
                </a:path>
                <a:path w="7643495" h="4419600">
                  <a:moveTo>
                    <a:pt x="6877523" y="442323"/>
                  </a:moveTo>
                  <a:lnTo>
                    <a:pt x="6847256" y="459813"/>
                  </a:lnTo>
                  <a:lnTo>
                    <a:pt x="6844325" y="463136"/>
                  </a:lnTo>
                  <a:lnTo>
                    <a:pt x="6876373" y="444613"/>
                  </a:lnTo>
                  <a:lnTo>
                    <a:pt x="6877523" y="442323"/>
                  </a:lnTo>
                  <a:close/>
                </a:path>
                <a:path w="7643495" h="4419600">
                  <a:moveTo>
                    <a:pt x="5930398" y="989645"/>
                  </a:moveTo>
                  <a:lnTo>
                    <a:pt x="5895363" y="1009891"/>
                  </a:lnTo>
                  <a:lnTo>
                    <a:pt x="5889004" y="1015303"/>
                  </a:lnTo>
                  <a:lnTo>
                    <a:pt x="5928654" y="992386"/>
                  </a:lnTo>
                  <a:lnTo>
                    <a:pt x="5930398" y="989645"/>
                  </a:lnTo>
                  <a:close/>
                </a:path>
                <a:path w="7643495" h="4419600">
                  <a:moveTo>
                    <a:pt x="6086328" y="899537"/>
                  </a:moveTo>
                  <a:lnTo>
                    <a:pt x="6066132" y="911208"/>
                  </a:lnTo>
                  <a:lnTo>
                    <a:pt x="6063772" y="914289"/>
                  </a:lnTo>
                  <a:lnTo>
                    <a:pt x="6086885" y="900930"/>
                  </a:lnTo>
                  <a:lnTo>
                    <a:pt x="6086328" y="899537"/>
                  </a:lnTo>
                  <a:close/>
                </a:path>
                <a:path w="7643495" h="4419600">
                  <a:moveTo>
                    <a:pt x="4554988" y="1784464"/>
                  </a:moveTo>
                  <a:lnTo>
                    <a:pt x="4518221" y="1805710"/>
                  </a:lnTo>
                  <a:lnTo>
                    <a:pt x="4514187" y="1809332"/>
                  </a:lnTo>
                  <a:lnTo>
                    <a:pt x="4507530" y="1813782"/>
                  </a:lnTo>
                  <a:lnTo>
                    <a:pt x="4553185" y="1787394"/>
                  </a:lnTo>
                  <a:lnTo>
                    <a:pt x="4554988" y="1784464"/>
                  </a:lnTo>
                  <a:close/>
                </a:path>
                <a:path w="7643495" h="4419600">
                  <a:moveTo>
                    <a:pt x="4711801" y="1693845"/>
                  </a:moveTo>
                  <a:lnTo>
                    <a:pt x="4690332" y="1706252"/>
                  </a:lnTo>
                  <a:lnTo>
                    <a:pt x="4687870" y="1709548"/>
                  </a:lnTo>
                  <a:lnTo>
                    <a:pt x="4712409" y="1695364"/>
                  </a:lnTo>
                  <a:lnTo>
                    <a:pt x="4711801" y="1693845"/>
                  </a:lnTo>
                  <a:close/>
                </a:path>
                <a:path w="7643495" h="4419600">
                  <a:moveTo>
                    <a:pt x="4400962" y="1873472"/>
                  </a:moveTo>
                  <a:lnTo>
                    <a:pt x="4343215" y="1906843"/>
                  </a:lnTo>
                  <a:lnTo>
                    <a:pt x="4344946" y="1907754"/>
                  </a:lnTo>
                  <a:lnTo>
                    <a:pt x="4403223" y="1874070"/>
                  </a:lnTo>
                  <a:lnTo>
                    <a:pt x="4400962" y="1873472"/>
                  </a:lnTo>
                  <a:close/>
                </a:path>
                <a:path w="7643495" h="4419600">
                  <a:moveTo>
                    <a:pt x="4455529" y="1841939"/>
                  </a:moveTo>
                  <a:lnTo>
                    <a:pt x="4429130" y="1857195"/>
                  </a:lnTo>
                  <a:lnTo>
                    <a:pt x="4427620" y="1859970"/>
                  </a:lnTo>
                  <a:lnTo>
                    <a:pt x="4454905" y="1844199"/>
                  </a:lnTo>
                  <a:lnTo>
                    <a:pt x="4455529" y="1841939"/>
                  </a:lnTo>
                  <a:close/>
                </a:path>
                <a:path w="7643495" h="4419600">
                  <a:moveTo>
                    <a:pt x="4203731" y="1987447"/>
                  </a:moveTo>
                  <a:lnTo>
                    <a:pt x="4179006" y="2001735"/>
                  </a:lnTo>
                  <a:lnTo>
                    <a:pt x="4178669" y="2002362"/>
                  </a:lnTo>
                  <a:lnTo>
                    <a:pt x="4175707" y="2005573"/>
                  </a:lnTo>
                  <a:lnTo>
                    <a:pt x="4202357" y="1990170"/>
                  </a:lnTo>
                  <a:lnTo>
                    <a:pt x="4203731" y="1987447"/>
                  </a:lnTo>
                  <a:close/>
                </a:path>
                <a:path w="7643495" h="4419600">
                  <a:moveTo>
                    <a:pt x="2975741" y="2697075"/>
                  </a:moveTo>
                  <a:lnTo>
                    <a:pt x="2918276" y="2730283"/>
                  </a:lnTo>
                  <a:lnTo>
                    <a:pt x="2920112" y="2731295"/>
                  </a:lnTo>
                  <a:lnTo>
                    <a:pt x="2978200" y="2697721"/>
                  </a:lnTo>
                  <a:lnTo>
                    <a:pt x="2975741" y="2697075"/>
                  </a:lnTo>
                  <a:close/>
                </a:path>
                <a:path w="7643495" h="4419600">
                  <a:moveTo>
                    <a:pt x="3030465" y="2665452"/>
                  </a:moveTo>
                  <a:lnTo>
                    <a:pt x="3004238" y="2680608"/>
                  </a:lnTo>
                  <a:lnTo>
                    <a:pt x="3002530" y="2683658"/>
                  </a:lnTo>
                  <a:lnTo>
                    <a:pt x="3029809" y="2667891"/>
                  </a:lnTo>
                  <a:lnTo>
                    <a:pt x="3030465" y="2665452"/>
                  </a:lnTo>
                  <a:close/>
                </a:path>
                <a:path w="7643495" h="4419600">
                  <a:moveTo>
                    <a:pt x="2779554" y="2810447"/>
                  </a:moveTo>
                  <a:lnTo>
                    <a:pt x="2754002" y="2825213"/>
                  </a:lnTo>
                  <a:lnTo>
                    <a:pt x="2753729" y="2825703"/>
                  </a:lnTo>
                  <a:lnTo>
                    <a:pt x="2750553" y="2829299"/>
                  </a:lnTo>
                  <a:lnTo>
                    <a:pt x="2778084" y="2813386"/>
                  </a:lnTo>
                  <a:lnTo>
                    <a:pt x="2779554" y="2810447"/>
                  </a:lnTo>
                  <a:close/>
                </a:path>
                <a:path w="7643495" h="4419600">
                  <a:moveTo>
                    <a:pt x="1776263" y="3390227"/>
                  </a:moveTo>
                  <a:lnTo>
                    <a:pt x="1744655" y="3408492"/>
                  </a:lnTo>
                  <a:lnTo>
                    <a:pt x="1740225" y="3413259"/>
                  </a:lnTo>
                  <a:lnTo>
                    <a:pt x="1774781" y="3393286"/>
                  </a:lnTo>
                  <a:lnTo>
                    <a:pt x="1776263" y="3390227"/>
                  </a:lnTo>
                  <a:close/>
                </a:path>
                <a:path w="7643495" h="4419600">
                  <a:moveTo>
                    <a:pt x="1431609" y="3589395"/>
                  </a:moveTo>
                  <a:lnTo>
                    <a:pt x="1403231" y="3605794"/>
                  </a:lnTo>
                  <a:lnTo>
                    <a:pt x="1399274" y="3609682"/>
                  </a:lnTo>
                  <a:lnTo>
                    <a:pt x="1390088" y="3615634"/>
                  </a:lnTo>
                  <a:lnTo>
                    <a:pt x="1429973" y="3592581"/>
                  </a:lnTo>
                  <a:lnTo>
                    <a:pt x="1431609" y="3589395"/>
                  </a:lnTo>
                  <a:close/>
                </a:path>
                <a:path w="7643495" h="4419600">
                  <a:moveTo>
                    <a:pt x="1045296" y="3812636"/>
                  </a:moveTo>
                  <a:lnTo>
                    <a:pt x="987666" y="3845940"/>
                  </a:lnTo>
                  <a:lnTo>
                    <a:pt x="989702" y="3847054"/>
                  </a:lnTo>
                  <a:lnTo>
                    <a:pt x="1047988" y="3813365"/>
                  </a:lnTo>
                  <a:lnTo>
                    <a:pt x="1045296" y="3812636"/>
                  </a:lnTo>
                  <a:close/>
                </a:path>
                <a:path w="7643495" h="4419600">
                  <a:moveTo>
                    <a:pt x="1101176" y="3780344"/>
                  </a:moveTo>
                  <a:lnTo>
                    <a:pt x="1073919" y="3796096"/>
                  </a:lnTo>
                  <a:lnTo>
                    <a:pt x="1071883" y="3799554"/>
                  </a:lnTo>
                  <a:lnTo>
                    <a:pt x="1100361" y="3783094"/>
                  </a:lnTo>
                  <a:lnTo>
                    <a:pt x="1101176" y="3780344"/>
                  </a:lnTo>
                  <a:close/>
                </a:path>
                <a:path w="7643495" h="4419600">
                  <a:moveTo>
                    <a:pt x="850116" y="3925426"/>
                  </a:moveTo>
                  <a:lnTo>
                    <a:pt x="822790" y="3941218"/>
                  </a:lnTo>
                  <a:lnTo>
                    <a:pt x="818781" y="3945845"/>
                  </a:lnTo>
                  <a:lnTo>
                    <a:pt x="848624" y="3928596"/>
                  </a:lnTo>
                  <a:lnTo>
                    <a:pt x="850116" y="3925426"/>
                  </a:lnTo>
                  <a:close/>
                </a:path>
                <a:path w="7643495" h="4419600">
                  <a:moveTo>
                    <a:pt x="558776" y="4093785"/>
                  </a:moveTo>
                  <a:lnTo>
                    <a:pt x="523293" y="4114290"/>
                  </a:lnTo>
                  <a:lnTo>
                    <a:pt x="516949" y="4119770"/>
                  </a:lnTo>
                  <a:lnTo>
                    <a:pt x="509820" y="4124421"/>
                  </a:lnTo>
                  <a:lnTo>
                    <a:pt x="556542" y="4097416"/>
                  </a:lnTo>
                  <a:lnTo>
                    <a:pt x="558776" y="4093785"/>
                  </a:lnTo>
                  <a:close/>
                </a:path>
                <a:path w="7643495" h="4419600">
                  <a:moveTo>
                    <a:pt x="714769" y="4003641"/>
                  </a:moveTo>
                  <a:lnTo>
                    <a:pt x="694547" y="4015327"/>
                  </a:lnTo>
                  <a:lnTo>
                    <a:pt x="691336" y="4019507"/>
                  </a:lnTo>
                  <a:lnTo>
                    <a:pt x="715418" y="4005587"/>
                  </a:lnTo>
                  <a:lnTo>
                    <a:pt x="714769" y="4003641"/>
                  </a:lnTo>
                  <a:close/>
                </a:path>
                <a:path w="7643495" h="4419600">
                  <a:moveTo>
                    <a:pt x="2600308" y="2914030"/>
                  </a:moveTo>
                  <a:lnTo>
                    <a:pt x="2549111" y="2943615"/>
                  </a:lnTo>
                  <a:lnTo>
                    <a:pt x="2549725" y="2945375"/>
                  </a:lnTo>
                  <a:lnTo>
                    <a:pt x="2601901" y="2915218"/>
                  </a:lnTo>
                  <a:lnTo>
                    <a:pt x="2601019" y="2914857"/>
                  </a:lnTo>
                  <a:lnTo>
                    <a:pt x="2600308" y="2914030"/>
                  </a:lnTo>
                  <a:close/>
                </a:path>
                <a:path w="7643495" h="4419600">
                  <a:moveTo>
                    <a:pt x="2541650" y="2947927"/>
                  </a:moveTo>
                  <a:lnTo>
                    <a:pt x="2517068" y="2962132"/>
                  </a:lnTo>
                  <a:lnTo>
                    <a:pt x="2516066" y="2964830"/>
                  </a:lnTo>
                  <a:lnTo>
                    <a:pt x="2541402" y="2950186"/>
                  </a:lnTo>
                  <a:lnTo>
                    <a:pt x="2541650" y="2947927"/>
                  </a:lnTo>
                  <a:close/>
                </a:path>
                <a:path w="7643495" h="4419600">
                  <a:moveTo>
                    <a:pt x="2448483" y="3001766"/>
                  </a:moveTo>
                  <a:lnTo>
                    <a:pt x="2397361" y="3031308"/>
                  </a:lnTo>
                  <a:lnTo>
                    <a:pt x="2398985" y="3032502"/>
                  </a:lnTo>
                  <a:lnTo>
                    <a:pt x="2450820" y="3002541"/>
                  </a:lnTo>
                  <a:lnTo>
                    <a:pt x="2448483" y="3001766"/>
                  </a:lnTo>
                  <a:close/>
                </a:path>
                <a:path w="7643495" h="4419600">
                  <a:moveTo>
                    <a:pt x="375322" y="4199800"/>
                  </a:moveTo>
                  <a:lnTo>
                    <a:pt x="326992" y="4227728"/>
                  </a:lnTo>
                  <a:lnTo>
                    <a:pt x="327659" y="4229708"/>
                  </a:lnTo>
                  <a:lnTo>
                    <a:pt x="376702" y="4201362"/>
                  </a:lnTo>
                  <a:lnTo>
                    <a:pt x="375322" y="4199800"/>
                  </a:lnTo>
                  <a:close/>
                </a:path>
                <a:path w="7643495" h="4419600">
                  <a:moveTo>
                    <a:pt x="248765" y="4272934"/>
                  </a:moveTo>
                  <a:lnTo>
                    <a:pt x="217359" y="4291083"/>
                  </a:lnTo>
                  <a:lnTo>
                    <a:pt x="218476" y="4292815"/>
                  </a:lnTo>
                  <a:lnTo>
                    <a:pt x="248739" y="4275324"/>
                  </a:lnTo>
                  <a:lnTo>
                    <a:pt x="248765" y="4272934"/>
                  </a:lnTo>
                  <a:close/>
                </a:path>
                <a:path w="7643495" h="4419600">
                  <a:moveTo>
                    <a:pt x="129973" y="4341581"/>
                  </a:moveTo>
                  <a:lnTo>
                    <a:pt x="103159" y="4357077"/>
                  </a:lnTo>
                  <a:lnTo>
                    <a:pt x="102217" y="4360012"/>
                  </a:lnTo>
                  <a:lnTo>
                    <a:pt x="129440" y="4344277"/>
                  </a:lnTo>
                  <a:lnTo>
                    <a:pt x="129973" y="4341581"/>
                  </a:lnTo>
                  <a:close/>
                </a:path>
                <a:path w="7643495" h="4419600">
                  <a:moveTo>
                    <a:pt x="28107" y="4400447"/>
                  </a:moveTo>
                  <a:lnTo>
                    <a:pt x="677" y="4416299"/>
                  </a:lnTo>
                  <a:lnTo>
                    <a:pt x="0" y="4419093"/>
                  </a:lnTo>
                  <a:lnTo>
                    <a:pt x="31391" y="4400948"/>
                  </a:lnTo>
                  <a:lnTo>
                    <a:pt x="28107" y="4400447"/>
                  </a:lnTo>
                  <a:close/>
                </a:path>
                <a:path w="7643495" h="4419600">
                  <a:moveTo>
                    <a:pt x="7642950" y="0"/>
                  </a:moveTo>
                  <a:lnTo>
                    <a:pt x="7585257" y="33339"/>
                  </a:lnTo>
                  <a:lnTo>
                    <a:pt x="7586524" y="34153"/>
                  </a:lnTo>
                  <a:lnTo>
                    <a:pt x="7643431" y="1261"/>
                  </a:lnTo>
                  <a:lnTo>
                    <a:pt x="7642950" y="0"/>
                  </a:lnTo>
                  <a:close/>
                </a:path>
                <a:path w="7643495" h="4419600">
                  <a:moveTo>
                    <a:pt x="7436389" y="119366"/>
                  </a:moveTo>
                  <a:lnTo>
                    <a:pt x="7409048" y="135166"/>
                  </a:lnTo>
                  <a:lnTo>
                    <a:pt x="7408558" y="137016"/>
                  </a:lnTo>
                  <a:lnTo>
                    <a:pt x="7436200" y="121039"/>
                  </a:lnTo>
                  <a:lnTo>
                    <a:pt x="7436389" y="119366"/>
                  </a:lnTo>
                  <a:close/>
                </a:path>
                <a:path w="7643495" h="4419600">
                  <a:moveTo>
                    <a:pt x="7334665" y="178150"/>
                  </a:moveTo>
                  <a:lnTo>
                    <a:pt x="7306452" y="194454"/>
                  </a:lnTo>
                  <a:lnTo>
                    <a:pt x="7306007" y="196289"/>
                  </a:lnTo>
                  <a:lnTo>
                    <a:pt x="7336831" y="178473"/>
                  </a:lnTo>
                  <a:lnTo>
                    <a:pt x="7334665" y="178150"/>
                  </a:lnTo>
                  <a:close/>
                </a:path>
                <a:path w="7643495" h="4419600">
                  <a:moveTo>
                    <a:pt x="6462077" y="682400"/>
                  </a:moveTo>
                  <a:lnTo>
                    <a:pt x="6404456" y="715698"/>
                  </a:lnTo>
                  <a:lnTo>
                    <a:pt x="6405827" y="716584"/>
                  </a:lnTo>
                  <a:lnTo>
                    <a:pt x="6462589" y="683776"/>
                  </a:lnTo>
                  <a:lnTo>
                    <a:pt x="6462077" y="682400"/>
                  </a:lnTo>
                  <a:close/>
                </a:path>
                <a:path w="7643495" h="4419600">
                  <a:moveTo>
                    <a:pt x="6255316" y="801882"/>
                  </a:moveTo>
                  <a:lnTo>
                    <a:pt x="6228017" y="817658"/>
                  </a:lnTo>
                  <a:lnTo>
                    <a:pt x="6227485" y="819665"/>
                  </a:lnTo>
                  <a:lnTo>
                    <a:pt x="6255110" y="803697"/>
                  </a:lnTo>
                  <a:lnTo>
                    <a:pt x="6255316" y="801882"/>
                  </a:lnTo>
                  <a:close/>
                </a:path>
                <a:path w="7643495" h="4419600">
                  <a:moveTo>
                    <a:pt x="6153267" y="860854"/>
                  </a:moveTo>
                  <a:lnTo>
                    <a:pt x="6125414" y="876950"/>
                  </a:lnTo>
                  <a:lnTo>
                    <a:pt x="6124932" y="878939"/>
                  </a:lnTo>
                  <a:lnTo>
                    <a:pt x="6155619" y="861202"/>
                  </a:lnTo>
                  <a:lnTo>
                    <a:pt x="6153267" y="860854"/>
                  </a:lnTo>
                  <a:close/>
                </a:path>
                <a:path w="7643495" h="4419600">
                  <a:moveTo>
                    <a:pt x="5206168" y="1408161"/>
                  </a:moveTo>
                  <a:lnTo>
                    <a:pt x="5152310" y="1439285"/>
                  </a:lnTo>
                  <a:lnTo>
                    <a:pt x="5153207" y="1440587"/>
                  </a:lnTo>
                  <a:lnTo>
                    <a:pt x="5207854" y="1409001"/>
                  </a:lnTo>
                  <a:lnTo>
                    <a:pt x="5206168" y="1408161"/>
                  </a:lnTo>
                  <a:close/>
                </a:path>
                <a:path w="7643495" h="4419600">
                  <a:moveTo>
                    <a:pt x="5018243" y="1516759"/>
                  </a:moveTo>
                  <a:lnTo>
                    <a:pt x="4982428" y="1537456"/>
                  </a:lnTo>
                  <a:lnTo>
                    <a:pt x="4981503" y="1539830"/>
                  </a:lnTo>
                  <a:lnTo>
                    <a:pt x="5017840" y="1518828"/>
                  </a:lnTo>
                  <a:lnTo>
                    <a:pt x="5018243" y="1516759"/>
                  </a:lnTo>
                  <a:close/>
                </a:path>
                <a:path w="7643495" h="4419600">
                  <a:moveTo>
                    <a:pt x="4904156" y="1582687"/>
                  </a:moveTo>
                  <a:lnTo>
                    <a:pt x="4882269" y="1595335"/>
                  </a:lnTo>
                  <a:lnTo>
                    <a:pt x="4881623" y="1597560"/>
                  </a:lnTo>
                  <a:lnTo>
                    <a:pt x="4906562" y="1583146"/>
                  </a:lnTo>
                  <a:lnTo>
                    <a:pt x="4904545" y="1582832"/>
                  </a:lnTo>
                  <a:lnTo>
                    <a:pt x="4904156" y="1582687"/>
                  </a:lnTo>
                  <a:close/>
                </a:path>
                <a:path w="7643495" h="4419600">
                  <a:moveTo>
                    <a:pt x="1191992" y="3727864"/>
                  </a:moveTo>
                  <a:lnTo>
                    <a:pt x="1129793" y="3763808"/>
                  </a:lnTo>
                  <a:lnTo>
                    <a:pt x="1130645" y="3764392"/>
                  </a:lnTo>
                  <a:lnTo>
                    <a:pt x="1131894" y="3764868"/>
                  </a:lnTo>
                  <a:lnTo>
                    <a:pt x="1194806" y="3728506"/>
                  </a:lnTo>
                  <a:lnTo>
                    <a:pt x="1191992" y="3727864"/>
                  </a:lnTo>
                  <a:close/>
                </a:path>
                <a:path w="7643495" h="4419600">
                  <a:moveTo>
                    <a:pt x="1333114" y="3646313"/>
                  </a:moveTo>
                  <a:lnTo>
                    <a:pt x="1319111" y="3654405"/>
                  </a:lnTo>
                  <a:lnTo>
                    <a:pt x="1315685" y="3658639"/>
                  </a:lnTo>
                  <a:lnTo>
                    <a:pt x="1333829" y="3648152"/>
                  </a:lnTo>
                  <a:lnTo>
                    <a:pt x="1333114" y="3646313"/>
                  </a:lnTo>
                  <a:close/>
                </a:path>
                <a:path w="7643495" h="4419600">
                  <a:moveTo>
                    <a:pt x="6666253" y="564411"/>
                  </a:moveTo>
                  <a:lnTo>
                    <a:pt x="6637271" y="581159"/>
                  </a:lnTo>
                  <a:lnTo>
                    <a:pt x="6634297" y="584531"/>
                  </a:lnTo>
                  <a:lnTo>
                    <a:pt x="6664678" y="566971"/>
                  </a:lnTo>
                  <a:lnTo>
                    <a:pt x="6666253" y="564411"/>
                  </a:lnTo>
                  <a:close/>
                </a:path>
                <a:path w="7643495" h="4419600">
                  <a:moveTo>
                    <a:pt x="5680733" y="1133921"/>
                  </a:moveTo>
                  <a:lnTo>
                    <a:pt x="5652767" y="1150082"/>
                  </a:lnTo>
                  <a:lnTo>
                    <a:pt x="5649617" y="1153667"/>
                  </a:lnTo>
                  <a:lnTo>
                    <a:pt x="5678576" y="1136929"/>
                  </a:lnTo>
                  <a:lnTo>
                    <a:pt x="5680733" y="1133921"/>
                  </a:lnTo>
                  <a:close/>
                </a:path>
                <a:path w="7643495" h="4419600">
                  <a:moveTo>
                    <a:pt x="5397532" y="1297576"/>
                  </a:moveTo>
                  <a:lnTo>
                    <a:pt x="5368923" y="1314109"/>
                  </a:lnTo>
                  <a:lnTo>
                    <a:pt x="5365417" y="1317932"/>
                  </a:lnTo>
                  <a:lnTo>
                    <a:pt x="5395504" y="1300542"/>
                  </a:lnTo>
                  <a:lnTo>
                    <a:pt x="5397532" y="1297576"/>
                  </a:lnTo>
                  <a:close/>
                </a:path>
                <a:path w="7643495" h="4419600">
                  <a:moveTo>
                    <a:pt x="3958287" y="2129284"/>
                  </a:moveTo>
                  <a:lnTo>
                    <a:pt x="3928929" y="2146249"/>
                  </a:lnTo>
                  <a:lnTo>
                    <a:pt x="3925643" y="2150107"/>
                  </a:lnTo>
                  <a:lnTo>
                    <a:pt x="3956414" y="2132322"/>
                  </a:lnTo>
                  <a:lnTo>
                    <a:pt x="3958287" y="2129284"/>
                  </a:lnTo>
                  <a:close/>
                </a:path>
                <a:path w="7643495" h="4419600">
                  <a:moveTo>
                    <a:pt x="3371901" y="2468143"/>
                  </a:moveTo>
                  <a:lnTo>
                    <a:pt x="3323813" y="2495932"/>
                  </a:lnTo>
                  <a:lnTo>
                    <a:pt x="3324633" y="2497486"/>
                  </a:lnTo>
                  <a:lnTo>
                    <a:pt x="3371815" y="2470215"/>
                  </a:lnTo>
                  <a:lnTo>
                    <a:pt x="3371901" y="2468143"/>
                  </a:lnTo>
                  <a:close/>
                </a:path>
              </a:pathLst>
            </a:custGeom>
            <a:solidFill>
              <a:srgbClr val="6B6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44055" y="1128369"/>
              <a:ext cx="7644765" cy="4419600"/>
            </a:xfrm>
            <a:custGeom>
              <a:avLst/>
              <a:gdLst/>
              <a:ahLst/>
              <a:cxnLst/>
              <a:rect l="l" t="t" r="r" b="b"/>
              <a:pathLst>
                <a:path w="7644765" h="4419600">
                  <a:moveTo>
                    <a:pt x="7075882" y="328286"/>
                  </a:moveTo>
                  <a:lnTo>
                    <a:pt x="7027767" y="356096"/>
                  </a:lnTo>
                  <a:lnTo>
                    <a:pt x="7030098" y="357069"/>
                  </a:lnTo>
                  <a:lnTo>
                    <a:pt x="7078476" y="329112"/>
                  </a:lnTo>
                  <a:lnTo>
                    <a:pt x="7076414" y="328701"/>
                  </a:lnTo>
                  <a:lnTo>
                    <a:pt x="7075882" y="328286"/>
                  </a:lnTo>
                  <a:close/>
                </a:path>
                <a:path w="7644765" h="4419600">
                  <a:moveTo>
                    <a:pt x="7222454" y="243569"/>
                  </a:moveTo>
                  <a:lnTo>
                    <a:pt x="7178349" y="269061"/>
                  </a:lnTo>
                  <a:lnTo>
                    <a:pt x="7177181" y="272073"/>
                  </a:lnTo>
                  <a:lnTo>
                    <a:pt x="7221590" y="246410"/>
                  </a:lnTo>
                  <a:lnTo>
                    <a:pt x="7222454" y="243569"/>
                  </a:lnTo>
                  <a:close/>
                </a:path>
                <a:path w="7644765" h="4419600">
                  <a:moveTo>
                    <a:pt x="3594146" y="2340697"/>
                  </a:moveTo>
                  <a:lnTo>
                    <a:pt x="3546493" y="2368240"/>
                  </a:lnTo>
                  <a:lnTo>
                    <a:pt x="3548432" y="2369046"/>
                  </a:lnTo>
                  <a:lnTo>
                    <a:pt x="3596595" y="2341214"/>
                  </a:lnTo>
                  <a:lnTo>
                    <a:pt x="3594146" y="2340697"/>
                  </a:lnTo>
                  <a:close/>
                </a:path>
                <a:path w="7644765" h="4419600">
                  <a:moveTo>
                    <a:pt x="3739732" y="2256549"/>
                  </a:moveTo>
                  <a:lnTo>
                    <a:pt x="3696864" y="2281327"/>
                  </a:lnTo>
                  <a:lnTo>
                    <a:pt x="3695867" y="2283846"/>
                  </a:lnTo>
                  <a:lnTo>
                    <a:pt x="3739015" y="2258912"/>
                  </a:lnTo>
                  <a:lnTo>
                    <a:pt x="3739732" y="2256549"/>
                  </a:lnTo>
                  <a:close/>
                </a:path>
                <a:path w="7644765" h="4419600">
                  <a:moveTo>
                    <a:pt x="2065316" y="3224346"/>
                  </a:moveTo>
                  <a:lnTo>
                    <a:pt x="2016938" y="3252308"/>
                  </a:lnTo>
                  <a:lnTo>
                    <a:pt x="2018694" y="3253047"/>
                  </a:lnTo>
                  <a:lnTo>
                    <a:pt x="2067402" y="3224900"/>
                  </a:lnTo>
                  <a:lnTo>
                    <a:pt x="2065502" y="3224492"/>
                  </a:lnTo>
                  <a:lnTo>
                    <a:pt x="2065316" y="3224346"/>
                  </a:lnTo>
                  <a:close/>
                </a:path>
                <a:path w="7644765" h="4419600">
                  <a:moveTo>
                    <a:pt x="2211155" y="3140053"/>
                  </a:moveTo>
                  <a:lnTo>
                    <a:pt x="2166775" y="3165704"/>
                  </a:lnTo>
                  <a:lnTo>
                    <a:pt x="2165927" y="3167965"/>
                  </a:lnTo>
                  <a:lnTo>
                    <a:pt x="2210486" y="3142215"/>
                  </a:lnTo>
                  <a:lnTo>
                    <a:pt x="2211155" y="3140053"/>
                  </a:lnTo>
                  <a:close/>
                </a:path>
                <a:path w="7644765" h="4419600">
                  <a:moveTo>
                    <a:pt x="6876803" y="443352"/>
                  </a:moveTo>
                  <a:lnTo>
                    <a:pt x="6844756" y="461875"/>
                  </a:lnTo>
                  <a:lnTo>
                    <a:pt x="6844075" y="462647"/>
                  </a:lnTo>
                  <a:lnTo>
                    <a:pt x="6835812" y="468909"/>
                  </a:lnTo>
                  <a:lnTo>
                    <a:pt x="6820572" y="476529"/>
                  </a:lnTo>
                  <a:lnTo>
                    <a:pt x="6820264" y="478327"/>
                  </a:lnTo>
                  <a:lnTo>
                    <a:pt x="6875174" y="446596"/>
                  </a:lnTo>
                  <a:lnTo>
                    <a:pt x="6876803" y="443352"/>
                  </a:lnTo>
                  <a:close/>
                </a:path>
                <a:path w="7644765" h="4419600">
                  <a:moveTo>
                    <a:pt x="5929084" y="991125"/>
                  </a:moveTo>
                  <a:lnTo>
                    <a:pt x="5889434" y="1014042"/>
                  </a:lnTo>
                  <a:lnTo>
                    <a:pt x="5872644" y="1025169"/>
                  </a:lnTo>
                  <a:lnTo>
                    <a:pt x="5872498" y="1026020"/>
                  </a:lnTo>
                  <a:lnTo>
                    <a:pt x="5926874" y="994597"/>
                  </a:lnTo>
                  <a:lnTo>
                    <a:pt x="5929084" y="991125"/>
                  </a:lnTo>
                  <a:close/>
                </a:path>
                <a:path w="7644765" h="4419600">
                  <a:moveTo>
                    <a:pt x="6087315" y="899668"/>
                  </a:moveTo>
                  <a:lnTo>
                    <a:pt x="6064202" y="913028"/>
                  </a:lnTo>
                  <a:lnTo>
                    <a:pt x="6061164" y="916994"/>
                  </a:lnTo>
                  <a:lnTo>
                    <a:pt x="6088034" y="901466"/>
                  </a:lnTo>
                  <a:lnTo>
                    <a:pt x="6087315" y="899668"/>
                  </a:lnTo>
                  <a:close/>
                </a:path>
                <a:path w="7644765" h="4419600">
                  <a:moveTo>
                    <a:pt x="4553615" y="1786132"/>
                  </a:moveTo>
                  <a:lnTo>
                    <a:pt x="4507960" y="1812521"/>
                  </a:lnTo>
                  <a:lnTo>
                    <a:pt x="4497996" y="1819173"/>
                  </a:lnTo>
                  <a:lnTo>
                    <a:pt x="4497738" y="1820463"/>
                  </a:lnTo>
                  <a:lnTo>
                    <a:pt x="4551667" y="1789299"/>
                  </a:lnTo>
                  <a:lnTo>
                    <a:pt x="4553615" y="1786132"/>
                  </a:lnTo>
                  <a:close/>
                </a:path>
                <a:path w="7644765" h="4419600">
                  <a:moveTo>
                    <a:pt x="4712839" y="1694103"/>
                  </a:moveTo>
                  <a:lnTo>
                    <a:pt x="4688300" y="1708286"/>
                  </a:lnTo>
                  <a:lnTo>
                    <a:pt x="4685598" y="1711903"/>
                  </a:lnTo>
                  <a:lnTo>
                    <a:pt x="4713508" y="1695775"/>
                  </a:lnTo>
                  <a:lnTo>
                    <a:pt x="4712839" y="1694103"/>
                  </a:lnTo>
                  <a:close/>
                </a:path>
                <a:path w="7644765" h="4419600">
                  <a:moveTo>
                    <a:pt x="4403654" y="1872809"/>
                  </a:moveTo>
                  <a:lnTo>
                    <a:pt x="4345376" y="1906493"/>
                  </a:lnTo>
                  <a:lnTo>
                    <a:pt x="4347203" y="1907454"/>
                  </a:lnTo>
                  <a:lnTo>
                    <a:pt x="4406055" y="1873444"/>
                  </a:lnTo>
                  <a:lnTo>
                    <a:pt x="4403654" y="1872809"/>
                  </a:lnTo>
                  <a:close/>
                </a:path>
                <a:path w="7644765" h="4419600">
                  <a:moveTo>
                    <a:pt x="4455335" y="1842937"/>
                  </a:moveTo>
                  <a:lnTo>
                    <a:pt x="4428050" y="1858708"/>
                  </a:lnTo>
                  <a:lnTo>
                    <a:pt x="4426442" y="1861663"/>
                  </a:lnTo>
                  <a:lnTo>
                    <a:pt x="4454668" y="1845352"/>
                  </a:lnTo>
                  <a:lnTo>
                    <a:pt x="4455335" y="1842937"/>
                  </a:lnTo>
                  <a:close/>
                </a:path>
                <a:path w="7644765" h="4419600">
                  <a:moveTo>
                    <a:pt x="4202787" y="1988908"/>
                  </a:moveTo>
                  <a:lnTo>
                    <a:pt x="4176137" y="2004311"/>
                  </a:lnTo>
                  <a:lnTo>
                    <a:pt x="4173146" y="2007554"/>
                  </a:lnTo>
                  <a:lnTo>
                    <a:pt x="4169186" y="2010326"/>
                  </a:lnTo>
                  <a:lnTo>
                    <a:pt x="4201361" y="1991733"/>
                  </a:lnTo>
                  <a:lnTo>
                    <a:pt x="4202787" y="1988908"/>
                  </a:lnTo>
                  <a:close/>
                </a:path>
                <a:path w="7644765" h="4419600">
                  <a:moveTo>
                    <a:pt x="4159767" y="2015769"/>
                  </a:moveTo>
                  <a:lnTo>
                    <a:pt x="4158144" y="2015769"/>
                  </a:lnTo>
                  <a:lnTo>
                    <a:pt x="4155005" y="2017339"/>
                  </a:lnTo>
                  <a:lnTo>
                    <a:pt x="4153598" y="2017339"/>
                  </a:lnTo>
                  <a:lnTo>
                    <a:pt x="4153572" y="2018817"/>
                  </a:lnTo>
                  <a:lnTo>
                    <a:pt x="4149000" y="2020341"/>
                  </a:lnTo>
                  <a:lnTo>
                    <a:pt x="4148686" y="2022172"/>
                  </a:lnTo>
                  <a:lnTo>
                    <a:pt x="4159767" y="2015769"/>
                  </a:lnTo>
                  <a:close/>
                </a:path>
                <a:path w="7644765" h="4419600">
                  <a:moveTo>
                    <a:pt x="2978630" y="2696459"/>
                  </a:moveTo>
                  <a:lnTo>
                    <a:pt x="2920542" y="2730033"/>
                  </a:lnTo>
                  <a:lnTo>
                    <a:pt x="2922186" y="2730940"/>
                  </a:lnTo>
                  <a:lnTo>
                    <a:pt x="2980846" y="2697041"/>
                  </a:lnTo>
                  <a:lnTo>
                    <a:pt x="2978630" y="2696459"/>
                  </a:lnTo>
                  <a:close/>
                </a:path>
                <a:path w="7644765" h="4419600">
                  <a:moveTo>
                    <a:pt x="3030240" y="2666629"/>
                  </a:moveTo>
                  <a:lnTo>
                    <a:pt x="3002961" y="2682396"/>
                  </a:lnTo>
                  <a:lnTo>
                    <a:pt x="3001417" y="2685154"/>
                  </a:lnTo>
                  <a:lnTo>
                    <a:pt x="3029645" y="2668841"/>
                  </a:lnTo>
                  <a:lnTo>
                    <a:pt x="3030240" y="2666629"/>
                  </a:lnTo>
                  <a:close/>
                </a:path>
                <a:path w="7644765" h="4419600">
                  <a:moveTo>
                    <a:pt x="2778514" y="2812124"/>
                  </a:moveTo>
                  <a:lnTo>
                    <a:pt x="2750983" y="2828037"/>
                  </a:lnTo>
                  <a:lnTo>
                    <a:pt x="2748206" y="2831181"/>
                  </a:lnTo>
                  <a:lnTo>
                    <a:pt x="2746956" y="2832201"/>
                  </a:lnTo>
                  <a:lnTo>
                    <a:pt x="2777219" y="2814713"/>
                  </a:lnTo>
                  <a:lnTo>
                    <a:pt x="2778514" y="2812124"/>
                  </a:lnTo>
                  <a:close/>
                </a:path>
                <a:path w="7644765" h="4419600">
                  <a:moveTo>
                    <a:pt x="2733022" y="2840253"/>
                  </a:moveTo>
                  <a:lnTo>
                    <a:pt x="2730156" y="2840253"/>
                  </a:lnTo>
                  <a:lnTo>
                    <a:pt x="2728632" y="2841777"/>
                  </a:lnTo>
                  <a:lnTo>
                    <a:pt x="2724060" y="2844825"/>
                  </a:lnTo>
                  <a:lnTo>
                    <a:pt x="2723941" y="2845501"/>
                  </a:lnTo>
                  <a:lnTo>
                    <a:pt x="2733022" y="2840253"/>
                  </a:lnTo>
                  <a:close/>
                </a:path>
                <a:path w="7644765" h="4419600">
                  <a:moveTo>
                    <a:pt x="2738296" y="2837205"/>
                  </a:moveTo>
                  <a:lnTo>
                    <a:pt x="2737776" y="2837205"/>
                  </a:lnTo>
                  <a:lnTo>
                    <a:pt x="2734728" y="2838729"/>
                  </a:lnTo>
                  <a:lnTo>
                    <a:pt x="2733073" y="2840253"/>
                  </a:lnTo>
                  <a:lnTo>
                    <a:pt x="2735659" y="2838729"/>
                  </a:lnTo>
                  <a:lnTo>
                    <a:pt x="2738296" y="2837205"/>
                  </a:lnTo>
                  <a:close/>
                </a:path>
                <a:path w="7644765" h="4419600">
                  <a:moveTo>
                    <a:pt x="1775211" y="3392024"/>
                  </a:moveTo>
                  <a:lnTo>
                    <a:pt x="1740655" y="3411997"/>
                  </a:lnTo>
                  <a:lnTo>
                    <a:pt x="1730412" y="3419373"/>
                  </a:lnTo>
                  <a:lnTo>
                    <a:pt x="1721061" y="3424049"/>
                  </a:lnTo>
                  <a:lnTo>
                    <a:pt x="1719804" y="3424049"/>
                  </a:lnTo>
                  <a:lnTo>
                    <a:pt x="1719390" y="3426008"/>
                  </a:lnTo>
                  <a:lnTo>
                    <a:pt x="1774050" y="3394422"/>
                  </a:lnTo>
                  <a:lnTo>
                    <a:pt x="1775211" y="3392024"/>
                  </a:lnTo>
                  <a:close/>
                </a:path>
                <a:path w="7644765" h="4419600">
                  <a:moveTo>
                    <a:pt x="1430403" y="3591320"/>
                  </a:moveTo>
                  <a:lnTo>
                    <a:pt x="1390518" y="3614373"/>
                  </a:lnTo>
                  <a:lnTo>
                    <a:pt x="1376844" y="3623589"/>
                  </a:lnTo>
                  <a:lnTo>
                    <a:pt x="1376758" y="3624008"/>
                  </a:lnTo>
                  <a:lnTo>
                    <a:pt x="1429171" y="3593720"/>
                  </a:lnTo>
                  <a:lnTo>
                    <a:pt x="1430403" y="3591320"/>
                  </a:lnTo>
                  <a:close/>
                </a:path>
                <a:path w="7644765" h="4419600">
                  <a:moveTo>
                    <a:pt x="1048418" y="3812104"/>
                  </a:moveTo>
                  <a:lnTo>
                    <a:pt x="990132" y="3845793"/>
                  </a:lnTo>
                  <a:lnTo>
                    <a:pt x="991587" y="3846589"/>
                  </a:lnTo>
                  <a:lnTo>
                    <a:pt x="1050355" y="3812628"/>
                  </a:lnTo>
                  <a:lnTo>
                    <a:pt x="1048418" y="3812104"/>
                  </a:lnTo>
                  <a:close/>
                </a:path>
                <a:path w="7644765" h="4419600">
                  <a:moveTo>
                    <a:pt x="1100791" y="3781832"/>
                  </a:moveTo>
                  <a:lnTo>
                    <a:pt x="1072313" y="3798293"/>
                  </a:lnTo>
                  <a:lnTo>
                    <a:pt x="1070843" y="3800789"/>
                  </a:lnTo>
                  <a:lnTo>
                    <a:pt x="1100201" y="3783824"/>
                  </a:lnTo>
                  <a:lnTo>
                    <a:pt x="1100791" y="3781832"/>
                  </a:lnTo>
                  <a:close/>
                </a:path>
                <a:path w="7644765" h="4419600">
                  <a:moveTo>
                    <a:pt x="849054" y="3927334"/>
                  </a:moveTo>
                  <a:lnTo>
                    <a:pt x="819211" y="3944583"/>
                  </a:lnTo>
                  <a:lnTo>
                    <a:pt x="817298" y="3946749"/>
                  </a:lnTo>
                  <a:lnTo>
                    <a:pt x="814954" y="3948662"/>
                  </a:lnTo>
                  <a:lnTo>
                    <a:pt x="848004" y="3929563"/>
                  </a:lnTo>
                  <a:lnTo>
                    <a:pt x="849054" y="3927334"/>
                  </a:lnTo>
                  <a:close/>
                </a:path>
                <a:path w="7644765" h="4419600">
                  <a:moveTo>
                    <a:pt x="802363" y="3955938"/>
                  </a:moveTo>
                  <a:lnTo>
                    <a:pt x="800539" y="3955938"/>
                  </a:lnTo>
                  <a:lnTo>
                    <a:pt x="797724" y="3957345"/>
                  </a:lnTo>
                  <a:lnTo>
                    <a:pt x="793152" y="3960393"/>
                  </a:lnTo>
                  <a:lnTo>
                    <a:pt x="792982" y="3961359"/>
                  </a:lnTo>
                  <a:lnTo>
                    <a:pt x="802363" y="3955938"/>
                  </a:lnTo>
                  <a:close/>
                </a:path>
                <a:path w="7644765" h="4419600">
                  <a:moveTo>
                    <a:pt x="807839" y="3952773"/>
                  </a:moveTo>
                  <a:lnTo>
                    <a:pt x="806868" y="3952773"/>
                  </a:lnTo>
                  <a:lnTo>
                    <a:pt x="805308" y="3954236"/>
                  </a:lnTo>
                  <a:lnTo>
                    <a:pt x="807839" y="3952773"/>
                  </a:lnTo>
                  <a:close/>
                </a:path>
                <a:path w="7644765" h="4419600">
                  <a:moveTo>
                    <a:pt x="556972" y="4096155"/>
                  </a:moveTo>
                  <a:lnTo>
                    <a:pt x="510251" y="4123159"/>
                  </a:lnTo>
                  <a:lnTo>
                    <a:pt x="505116" y="4126509"/>
                  </a:lnTo>
                  <a:lnTo>
                    <a:pt x="500544" y="4129430"/>
                  </a:lnTo>
                  <a:lnTo>
                    <a:pt x="500363" y="4130457"/>
                  </a:lnTo>
                  <a:lnTo>
                    <a:pt x="555455" y="4098621"/>
                  </a:lnTo>
                  <a:lnTo>
                    <a:pt x="556972" y="4096155"/>
                  </a:lnTo>
                  <a:close/>
                </a:path>
                <a:path w="7644765" h="4419600">
                  <a:moveTo>
                    <a:pt x="715848" y="4004326"/>
                  </a:moveTo>
                  <a:lnTo>
                    <a:pt x="691766" y="4018245"/>
                  </a:lnTo>
                  <a:lnTo>
                    <a:pt x="689550" y="4021130"/>
                  </a:lnTo>
                  <a:lnTo>
                    <a:pt x="716297" y="4005673"/>
                  </a:lnTo>
                  <a:lnTo>
                    <a:pt x="715848" y="4004326"/>
                  </a:lnTo>
                  <a:close/>
                </a:path>
                <a:path w="7644765" h="4419600">
                  <a:moveTo>
                    <a:pt x="2602331" y="2913957"/>
                  </a:moveTo>
                  <a:lnTo>
                    <a:pt x="2550156" y="2944113"/>
                  </a:lnTo>
                  <a:lnTo>
                    <a:pt x="2550682" y="2945623"/>
                  </a:lnTo>
                  <a:lnTo>
                    <a:pt x="2604174" y="2914712"/>
                  </a:lnTo>
                  <a:lnTo>
                    <a:pt x="2602331" y="2913957"/>
                  </a:lnTo>
                  <a:close/>
                </a:path>
                <a:path w="7644765" h="4419600">
                  <a:moveTo>
                    <a:pt x="2541832" y="2948924"/>
                  </a:moveTo>
                  <a:lnTo>
                    <a:pt x="2516497" y="2963568"/>
                  </a:lnTo>
                  <a:lnTo>
                    <a:pt x="2515641" y="2965873"/>
                  </a:lnTo>
                  <a:lnTo>
                    <a:pt x="2541620" y="2950860"/>
                  </a:lnTo>
                  <a:lnTo>
                    <a:pt x="2541832" y="2948924"/>
                  </a:lnTo>
                  <a:close/>
                </a:path>
                <a:path w="7644765" h="4419600">
                  <a:moveTo>
                    <a:pt x="2451250" y="3001280"/>
                  </a:moveTo>
                  <a:lnTo>
                    <a:pt x="2399415" y="3031240"/>
                  </a:lnTo>
                  <a:lnTo>
                    <a:pt x="2400784" y="3032246"/>
                  </a:lnTo>
                  <a:lnTo>
                    <a:pt x="2453232" y="3001937"/>
                  </a:lnTo>
                  <a:lnTo>
                    <a:pt x="2451250" y="3001280"/>
                  </a:lnTo>
                  <a:close/>
                </a:path>
                <a:path w="7644765" h="4419600">
                  <a:moveTo>
                    <a:pt x="377132" y="4200101"/>
                  </a:moveTo>
                  <a:lnTo>
                    <a:pt x="328089" y="4228447"/>
                  </a:lnTo>
                  <a:lnTo>
                    <a:pt x="328530" y="4229755"/>
                  </a:lnTo>
                  <a:lnTo>
                    <a:pt x="378050" y="4201139"/>
                  </a:lnTo>
                  <a:lnTo>
                    <a:pt x="377132" y="4200101"/>
                  </a:lnTo>
                  <a:close/>
                </a:path>
                <a:path w="7644765" h="4419600">
                  <a:moveTo>
                    <a:pt x="249169" y="4274062"/>
                  </a:moveTo>
                  <a:lnTo>
                    <a:pt x="218906" y="4291554"/>
                  </a:lnTo>
                  <a:lnTo>
                    <a:pt x="219652" y="4292673"/>
                  </a:lnTo>
                  <a:lnTo>
                    <a:pt x="249152" y="4275626"/>
                  </a:lnTo>
                  <a:lnTo>
                    <a:pt x="249169" y="4274062"/>
                  </a:lnTo>
                  <a:close/>
                </a:path>
                <a:path w="7644765" h="4419600">
                  <a:moveTo>
                    <a:pt x="129870" y="4343016"/>
                  </a:moveTo>
                  <a:lnTo>
                    <a:pt x="102647" y="4358750"/>
                  </a:lnTo>
                  <a:lnTo>
                    <a:pt x="102042" y="4360638"/>
                  </a:lnTo>
                  <a:lnTo>
                    <a:pt x="129526" y="4344755"/>
                  </a:lnTo>
                  <a:lnTo>
                    <a:pt x="129870" y="4343016"/>
                  </a:lnTo>
                  <a:close/>
                </a:path>
                <a:path w="7644765" h="4419600">
                  <a:moveTo>
                    <a:pt x="31821" y="4399687"/>
                  </a:moveTo>
                  <a:lnTo>
                    <a:pt x="430" y="4417831"/>
                  </a:lnTo>
                  <a:lnTo>
                    <a:pt x="0" y="4419606"/>
                  </a:lnTo>
                  <a:lnTo>
                    <a:pt x="33915" y="4400007"/>
                  </a:lnTo>
                  <a:lnTo>
                    <a:pt x="31821" y="4399687"/>
                  </a:lnTo>
                  <a:close/>
                </a:path>
                <a:path w="7644765" h="4419600">
                  <a:moveTo>
                    <a:pt x="7643861" y="0"/>
                  </a:moveTo>
                  <a:lnTo>
                    <a:pt x="7586954" y="32891"/>
                  </a:lnTo>
                  <a:lnTo>
                    <a:pt x="7588906" y="34146"/>
                  </a:lnTo>
                  <a:lnTo>
                    <a:pt x="7644607" y="1958"/>
                  </a:lnTo>
                  <a:lnTo>
                    <a:pt x="7643861" y="0"/>
                  </a:lnTo>
                  <a:close/>
                </a:path>
                <a:path w="7644765" h="4419600">
                  <a:moveTo>
                    <a:pt x="7436630" y="119777"/>
                  </a:moveTo>
                  <a:lnTo>
                    <a:pt x="7408988" y="135754"/>
                  </a:lnTo>
                  <a:lnTo>
                    <a:pt x="7408247" y="138545"/>
                  </a:lnTo>
                  <a:lnTo>
                    <a:pt x="7436342" y="122309"/>
                  </a:lnTo>
                  <a:lnTo>
                    <a:pt x="7436630" y="119777"/>
                  </a:lnTo>
                  <a:close/>
                </a:path>
                <a:path w="7644765" h="4419600">
                  <a:moveTo>
                    <a:pt x="7337261" y="177211"/>
                  </a:moveTo>
                  <a:lnTo>
                    <a:pt x="7306437" y="195027"/>
                  </a:lnTo>
                  <a:lnTo>
                    <a:pt x="7305774" y="197762"/>
                  </a:lnTo>
                  <a:lnTo>
                    <a:pt x="7340502" y="177693"/>
                  </a:lnTo>
                  <a:lnTo>
                    <a:pt x="7337261" y="177211"/>
                  </a:lnTo>
                  <a:close/>
                </a:path>
                <a:path w="7644765" h="4419600">
                  <a:moveTo>
                    <a:pt x="6463020" y="682515"/>
                  </a:moveTo>
                  <a:lnTo>
                    <a:pt x="6406257" y="715323"/>
                  </a:lnTo>
                  <a:lnTo>
                    <a:pt x="6408094" y="716511"/>
                  </a:lnTo>
                  <a:lnTo>
                    <a:pt x="6463711" y="684371"/>
                  </a:lnTo>
                  <a:lnTo>
                    <a:pt x="6463020" y="682515"/>
                  </a:lnTo>
                  <a:close/>
                </a:path>
                <a:path w="7644765" h="4419600">
                  <a:moveTo>
                    <a:pt x="6255540" y="802436"/>
                  </a:moveTo>
                  <a:lnTo>
                    <a:pt x="6227915" y="818403"/>
                  </a:lnTo>
                  <a:lnTo>
                    <a:pt x="6227216" y="821036"/>
                  </a:lnTo>
                  <a:lnTo>
                    <a:pt x="6255269" y="804825"/>
                  </a:lnTo>
                  <a:lnTo>
                    <a:pt x="6255540" y="802436"/>
                  </a:lnTo>
                  <a:close/>
                </a:path>
                <a:path w="7644765" h="4419600">
                  <a:moveTo>
                    <a:pt x="6156049" y="859941"/>
                  </a:moveTo>
                  <a:lnTo>
                    <a:pt x="6125362" y="877678"/>
                  </a:lnTo>
                  <a:lnTo>
                    <a:pt x="6124737" y="880257"/>
                  </a:lnTo>
                  <a:lnTo>
                    <a:pt x="6159110" y="860394"/>
                  </a:lnTo>
                  <a:lnTo>
                    <a:pt x="6156049" y="859941"/>
                  </a:lnTo>
                  <a:close/>
                </a:path>
                <a:path w="7644765" h="4419600">
                  <a:moveTo>
                    <a:pt x="5208284" y="1407740"/>
                  </a:moveTo>
                  <a:lnTo>
                    <a:pt x="5153638" y="1439325"/>
                  </a:lnTo>
                  <a:lnTo>
                    <a:pt x="5154677" y="1440833"/>
                  </a:lnTo>
                  <a:lnTo>
                    <a:pt x="5210249" y="1408719"/>
                  </a:lnTo>
                  <a:lnTo>
                    <a:pt x="5208284" y="1407740"/>
                  </a:lnTo>
                  <a:close/>
                </a:path>
                <a:path w="7644765" h="4419600">
                  <a:moveTo>
                    <a:pt x="5018270" y="1517566"/>
                  </a:moveTo>
                  <a:lnTo>
                    <a:pt x="4981934" y="1538569"/>
                  </a:lnTo>
                  <a:lnTo>
                    <a:pt x="4980884" y="1541264"/>
                  </a:lnTo>
                  <a:lnTo>
                    <a:pt x="5017810" y="1519925"/>
                  </a:lnTo>
                  <a:lnTo>
                    <a:pt x="5018270" y="1517566"/>
                  </a:lnTo>
                  <a:close/>
                </a:path>
                <a:path w="7644765" h="4419600">
                  <a:moveTo>
                    <a:pt x="4906992" y="1581884"/>
                  </a:moveTo>
                  <a:lnTo>
                    <a:pt x="4882053" y="1596298"/>
                  </a:lnTo>
                  <a:lnTo>
                    <a:pt x="4881329" y="1598795"/>
                  </a:lnTo>
                  <a:lnTo>
                    <a:pt x="4909828" y="1582326"/>
                  </a:lnTo>
                  <a:lnTo>
                    <a:pt x="4906992" y="1581884"/>
                  </a:lnTo>
                  <a:close/>
                </a:path>
                <a:path w="7644765" h="4419600">
                  <a:moveTo>
                    <a:pt x="1195236" y="3727244"/>
                  </a:moveTo>
                  <a:lnTo>
                    <a:pt x="1132324" y="3763607"/>
                  </a:lnTo>
                  <a:lnTo>
                    <a:pt x="1134049" y="3764264"/>
                  </a:lnTo>
                  <a:lnTo>
                    <a:pt x="1197297" y="3727714"/>
                  </a:lnTo>
                  <a:lnTo>
                    <a:pt x="1195236" y="3727244"/>
                  </a:lnTo>
                  <a:close/>
                </a:path>
                <a:path w="7644765" h="4419600">
                  <a:moveTo>
                    <a:pt x="1334259" y="3646890"/>
                  </a:moveTo>
                  <a:lnTo>
                    <a:pt x="1316115" y="3657377"/>
                  </a:lnTo>
                  <a:lnTo>
                    <a:pt x="1313570" y="3660523"/>
                  </a:lnTo>
                  <a:lnTo>
                    <a:pt x="1334791" y="3648259"/>
                  </a:lnTo>
                  <a:lnTo>
                    <a:pt x="1334259" y="3646890"/>
                  </a:lnTo>
                  <a:close/>
                </a:path>
                <a:path w="7644765" h="4419600">
                  <a:moveTo>
                    <a:pt x="6665108" y="565710"/>
                  </a:moveTo>
                  <a:lnTo>
                    <a:pt x="6634727" y="583269"/>
                  </a:lnTo>
                  <a:lnTo>
                    <a:pt x="6632239" y="586091"/>
                  </a:lnTo>
                  <a:lnTo>
                    <a:pt x="6627284" y="589846"/>
                  </a:lnTo>
                  <a:lnTo>
                    <a:pt x="6662932" y="569246"/>
                  </a:lnTo>
                  <a:lnTo>
                    <a:pt x="6665108" y="565710"/>
                  </a:lnTo>
                  <a:close/>
                </a:path>
                <a:path w="7644765" h="4419600">
                  <a:moveTo>
                    <a:pt x="6611154" y="599167"/>
                  </a:moveTo>
                  <a:lnTo>
                    <a:pt x="6608736" y="599973"/>
                  </a:lnTo>
                  <a:lnTo>
                    <a:pt x="6608602" y="600642"/>
                  </a:lnTo>
                  <a:lnTo>
                    <a:pt x="6611154" y="599167"/>
                  </a:lnTo>
                  <a:close/>
                </a:path>
                <a:path w="7644765" h="4419600">
                  <a:moveTo>
                    <a:pt x="5679006" y="1135667"/>
                  </a:moveTo>
                  <a:lnTo>
                    <a:pt x="5650047" y="1152405"/>
                  </a:lnTo>
                  <a:lnTo>
                    <a:pt x="5646854" y="1156067"/>
                  </a:lnTo>
                  <a:lnTo>
                    <a:pt x="5644077" y="1158020"/>
                  </a:lnTo>
                  <a:lnTo>
                    <a:pt x="5676351" y="1139369"/>
                  </a:lnTo>
                  <a:lnTo>
                    <a:pt x="5679006" y="1135667"/>
                  </a:lnTo>
                  <a:close/>
                </a:path>
                <a:path w="7644765" h="4419600">
                  <a:moveTo>
                    <a:pt x="5628780" y="1166859"/>
                  </a:moveTo>
                  <a:lnTo>
                    <a:pt x="5622708" y="1169949"/>
                  </a:lnTo>
                  <a:lnTo>
                    <a:pt x="5622613" y="1170423"/>
                  </a:lnTo>
                  <a:lnTo>
                    <a:pt x="5628780" y="1166859"/>
                  </a:lnTo>
                  <a:close/>
                </a:path>
                <a:path w="7644765" h="4419600">
                  <a:moveTo>
                    <a:pt x="5354472" y="1325376"/>
                  </a:moveTo>
                  <a:lnTo>
                    <a:pt x="5348388" y="1328445"/>
                  </a:lnTo>
                  <a:lnTo>
                    <a:pt x="5347331" y="1329502"/>
                  </a:lnTo>
                  <a:lnTo>
                    <a:pt x="5354472" y="1325376"/>
                  </a:lnTo>
                  <a:close/>
                </a:path>
                <a:path w="7644765" h="4419600">
                  <a:moveTo>
                    <a:pt x="5395934" y="1299280"/>
                  </a:moveTo>
                  <a:lnTo>
                    <a:pt x="5365847" y="1316670"/>
                  </a:lnTo>
                  <a:lnTo>
                    <a:pt x="5363390" y="1319349"/>
                  </a:lnTo>
                  <a:lnTo>
                    <a:pt x="5354472" y="1325376"/>
                  </a:lnTo>
                  <a:lnTo>
                    <a:pt x="5393518" y="1302812"/>
                  </a:lnTo>
                  <a:lnTo>
                    <a:pt x="5395934" y="1299280"/>
                  </a:lnTo>
                  <a:close/>
                </a:path>
                <a:path w="7644765" h="4419600">
                  <a:moveTo>
                    <a:pt x="5343834" y="1331523"/>
                  </a:moveTo>
                  <a:lnTo>
                    <a:pt x="5339244" y="1333017"/>
                  </a:lnTo>
                  <a:lnTo>
                    <a:pt x="5338981" y="1334327"/>
                  </a:lnTo>
                  <a:lnTo>
                    <a:pt x="5343834" y="1331523"/>
                  </a:lnTo>
                  <a:close/>
                </a:path>
                <a:path w="7644765" h="4419600">
                  <a:moveTo>
                    <a:pt x="3956845" y="2131060"/>
                  </a:moveTo>
                  <a:lnTo>
                    <a:pt x="3926073" y="2148846"/>
                  </a:lnTo>
                  <a:lnTo>
                    <a:pt x="3923853" y="2151453"/>
                  </a:lnTo>
                  <a:lnTo>
                    <a:pt x="3920181" y="2154220"/>
                  </a:lnTo>
                  <a:lnTo>
                    <a:pt x="3954956" y="2134125"/>
                  </a:lnTo>
                  <a:lnTo>
                    <a:pt x="3956845" y="2131060"/>
                  </a:lnTo>
                  <a:close/>
                </a:path>
                <a:path w="7644765" h="4419600">
                  <a:moveTo>
                    <a:pt x="3903035" y="2164128"/>
                  </a:moveTo>
                  <a:lnTo>
                    <a:pt x="3899064" y="2165121"/>
                  </a:lnTo>
                  <a:lnTo>
                    <a:pt x="3898816" y="2166567"/>
                  </a:lnTo>
                  <a:lnTo>
                    <a:pt x="3903035" y="2164128"/>
                  </a:lnTo>
                  <a:close/>
                </a:path>
                <a:path w="7644765" h="4419600">
                  <a:moveTo>
                    <a:pt x="3372245" y="2468953"/>
                  </a:moveTo>
                  <a:lnTo>
                    <a:pt x="3325063" y="2496224"/>
                  </a:lnTo>
                  <a:lnTo>
                    <a:pt x="3325832" y="2497681"/>
                  </a:lnTo>
                  <a:lnTo>
                    <a:pt x="3372164" y="2470907"/>
                  </a:lnTo>
                  <a:lnTo>
                    <a:pt x="3372245" y="2468953"/>
                  </a:lnTo>
                  <a:close/>
                </a:path>
              </a:pathLst>
            </a:custGeom>
            <a:solidFill>
              <a:srgbClr val="6D6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43377" y="1130327"/>
              <a:ext cx="7646034" cy="4420870"/>
            </a:xfrm>
            <a:custGeom>
              <a:avLst/>
              <a:gdLst/>
              <a:ahLst/>
              <a:cxnLst/>
              <a:rect l="l" t="t" r="r" b="b"/>
              <a:pathLst>
                <a:path w="7646034" h="4420870">
                  <a:moveTo>
                    <a:pt x="7079154" y="327154"/>
                  </a:moveTo>
                  <a:lnTo>
                    <a:pt x="7030776" y="355110"/>
                  </a:lnTo>
                  <a:lnTo>
                    <a:pt x="7032392" y="355785"/>
                  </a:lnTo>
                  <a:lnTo>
                    <a:pt x="7081217" y="327565"/>
                  </a:lnTo>
                  <a:lnTo>
                    <a:pt x="7079154" y="327154"/>
                  </a:lnTo>
                  <a:close/>
                </a:path>
                <a:path w="7646034" h="4420870">
                  <a:moveTo>
                    <a:pt x="7222268" y="244451"/>
                  </a:moveTo>
                  <a:lnTo>
                    <a:pt x="7177859" y="270114"/>
                  </a:lnTo>
                  <a:lnTo>
                    <a:pt x="7177063" y="272167"/>
                  </a:lnTo>
                  <a:lnTo>
                    <a:pt x="7221682" y="246377"/>
                  </a:lnTo>
                  <a:lnTo>
                    <a:pt x="7222268" y="244451"/>
                  </a:lnTo>
                  <a:close/>
                </a:path>
                <a:path w="7646034" h="4420870">
                  <a:moveTo>
                    <a:pt x="3597398" y="2339182"/>
                  </a:moveTo>
                  <a:lnTo>
                    <a:pt x="3549109" y="2367088"/>
                  </a:lnTo>
                  <a:lnTo>
                    <a:pt x="3551123" y="2367926"/>
                  </a:lnTo>
                  <a:lnTo>
                    <a:pt x="3599916" y="2339724"/>
                  </a:lnTo>
                  <a:lnTo>
                    <a:pt x="3597398" y="2339182"/>
                  </a:lnTo>
                  <a:close/>
                </a:path>
                <a:path w="7646034" h="4420870">
                  <a:moveTo>
                    <a:pt x="3739692" y="2256954"/>
                  </a:moveTo>
                  <a:lnTo>
                    <a:pt x="3696544" y="2281888"/>
                  </a:lnTo>
                  <a:lnTo>
                    <a:pt x="3695526" y="2284462"/>
                  </a:lnTo>
                  <a:lnTo>
                    <a:pt x="3738964" y="2259356"/>
                  </a:lnTo>
                  <a:lnTo>
                    <a:pt x="3739692" y="2256954"/>
                  </a:lnTo>
                  <a:close/>
                </a:path>
                <a:path w="7646034" h="4420870">
                  <a:moveTo>
                    <a:pt x="2068079" y="3222942"/>
                  </a:moveTo>
                  <a:lnTo>
                    <a:pt x="2019372" y="3251089"/>
                  </a:lnTo>
                  <a:lnTo>
                    <a:pt x="2021550" y="3252005"/>
                  </a:lnTo>
                  <a:lnTo>
                    <a:pt x="2070815" y="3223530"/>
                  </a:lnTo>
                  <a:lnTo>
                    <a:pt x="2068079" y="3222942"/>
                  </a:lnTo>
                  <a:close/>
                </a:path>
                <a:path w="7646034" h="4420870">
                  <a:moveTo>
                    <a:pt x="2211163" y="3140257"/>
                  </a:moveTo>
                  <a:lnTo>
                    <a:pt x="2166604" y="3166006"/>
                  </a:lnTo>
                  <a:lnTo>
                    <a:pt x="2165570" y="3168762"/>
                  </a:lnTo>
                  <a:lnTo>
                    <a:pt x="2210353" y="3142879"/>
                  </a:lnTo>
                  <a:lnTo>
                    <a:pt x="2211163" y="3140257"/>
                  </a:lnTo>
                  <a:close/>
                </a:path>
                <a:path w="7646034" h="4420870">
                  <a:moveTo>
                    <a:pt x="6875852" y="444637"/>
                  </a:moveTo>
                  <a:lnTo>
                    <a:pt x="6820941" y="476369"/>
                  </a:lnTo>
                  <a:lnTo>
                    <a:pt x="6820631" y="478181"/>
                  </a:lnTo>
                  <a:lnTo>
                    <a:pt x="6874702" y="446929"/>
                  </a:lnTo>
                  <a:lnTo>
                    <a:pt x="6875852" y="444637"/>
                  </a:lnTo>
                  <a:close/>
                </a:path>
                <a:path w="7646034" h="4420870">
                  <a:moveTo>
                    <a:pt x="5927551" y="992639"/>
                  </a:moveTo>
                  <a:lnTo>
                    <a:pt x="5873176" y="1024062"/>
                  </a:lnTo>
                  <a:lnTo>
                    <a:pt x="5872845" y="1025992"/>
                  </a:lnTo>
                  <a:lnTo>
                    <a:pt x="5925806" y="995381"/>
                  </a:lnTo>
                  <a:lnTo>
                    <a:pt x="5927551" y="992639"/>
                  </a:lnTo>
                  <a:close/>
                </a:path>
                <a:path w="7646034" h="4420870">
                  <a:moveTo>
                    <a:pt x="6088712" y="899508"/>
                  </a:moveTo>
                  <a:lnTo>
                    <a:pt x="6061841" y="915036"/>
                  </a:lnTo>
                  <a:lnTo>
                    <a:pt x="6059821" y="917674"/>
                  </a:lnTo>
                  <a:lnTo>
                    <a:pt x="6059165" y="918301"/>
                  </a:lnTo>
                  <a:lnTo>
                    <a:pt x="6089269" y="900901"/>
                  </a:lnTo>
                  <a:lnTo>
                    <a:pt x="6088712" y="899508"/>
                  </a:lnTo>
                  <a:close/>
                </a:path>
                <a:path w="7646034" h="4420870">
                  <a:moveTo>
                    <a:pt x="4552344" y="1787341"/>
                  </a:moveTo>
                  <a:lnTo>
                    <a:pt x="4498416" y="1818505"/>
                  </a:lnTo>
                  <a:lnTo>
                    <a:pt x="4497987" y="1820647"/>
                  </a:lnTo>
                  <a:lnTo>
                    <a:pt x="4550540" y="1790272"/>
                  </a:lnTo>
                  <a:lnTo>
                    <a:pt x="4552344" y="1787341"/>
                  </a:lnTo>
                  <a:close/>
                </a:path>
                <a:path w="7646034" h="4420870">
                  <a:moveTo>
                    <a:pt x="4714185" y="1693816"/>
                  </a:moveTo>
                  <a:lnTo>
                    <a:pt x="4686275" y="1709945"/>
                  </a:lnTo>
                  <a:lnTo>
                    <a:pt x="4684411" y="1712440"/>
                  </a:lnTo>
                  <a:lnTo>
                    <a:pt x="4683298" y="1713539"/>
                  </a:lnTo>
                  <a:lnTo>
                    <a:pt x="4714793" y="1695335"/>
                  </a:lnTo>
                  <a:lnTo>
                    <a:pt x="4714185" y="1693816"/>
                  </a:lnTo>
                  <a:close/>
                </a:path>
                <a:path w="7646034" h="4420870">
                  <a:moveTo>
                    <a:pt x="4406733" y="1871486"/>
                  </a:moveTo>
                  <a:lnTo>
                    <a:pt x="4347880" y="1905496"/>
                  </a:lnTo>
                  <a:lnTo>
                    <a:pt x="4349611" y="1906407"/>
                  </a:lnTo>
                  <a:lnTo>
                    <a:pt x="4408994" y="1872084"/>
                  </a:lnTo>
                  <a:lnTo>
                    <a:pt x="4406733" y="1871486"/>
                  </a:lnTo>
                  <a:close/>
                </a:path>
                <a:path w="7646034" h="4420870">
                  <a:moveTo>
                    <a:pt x="4455346" y="1843394"/>
                  </a:moveTo>
                  <a:lnTo>
                    <a:pt x="4427119" y="1859705"/>
                  </a:lnTo>
                  <a:lnTo>
                    <a:pt x="4425609" y="1862481"/>
                  </a:lnTo>
                  <a:lnTo>
                    <a:pt x="4454721" y="1845655"/>
                  </a:lnTo>
                  <a:lnTo>
                    <a:pt x="4455346" y="1843394"/>
                  </a:lnTo>
                  <a:close/>
                </a:path>
                <a:path w="7646034" h="4420870">
                  <a:moveTo>
                    <a:pt x="4202038" y="1989775"/>
                  </a:moveTo>
                  <a:lnTo>
                    <a:pt x="4169863" y="2008368"/>
                  </a:lnTo>
                  <a:lnTo>
                    <a:pt x="4166442" y="2010763"/>
                  </a:lnTo>
                  <a:lnTo>
                    <a:pt x="4163394" y="2012287"/>
                  </a:lnTo>
                  <a:lnTo>
                    <a:pt x="4161870" y="2013811"/>
                  </a:lnTo>
                  <a:lnTo>
                    <a:pt x="4160444" y="2013811"/>
                  </a:lnTo>
                  <a:lnTo>
                    <a:pt x="4149364" y="2020214"/>
                  </a:lnTo>
                  <a:lnTo>
                    <a:pt x="4148996" y="2022361"/>
                  </a:lnTo>
                  <a:lnTo>
                    <a:pt x="4200663" y="1992497"/>
                  </a:lnTo>
                  <a:lnTo>
                    <a:pt x="4202038" y="1989775"/>
                  </a:lnTo>
                  <a:close/>
                </a:path>
                <a:path w="7646034" h="4420870">
                  <a:moveTo>
                    <a:pt x="2981523" y="2695083"/>
                  </a:moveTo>
                  <a:lnTo>
                    <a:pt x="2922863" y="2728981"/>
                  </a:lnTo>
                  <a:lnTo>
                    <a:pt x="2924699" y="2729993"/>
                  </a:lnTo>
                  <a:lnTo>
                    <a:pt x="2983981" y="2695728"/>
                  </a:lnTo>
                  <a:lnTo>
                    <a:pt x="2981523" y="2695083"/>
                  </a:lnTo>
                  <a:close/>
                </a:path>
                <a:path w="7646034" h="4420870">
                  <a:moveTo>
                    <a:pt x="3030323" y="2666883"/>
                  </a:moveTo>
                  <a:lnTo>
                    <a:pt x="3002094" y="2683195"/>
                  </a:lnTo>
                  <a:lnTo>
                    <a:pt x="3000386" y="2686246"/>
                  </a:lnTo>
                  <a:lnTo>
                    <a:pt x="3029667" y="2669323"/>
                  </a:lnTo>
                  <a:lnTo>
                    <a:pt x="3030323" y="2666883"/>
                  </a:lnTo>
                  <a:close/>
                </a:path>
                <a:path w="7646034" h="4420870">
                  <a:moveTo>
                    <a:pt x="2777896" y="2812754"/>
                  </a:moveTo>
                  <a:lnTo>
                    <a:pt x="2747633" y="2830243"/>
                  </a:lnTo>
                  <a:lnTo>
                    <a:pt x="2741502" y="2835247"/>
                  </a:lnTo>
                  <a:lnTo>
                    <a:pt x="2738974" y="2835247"/>
                  </a:lnTo>
                  <a:lnTo>
                    <a:pt x="2724618" y="2843543"/>
                  </a:lnTo>
                  <a:lnTo>
                    <a:pt x="2724207" y="2845876"/>
                  </a:lnTo>
                  <a:lnTo>
                    <a:pt x="2776425" y="2815694"/>
                  </a:lnTo>
                  <a:lnTo>
                    <a:pt x="2777896" y="2812754"/>
                  </a:lnTo>
                  <a:close/>
                </a:path>
                <a:path w="7646034" h="4420870">
                  <a:moveTo>
                    <a:pt x="1774727" y="3392463"/>
                  </a:moveTo>
                  <a:lnTo>
                    <a:pt x="1720068" y="3424050"/>
                  </a:lnTo>
                  <a:lnTo>
                    <a:pt x="1719648" y="3426501"/>
                  </a:lnTo>
                  <a:lnTo>
                    <a:pt x="1773245" y="3395522"/>
                  </a:lnTo>
                  <a:lnTo>
                    <a:pt x="1774727" y="3392463"/>
                  </a:lnTo>
                  <a:close/>
                </a:path>
                <a:path w="7646034" h="4420870">
                  <a:moveTo>
                    <a:pt x="1429848" y="3591761"/>
                  </a:moveTo>
                  <a:lnTo>
                    <a:pt x="1377435" y="3622049"/>
                  </a:lnTo>
                  <a:lnTo>
                    <a:pt x="1376910" y="3624600"/>
                  </a:lnTo>
                  <a:lnTo>
                    <a:pt x="1428211" y="3594949"/>
                  </a:lnTo>
                  <a:lnTo>
                    <a:pt x="1429848" y="3591761"/>
                  </a:lnTo>
                  <a:close/>
                </a:path>
                <a:path w="7646034" h="4420870">
                  <a:moveTo>
                    <a:pt x="1051033" y="3810670"/>
                  </a:moveTo>
                  <a:lnTo>
                    <a:pt x="992265" y="3844631"/>
                  </a:lnTo>
                  <a:lnTo>
                    <a:pt x="994300" y="3845745"/>
                  </a:lnTo>
                  <a:lnTo>
                    <a:pt x="1053724" y="3811399"/>
                  </a:lnTo>
                  <a:lnTo>
                    <a:pt x="1051033" y="3810670"/>
                  </a:lnTo>
                  <a:close/>
                </a:path>
                <a:path w="7646034" h="4420870">
                  <a:moveTo>
                    <a:pt x="1100878" y="3781866"/>
                  </a:moveTo>
                  <a:lnTo>
                    <a:pt x="1071520" y="3798831"/>
                  </a:lnTo>
                  <a:lnTo>
                    <a:pt x="1069484" y="3802290"/>
                  </a:lnTo>
                  <a:lnTo>
                    <a:pt x="1100063" y="3784616"/>
                  </a:lnTo>
                  <a:lnTo>
                    <a:pt x="1100878" y="3781866"/>
                  </a:lnTo>
                  <a:close/>
                </a:path>
                <a:path w="7646034" h="4420870">
                  <a:moveTo>
                    <a:pt x="848682" y="3927604"/>
                  </a:moveTo>
                  <a:lnTo>
                    <a:pt x="815631" y="3946703"/>
                  </a:lnTo>
                  <a:lnTo>
                    <a:pt x="810594" y="3950815"/>
                  </a:lnTo>
                  <a:lnTo>
                    <a:pt x="808517" y="3950815"/>
                  </a:lnTo>
                  <a:lnTo>
                    <a:pt x="793659" y="3959401"/>
                  </a:lnTo>
                  <a:lnTo>
                    <a:pt x="793205" y="3961977"/>
                  </a:lnTo>
                  <a:lnTo>
                    <a:pt x="847189" y="3930774"/>
                  </a:lnTo>
                  <a:lnTo>
                    <a:pt x="848682" y="3927604"/>
                  </a:lnTo>
                  <a:close/>
                </a:path>
                <a:path w="7646034" h="4420870">
                  <a:moveTo>
                    <a:pt x="556132" y="4096662"/>
                  </a:moveTo>
                  <a:lnTo>
                    <a:pt x="501041" y="4128498"/>
                  </a:lnTo>
                  <a:lnTo>
                    <a:pt x="500581" y="4131110"/>
                  </a:lnTo>
                  <a:lnTo>
                    <a:pt x="553897" y="4100294"/>
                  </a:lnTo>
                  <a:lnTo>
                    <a:pt x="556132" y="4096662"/>
                  </a:lnTo>
                  <a:close/>
                </a:path>
                <a:path w="7646034" h="4420870">
                  <a:moveTo>
                    <a:pt x="716975" y="4003715"/>
                  </a:moveTo>
                  <a:lnTo>
                    <a:pt x="690228" y="4019171"/>
                  </a:lnTo>
                  <a:lnTo>
                    <a:pt x="688483" y="4021443"/>
                  </a:lnTo>
                  <a:lnTo>
                    <a:pt x="685826" y="4024041"/>
                  </a:lnTo>
                  <a:lnTo>
                    <a:pt x="717624" y="4005662"/>
                  </a:lnTo>
                  <a:lnTo>
                    <a:pt x="716975" y="4003715"/>
                  </a:lnTo>
                  <a:close/>
                </a:path>
                <a:path w="7646034" h="4420870">
                  <a:moveTo>
                    <a:pt x="2604851" y="2912753"/>
                  </a:moveTo>
                  <a:lnTo>
                    <a:pt x="2551360" y="2943665"/>
                  </a:lnTo>
                  <a:lnTo>
                    <a:pt x="2551974" y="2945425"/>
                  </a:lnTo>
                  <a:lnTo>
                    <a:pt x="2606987" y="2913628"/>
                  </a:lnTo>
                  <a:lnTo>
                    <a:pt x="2604851" y="2912753"/>
                  </a:lnTo>
                  <a:close/>
                </a:path>
                <a:path w="7646034" h="4420870">
                  <a:moveTo>
                    <a:pt x="2542297" y="2948902"/>
                  </a:moveTo>
                  <a:lnTo>
                    <a:pt x="2516318" y="2963915"/>
                  </a:lnTo>
                  <a:lnTo>
                    <a:pt x="2515316" y="2966612"/>
                  </a:lnTo>
                  <a:lnTo>
                    <a:pt x="2542049" y="2951161"/>
                  </a:lnTo>
                  <a:lnTo>
                    <a:pt x="2542297" y="2948902"/>
                  </a:lnTo>
                  <a:close/>
                </a:path>
                <a:path w="7646034" h="4420870">
                  <a:moveTo>
                    <a:pt x="2453909" y="2999979"/>
                  </a:moveTo>
                  <a:lnTo>
                    <a:pt x="2401462" y="3030288"/>
                  </a:lnTo>
                  <a:lnTo>
                    <a:pt x="2403085" y="3031481"/>
                  </a:lnTo>
                  <a:lnTo>
                    <a:pt x="2456246" y="3000754"/>
                  </a:lnTo>
                  <a:lnTo>
                    <a:pt x="2453909" y="2999979"/>
                  </a:lnTo>
                  <a:close/>
                </a:path>
                <a:path w="7646034" h="4420870">
                  <a:moveTo>
                    <a:pt x="378727" y="4199181"/>
                  </a:moveTo>
                  <a:lnTo>
                    <a:pt x="329208" y="4227797"/>
                  </a:lnTo>
                  <a:lnTo>
                    <a:pt x="329875" y="4229777"/>
                  </a:lnTo>
                  <a:lnTo>
                    <a:pt x="381122" y="4200157"/>
                  </a:lnTo>
                  <a:lnTo>
                    <a:pt x="378727" y="4199181"/>
                  </a:lnTo>
                  <a:close/>
                </a:path>
                <a:path w="7646034" h="4420870">
                  <a:moveTo>
                    <a:pt x="249829" y="4273668"/>
                  </a:moveTo>
                  <a:lnTo>
                    <a:pt x="220330" y="4290715"/>
                  </a:lnTo>
                  <a:lnTo>
                    <a:pt x="221474" y="4292432"/>
                  </a:lnTo>
                  <a:lnTo>
                    <a:pt x="249803" y="4276058"/>
                  </a:lnTo>
                  <a:lnTo>
                    <a:pt x="249829" y="4273668"/>
                  </a:lnTo>
                  <a:close/>
                </a:path>
                <a:path w="7646034" h="4420870">
                  <a:moveTo>
                    <a:pt x="130204" y="4342797"/>
                  </a:moveTo>
                  <a:lnTo>
                    <a:pt x="102719" y="4358679"/>
                  </a:lnTo>
                  <a:lnTo>
                    <a:pt x="101778" y="4361615"/>
                  </a:lnTo>
                  <a:lnTo>
                    <a:pt x="129670" y="4345493"/>
                  </a:lnTo>
                  <a:lnTo>
                    <a:pt x="130204" y="4342797"/>
                  </a:lnTo>
                  <a:close/>
                </a:path>
                <a:path w="7646034" h="4420870">
                  <a:moveTo>
                    <a:pt x="34593" y="4398048"/>
                  </a:moveTo>
                  <a:lnTo>
                    <a:pt x="677" y="4417647"/>
                  </a:lnTo>
                  <a:lnTo>
                    <a:pt x="0" y="4420442"/>
                  </a:lnTo>
                  <a:lnTo>
                    <a:pt x="37876" y="4398549"/>
                  </a:lnTo>
                  <a:lnTo>
                    <a:pt x="34593" y="4398048"/>
                  </a:lnTo>
                  <a:close/>
                </a:path>
                <a:path w="7646034" h="4420870">
                  <a:moveTo>
                    <a:pt x="7645284" y="0"/>
                  </a:moveTo>
                  <a:lnTo>
                    <a:pt x="7589584" y="32188"/>
                  </a:lnTo>
                  <a:lnTo>
                    <a:pt x="7590850" y="33002"/>
                  </a:lnTo>
                  <a:lnTo>
                    <a:pt x="7645765" y="1261"/>
                  </a:lnTo>
                  <a:lnTo>
                    <a:pt x="7645284" y="0"/>
                  </a:lnTo>
                  <a:close/>
                </a:path>
                <a:path w="7646034" h="4420870">
                  <a:moveTo>
                    <a:pt x="7437020" y="120351"/>
                  </a:moveTo>
                  <a:lnTo>
                    <a:pt x="7408925" y="136586"/>
                  </a:lnTo>
                  <a:lnTo>
                    <a:pt x="7408434" y="138436"/>
                  </a:lnTo>
                  <a:lnTo>
                    <a:pt x="7436602" y="122155"/>
                  </a:lnTo>
                  <a:lnTo>
                    <a:pt x="7436946" y="121003"/>
                  </a:lnTo>
                  <a:lnTo>
                    <a:pt x="7437020" y="120351"/>
                  </a:lnTo>
                  <a:close/>
                </a:path>
                <a:path w="7646034" h="4420870">
                  <a:moveTo>
                    <a:pt x="7341179" y="175735"/>
                  </a:moveTo>
                  <a:lnTo>
                    <a:pt x="7306452" y="195803"/>
                  </a:lnTo>
                  <a:lnTo>
                    <a:pt x="7306007" y="197638"/>
                  </a:lnTo>
                  <a:lnTo>
                    <a:pt x="7343345" y="176057"/>
                  </a:lnTo>
                  <a:lnTo>
                    <a:pt x="7341179" y="175735"/>
                  </a:lnTo>
                  <a:close/>
                </a:path>
                <a:path w="7646034" h="4420870">
                  <a:moveTo>
                    <a:pt x="6464388" y="682413"/>
                  </a:moveTo>
                  <a:lnTo>
                    <a:pt x="6408772" y="714553"/>
                  </a:lnTo>
                  <a:lnTo>
                    <a:pt x="6410143" y="715439"/>
                  </a:lnTo>
                  <a:lnTo>
                    <a:pt x="6464900" y="683790"/>
                  </a:lnTo>
                  <a:lnTo>
                    <a:pt x="6464388" y="682413"/>
                  </a:lnTo>
                  <a:close/>
                </a:path>
                <a:path w="7646034" h="4420870">
                  <a:moveTo>
                    <a:pt x="6255946" y="802867"/>
                  </a:moveTo>
                  <a:lnTo>
                    <a:pt x="6227894" y="819078"/>
                  </a:lnTo>
                  <a:lnTo>
                    <a:pt x="6227361" y="821085"/>
                  </a:lnTo>
                  <a:lnTo>
                    <a:pt x="6255570" y="804781"/>
                  </a:lnTo>
                  <a:lnTo>
                    <a:pt x="6255846" y="803755"/>
                  </a:lnTo>
                  <a:lnTo>
                    <a:pt x="6255946" y="802867"/>
                  </a:lnTo>
                  <a:close/>
                </a:path>
                <a:path w="7646034" h="4420870">
                  <a:moveTo>
                    <a:pt x="6159787" y="858435"/>
                  </a:moveTo>
                  <a:lnTo>
                    <a:pt x="6125414" y="878299"/>
                  </a:lnTo>
                  <a:lnTo>
                    <a:pt x="6124932" y="880289"/>
                  </a:lnTo>
                  <a:lnTo>
                    <a:pt x="6162138" y="858783"/>
                  </a:lnTo>
                  <a:lnTo>
                    <a:pt x="6159787" y="858435"/>
                  </a:lnTo>
                  <a:close/>
                </a:path>
                <a:path w="7646034" h="4420870">
                  <a:moveTo>
                    <a:pt x="5210926" y="1406761"/>
                  </a:moveTo>
                  <a:lnTo>
                    <a:pt x="5155355" y="1438874"/>
                  </a:lnTo>
                  <a:lnTo>
                    <a:pt x="5156252" y="1440176"/>
                  </a:lnTo>
                  <a:lnTo>
                    <a:pt x="5212654" y="1407576"/>
                  </a:lnTo>
                  <a:lnTo>
                    <a:pt x="5210926" y="1406761"/>
                  </a:lnTo>
                  <a:close/>
                </a:path>
                <a:path w="7646034" h="4420870">
                  <a:moveTo>
                    <a:pt x="5018487" y="1517967"/>
                  </a:moveTo>
                  <a:lnTo>
                    <a:pt x="4981562" y="1539305"/>
                  </a:lnTo>
                  <a:lnTo>
                    <a:pt x="4981305" y="1539964"/>
                  </a:lnTo>
                  <a:lnTo>
                    <a:pt x="4980129" y="1541974"/>
                  </a:lnTo>
                  <a:lnTo>
                    <a:pt x="5018083" y="1520036"/>
                  </a:lnTo>
                  <a:lnTo>
                    <a:pt x="5018487" y="1517967"/>
                  </a:lnTo>
                  <a:close/>
                </a:path>
                <a:path w="7646034" h="4420870">
                  <a:moveTo>
                    <a:pt x="4910505" y="1580367"/>
                  </a:moveTo>
                  <a:lnTo>
                    <a:pt x="4882006" y="1596836"/>
                  </a:lnTo>
                  <a:lnTo>
                    <a:pt x="4881360" y="1599061"/>
                  </a:lnTo>
                  <a:lnTo>
                    <a:pt x="4913024" y="1580760"/>
                  </a:lnTo>
                  <a:lnTo>
                    <a:pt x="4910505" y="1580367"/>
                  </a:lnTo>
                  <a:close/>
                </a:path>
                <a:path w="7646034" h="4420870">
                  <a:moveTo>
                    <a:pt x="1201683" y="3725880"/>
                  </a:moveTo>
                  <a:lnTo>
                    <a:pt x="1197760" y="3725880"/>
                  </a:lnTo>
                  <a:lnTo>
                    <a:pt x="1134726" y="3762306"/>
                  </a:lnTo>
                  <a:lnTo>
                    <a:pt x="1137098" y="3763210"/>
                  </a:lnTo>
                  <a:lnTo>
                    <a:pt x="1201683" y="3725880"/>
                  </a:lnTo>
                  <a:close/>
                </a:path>
                <a:path w="7646034" h="4420870">
                  <a:moveTo>
                    <a:pt x="1335469" y="3646301"/>
                  </a:moveTo>
                  <a:lnTo>
                    <a:pt x="1314247" y="3658565"/>
                  </a:lnTo>
                  <a:lnTo>
                    <a:pt x="1312109" y="3661207"/>
                  </a:lnTo>
                  <a:lnTo>
                    <a:pt x="1310211" y="3663152"/>
                  </a:lnTo>
                  <a:lnTo>
                    <a:pt x="1336184" y="3648140"/>
                  </a:lnTo>
                  <a:lnTo>
                    <a:pt x="1335469" y="3646301"/>
                  </a:lnTo>
                  <a:close/>
                </a:path>
                <a:path w="7646034" h="4420870">
                  <a:moveTo>
                    <a:pt x="6663609" y="567288"/>
                  </a:moveTo>
                  <a:lnTo>
                    <a:pt x="6627962" y="587887"/>
                  </a:lnTo>
                  <a:lnTo>
                    <a:pt x="6624654" y="590395"/>
                  </a:lnTo>
                  <a:lnTo>
                    <a:pt x="6618505" y="593352"/>
                  </a:lnTo>
                  <a:lnTo>
                    <a:pt x="6615560" y="595054"/>
                  </a:lnTo>
                  <a:lnTo>
                    <a:pt x="6613986" y="596491"/>
                  </a:lnTo>
                  <a:lnTo>
                    <a:pt x="6611831" y="597209"/>
                  </a:lnTo>
                  <a:lnTo>
                    <a:pt x="6609280" y="598683"/>
                  </a:lnTo>
                  <a:lnTo>
                    <a:pt x="6608905" y="600556"/>
                  </a:lnTo>
                  <a:lnTo>
                    <a:pt x="6662033" y="569849"/>
                  </a:lnTo>
                  <a:lnTo>
                    <a:pt x="6663609" y="567288"/>
                  </a:lnTo>
                  <a:close/>
                </a:path>
                <a:path w="7646034" h="4420870">
                  <a:moveTo>
                    <a:pt x="5677029" y="1137411"/>
                  </a:moveTo>
                  <a:lnTo>
                    <a:pt x="5644754" y="1156061"/>
                  </a:lnTo>
                  <a:lnTo>
                    <a:pt x="5638626" y="1160371"/>
                  </a:lnTo>
                  <a:lnTo>
                    <a:pt x="5634054" y="1163419"/>
                  </a:lnTo>
                  <a:lnTo>
                    <a:pt x="5629457" y="1164901"/>
                  </a:lnTo>
                  <a:lnTo>
                    <a:pt x="5623291" y="1168464"/>
                  </a:lnTo>
                  <a:lnTo>
                    <a:pt x="5622891" y="1170463"/>
                  </a:lnTo>
                  <a:lnTo>
                    <a:pt x="5674870" y="1140420"/>
                  </a:lnTo>
                  <a:lnTo>
                    <a:pt x="5677029" y="1137411"/>
                  </a:lnTo>
                  <a:close/>
                </a:path>
                <a:path w="7646034" h="4420870">
                  <a:moveTo>
                    <a:pt x="5394196" y="1300853"/>
                  </a:moveTo>
                  <a:lnTo>
                    <a:pt x="5348009" y="1327544"/>
                  </a:lnTo>
                  <a:lnTo>
                    <a:pt x="5345987" y="1329565"/>
                  </a:lnTo>
                  <a:lnTo>
                    <a:pt x="5344511" y="1329565"/>
                  </a:lnTo>
                  <a:lnTo>
                    <a:pt x="5339659" y="1332369"/>
                  </a:lnTo>
                  <a:lnTo>
                    <a:pt x="5339251" y="1334405"/>
                  </a:lnTo>
                  <a:lnTo>
                    <a:pt x="5392167" y="1303820"/>
                  </a:lnTo>
                  <a:lnTo>
                    <a:pt x="5394196" y="1300853"/>
                  </a:lnTo>
                  <a:close/>
                </a:path>
                <a:path w="7646034" h="4420870">
                  <a:moveTo>
                    <a:pt x="3955633" y="2132166"/>
                  </a:moveTo>
                  <a:lnTo>
                    <a:pt x="3920859" y="2152262"/>
                  </a:lnTo>
                  <a:lnTo>
                    <a:pt x="3916506" y="2155543"/>
                  </a:lnTo>
                  <a:lnTo>
                    <a:pt x="3910410" y="2158591"/>
                  </a:lnTo>
                  <a:lnTo>
                    <a:pt x="3907338" y="2160075"/>
                  </a:lnTo>
                  <a:lnTo>
                    <a:pt x="3905838" y="2161639"/>
                  </a:lnTo>
                  <a:lnTo>
                    <a:pt x="3903713" y="2162170"/>
                  </a:lnTo>
                  <a:lnTo>
                    <a:pt x="3899494" y="2164608"/>
                  </a:lnTo>
                  <a:lnTo>
                    <a:pt x="3899120" y="2166787"/>
                  </a:lnTo>
                  <a:lnTo>
                    <a:pt x="3953760" y="2135205"/>
                  </a:lnTo>
                  <a:lnTo>
                    <a:pt x="3955633" y="2132166"/>
                  </a:lnTo>
                  <a:close/>
                </a:path>
                <a:path w="7646034" h="4420870">
                  <a:moveTo>
                    <a:pt x="3372841" y="2468949"/>
                  </a:moveTo>
                  <a:lnTo>
                    <a:pt x="3326510" y="2495723"/>
                  </a:lnTo>
                  <a:lnTo>
                    <a:pt x="3327329" y="2497276"/>
                  </a:lnTo>
                  <a:lnTo>
                    <a:pt x="3372755" y="2471021"/>
                  </a:lnTo>
                  <a:lnTo>
                    <a:pt x="3372841" y="2468949"/>
                  </a:lnTo>
                  <a:close/>
                </a:path>
              </a:pathLst>
            </a:custGeom>
            <a:solidFill>
              <a:srgbClr val="707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42696" y="1131595"/>
              <a:ext cx="7647940" cy="4422140"/>
            </a:xfrm>
            <a:custGeom>
              <a:avLst/>
              <a:gdLst/>
              <a:ahLst/>
              <a:cxnLst/>
              <a:rect l="l" t="t" r="r" b="b"/>
              <a:pathLst>
                <a:path w="7647940" h="4422140">
                  <a:moveTo>
                    <a:pt x="41859" y="4397794"/>
                  </a:moveTo>
                  <a:lnTo>
                    <a:pt x="38569" y="4397286"/>
                  </a:lnTo>
                  <a:lnTo>
                    <a:pt x="673" y="4419181"/>
                  </a:lnTo>
                  <a:lnTo>
                    <a:pt x="0" y="4421975"/>
                  </a:lnTo>
                  <a:lnTo>
                    <a:pt x="41859" y="4397794"/>
                  </a:lnTo>
                  <a:close/>
                </a:path>
                <a:path w="7647940" h="4422140">
                  <a:moveTo>
                    <a:pt x="130340" y="4344289"/>
                  </a:moveTo>
                  <a:lnTo>
                    <a:pt x="102438" y="4360392"/>
                  </a:lnTo>
                  <a:lnTo>
                    <a:pt x="101612" y="4362983"/>
                  </a:lnTo>
                  <a:lnTo>
                    <a:pt x="101396" y="4363390"/>
                  </a:lnTo>
                  <a:lnTo>
                    <a:pt x="129806" y="4346981"/>
                  </a:lnTo>
                  <a:lnTo>
                    <a:pt x="130340" y="4344289"/>
                  </a:lnTo>
                  <a:close/>
                </a:path>
                <a:path w="7647940" h="4422140">
                  <a:moveTo>
                    <a:pt x="250482" y="4274883"/>
                  </a:moveTo>
                  <a:lnTo>
                    <a:pt x="222186" y="4291228"/>
                  </a:lnTo>
                  <a:lnTo>
                    <a:pt x="223329" y="4292943"/>
                  </a:lnTo>
                  <a:lnTo>
                    <a:pt x="250456" y="4277271"/>
                  </a:lnTo>
                  <a:lnTo>
                    <a:pt x="250482" y="4274883"/>
                  </a:lnTo>
                  <a:close/>
                </a:path>
                <a:path w="7647940" h="4422140">
                  <a:moveTo>
                    <a:pt x="384314" y="4199915"/>
                  </a:moveTo>
                  <a:lnTo>
                    <a:pt x="381927" y="4198950"/>
                  </a:lnTo>
                  <a:lnTo>
                    <a:pt x="330581" y="4228604"/>
                  </a:lnTo>
                  <a:lnTo>
                    <a:pt x="331254" y="4230586"/>
                  </a:lnTo>
                  <a:lnTo>
                    <a:pt x="384314" y="4199915"/>
                  </a:lnTo>
                  <a:close/>
                </a:path>
                <a:path w="7647940" h="4422140">
                  <a:moveTo>
                    <a:pt x="591019" y="4080497"/>
                  </a:moveTo>
                  <a:lnTo>
                    <a:pt x="553720" y="4100423"/>
                  </a:lnTo>
                  <a:lnTo>
                    <a:pt x="554405" y="4099306"/>
                  </a:lnTo>
                  <a:lnTo>
                    <a:pt x="554570" y="4099039"/>
                  </a:lnTo>
                  <a:lnTo>
                    <a:pt x="501256" y="4129849"/>
                  </a:lnTo>
                  <a:lnTo>
                    <a:pt x="501230" y="4130027"/>
                  </a:lnTo>
                  <a:lnTo>
                    <a:pt x="500761" y="4132643"/>
                  </a:lnTo>
                  <a:lnTo>
                    <a:pt x="556514" y="4100423"/>
                  </a:lnTo>
                  <a:lnTo>
                    <a:pt x="591019" y="4080497"/>
                  </a:lnTo>
                  <a:close/>
                </a:path>
                <a:path w="7647940" h="4422140">
                  <a:moveTo>
                    <a:pt x="719010" y="4006532"/>
                  </a:moveTo>
                  <a:lnTo>
                    <a:pt x="718362" y="4004589"/>
                  </a:lnTo>
                  <a:lnTo>
                    <a:pt x="718299" y="4004399"/>
                  </a:lnTo>
                  <a:lnTo>
                    <a:pt x="686498" y="4022775"/>
                  </a:lnTo>
                  <a:lnTo>
                    <a:pt x="685965" y="4023309"/>
                  </a:lnTo>
                  <a:lnTo>
                    <a:pt x="680148" y="4028998"/>
                  </a:lnTo>
                  <a:lnTo>
                    <a:pt x="719010" y="4006532"/>
                  </a:lnTo>
                  <a:close/>
                </a:path>
                <a:path w="7647940" h="4422140">
                  <a:moveTo>
                    <a:pt x="875893" y="3915892"/>
                  </a:moveTo>
                  <a:lnTo>
                    <a:pt x="846328" y="3932783"/>
                  </a:lnTo>
                  <a:lnTo>
                    <a:pt x="847686" y="3929875"/>
                  </a:lnTo>
                  <a:lnTo>
                    <a:pt x="847864" y="3929519"/>
                  </a:lnTo>
                  <a:lnTo>
                    <a:pt x="793877" y="3960711"/>
                  </a:lnTo>
                  <a:lnTo>
                    <a:pt x="793826" y="3960990"/>
                  </a:lnTo>
                  <a:lnTo>
                    <a:pt x="793381" y="3963568"/>
                  </a:lnTo>
                  <a:lnTo>
                    <a:pt x="846645" y="3932783"/>
                  </a:lnTo>
                  <a:lnTo>
                    <a:pt x="875893" y="3915892"/>
                  </a:lnTo>
                  <a:close/>
                </a:path>
                <a:path w="7647940" h="4422140">
                  <a:moveTo>
                    <a:pt x="1059243" y="3809949"/>
                  </a:moveTo>
                  <a:lnTo>
                    <a:pt x="1055878" y="3810533"/>
                  </a:lnTo>
                  <a:lnTo>
                    <a:pt x="1054785" y="3810241"/>
                  </a:lnTo>
                  <a:lnTo>
                    <a:pt x="1054214" y="3810241"/>
                  </a:lnTo>
                  <a:lnTo>
                    <a:pt x="994981" y="3844480"/>
                  </a:lnTo>
                  <a:lnTo>
                    <a:pt x="995248" y="3844633"/>
                  </a:lnTo>
                  <a:lnTo>
                    <a:pt x="997292" y="3845750"/>
                  </a:lnTo>
                  <a:lnTo>
                    <a:pt x="1058227" y="3810533"/>
                  </a:lnTo>
                  <a:lnTo>
                    <a:pt x="1059243" y="3809949"/>
                  </a:lnTo>
                  <a:close/>
                </a:path>
                <a:path w="7647940" h="4422140">
                  <a:moveTo>
                    <a:pt x="1100734" y="3783355"/>
                  </a:moveTo>
                  <a:lnTo>
                    <a:pt x="1070165" y="3801033"/>
                  </a:lnTo>
                  <a:lnTo>
                    <a:pt x="1069860" y="3801541"/>
                  </a:lnTo>
                  <a:lnTo>
                    <a:pt x="1068997" y="3803015"/>
                  </a:lnTo>
                  <a:lnTo>
                    <a:pt x="1065974" y="3806063"/>
                  </a:lnTo>
                  <a:lnTo>
                    <a:pt x="1099794" y="3786517"/>
                  </a:lnTo>
                  <a:lnTo>
                    <a:pt x="1100620" y="3783774"/>
                  </a:lnTo>
                  <a:lnTo>
                    <a:pt x="1100734" y="3783355"/>
                  </a:lnTo>
                  <a:close/>
                </a:path>
                <a:path w="7647940" h="4422140">
                  <a:moveTo>
                    <a:pt x="1206957" y="3724605"/>
                  </a:moveTo>
                  <a:lnTo>
                    <a:pt x="1203032" y="3724605"/>
                  </a:lnTo>
                  <a:lnTo>
                    <a:pt x="1202359" y="3724618"/>
                  </a:lnTo>
                  <a:lnTo>
                    <a:pt x="1137780" y="3761943"/>
                  </a:lnTo>
                  <a:lnTo>
                    <a:pt x="1138148" y="3762095"/>
                  </a:lnTo>
                  <a:lnTo>
                    <a:pt x="1140510" y="3762997"/>
                  </a:lnTo>
                  <a:lnTo>
                    <a:pt x="1206957" y="3724605"/>
                  </a:lnTo>
                  <a:close/>
                </a:path>
                <a:path w="7647940" h="4422140">
                  <a:moveTo>
                    <a:pt x="1337703" y="3649053"/>
                  </a:moveTo>
                  <a:lnTo>
                    <a:pt x="1336992" y="3647224"/>
                  </a:lnTo>
                  <a:lnTo>
                    <a:pt x="1336865" y="3646881"/>
                  </a:lnTo>
                  <a:lnTo>
                    <a:pt x="1310881" y="3661892"/>
                  </a:lnTo>
                  <a:lnTo>
                    <a:pt x="1309979" y="3662832"/>
                  </a:lnTo>
                  <a:lnTo>
                    <a:pt x="1304925" y="3668001"/>
                  </a:lnTo>
                  <a:lnTo>
                    <a:pt x="1337703" y="3649053"/>
                  </a:lnTo>
                  <a:close/>
                </a:path>
                <a:path w="7647940" h="4422140">
                  <a:moveTo>
                    <a:pt x="1503222" y="3553422"/>
                  </a:moveTo>
                  <a:lnTo>
                    <a:pt x="1428445" y="3594392"/>
                  </a:lnTo>
                  <a:lnTo>
                    <a:pt x="1428889" y="3593693"/>
                  </a:lnTo>
                  <a:lnTo>
                    <a:pt x="1377581" y="3623335"/>
                  </a:lnTo>
                  <a:lnTo>
                    <a:pt x="1377480" y="3623830"/>
                  </a:lnTo>
                  <a:lnTo>
                    <a:pt x="1376959" y="3626383"/>
                  </a:lnTo>
                  <a:lnTo>
                    <a:pt x="1503222" y="3553422"/>
                  </a:lnTo>
                  <a:close/>
                </a:path>
                <a:path w="7647940" h="4422140">
                  <a:moveTo>
                    <a:pt x="1846122" y="3355302"/>
                  </a:moveTo>
                  <a:lnTo>
                    <a:pt x="1772907" y="3396335"/>
                  </a:lnTo>
                  <a:lnTo>
                    <a:pt x="1773555" y="3395027"/>
                  </a:lnTo>
                  <a:lnTo>
                    <a:pt x="1773923" y="3394265"/>
                  </a:lnTo>
                  <a:lnTo>
                    <a:pt x="1720329" y="3425240"/>
                  </a:lnTo>
                  <a:lnTo>
                    <a:pt x="1720227" y="3425837"/>
                  </a:lnTo>
                  <a:lnTo>
                    <a:pt x="1719795" y="3428288"/>
                  </a:lnTo>
                  <a:lnTo>
                    <a:pt x="1775091" y="3396335"/>
                  </a:lnTo>
                  <a:lnTo>
                    <a:pt x="1846122" y="3355302"/>
                  </a:lnTo>
                  <a:close/>
                </a:path>
                <a:path w="7647940" h="4422140">
                  <a:moveTo>
                    <a:pt x="2075040" y="3223031"/>
                  </a:moveTo>
                  <a:lnTo>
                    <a:pt x="2072297" y="3222447"/>
                  </a:lnTo>
                  <a:lnTo>
                    <a:pt x="2071497" y="3222269"/>
                  </a:lnTo>
                  <a:lnTo>
                    <a:pt x="2022221" y="3250742"/>
                  </a:lnTo>
                  <a:lnTo>
                    <a:pt x="2022856" y="3251009"/>
                  </a:lnTo>
                  <a:lnTo>
                    <a:pt x="2025027" y="3251924"/>
                  </a:lnTo>
                  <a:lnTo>
                    <a:pt x="2075040" y="3223031"/>
                  </a:lnTo>
                  <a:close/>
                </a:path>
                <a:path w="7647940" h="4422140">
                  <a:moveTo>
                    <a:pt x="2211032" y="3141611"/>
                  </a:moveTo>
                  <a:lnTo>
                    <a:pt x="2166251" y="3167507"/>
                  </a:lnTo>
                  <a:lnTo>
                    <a:pt x="2165921" y="3168358"/>
                  </a:lnTo>
                  <a:lnTo>
                    <a:pt x="2164892" y="3171113"/>
                  </a:lnTo>
                  <a:lnTo>
                    <a:pt x="2209965" y="3145078"/>
                  </a:lnTo>
                  <a:lnTo>
                    <a:pt x="2210765" y="3142450"/>
                  </a:lnTo>
                  <a:lnTo>
                    <a:pt x="2211032" y="3141611"/>
                  </a:lnTo>
                  <a:close/>
                </a:path>
                <a:path w="7647940" h="4422140">
                  <a:moveTo>
                    <a:pt x="2460193" y="3000489"/>
                  </a:moveTo>
                  <a:lnTo>
                    <a:pt x="2459939" y="3000489"/>
                  </a:lnTo>
                  <a:lnTo>
                    <a:pt x="2457754" y="2999765"/>
                  </a:lnTo>
                  <a:lnTo>
                    <a:pt x="2456916" y="2999498"/>
                  </a:lnTo>
                  <a:lnTo>
                    <a:pt x="2403767" y="3030220"/>
                  </a:lnTo>
                  <a:lnTo>
                    <a:pt x="2404326" y="3030639"/>
                  </a:lnTo>
                  <a:lnTo>
                    <a:pt x="2405951" y="3031833"/>
                  </a:lnTo>
                  <a:lnTo>
                    <a:pt x="2460193" y="3000489"/>
                  </a:lnTo>
                  <a:close/>
                </a:path>
                <a:path w="7647940" h="4422140">
                  <a:moveTo>
                    <a:pt x="2542730" y="2949905"/>
                  </a:moveTo>
                  <a:lnTo>
                    <a:pt x="2515997" y="2965348"/>
                  </a:lnTo>
                  <a:lnTo>
                    <a:pt x="2515768" y="2965958"/>
                  </a:lnTo>
                  <a:lnTo>
                    <a:pt x="2515489" y="2966415"/>
                  </a:lnTo>
                  <a:lnTo>
                    <a:pt x="2513584" y="2969641"/>
                  </a:lnTo>
                  <a:lnTo>
                    <a:pt x="2542387" y="2953004"/>
                  </a:lnTo>
                  <a:lnTo>
                    <a:pt x="2542629" y="2950743"/>
                  </a:lnTo>
                  <a:lnTo>
                    <a:pt x="2542730" y="2949905"/>
                  </a:lnTo>
                  <a:close/>
                </a:path>
                <a:path w="7647940" h="4422140">
                  <a:moveTo>
                    <a:pt x="2611209" y="2913227"/>
                  </a:moveTo>
                  <a:lnTo>
                    <a:pt x="2609786" y="2913227"/>
                  </a:lnTo>
                  <a:lnTo>
                    <a:pt x="2608478" y="2912707"/>
                  </a:lnTo>
                  <a:lnTo>
                    <a:pt x="2607665" y="2912364"/>
                  </a:lnTo>
                  <a:lnTo>
                    <a:pt x="2552649" y="2944164"/>
                  </a:lnTo>
                  <a:lnTo>
                    <a:pt x="2552877" y="2944825"/>
                  </a:lnTo>
                  <a:lnTo>
                    <a:pt x="2553487" y="2946577"/>
                  </a:lnTo>
                  <a:lnTo>
                    <a:pt x="2611209" y="2913227"/>
                  </a:lnTo>
                  <a:close/>
                </a:path>
                <a:path w="7647940" h="4422140">
                  <a:moveTo>
                    <a:pt x="2850388" y="2774543"/>
                  </a:moveTo>
                  <a:lnTo>
                    <a:pt x="2775712" y="2817215"/>
                  </a:lnTo>
                  <a:lnTo>
                    <a:pt x="2776499" y="2815640"/>
                  </a:lnTo>
                  <a:lnTo>
                    <a:pt x="2777096" y="2814434"/>
                  </a:lnTo>
                  <a:lnTo>
                    <a:pt x="2724886" y="2844609"/>
                  </a:lnTo>
                  <a:lnTo>
                    <a:pt x="2724721" y="2845549"/>
                  </a:lnTo>
                  <a:lnTo>
                    <a:pt x="2724302" y="2847886"/>
                  </a:lnTo>
                  <a:lnTo>
                    <a:pt x="2777375" y="2817215"/>
                  </a:lnTo>
                  <a:lnTo>
                    <a:pt x="2850299" y="2775089"/>
                  </a:lnTo>
                  <a:lnTo>
                    <a:pt x="2850388" y="2774543"/>
                  </a:lnTo>
                  <a:close/>
                </a:path>
                <a:path w="7647940" h="4422140">
                  <a:moveTo>
                    <a:pt x="2989948" y="2694394"/>
                  </a:moveTo>
                  <a:lnTo>
                    <a:pt x="2986570" y="2694965"/>
                  </a:lnTo>
                  <a:lnTo>
                    <a:pt x="2985757" y="2694762"/>
                  </a:lnTo>
                  <a:lnTo>
                    <a:pt x="2984652" y="2694470"/>
                  </a:lnTo>
                  <a:lnTo>
                    <a:pt x="2925368" y="2728734"/>
                  </a:lnTo>
                  <a:lnTo>
                    <a:pt x="2926181" y="2729179"/>
                  </a:lnTo>
                  <a:lnTo>
                    <a:pt x="2928010" y="2730182"/>
                  </a:lnTo>
                  <a:lnTo>
                    <a:pt x="2988970" y="2694965"/>
                  </a:lnTo>
                  <a:lnTo>
                    <a:pt x="2989948" y="2694394"/>
                  </a:lnTo>
                  <a:close/>
                </a:path>
                <a:path w="7647940" h="4422140">
                  <a:moveTo>
                    <a:pt x="3030347" y="2668066"/>
                  </a:moveTo>
                  <a:lnTo>
                    <a:pt x="3001060" y="2684983"/>
                  </a:lnTo>
                  <a:lnTo>
                    <a:pt x="3000298" y="2686354"/>
                  </a:lnTo>
                  <a:lnTo>
                    <a:pt x="2999689" y="2687447"/>
                  </a:lnTo>
                  <a:lnTo>
                    <a:pt x="2996857" y="2690418"/>
                  </a:lnTo>
                  <a:lnTo>
                    <a:pt x="3029394" y="2671610"/>
                  </a:lnTo>
                  <a:lnTo>
                    <a:pt x="3030042" y="2669171"/>
                  </a:lnTo>
                  <a:lnTo>
                    <a:pt x="3030347" y="2668066"/>
                  </a:lnTo>
                  <a:close/>
                </a:path>
                <a:path w="7647940" h="4422140">
                  <a:moveTo>
                    <a:pt x="3373424" y="2469756"/>
                  </a:moveTo>
                  <a:lnTo>
                    <a:pt x="3328009" y="2496020"/>
                  </a:lnTo>
                  <a:lnTo>
                    <a:pt x="3328428" y="2496807"/>
                  </a:lnTo>
                  <a:lnTo>
                    <a:pt x="3329241" y="2498356"/>
                  </a:lnTo>
                  <a:lnTo>
                    <a:pt x="3373297" y="2472906"/>
                  </a:lnTo>
                  <a:lnTo>
                    <a:pt x="3373386" y="2470835"/>
                  </a:lnTo>
                  <a:lnTo>
                    <a:pt x="3373424" y="2469756"/>
                  </a:lnTo>
                  <a:close/>
                </a:path>
                <a:path w="7647940" h="4422140">
                  <a:moveTo>
                    <a:pt x="3604514" y="2339302"/>
                  </a:moveTo>
                  <a:lnTo>
                    <a:pt x="3601999" y="2338768"/>
                  </a:lnTo>
                  <a:lnTo>
                    <a:pt x="3600589" y="2338463"/>
                  </a:lnTo>
                  <a:lnTo>
                    <a:pt x="3551796" y="2366670"/>
                  </a:lnTo>
                  <a:lnTo>
                    <a:pt x="3552901" y="2367127"/>
                  </a:lnTo>
                  <a:lnTo>
                    <a:pt x="3554920" y="2367965"/>
                  </a:lnTo>
                  <a:lnTo>
                    <a:pt x="3604514" y="2339302"/>
                  </a:lnTo>
                  <a:close/>
                </a:path>
                <a:path w="7647940" h="4422140">
                  <a:moveTo>
                    <a:pt x="3739642" y="2258098"/>
                  </a:moveTo>
                  <a:lnTo>
                    <a:pt x="3696208" y="2283206"/>
                  </a:lnTo>
                  <a:lnTo>
                    <a:pt x="3695611" y="2284679"/>
                  </a:lnTo>
                  <a:lnTo>
                    <a:pt x="3694595" y="2287257"/>
                  </a:lnTo>
                  <a:lnTo>
                    <a:pt x="3738486" y="2261895"/>
                  </a:lnTo>
                  <a:lnTo>
                    <a:pt x="3739210" y="2259495"/>
                  </a:lnTo>
                  <a:lnTo>
                    <a:pt x="3739642" y="2258098"/>
                  </a:lnTo>
                  <a:close/>
                </a:path>
                <a:path w="7647940" h="4422140">
                  <a:moveTo>
                    <a:pt x="4009733" y="2105177"/>
                  </a:moveTo>
                  <a:lnTo>
                    <a:pt x="3952240" y="2137511"/>
                  </a:lnTo>
                  <a:lnTo>
                    <a:pt x="3953268" y="2135848"/>
                  </a:lnTo>
                  <a:lnTo>
                    <a:pt x="3954437" y="2133943"/>
                  </a:lnTo>
                  <a:lnTo>
                    <a:pt x="3899801" y="2165527"/>
                  </a:lnTo>
                  <a:lnTo>
                    <a:pt x="3899573" y="2166861"/>
                  </a:lnTo>
                  <a:lnTo>
                    <a:pt x="3899192" y="2169045"/>
                  </a:lnTo>
                  <a:lnTo>
                    <a:pt x="3953751" y="2137511"/>
                  </a:lnTo>
                  <a:lnTo>
                    <a:pt x="4009733" y="2105177"/>
                  </a:lnTo>
                  <a:close/>
                </a:path>
                <a:path w="7647940" h="4422140">
                  <a:moveTo>
                    <a:pt x="4208945" y="1988146"/>
                  </a:moveTo>
                  <a:lnTo>
                    <a:pt x="4200652" y="1992604"/>
                  </a:lnTo>
                  <a:lnTo>
                    <a:pt x="4201337" y="1991233"/>
                  </a:lnTo>
                  <a:lnTo>
                    <a:pt x="4149674" y="2021103"/>
                  </a:lnTo>
                  <a:lnTo>
                    <a:pt x="4149433" y="2022525"/>
                  </a:lnTo>
                  <a:lnTo>
                    <a:pt x="4201210" y="1992604"/>
                  </a:lnTo>
                  <a:lnTo>
                    <a:pt x="4208945" y="1988146"/>
                  </a:lnTo>
                  <a:close/>
                </a:path>
                <a:path w="7647940" h="4422140">
                  <a:moveTo>
                    <a:pt x="4257789" y="1961845"/>
                  </a:moveTo>
                  <a:lnTo>
                    <a:pt x="4208945" y="1988146"/>
                  </a:lnTo>
                  <a:lnTo>
                    <a:pt x="4149433" y="2022525"/>
                  </a:lnTo>
                  <a:lnTo>
                    <a:pt x="4149064" y="2024672"/>
                  </a:lnTo>
                  <a:lnTo>
                    <a:pt x="4257789" y="1961845"/>
                  </a:lnTo>
                  <a:close/>
                </a:path>
                <a:path w="7647940" h="4422140">
                  <a:moveTo>
                    <a:pt x="4414812" y="1871116"/>
                  </a:moveTo>
                  <a:lnTo>
                    <a:pt x="4411713" y="1871370"/>
                  </a:lnTo>
                  <a:lnTo>
                    <a:pt x="4411091" y="1871370"/>
                  </a:lnTo>
                  <a:lnTo>
                    <a:pt x="4411294" y="1871256"/>
                  </a:lnTo>
                  <a:lnTo>
                    <a:pt x="4409668" y="1870824"/>
                  </a:lnTo>
                  <a:lnTo>
                    <a:pt x="4350283" y="1905152"/>
                  </a:lnTo>
                  <a:lnTo>
                    <a:pt x="4351502" y="1905787"/>
                  </a:lnTo>
                  <a:lnTo>
                    <a:pt x="4353242" y="1906701"/>
                  </a:lnTo>
                  <a:lnTo>
                    <a:pt x="4414812" y="1871116"/>
                  </a:lnTo>
                  <a:close/>
                </a:path>
                <a:path w="7647940" h="4422140">
                  <a:moveTo>
                    <a:pt x="4455401" y="1844395"/>
                  </a:moveTo>
                  <a:lnTo>
                    <a:pt x="4426280" y="1861223"/>
                  </a:lnTo>
                  <a:lnTo>
                    <a:pt x="4425200" y="1863217"/>
                  </a:lnTo>
                  <a:lnTo>
                    <a:pt x="4424629" y="1864271"/>
                  </a:lnTo>
                  <a:lnTo>
                    <a:pt x="4422279" y="1866798"/>
                  </a:lnTo>
                  <a:lnTo>
                    <a:pt x="4454322" y="1848294"/>
                  </a:lnTo>
                  <a:lnTo>
                    <a:pt x="4454944" y="1846033"/>
                  </a:lnTo>
                  <a:lnTo>
                    <a:pt x="4455401" y="1844395"/>
                  </a:lnTo>
                  <a:close/>
                </a:path>
                <a:path w="7647940" h="4422140">
                  <a:moveTo>
                    <a:pt x="4581106" y="1775040"/>
                  </a:moveTo>
                  <a:lnTo>
                    <a:pt x="4549648" y="1791563"/>
                  </a:lnTo>
                  <a:lnTo>
                    <a:pt x="4549876" y="1791195"/>
                  </a:lnTo>
                  <a:lnTo>
                    <a:pt x="4551210" y="1789010"/>
                  </a:lnTo>
                  <a:lnTo>
                    <a:pt x="4498657" y="1819389"/>
                  </a:lnTo>
                  <a:lnTo>
                    <a:pt x="4498352" y="1820964"/>
                  </a:lnTo>
                  <a:lnTo>
                    <a:pt x="4497921" y="1823097"/>
                  </a:lnTo>
                  <a:lnTo>
                    <a:pt x="4552493" y="1791563"/>
                  </a:lnTo>
                  <a:lnTo>
                    <a:pt x="4581106" y="1775040"/>
                  </a:lnTo>
                  <a:close/>
                </a:path>
                <a:path w="7647940" h="4422140">
                  <a:moveTo>
                    <a:pt x="4716551" y="1696783"/>
                  </a:moveTo>
                  <a:lnTo>
                    <a:pt x="4715942" y="1695259"/>
                  </a:lnTo>
                  <a:lnTo>
                    <a:pt x="4715472" y="1694078"/>
                  </a:lnTo>
                  <a:lnTo>
                    <a:pt x="4683976" y="1712277"/>
                  </a:lnTo>
                  <a:lnTo>
                    <a:pt x="4680445" y="1715770"/>
                  </a:lnTo>
                  <a:lnTo>
                    <a:pt x="4675873" y="1720278"/>
                  </a:lnTo>
                  <a:lnTo>
                    <a:pt x="4716551" y="1696783"/>
                  </a:lnTo>
                  <a:close/>
                </a:path>
                <a:path w="7647940" h="4422140">
                  <a:moveTo>
                    <a:pt x="4918291" y="1580210"/>
                  </a:moveTo>
                  <a:lnTo>
                    <a:pt x="4915776" y="1579816"/>
                  </a:lnTo>
                  <a:lnTo>
                    <a:pt x="4913706" y="1579499"/>
                  </a:lnTo>
                  <a:lnTo>
                    <a:pt x="4882032" y="1597799"/>
                  </a:lnTo>
                  <a:lnTo>
                    <a:pt x="4881511" y="1599615"/>
                  </a:lnTo>
                  <a:lnTo>
                    <a:pt x="4880864" y="1601838"/>
                  </a:lnTo>
                  <a:lnTo>
                    <a:pt x="4918291" y="1580210"/>
                  </a:lnTo>
                  <a:close/>
                </a:path>
                <a:path w="7647940" h="4422140">
                  <a:moveTo>
                    <a:pt x="5018760" y="1518780"/>
                  </a:moveTo>
                  <a:lnTo>
                    <a:pt x="4980800" y="1540713"/>
                  </a:lnTo>
                  <a:lnTo>
                    <a:pt x="4979441" y="1543037"/>
                  </a:lnTo>
                  <a:lnTo>
                    <a:pt x="4977816" y="1545818"/>
                  </a:lnTo>
                  <a:lnTo>
                    <a:pt x="5018011" y="1522590"/>
                  </a:lnTo>
                  <a:lnTo>
                    <a:pt x="5018417" y="1520520"/>
                  </a:lnTo>
                  <a:lnTo>
                    <a:pt x="5018760" y="1518780"/>
                  </a:lnTo>
                  <a:close/>
                </a:path>
                <a:path w="7647940" h="4422140">
                  <a:moveTo>
                    <a:pt x="5217884" y="1407109"/>
                  </a:moveTo>
                  <a:lnTo>
                    <a:pt x="5215433" y="1406715"/>
                  </a:lnTo>
                  <a:lnTo>
                    <a:pt x="5213324" y="1406309"/>
                  </a:lnTo>
                  <a:lnTo>
                    <a:pt x="5156924" y="1438910"/>
                  </a:lnTo>
                  <a:lnTo>
                    <a:pt x="5157711" y="1440053"/>
                  </a:lnTo>
                  <a:lnTo>
                    <a:pt x="5158613" y="1441361"/>
                  </a:lnTo>
                  <a:lnTo>
                    <a:pt x="5217884" y="1407109"/>
                  </a:lnTo>
                  <a:close/>
                </a:path>
                <a:path w="7647940" h="4422140">
                  <a:moveTo>
                    <a:pt x="5455691" y="1269707"/>
                  </a:moveTo>
                  <a:lnTo>
                    <a:pt x="5390858" y="1305369"/>
                  </a:lnTo>
                  <a:lnTo>
                    <a:pt x="5392839" y="1302562"/>
                  </a:lnTo>
                  <a:lnTo>
                    <a:pt x="5339931" y="1333144"/>
                  </a:lnTo>
                  <a:lnTo>
                    <a:pt x="5339550" y="1335011"/>
                  </a:lnTo>
                  <a:lnTo>
                    <a:pt x="5339143" y="1337043"/>
                  </a:lnTo>
                  <a:lnTo>
                    <a:pt x="5455691" y="1269707"/>
                  </a:lnTo>
                  <a:close/>
                </a:path>
                <a:path w="7647940" h="4422140">
                  <a:moveTo>
                    <a:pt x="5690933" y="1132027"/>
                  </a:moveTo>
                  <a:lnTo>
                    <a:pt x="5674360" y="1140815"/>
                  </a:lnTo>
                  <a:lnTo>
                    <a:pt x="5675541" y="1139164"/>
                  </a:lnTo>
                  <a:lnTo>
                    <a:pt x="5623572" y="1169200"/>
                  </a:lnTo>
                  <a:lnTo>
                    <a:pt x="5623179" y="1171168"/>
                  </a:lnTo>
                  <a:lnTo>
                    <a:pt x="5675706" y="1140815"/>
                  </a:lnTo>
                  <a:lnTo>
                    <a:pt x="5690933" y="1132027"/>
                  </a:lnTo>
                  <a:close/>
                </a:path>
                <a:path w="7647940" h="4422140">
                  <a:moveTo>
                    <a:pt x="5728246" y="1112227"/>
                  </a:moveTo>
                  <a:lnTo>
                    <a:pt x="5690933" y="1132027"/>
                  </a:lnTo>
                  <a:lnTo>
                    <a:pt x="5623179" y="1171168"/>
                  </a:lnTo>
                  <a:lnTo>
                    <a:pt x="5622772" y="1173162"/>
                  </a:lnTo>
                  <a:lnTo>
                    <a:pt x="5728246" y="1112227"/>
                  </a:lnTo>
                  <a:close/>
                </a:path>
                <a:path w="7647940" h="4422140">
                  <a:moveTo>
                    <a:pt x="5950775" y="983653"/>
                  </a:moveTo>
                  <a:lnTo>
                    <a:pt x="5924296" y="997559"/>
                  </a:lnTo>
                  <a:lnTo>
                    <a:pt x="5924639" y="997013"/>
                  </a:lnTo>
                  <a:lnTo>
                    <a:pt x="5926480" y="994117"/>
                  </a:lnTo>
                  <a:lnTo>
                    <a:pt x="5873521" y="1024737"/>
                  </a:lnTo>
                  <a:lnTo>
                    <a:pt x="5873178" y="1026744"/>
                  </a:lnTo>
                  <a:lnTo>
                    <a:pt x="5872848" y="1028674"/>
                  </a:lnTo>
                  <a:lnTo>
                    <a:pt x="5926696" y="997559"/>
                  </a:lnTo>
                  <a:lnTo>
                    <a:pt x="5950775" y="983653"/>
                  </a:lnTo>
                  <a:close/>
                </a:path>
                <a:path w="7647940" h="4422140">
                  <a:moveTo>
                    <a:pt x="6091110" y="902563"/>
                  </a:moveTo>
                  <a:lnTo>
                    <a:pt x="6090551" y="901166"/>
                  </a:lnTo>
                  <a:lnTo>
                    <a:pt x="6089942" y="899642"/>
                  </a:lnTo>
                  <a:lnTo>
                    <a:pt x="6059843" y="917041"/>
                  </a:lnTo>
                  <a:lnTo>
                    <a:pt x="6054890" y="921778"/>
                  </a:lnTo>
                  <a:lnTo>
                    <a:pt x="6050343" y="926122"/>
                  </a:lnTo>
                  <a:lnTo>
                    <a:pt x="6091110" y="902563"/>
                  </a:lnTo>
                  <a:close/>
                </a:path>
                <a:path w="7647940" h="4422140">
                  <a:moveTo>
                    <a:pt x="6167793" y="858253"/>
                  </a:moveTo>
                  <a:lnTo>
                    <a:pt x="6165443" y="857910"/>
                  </a:lnTo>
                  <a:lnTo>
                    <a:pt x="6162814" y="857516"/>
                  </a:lnTo>
                  <a:lnTo>
                    <a:pt x="6125603" y="879030"/>
                  </a:lnTo>
                  <a:lnTo>
                    <a:pt x="6125070" y="881227"/>
                  </a:lnTo>
                  <a:lnTo>
                    <a:pt x="6124587" y="883221"/>
                  </a:lnTo>
                  <a:lnTo>
                    <a:pt x="6167793" y="858253"/>
                  </a:lnTo>
                  <a:close/>
                </a:path>
                <a:path w="7647940" h="4422140">
                  <a:moveTo>
                    <a:pt x="6256248" y="803516"/>
                  </a:moveTo>
                  <a:lnTo>
                    <a:pt x="6228042" y="819823"/>
                  </a:lnTo>
                  <a:lnTo>
                    <a:pt x="6227432" y="822096"/>
                  </a:lnTo>
                  <a:lnTo>
                    <a:pt x="6227203" y="822947"/>
                  </a:lnTo>
                  <a:lnTo>
                    <a:pt x="6226505" y="824331"/>
                  </a:lnTo>
                  <a:lnTo>
                    <a:pt x="6255093" y="807821"/>
                  </a:lnTo>
                  <a:lnTo>
                    <a:pt x="6255626" y="805802"/>
                  </a:lnTo>
                  <a:lnTo>
                    <a:pt x="6256248" y="803516"/>
                  </a:lnTo>
                  <a:close/>
                </a:path>
                <a:path w="7647940" h="4422140">
                  <a:moveTo>
                    <a:pt x="6466700" y="685546"/>
                  </a:moveTo>
                  <a:lnTo>
                    <a:pt x="6466192" y="684174"/>
                  </a:lnTo>
                  <a:lnTo>
                    <a:pt x="6465570" y="682523"/>
                  </a:lnTo>
                  <a:lnTo>
                    <a:pt x="6410820" y="714184"/>
                  </a:lnTo>
                  <a:lnTo>
                    <a:pt x="6412433" y="715225"/>
                  </a:lnTo>
                  <a:lnTo>
                    <a:pt x="6413805" y="716114"/>
                  </a:lnTo>
                  <a:lnTo>
                    <a:pt x="6466700" y="685546"/>
                  </a:lnTo>
                  <a:close/>
                </a:path>
                <a:path w="7647940" h="4422140">
                  <a:moveTo>
                    <a:pt x="6707911" y="546176"/>
                  </a:moveTo>
                  <a:lnTo>
                    <a:pt x="6660388" y="572363"/>
                  </a:lnTo>
                  <a:lnTo>
                    <a:pt x="6660743" y="571779"/>
                  </a:lnTo>
                  <a:lnTo>
                    <a:pt x="6662712" y="568591"/>
                  </a:lnTo>
                  <a:lnTo>
                    <a:pt x="6609575" y="599300"/>
                  </a:lnTo>
                  <a:lnTo>
                    <a:pt x="6609118" y="601599"/>
                  </a:lnTo>
                  <a:lnTo>
                    <a:pt x="6608750" y="603478"/>
                  </a:lnTo>
                  <a:lnTo>
                    <a:pt x="6662585" y="572363"/>
                  </a:lnTo>
                  <a:lnTo>
                    <a:pt x="6707911" y="546176"/>
                  </a:lnTo>
                  <a:close/>
                </a:path>
                <a:path w="7647940" h="4422140">
                  <a:moveTo>
                    <a:pt x="6927456" y="419328"/>
                  </a:moveTo>
                  <a:lnTo>
                    <a:pt x="6873748" y="448919"/>
                  </a:lnTo>
                  <a:lnTo>
                    <a:pt x="6873875" y="448665"/>
                  </a:lnTo>
                  <a:lnTo>
                    <a:pt x="6875373" y="445668"/>
                  </a:lnTo>
                  <a:lnTo>
                    <a:pt x="6821310" y="476923"/>
                  </a:lnTo>
                  <a:lnTo>
                    <a:pt x="6820903" y="479259"/>
                  </a:lnTo>
                  <a:lnTo>
                    <a:pt x="6820598" y="481076"/>
                  </a:lnTo>
                  <a:lnTo>
                    <a:pt x="6876224" y="448919"/>
                  </a:lnTo>
                  <a:lnTo>
                    <a:pt x="6927456" y="419328"/>
                  </a:lnTo>
                  <a:close/>
                </a:path>
                <a:path w="7647940" h="4422140">
                  <a:moveTo>
                    <a:pt x="7086778" y="327279"/>
                  </a:moveTo>
                  <a:lnTo>
                    <a:pt x="7084708" y="326859"/>
                  </a:lnTo>
                  <a:lnTo>
                    <a:pt x="7081888" y="326301"/>
                  </a:lnTo>
                  <a:lnTo>
                    <a:pt x="7033069" y="354520"/>
                  </a:lnTo>
                  <a:lnTo>
                    <a:pt x="7035254" y="355434"/>
                  </a:lnTo>
                  <a:lnTo>
                    <a:pt x="7036867" y="356108"/>
                  </a:lnTo>
                  <a:lnTo>
                    <a:pt x="7086778" y="327279"/>
                  </a:lnTo>
                  <a:close/>
                </a:path>
                <a:path w="7647940" h="4422140">
                  <a:moveTo>
                    <a:pt x="7222363" y="245110"/>
                  </a:moveTo>
                  <a:lnTo>
                    <a:pt x="7177735" y="270903"/>
                  </a:lnTo>
                  <a:lnTo>
                    <a:pt x="7176630" y="273761"/>
                  </a:lnTo>
                  <a:lnTo>
                    <a:pt x="7175830" y="275818"/>
                  </a:lnTo>
                  <a:lnTo>
                    <a:pt x="7220953" y="249745"/>
                  </a:lnTo>
                  <a:lnTo>
                    <a:pt x="7221537" y="247827"/>
                  </a:lnTo>
                  <a:lnTo>
                    <a:pt x="7222363" y="245110"/>
                  </a:lnTo>
                  <a:close/>
                </a:path>
                <a:path w="7647940" h="4422140">
                  <a:moveTo>
                    <a:pt x="7349312" y="175577"/>
                  </a:moveTo>
                  <a:lnTo>
                    <a:pt x="7347140" y="175260"/>
                  </a:lnTo>
                  <a:lnTo>
                    <a:pt x="7344016" y="174790"/>
                  </a:lnTo>
                  <a:lnTo>
                    <a:pt x="7306678" y="196380"/>
                  </a:lnTo>
                  <a:lnTo>
                    <a:pt x="7306043" y="198996"/>
                  </a:lnTo>
                  <a:lnTo>
                    <a:pt x="7305599" y="200837"/>
                  </a:lnTo>
                  <a:lnTo>
                    <a:pt x="7349312" y="175577"/>
                  </a:lnTo>
                  <a:close/>
                </a:path>
                <a:path w="7647940" h="4422140">
                  <a:moveTo>
                    <a:pt x="7437272" y="120891"/>
                  </a:moveTo>
                  <a:lnTo>
                    <a:pt x="7409104" y="137172"/>
                  </a:lnTo>
                  <a:lnTo>
                    <a:pt x="7408392" y="139877"/>
                  </a:lnTo>
                  <a:lnTo>
                    <a:pt x="7408304" y="140195"/>
                  </a:lnTo>
                  <a:lnTo>
                    <a:pt x="7407376" y="142024"/>
                  </a:lnTo>
                  <a:lnTo>
                    <a:pt x="7435888" y="125564"/>
                  </a:lnTo>
                  <a:lnTo>
                    <a:pt x="7436447" y="123672"/>
                  </a:lnTo>
                  <a:lnTo>
                    <a:pt x="7437272" y="120891"/>
                  </a:lnTo>
                  <a:close/>
                </a:path>
                <a:path w="7647940" h="4422140">
                  <a:moveTo>
                    <a:pt x="7647660" y="3200"/>
                  </a:moveTo>
                  <a:lnTo>
                    <a:pt x="7647178" y="1930"/>
                  </a:lnTo>
                  <a:lnTo>
                    <a:pt x="7646441" y="0"/>
                  </a:lnTo>
                  <a:lnTo>
                    <a:pt x="7591526" y="31737"/>
                  </a:lnTo>
                  <a:lnTo>
                    <a:pt x="7593444" y="32981"/>
                  </a:lnTo>
                  <a:lnTo>
                    <a:pt x="7594714" y="33794"/>
                  </a:lnTo>
                  <a:lnTo>
                    <a:pt x="7647660" y="3200"/>
                  </a:lnTo>
                  <a:close/>
                </a:path>
              </a:pathLst>
            </a:custGeom>
            <a:solidFill>
              <a:srgbClr val="7070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42304" y="1134787"/>
              <a:ext cx="7649209" cy="4420870"/>
            </a:xfrm>
            <a:custGeom>
              <a:avLst/>
              <a:gdLst/>
              <a:ahLst/>
              <a:cxnLst/>
              <a:rect l="l" t="t" r="r" b="b"/>
              <a:pathLst>
                <a:path w="7649209" h="4420870">
                  <a:moveTo>
                    <a:pt x="7087170" y="324077"/>
                  </a:moveTo>
                  <a:lnTo>
                    <a:pt x="7037267" y="352911"/>
                  </a:lnTo>
                  <a:lnTo>
                    <a:pt x="7039587" y="353878"/>
                  </a:lnTo>
                  <a:lnTo>
                    <a:pt x="7090149" y="324670"/>
                  </a:lnTo>
                  <a:lnTo>
                    <a:pt x="7087170" y="324077"/>
                  </a:lnTo>
                  <a:close/>
                </a:path>
                <a:path w="7649209" h="4420870">
                  <a:moveTo>
                    <a:pt x="7221347" y="246550"/>
                  </a:moveTo>
                  <a:lnTo>
                    <a:pt x="7176231" y="272618"/>
                  </a:lnTo>
                  <a:lnTo>
                    <a:pt x="7175069" y="275615"/>
                  </a:lnTo>
                  <a:lnTo>
                    <a:pt x="7220487" y="249378"/>
                  </a:lnTo>
                  <a:lnTo>
                    <a:pt x="7221347" y="246550"/>
                  </a:lnTo>
                  <a:close/>
                </a:path>
                <a:path w="7649209" h="4420870">
                  <a:moveTo>
                    <a:pt x="3604914" y="2336108"/>
                  </a:moveTo>
                  <a:lnTo>
                    <a:pt x="3555317" y="2364764"/>
                  </a:lnTo>
                  <a:lnTo>
                    <a:pt x="3557187" y="2365542"/>
                  </a:lnTo>
                  <a:lnTo>
                    <a:pt x="3607266" y="2336613"/>
                  </a:lnTo>
                  <a:lnTo>
                    <a:pt x="3604914" y="2336108"/>
                  </a:lnTo>
                  <a:close/>
                </a:path>
                <a:path w="7649209" h="4420870">
                  <a:moveTo>
                    <a:pt x="3738882" y="2258701"/>
                  </a:moveTo>
                  <a:lnTo>
                    <a:pt x="3694994" y="2284060"/>
                  </a:lnTo>
                  <a:lnTo>
                    <a:pt x="3694032" y="2286492"/>
                  </a:lnTo>
                  <a:lnTo>
                    <a:pt x="3738190" y="2260983"/>
                  </a:lnTo>
                  <a:lnTo>
                    <a:pt x="3738882" y="2258701"/>
                  </a:lnTo>
                  <a:close/>
                </a:path>
                <a:path w="7649209" h="4420870">
                  <a:moveTo>
                    <a:pt x="2075436" y="3219833"/>
                  </a:moveTo>
                  <a:lnTo>
                    <a:pt x="2025430" y="3248726"/>
                  </a:lnTo>
                  <a:lnTo>
                    <a:pt x="2027093" y="3249425"/>
                  </a:lnTo>
                  <a:lnTo>
                    <a:pt x="2077539" y="3220285"/>
                  </a:lnTo>
                  <a:lnTo>
                    <a:pt x="2075436" y="3219833"/>
                  </a:lnTo>
                  <a:close/>
                </a:path>
                <a:path w="7649209" h="4420870">
                  <a:moveTo>
                    <a:pt x="2210356" y="3141876"/>
                  </a:moveTo>
                  <a:lnTo>
                    <a:pt x="2165287" y="3167917"/>
                  </a:lnTo>
                  <a:lnTo>
                    <a:pt x="2164483" y="3170060"/>
                  </a:lnTo>
                  <a:lnTo>
                    <a:pt x="2209722" y="3143927"/>
                  </a:lnTo>
                  <a:lnTo>
                    <a:pt x="2210356" y="3141876"/>
                  </a:lnTo>
                  <a:close/>
                </a:path>
                <a:path w="7649209" h="4420870">
                  <a:moveTo>
                    <a:pt x="6948815" y="404579"/>
                  </a:moveTo>
                  <a:lnTo>
                    <a:pt x="6927854" y="416129"/>
                  </a:lnTo>
                  <a:lnTo>
                    <a:pt x="6820992" y="477873"/>
                  </a:lnTo>
                  <a:lnTo>
                    <a:pt x="6820558" y="480404"/>
                  </a:lnTo>
                  <a:lnTo>
                    <a:pt x="6948474" y="406511"/>
                  </a:lnTo>
                  <a:lnTo>
                    <a:pt x="6948815" y="404579"/>
                  </a:lnTo>
                  <a:close/>
                </a:path>
                <a:path w="7649209" h="4420870">
                  <a:moveTo>
                    <a:pt x="5992661" y="958652"/>
                  </a:moveTo>
                  <a:lnTo>
                    <a:pt x="5951170" y="980452"/>
                  </a:lnTo>
                  <a:lnTo>
                    <a:pt x="5873241" y="1025479"/>
                  </a:lnTo>
                  <a:lnTo>
                    <a:pt x="5872831" y="1027874"/>
                  </a:lnTo>
                  <a:lnTo>
                    <a:pt x="5992661" y="958652"/>
                  </a:lnTo>
                  <a:close/>
                </a:path>
                <a:path w="7649209" h="4420870">
                  <a:moveTo>
                    <a:pt x="6091511" y="899364"/>
                  </a:moveTo>
                  <a:lnTo>
                    <a:pt x="6050739" y="922922"/>
                  </a:lnTo>
                  <a:lnTo>
                    <a:pt x="6047392" y="926121"/>
                  </a:lnTo>
                  <a:lnTo>
                    <a:pt x="6040615" y="930950"/>
                  </a:lnTo>
                  <a:lnTo>
                    <a:pt x="6092221" y="901139"/>
                  </a:lnTo>
                  <a:lnTo>
                    <a:pt x="6091511" y="899364"/>
                  </a:lnTo>
                  <a:close/>
                </a:path>
                <a:path w="7649209" h="4420870">
                  <a:moveTo>
                    <a:pt x="4619608" y="1751818"/>
                  </a:moveTo>
                  <a:lnTo>
                    <a:pt x="4581505" y="1771838"/>
                  </a:lnTo>
                  <a:lnTo>
                    <a:pt x="4498317" y="1819904"/>
                  </a:lnTo>
                  <a:lnTo>
                    <a:pt x="4497869" y="1822142"/>
                  </a:lnTo>
                  <a:lnTo>
                    <a:pt x="4619608" y="1751818"/>
                  </a:lnTo>
                  <a:close/>
                </a:path>
                <a:path w="7649209" h="4420870">
                  <a:moveTo>
                    <a:pt x="4716948" y="1693580"/>
                  </a:moveTo>
                  <a:lnTo>
                    <a:pt x="4676265" y="1717086"/>
                  </a:lnTo>
                  <a:lnTo>
                    <a:pt x="4671887" y="1721411"/>
                  </a:lnTo>
                  <a:lnTo>
                    <a:pt x="4670149" y="1722622"/>
                  </a:lnTo>
                  <a:lnTo>
                    <a:pt x="4717600" y="1695211"/>
                  </a:lnTo>
                  <a:lnTo>
                    <a:pt x="4716948" y="1693580"/>
                  </a:lnTo>
                  <a:close/>
                </a:path>
                <a:path w="7649209" h="4420870">
                  <a:moveTo>
                    <a:pt x="4419017" y="1867692"/>
                  </a:moveTo>
                  <a:lnTo>
                    <a:pt x="4415148" y="1867959"/>
                  </a:lnTo>
                  <a:lnTo>
                    <a:pt x="4353634" y="1903501"/>
                  </a:lnTo>
                  <a:lnTo>
                    <a:pt x="4355410" y="1904436"/>
                  </a:lnTo>
                  <a:lnTo>
                    <a:pt x="4419017" y="1867692"/>
                  </a:lnTo>
                  <a:close/>
                </a:path>
                <a:path w="7649209" h="4420870">
                  <a:moveTo>
                    <a:pt x="4454717" y="1845096"/>
                  </a:moveTo>
                  <a:lnTo>
                    <a:pt x="4422771" y="1863554"/>
                  </a:lnTo>
                  <a:lnTo>
                    <a:pt x="4419017" y="1867692"/>
                  </a:lnTo>
                  <a:lnTo>
                    <a:pt x="4454068" y="1847445"/>
                  </a:lnTo>
                  <a:lnTo>
                    <a:pt x="4454717" y="1845096"/>
                  </a:lnTo>
                  <a:close/>
                </a:path>
                <a:path w="7649209" h="4420870">
                  <a:moveTo>
                    <a:pt x="4277243" y="1948391"/>
                  </a:moveTo>
                  <a:lnTo>
                    <a:pt x="4258189" y="1958648"/>
                  </a:lnTo>
                  <a:lnTo>
                    <a:pt x="4149456" y="2021474"/>
                  </a:lnTo>
                  <a:lnTo>
                    <a:pt x="4149088" y="2023621"/>
                  </a:lnTo>
                  <a:lnTo>
                    <a:pt x="4277007" y="1949727"/>
                  </a:lnTo>
                  <a:lnTo>
                    <a:pt x="4277243" y="1948391"/>
                  </a:lnTo>
                  <a:close/>
                </a:path>
                <a:path w="7649209" h="4420870">
                  <a:moveTo>
                    <a:pt x="3029785" y="2668414"/>
                  </a:moveTo>
                  <a:lnTo>
                    <a:pt x="2997248" y="2687214"/>
                  </a:lnTo>
                  <a:lnTo>
                    <a:pt x="2994035" y="2690579"/>
                  </a:lnTo>
                  <a:lnTo>
                    <a:pt x="2990350" y="2691199"/>
                  </a:lnTo>
                  <a:lnTo>
                    <a:pt x="2928410" y="2726988"/>
                  </a:lnTo>
                  <a:lnTo>
                    <a:pt x="2929984" y="2727856"/>
                  </a:lnTo>
                  <a:lnTo>
                    <a:pt x="3029216" y="2670533"/>
                  </a:lnTo>
                  <a:lnTo>
                    <a:pt x="3029785" y="2668414"/>
                  </a:lnTo>
                  <a:close/>
                </a:path>
                <a:path w="7649209" h="4420870">
                  <a:moveTo>
                    <a:pt x="2850702" y="2771888"/>
                  </a:moveTo>
                  <a:lnTo>
                    <a:pt x="2724702" y="2844690"/>
                  </a:lnTo>
                  <a:lnTo>
                    <a:pt x="2724358" y="2846639"/>
                  </a:lnTo>
                  <a:lnTo>
                    <a:pt x="2850427" y="2773814"/>
                  </a:lnTo>
                  <a:lnTo>
                    <a:pt x="2850702" y="2771888"/>
                  </a:lnTo>
                  <a:close/>
                </a:path>
                <a:path w="7649209" h="4420870">
                  <a:moveTo>
                    <a:pt x="1846522" y="3352098"/>
                  </a:moveTo>
                  <a:lnTo>
                    <a:pt x="1720199" y="3425087"/>
                  </a:lnTo>
                  <a:lnTo>
                    <a:pt x="1719890" y="3426886"/>
                  </a:lnTo>
                  <a:lnTo>
                    <a:pt x="1846264" y="3353884"/>
                  </a:lnTo>
                  <a:lnTo>
                    <a:pt x="1846522" y="3352098"/>
                  </a:lnTo>
                  <a:close/>
                </a:path>
                <a:path w="7649209" h="4420870">
                  <a:moveTo>
                    <a:pt x="1503624" y="3550222"/>
                  </a:moveTo>
                  <a:lnTo>
                    <a:pt x="1377358" y="3623179"/>
                  </a:lnTo>
                  <a:lnTo>
                    <a:pt x="1376989" y="3624968"/>
                  </a:lnTo>
                  <a:lnTo>
                    <a:pt x="1503318" y="3551992"/>
                  </a:lnTo>
                  <a:lnTo>
                    <a:pt x="1503624" y="3550222"/>
                  </a:lnTo>
                  <a:close/>
                </a:path>
                <a:path w="7649209" h="4420870">
                  <a:moveTo>
                    <a:pt x="1063182" y="3806244"/>
                  </a:moveTo>
                  <a:lnTo>
                    <a:pt x="1059521" y="3806823"/>
                  </a:lnTo>
                  <a:lnTo>
                    <a:pt x="997685" y="3842552"/>
                  </a:lnTo>
                  <a:lnTo>
                    <a:pt x="999043" y="3843295"/>
                  </a:lnTo>
                  <a:lnTo>
                    <a:pt x="1063182" y="3806244"/>
                  </a:lnTo>
                  <a:close/>
                </a:path>
                <a:path w="7649209" h="4420870">
                  <a:moveTo>
                    <a:pt x="1100197" y="3783321"/>
                  </a:moveTo>
                  <a:lnTo>
                    <a:pt x="1066534" y="3802771"/>
                  </a:lnTo>
                  <a:lnTo>
                    <a:pt x="1063182" y="3806244"/>
                  </a:lnTo>
                  <a:lnTo>
                    <a:pt x="1099646" y="3785180"/>
                  </a:lnTo>
                  <a:lnTo>
                    <a:pt x="1100197" y="3783321"/>
                  </a:lnTo>
                  <a:close/>
                </a:path>
                <a:path w="7649209" h="4420870">
                  <a:moveTo>
                    <a:pt x="921395" y="3886919"/>
                  </a:moveTo>
                  <a:lnTo>
                    <a:pt x="793774" y="3960371"/>
                  </a:lnTo>
                  <a:lnTo>
                    <a:pt x="793479" y="3962042"/>
                  </a:lnTo>
                  <a:lnTo>
                    <a:pt x="921153" y="3888289"/>
                  </a:lnTo>
                  <a:lnTo>
                    <a:pt x="921395" y="3886919"/>
                  </a:lnTo>
                  <a:close/>
                </a:path>
                <a:path w="7649209" h="4420870">
                  <a:moveTo>
                    <a:pt x="625574" y="4059036"/>
                  </a:moveTo>
                  <a:lnTo>
                    <a:pt x="591415" y="4077293"/>
                  </a:lnTo>
                  <a:lnTo>
                    <a:pt x="501163" y="4129440"/>
                  </a:lnTo>
                  <a:lnTo>
                    <a:pt x="500876" y="4131069"/>
                  </a:lnTo>
                  <a:lnTo>
                    <a:pt x="625574" y="4059036"/>
                  </a:lnTo>
                  <a:close/>
                </a:path>
                <a:path w="7649209" h="4420870">
                  <a:moveTo>
                    <a:pt x="719409" y="4003338"/>
                  </a:moveTo>
                  <a:lnTo>
                    <a:pt x="680543" y="4025795"/>
                  </a:lnTo>
                  <a:lnTo>
                    <a:pt x="676827" y="4029428"/>
                  </a:lnTo>
                  <a:lnTo>
                    <a:pt x="719826" y="4004589"/>
                  </a:lnTo>
                  <a:lnTo>
                    <a:pt x="719409" y="4003338"/>
                  </a:lnTo>
                  <a:close/>
                </a:path>
                <a:path w="7649209" h="4420870">
                  <a:moveTo>
                    <a:pt x="2615205" y="2909693"/>
                  </a:moveTo>
                  <a:lnTo>
                    <a:pt x="2611798" y="2909925"/>
                  </a:lnTo>
                  <a:lnTo>
                    <a:pt x="2553890" y="2943384"/>
                  </a:lnTo>
                  <a:lnTo>
                    <a:pt x="2554392" y="2944823"/>
                  </a:lnTo>
                  <a:lnTo>
                    <a:pt x="2615205" y="2909693"/>
                  </a:lnTo>
                  <a:close/>
                </a:path>
                <a:path w="7649209" h="4420870">
                  <a:moveTo>
                    <a:pt x="2542781" y="2949803"/>
                  </a:moveTo>
                  <a:lnTo>
                    <a:pt x="2513978" y="2966445"/>
                  </a:lnTo>
                  <a:lnTo>
                    <a:pt x="2512424" y="2969066"/>
                  </a:lnTo>
                  <a:lnTo>
                    <a:pt x="2542578" y="2951647"/>
                  </a:lnTo>
                  <a:lnTo>
                    <a:pt x="2542781" y="2949803"/>
                  </a:lnTo>
                  <a:close/>
                </a:path>
                <a:path w="7649209" h="4420870">
                  <a:moveTo>
                    <a:pt x="2460586" y="2997295"/>
                  </a:moveTo>
                  <a:lnTo>
                    <a:pt x="2406350" y="3028632"/>
                  </a:lnTo>
                  <a:lnTo>
                    <a:pt x="2406628" y="3028836"/>
                  </a:lnTo>
                  <a:lnTo>
                    <a:pt x="2407948" y="3029418"/>
                  </a:lnTo>
                  <a:lnTo>
                    <a:pt x="2463132" y="2997540"/>
                  </a:lnTo>
                  <a:lnTo>
                    <a:pt x="2460586" y="2997295"/>
                  </a:lnTo>
                  <a:close/>
                </a:path>
                <a:path w="7649209" h="4420870">
                  <a:moveTo>
                    <a:pt x="387063" y="4196815"/>
                  </a:moveTo>
                  <a:lnTo>
                    <a:pt x="384555" y="4196815"/>
                  </a:lnTo>
                  <a:lnTo>
                    <a:pt x="331645" y="4227386"/>
                  </a:lnTo>
                  <a:lnTo>
                    <a:pt x="332052" y="4228593"/>
                  </a:lnTo>
                  <a:lnTo>
                    <a:pt x="387063" y="4196815"/>
                  </a:lnTo>
                  <a:close/>
                </a:path>
                <a:path w="7649209" h="4420870">
                  <a:moveTo>
                    <a:pt x="250892" y="4274045"/>
                  </a:moveTo>
                  <a:lnTo>
                    <a:pt x="223727" y="4289741"/>
                  </a:lnTo>
                  <a:lnTo>
                    <a:pt x="224414" y="4290772"/>
                  </a:lnTo>
                  <a:lnTo>
                    <a:pt x="250877" y="4275485"/>
                  </a:lnTo>
                  <a:lnTo>
                    <a:pt x="250892" y="4274045"/>
                  </a:lnTo>
                  <a:close/>
                </a:path>
                <a:path w="7649209" h="4420870">
                  <a:moveTo>
                    <a:pt x="130200" y="4343780"/>
                  </a:moveTo>
                  <a:lnTo>
                    <a:pt x="101799" y="4360191"/>
                  </a:lnTo>
                  <a:lnTo>
                    <a:pt x="100762" y="4362201"/>
                  </a:lnTo>
                  <a:lnTo>
                    <a:pt x="129884" y="4345378"/>
                  </a:lnTo>
                  <a:lnTo>
                    <a:pt x="130200" y="4343780"/>
                  </a:lnTo>
                  <a:close/>
                </a:path>
                <a:path w="7649209" h="4420870">
                  <a:moveTo>
                    <a:pt x="42255" y="4394594"/>
                  </a:moveTo>
                  <a:lnTo>
                    <a:pt x="394" y="4418782"/>
                  </a:lnTo>
                  <a:lnTo>
                    <a:pt x="0" y="4420408"/>
                  </a:lnTo>
                  <a:lnTo>
                    <a:pt x="44178" y="4394888"/>
                  </a:lnTo>
                  <a:lnTo>
                    <a:pt x="42255" y="4394594"/>
                  </a:lnTo>
                  <a:close/>
                </a:path>
                <a:path w="7649209" h="4420870">
                  <a:moveTo>
                    <a:pt x="7648056" y="0"/>
                  </a:moveTo>
                  <a:lnTo>
                    <a:pt x="7595111" y="30591"/>
                  </a:lnTo>
                  <a:lnTo>
                    <a:pt x="7597061" y="31844"/>
                  </a:lnTo>
                  <a:lnTo>
                    <a:pt x="7648802" y="1956"/>
                  </a:lnTo>
                  <a:lnTo>
                    <a:pt x="7648056" y="0"/>
                  </a:lnTo>
                  <a:close/>
                </a:path>
                <a:path w="7649209" h="4420870">
                  <a:moveTo>
                    <a:pt x="7436284" y="122360"/>
                  </a:moveTo>
                  <a:lnTo>
                    <a:pt x="7407779" y="138830"/>
                  </a:lnTo>
                  <a:lnTo>
                    <a:pt x="7406098" y="142158"/>
                  </a:lnTo>
                  <a:lnTo>
                    <a:pt x="7435434" y="125211"/>
                  </a:lnTo>
                  <a:lnTo>
                    <a:pt x="7436284" y="122360"/>
                  </a:lnTo>
                  <a:close/>
                </a:path>
                <a:path w="7649209" h="4420870">
                  <a:moveTo>
                    <a:pt x="7349707" y="172384"/>
                  </a:moveTo>
                  <a:lnTo>
                    <a:pt x="7305999" y="197639"/>
                  </a:lnTo>
                  <a:lnTo>
                    <a:pt x="7305338" y="200363"/>
                  </a:lnTo>
                  <a:lnTo>
                    <a:pt x="7353155" y="172741"/>
                  </a:lnTo>
                  <a:lnTo>
                    <a:pt x="7352103" y="172741"/>
                  </a:lnTo>
                  <a:lnTo>
                    <a:pt x="7349707" y="172384"/>
                  </a:lnTo>
                  <a:close/>
                </a:path>
                <a:path w="7649209" h="4420870">
                  <a:moveTo>
                    <a:pt x="7353433" y="172580"/>
                  </a:moveTo>
                  <a:lnTo>
                    <a:pt x="7352103" y="172741"/>
                  </a:lnTo>
                  <a:lnTo>
                    <a:pt x="7353155" y="172741"/>
                  </a:lnTo>
                  <a:lnTo>
                    <a:pt x="7353433" y="172580"/>
                  </a:lnTo>
                  <a:close/>
                </a:path>
                <a:path w="7649209" h="4420870">
                  <a:moveTo>
                    <a:pt x="6467098" y="682352"/>
                  </a:moveTo>
                  <a:lnTo>
                    <a:pt x="6414205" y="712913"/>
                  </a:lnTo>
                  <a:lnTo>
                    <a:pt x="6416024" y="714089"/>
                  </a:lnTo>
                  <a:lnTo>
                    <a:pt x="6467782" y="684191"/>
                  </a:lnTo>
                  <a:lnTo>
                    <a:pt x="6467098" y="682352"/>
                  </a:lnTo>
                  <a:close/>
                </a:path>
                <a:path w="7649209" h="4420870">
                  <a:moveTo>
                    <a:pt x="6255490" y="804617"/>
                  </a:moveTo>
                  <a:lnTo>
                    <a:pt x="6226904" y="821135"/>
                  </a:lnTo>
                  <a:lnTo>
                    <a:pt x="6225328" y="824248"/>
                  </a:lnTo>
                  <a:lnTo>
                    <a:pt x="6254789" y="807229"/>
                  </a:lnTo>
                  <a:lnTo>
                    <a:pt x="6255490" y="804617"/>
                  </a:lnTo>
                  <a:close/>
                </a:path>
                <a:path w="7649209" h="4420870">
                  <a:moveTo>
                    <a:pt x="6168067" y="855130"/>
                  </a:moveTo>
                  <a:lnTo>
                    <a:pt x="6124988" y="880021"/>
                  </a:lnTo>
                  <a:lnTo>
                    <a:pt x="6124371" y="882567"/>
                  </a:lnTo>
                  <a:lnTo>
                    <a:pt x="6171069" y="855591"/>
                  </a:lnTo>
                  <a:lnTo>
                    <a:pt x="6168067" y="855130"/>
                  </a:lnTo>
                  <a:close/>
                </a:path>
                <a:path w="7649209" h="4420870">
                  <a:moveTo>
                    <a:pt x="5218277" y="1403914"/>
                  </a:moveTo>
                  <a:lnTo>
                    <a:pt x="5159010" y="1438159"/>
                  </a:lnTo>
                  <a:lnTo>
                    <a:pt x="5160028" y="1439635"/>
                  </a:lnTo>
                  <a:lnTo>
                    <a:pt x="5221157" y="1404323"/>
                  </a:lnTo>
                  <a:lnTo>
                    <a:pt x="5220789" y="1404323"/>
                  </a:lnTo>
                  <a:lnTo>
                    <a:pt x="5218277" y="1403914"/>
                  </a:lnTo>
                  <a:close/>
                </a:path>
                <a:path w="7649209" h="4420870">
                  <a:moveTo>
                    <a:pt x="5018411" y="1519396"/>
                  </a:moveTo>
                  <a:lnTo>
                    <a:pt x="4978210" y="1542624"/>
                  </a:lnTo>
                  <a:lnTo>
                    <a:pt x="4976404" y="1545709"/>
                  </a:lnTo>
                  <a:lnTo>
                    <a:pt x="5017961" y="1521703"/>
                  </a:lnTo>
                  <a:lnTo>
                    <a:pt x="5018411" y="1519396"/>
                  </a:lnTo>
                  <a:close/>
                </a:path>
                <a:path w="7649209" h="4420870">
                  <a:moveTo>
                    <a:pt x="4918689" y="1577015"/>
                  </a:moveTo>
                  <a:lnTo>
                    <a:pt x="4881261" y="1598641"/>
                  </a:lnTo>
                  <a:lnTo>
                    <a:pt x="4880553" y="1601079"/>
                  </a:lnTo>
                  <a:lnTo>
                    <a:pt x="4921462" y="1577447"/>
                  </a:lnTo>
                  <a:lnTo>
                    <a:pt x="4918689" y="1577015"/>
                  </a:lnTo>
                  <a:close/>
                </a:path>
                <a:path w="7649209" h="4420870">
                  <a:moveTo>
                    <a:pt x="1210159" y="3721340"/>
                  </a:moveTo>
                  <a:lnTo>
                    <a:pt x="1207468" y="3721340"/>
                  </a:lnTo>
                  <a:lnTo>
                    <a:pt x="1140913" y="3759795"/>
                  </a:lnTo>
                  <a:lnTo>
                    <a:pt x="1142526" y="3760410"/>
                  </a:lnTo>
                  <a:lnTo>
                    <a:pt x="1210159" y="3721340"/>
                  </a:lnTo>
                  <a:close/>
                </a:path>
                <a:path w="7649209" h="4420870">
                  <a:moveTo>
                    <a:pt x="1338104" y="3645859"/>
                  </a:moveTo>
                  <a:lnTo>
                    <a:pt x="1305326" y="3664798"/>
                  </a:lnTo>
                  <a:lnTo>
                    <a:pt x="1301821" y="3668390"/>
                  </a:lnTo>
                  <a:lnTo>
                    <a:pt x="1338603" y="3647142"/>
                  </a:lnTo>
                  <a:lnTo>
                    <a:pt x="1338104" y="3645859"/>
                  </a:lnTo>
                  <a:close/>
                </a:path>
                <a:path w="7649209" h="4420870">
                  <a:moveTo>
                    <a:pt x="6735455" y="528023"/>
                  </a:moveTo>
                  <a:lnTo>
                    <a:pt x="6708308" y="542982"/>
                  </a:lnTo>
                  <a:lnTo>
                    <a:pt x="6609142" y="600279"/>
                  </a:lnTo>
                  <a:lnTo>
                    <a:pt x="6608632" y="602826"/>
                  </a:lnTo>
                  <a:lnTo>
                    <a:pt x="6735151" y="529741"/>
                  </a:lnTo>
                  <a:lnTo>
                    <a:pt x="6735455" y="528023"/>
                  </a:lnTo>
                  <a:close/>
                </a:path>
                <a:path w="7649209" h="4420870">
                  <a:moveTo>
                    <a:pt x="5749427" y="1097999"/>
                  </a:moveTo>
                  <a:lnTo>
                    <a:pt x="5728643" y="1109028"/>
                  </a:lnTo>
                  <a:lnTo>
                    <a:pt x="5623171" y="1169968"/>
                  </a:lnTo>
                  <a:lnTo>
                    <a:pt x="5622691" y="1172371"/>
                  </a:lnTo>
                  <a:lnTo>
                    <a:pt x="5749240" y="1099268"/>
                  </a:lnTo>
                  <a:lnTo>
                    <a:pt x="5749427" y="1097999"/>
                  </a:lnTo>
                  <a:close/>
                </a:path>
                <a:path w="7649209" h="4420870">
                  <a:moveTo>
                    <a:pt x="5465963" y="1261067"/>
                  </a:moveTo>
                  <a:lnTo>
                    <a:pt x="5456083" y="1266511"/>
                  </a:lnTo>
                  <a:lnTo>
                    <a:pt x="5339541" y="1333848"/>
                  </a:lnTo>
                  <a:lnTo>
                    <a:pt x="5339068" y="1336210"/>
                  </a:lnTo>
                  <a:lnTo>
                    <a:pt x="5465601" y="1263116"/>
                  </a:lnTo>
                  <a:lnTo>
                    <a:pt x="5465963" y="1261067"/>
                  </a:lnTo>
                  <a:close/>
                </a:path>
                <a:path w="7649209" h="4420870">
                  <a:moveTo>
                    <a:pt x="4025783" y="2093171"/>
                  </a:moveTo>
                  <a:lnTo>
                    <a:pt x="4010124" y="2101979"/>
                  </a:lnTo>
                  <a:lnTo>
                    <a:pt x="3899590" y="2165845"/>
                  </a:lnTo>
                  <a:lnTo>
                    <a:pt x="3899228" y="2167957"/>
                  </a:lnTo>
                  <a:lnTo>
                    <a:pt x="4025513" y="2095006"/>
                  </a:lnTo>
                  <a:lnTo>
                    <a:pt x="4025783" y="2093171"/>
                  </a:lnTo>
                  <a:close/>
                </a:path>
                <a:path w="7649209" h="4420870">
                  <a:moveTo>
                    <a:pt x="3373697" y="2469704"/>
                  </a:moveTo>
                  <a:lnTo>
                    <a:pt x="3329639" y="2495160"/>
                  </a:lnTo>
                  <a:lnTo>
                    <a:pt x="3330379" y="2496562"/>
                  </a:lnTo>
                  <a:lnTo>
                    <a:pt x="3373618" y="2471584"/>
                  </a:lnTo>
                  <a:lnTo>
                    <a:pt x="3373697" y="2469704"/>
                  </a:lnTo>
                  <a:close/>
                </a:path>
              </a:pathLst>
            </a:custGeom>
            <a:solidFill>
              <a:srgbClr val="727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41592" y="1259998"/>
              <a:ext cx="7436484" cy="4298315"/>
            </a:xfrm>
            <a:custGeom>
              <a:avLst/>
              <a:gdLst/>
              <a:ahLst/>
              <a:cxnLst/>
              <a:rect l="l" t="t" r="r" b="b"/>
              <a:pathLst>
                <a:path w="7436484" h="4298315">
                  <a:moveTo>
                    <a:pt x="7091152" y="199517"/>
                  </a:moveTo>
                  <a:lnTo>
                    <a:pt x="7090762" y="199517"/>
                  </a:lnTo>
                  <a:lnTo>
                    <a:pt x="7040124" y="228769"/>
                  </a:lnTo>
                  <a:lnTo>
                    <a:pt x="7040543" y="228769"/>
                  </a:lnTo>
                  <a:lnTo>
                    <a:pt x="7091152" y="199517"/>
                  </a:lnTo>
                  <a:close/>
                </a:path>
                <a:path w="7436484" h="4298315">
                  <a:moveTo>
                    <a:pt x="7221200" y="124167"/>
                  </a:moveTo>
                  <a:lnTo>
                    <a:pt x="7175782" y="150404"/>
                  </a:lnTo>
                  <a:lnTo>
                    <a:pt x="7175682" y="150659"/>
                  </a:lnTo>
                  <a:lnTo>
                    <a:pt x="7221132" y="124390"/>
                  </a:lnTo>
                  <a:lnTo>
                    <a:pt x="7221200" y="124167"/>
                  </a:lnTo>
                  <a:close/>
                </a:path>
                <a:path w="7436484" h="4298315">
                  <a:moveTo>
                    <a:pt x="3607979" y="2211402"/>
                  </a:moveTo>
                  <a:lnTo>
                    <a:pt x="3557899" y="2240331"/>
                  </a:lnTo>
                  <a:lnTo>
                    <a:pt x="3559281" y="2240906"/>
                  </a:lnTo>
                  <a:lnTo>
                    <a:pt x="3609690" y="2211770"/>
                  </a:lnTo>
                  <a:lnTo>
                    <a:pt x="3607979" y="2211402"/>
                  </a:lnTo>
                  <a:close/>
                </a:path>
                <a:path w="7436484" h="4298315">
                  <a:moveTo>
                    <a:pt x="3738903" y="2135772"/>
                  </a:moveTo>
                  <a:lnTo>
                    <a:pt x="3694745" y="2161280"/>
                  </a:lnTo>
                  <a:lnTo>
                    <a:pt x="3694063" y="2163002"/>
                  </a:lnTo>
                  <a:lnTo>
                    <a:pt x="3738419" y="2137365"/>
                  </a:lnTo>
                  <a:lnTo>
                    <a:pt x="3738903" y="2135772"/>
                  </a:lnTo>
                  <a:close/>
                </a:path>
                <a:path w="7436484" h="4298315">
                  <a:moveTo>
                    <a:pt x="2078251" y="3095073"/>
                  </a:moveTo>
                  <a:lnTo>
                    <a:pt x="2027806" y="3124214"/>
                  </a:lnTo>
                  <a:lnTo>
                    <a:pt x="2029678" y="3125001"/>
                  </a:lnTo>
                  <a:lnTo>
                    <a:pt x="2080588" y="3095576"/>
                  </a:lnTo>
                  <a:lnTo>
                    <a:pt x="2078251" y="3095073"/>
                  </a:lnTo>
                  <a:close/>
                </a:path>
                <a:path w="7436484" h="4298315">
                  <a:moveTo>
                    <a:pt x="2210435" y="3018716"/>
                  </a:moveTo>
                  <a:lnTo>
                    <a:pt x="2165195" y="3044849"/>
                  </a:lnTo>
                  <a:lnTo>
                    <a:pt x="2164321" y="3047179"/>
                  </a:lnTo>
                  <a:lnTo>
                    <a:pt x="2209753" y="3020920"/>
                  </a:lnTo>
                  <a:lnTo>
                    <a:pt x="2210435" y="3018716"/>
                  </a:lnTo>
                  <a:close/>
                </a:path>
                <a:path w="7436484" h="4298315">
                  <a:moveTo>
                    <a:pt x="6949186" y="281300"/>
                  </a:moveTo>
                  <a:lnTo>
                    <a:pt x="6821271" y="355193"/>
                  </a:lnTo>
                  <a:lnTo>
                    <a:pt x="6821211" y="355540"/>
                  </a:lnTo>
                  <a:lnTo>
                    <a:pt x="6949133" y="281603"/>
                  </a:lnTo>
                  <a:lnTo>
                    <a:pt x="6949186" y="281300"/>
                  </a:lnTo>
                  <a:close/>
                </a:path>
                <a:path w="7436484" h="4298315">
                  <a:moveTo>
                    <a:pt x="6004446" y="827623"/>
                  </a:moveTo>
                  <a:lnTo>
                    <a:pt x="5993373" y="833441"/>
                  </a:lnTo>
                  <a:lnTo>
                    <a:pt x="5873543" y="902662"/>
                  </a:lnTo>
                  <a:lnTo>
                    <a:pt x="5873425" y="903352"/>
                  </a:lnTo>
                  <a:lnTo>
                    <a:pt x="6004446" y="827623"/>
                  </a:lnTo>
                  <a:close/>
                </a:path>
                <a:path w="7436484" h="4298315">
                  <a:moveTo>
                    <a:pt x="6092934" y="775928"/>
                  </a:moveTo>
                  <a:lnTo>
                    <a:pt x="6041328" y="805739"/>
                  </a:lnTo>
                  <a:lnTo>
                    <a:pt x="6037121" y="808737"/>
                  </a:lnTo>
                  <a:lnTo>
                    <a:pt x="6092955" y="776466"/>
                  </a:lnTo>
                  <a:lnTo>
                    <a:pt x="6092934" y="775928"/>
                  </a:lnTo>
                  <a:close/>
                </a:path>
                <a:path w="7436484" h="4298315">
                  <a:moveTo>
                    <a:pt x="4640649" y="1615885"/>
                  </a:moveTo>
                  <a:lnTo>
                    <a:pt x="4620320" y="1626607"/>
                  </a:lnTo>
                  <a:lnTo>
                    <a:pt x="4498582" y="1696931"/>
                  </a:lnTo>
                  <a:lnTo>
                    <a:pt x="4498340" y="1698138"/>
                  </a:lnTo>
                  <a:lnTo>
                    <a:pt x="4640649" y="1615885"/>
                  </a:lnTo>
                  <a:close/>
                </a:path>
                <a:path w="7436484" h="4298315">
                  <a:moveTo>
                    <a:pt x="4718313" y="1570000"/>
                  </a:moveTo>
                  <a:lnTo>
                    <a:pt x="4670862" y="1597411"/>
                  </a:lnTo>
                  <a:lnTo>
                    <a:pt x="4662364" y="1603334"/>
                  </a:lnTo>
                  <a:lnTo>
                    <a:pt x="4718100" y="1571119"/>
                  </a:lnTo>
                  <a:lnTo>
                    <a:pt x="4718391" y="1570196"/>
                  </a:lnTo>
                  <a:lnTo>
                    <a:pt x="4718313" y="1570000"/>
                  </a:lnTo>
                  <a:close/>
                </a:path>
                <a:path w="7436484" h="4298315">
                  <a:moveTo>
                    <a:pt x="4454780" y="1722234"/>
                  </a:moveTo>
                  <a:lnTo>
                    <a:pt x="4356122" y="1779225"/>
                  </a:lnTo>
                  <a:lnTo>
                    <a:pt x="4357131" y="1779756"/>
                  </a:lnTo>
                  <a:lnTo>
                    <a:pt x="4454425" y="1723521"/>
                  </a:lnTo>
                  <a:lnTo>
                    <a:pt x="4454780" y="1722234"/>
                  </a:lnTo>
                  <a:close/>
                </a:path>
                <a:path w="7436484" h="4298315">
                  <a:moveTo>
                    <a:pt x="4277719" y="1824516"/>
                  </a:moveTo>
                  <a:lnTo>
                    <a:pt x="4149801" y="1898410"/>
                  </a:lnTo>
                  <a:lnTo>
                    <a:pt x="4149576" y="1899720"/>
                  </a:lnTo>
                  <a:lnTo>
                    <a:pt x="4277496" y="1825784"/>
                  </a:lnTo>
                  <a:lnTo>
                    <a:pt x="4277719" y="1824516"/>
                  </a:lnTo>
                  <a:close/>
                </a:path>
                <a:path w="7436484" h="4298315">
                  <a:moveTo>
                    <a:pt x="3029928" y="2545322"/>
                  </a:moveTo>
                  <a:lnTo>
                    <a:pt x="2930697" y="2602645"/>
                  </a:lnTo>
                  <a:lnTo>
                    <a:pt x="2932093" y="2603414"/>
                  </a:lnTo>
                  <a:lnTo>
                    <a:pt x="3029437" y="2547150"/>
                  </a:lnTo>
                  <a:lnTo>
                    <a:pt x="3029928" y="2545322"/>
                  </a:lnTo>
                  <a:close/>
                </a:path>
                <a:path w="7436484" h="4298315">
                  <a:moveTo>
                    <a:pt x="2851139" y="2648602"/>
                  </a:moveTo>
                  <a:lnTo>
                    <a:pt x="2725070" y="2721428"/>
                  </a:lnTo>
                  <a:lnTo>
                    <a:pt x="2724748" y="2723258"/>
                  </a:lnTo>
                  <a:lnTo>
                    <a:pt x="2850890" y="2650349"/>
                  </a:lnTo>
                  <a:lnTo>
                    <a:pt x="2851139" y="2648602"/>
                  </a:lnTo>
                  <a:close/>
                </a:path>
                <a:path w="7436484" h="4298315">
                  <a:moveTo>
                    <a:pt x="1846899" y="3228718"/>
                  </a:moveTo>
                  <a:lnTo>
                    <a:pt x="1720603" y="3301675"/>
                  </a:lnTo>
                  <a:lnTo>
                    <a:pt x="1720228" y="3303861"/>
                  </a:lnTo>
                  <a:lnTo>
                    <a:pt x="1846599" y="3230820"/>
                  </a:lnTo>
                  <a:lnTo>
                    <a:pt x="1846899" y="3228718"/>
                  </a:lnTo>
                  <a:close/>
                </a:path>
                <a:path w="7436484" h="4298315">
                  <a:moveTo>
                    <a:pt x="1503945" y="3426831"/>
                  </a:moveTo>
                  <a:lnTo>
                    <a:pt x="1377702" y="3499757"/>
                  </a:lnTo>
                  <a:lnTo>
                    <a:pt x="1377216" y="3502119"/>
                  </a:lnTo>
                  <a:lnTo>
                    <a:pt x="1503557" y="3429095"/>
                  </a:lnTo>
                  <a:lnTo>
                    <a:pt x="1503945" y="3426831"/>
                  </a:lnTo>
                  <a:close/>
                </a:path>
                <a:path w="7436484" h="4298315">
                  <a:moveTo>
                    <a:pt x="1100358" y="3659969"/>
                  </a:moveTo>
                  <a:lnTo>
                    <a:pt x="999755" y="3718084"/>
                  </a:lnTo>
                  <a:lnTo>
                    <a:pt x="1001713" y="3719156"/>
                  </a:lnTo>
                  <a:lnTo>
                    <a:pt x="1099582" y="3662589"/>
                  </a:lnTo>
                  <a:lnTo>
                    <a:pt x="1100358" y="3659969"/>
                  </a:lnTo>
                  <a:close/>
                </a:path>
                <a:path w="7436484" h="4298315">
                  <a:moveTo>
                    <a:pt x="921865" y="3763078"/>
                  </a:moveTo>
                  <a:lnTo>
                    <a:pt x="794192" y="3836831"/>
                  </a:lnTo>
                  <a:lnTo>
                    <a:pt x="793745" y="3839359"/>
                  </a:lnTo>
                  <a:lnTo>
                    <a:pt x="921427" y="3765560"/>
                  </a:lnTo>
                  <a:lnTo>
                    <a:pt x="921865" y="3763078"/>
                  </a:lnTo>
                  <a:close/>
                </a:path>
                <a:path w="7436484" h="4298315">
                  <a:moveTo>
                    <a:pt x="661573" y="3915753"/>
                  </a:moveTo>
                  <a:lnTo>
                    <a:pt x="643215" y="3924776"/>
                  </a:lnTo>
                  <a:lnTo>
                    <a:pt x="626286" y="3933824"/>
                  </a:lnTo>
                  <a:lnTo>
                    <a:pt x="501589" y="4005858"/>
                  </a:lnTo>
                  <a:lnTo>
                    <a:pt x="501125" y="4008491"/>
                  </a:lnTo>
                  <a:lnTo>
                    <a:pt x="661573" y="3915753"/>
                  </a:lnTo>
                  <a:close/>
                </a:path>
                <a:path w="7436484" h="4298315">
                  <a:moveTo>
                    <a:pt x="720538" y="3879378"/>
                  </a:moveTo>
                  <a:lnTo>
                    <a:pt x="677539" y="3904217"/>
                  </a:lnTo>
                  <a:lnTo>
                    <a:pt x="676672" y="3905065"/>
                  </a:lnTo>
                  <a:lnTo>
                    <a:pt x="661573" y="3915753"/>
                  </a:lnTo>
                  <a:lnTo>
                    <a:pt x="720618" y="3881626"/>
                  </a:lnTo>
                  <a:lnTo>
                    <a:pt x="720939" y="3880580"/>
                  </a:lnTo>
                  <a:lnTo>
                    <a:pt x="720538" y="3879378"/>
                  </a:lnTo>
                  <a:close/>
                </a:path>
                <a:path w="7436484" h="4298315">
                  <a:moveTo>
                    <a:pt x="2619276" y="2784219"/>
                  </a:moveTo>
                  <a:lnTo>
                    <a:pt x="2615917" y="2784482"/>
                  </a:lnTo>
                  <a:lnTo>
                    <a:pt x="2555105" y="2819611"/>
                  </a:lnTo>
                  <a:lnTo>
                    <a:pt x="2555598" y="2821025"/>
                  </a:lnTo>
                  <a:lnTo>
                    <a:pt x="2619276" y="2784219"/>
                  </a:lnTo>
                  <a:close/>
                </a:path>
                <a:path w="7436484" h="4298315">
                  <a:moveTo>
                    <a:pt x="2654896" y="2761965"/>
                  </a:moveTo>
                  <a:lnTo>
                    <a:pt x="2647222" y="2768067"/>
                  </a:lnTo>
                  <a:lnTo>
                    <a:pt x="2655389" y="2763346"/>
                  </a:lnTo>
                  <a:lnTo>
                    <a:pt x="2654896" y="2761965"/>
                  </a:lnTo>
                  <a:close/>
                </a:path>
                <a:path w="7436484" h="4298315">
                  <a:moveTo>
                    <a:pt x="2543291" y="2826436"/>
                  </a:moveTo>
                  <a:lnTo>
                    <a:pt x="2513137" y="2843855"/>
                  </a:lnTo>
                  <a:lnTo>
                    <a:pt x="2511593" y="2846459"/>
                  </a:lnTo>
                  <a:lnTo>
                    <a:pt x="2543091" y="2828254"/>
                  </a:lnTo>
                  <a:lnTo>
                    <a:pt x="2543291" y="2826436"/>
                  </a:lnTo>
                  <a:close/>
                </a:path>
                <a:path w="7436484" h="4298315">
                  <a:moveTo>
                    <a:pt x="2463845" y="2872329"/>
                  </a:moveTo>
                  <a:lnTo>
                    <a:pt x="2408661" y="2904207"/>
                  </a:lnTo>
                  <a:lnTo>
                    <a:pt x="2410374" y="2904963"/>
                  </a:lnTo>
                  <a:lnTo>
                    <a:pt x="2466407" y="2872576"/>
                  </a:lnTo>
                  <a:lnTo>
                    <a:pt x="2463845" y="2872329"/>
                  </a:lnTo>
                  <a:close/>
                </a:path>
                <a:path w="7436484" h="4298315">
                  <a:moveTo>
                    <a:pt x="394777" y="4069959"/>
                  </a:moveTo>
                  <a:lnTo>
                    <a:pt x="391946" y="4071145"/>
                  </a:lnTo>
                  <a:lnTo>
                    <a:pt x="388081" y="4071427"/>
                  </a:lnTo>
                  <a:lnTo>
                    <a:pt x="332765" y="4103382"/>
                  </a:lnTo>
                  <a:lnTo>
                    <a:pt x="333447" y="4105407"/>
                  </a:lnTo>
                  <a:lnTo>
                    <a:pt x="394777" y="4069959"/>
                  </a:lnTo>
                  <a:close/>
                </a:path>
                <a:path w="7436484" h="4298315">
                  <a:moveTo>
                    <a:pt x="429855" y="4048220"/>
                  </a:moveTo>
                  <a:lnTo>
                    <a:pt x="420378" y="4054745"/>
                  </a:lnTo>
                  <a:lnTo>
                    <a:pt x="417070" y="4057074"/>
                  </a:lnTo>
                  <a:lnTo>
                    <a:pt x="430289" y="4049434"/>
                  </a:lnTo>
                  <a:lnTo>
                    <a:pt x="429855" y="4048220"/>
                  </a:lnTo>
                  <a:close/>
                </a:path>
                <a:path w="7436484" h="4298315">
                  <a:moveTo>
                    <a:pt x="251589" y="4150274"/>
                  </a:moveTo>
                  <a:lnTo>
                    <a:pt x="225126" y="4165561"/>
                  </a:lnTo>
                  <a:lnTo>
                    <a:pt x="226308" y="4167333"/>
                  </a:lnTo>
                  <a:lnTo>
                    <a:pt x="237444" y="4160896"/>
                  </a:lnTo>
                  <a:lnTo>
                    <a:pt x="251589" y="4150274"/>
                  </a:lnTo>
                  <a:close/>
                </a:path>
                <a:path w="7436484" h="4298315">
                  <a:moveTo>
                    <a:pt x="130597" y="4220167"/>
                  </a:moveTo>
                  <a:lnTo>
                    <a:pt x="101474" y="4236990"/>
                  </a:lnTo>
                  <a:lnTo>
                    <a:pt x="99641" y="4240545"/>
                  </a:lnTo>
                  <a:lnTo>
                    <a:pt x="130042" y="4222973"/>
                  </a:lnTo>
                  <a:lnTo>
                    <a:pt x="130597" y="4220167"/>
                  </a:lnTo>
                  <a:close/>
                </a:path>
                <a:path w="7436484" h="4298315">
                  <a:moveTo>
                    <a:pt x="45179" y="4269721"/>
                  </a:moveTo>
                  <a:lnTo>
                    <a:pt x="44814" y="4269721"/>
                  </a:lnTo>
                  <a:lnTo>
                    <a:pt x="712" y="4295197"/>
                  </a:lnTo>
                  <a:lnTo>
                    <a:pt x="0" y="4298137"/>
                  </a:lnTo>
                  <a:lnTo>
                    <a:pt x="48745" y="4269962"/>
                  </a:lnTo>
                  <a:lnTo>
                    <a:pt x="46760" y="4269962"/>
                  </a:lnTo>
                  <a:lnTo>
                    <a:pt x="45179" y="4269721"/>
                  </a:lnTo>
                  <a:close/>
                </a:path>
                <a:path w="7436484" h="4298315">
                  <a:moveTo>
                    <a:pt x="49163" y="4269721"/>
                  </a:moveTo>
                  <a:lnTo>
                    <a:pt x="46760" y="4269962"/>
                  </a:lnTo>
                  <a:lnTo>
                    <a:pt x="48745" y="4269962"/>
                  </a:lnTo>
                  <a:lnTo>
                    <a:pt x="49163" y="4269721"/>
                  </a:lnTo>
                  <a:close/>
                </a:path>
                <a:path w="7436484" h="4298315">
                  <a:moveTo>
                    <a:pt x="7436147" y="0"/>
                  </a:moveTo>
                  <a:lnTo>
                    <a:pt x="7406810" y="16946"/>
                  </a:lnTo>
                  <a:lnTo>
                    <a:pt x="7406722" y="17120"/>
                  </a:lnTo>
                  <a:lnTo>
                    <a:pt x="7436106" y="137"/>
                  </a:lnTo>
                  <a:lnTo>
                    <a:pt x="7436147" y="0"/>
                  </a:lnTo>
                  <a:close/>
                </a:path>
                <a:path w="7436484" h="4298315">
                  <a:moveTo>
                    <a:pt x="7354388" y="47369"/>
                  </a:moveTo>
                  <a:lnTo>
                    <a:pt x="7354146" y="47369"/>
                  </a:lnTo>
                  <a:lnTo>
                    <a:pt x="7306051" y="75152"/>
                  </a:lnTo>
                  <a:lnTo>
                    <a:pt x="7306007" y="75333"/>
                  </a:lnTo>
                  <a:lnTo>
                    <a:pt x="7354388" y="47369"/>
                  </a:lnTo>
                  <a:close/>
                </a:path>
                <a:path w="7436484" h="4298315">
                  <a:moveTo>
                    <a:pt x="6468494" y="558979"/>
                  </a:moveTo>
                  <a:lnTo>
                    <a:pt x="6416737" y="588878"/>
                  </a:lnTo>
                  <a:lnTo>
                    <a:pt x="6417100" y="589113"/>
                  </a:lnTo>
                  <a:lnTo>
                    <a:pt x="6468625" y="559332"/>
                  </a:lnTo>
                  <a:lnTo>
                    <a:pt x="6468494" y="558979"/>
                  </a:lnTo>
                  <a:close/>
                </a:path>
                <a:path w="7436484" h="4298315">
                  <a:moveTo>
                    <a:pt x="6255502" y="682018"/>
                  </a:moveTo>
                  <a:lnTo>
                    <a:pt x="6226041" y="699037"/>
                  </a:lnTo>
                  <a:lnTo>
                    <a:pt x="6225679" y="699753"/>
                  </a:lnTo>
                  <a:lnTo>
                    <a:pt x="6255344" y="682606"/>
                  </a:lnTo>
                  <a:lnTo>
                    <a:pt x="6255502" y="682018"/>
                  </a:lnTo>
                  <a:close/>
                </a:path>
                <a:path w="7436484" h="4298315">
                  <a:moveTo>
                    <a:pt x="6172952" y="730228"/>
                  </a:moveTo>
                  <a:lnTo>
                    <a:pt x="6171782" y="730380"/>
                  </a:lnTo>
                  <a:lnTo>
                    <a:pt x="6125084" y="757356"/>
                  </a:lnTo>
                  <a:lnTo>
                    <a:pt x="6124932" y="757983"/>
                  </a:lnTo>
                  <a:lnTo>
                    <a:pt x="6172952" y="730228"/>
                  </a:lnTo>
                  <a:close/>
                </a:path>
                <a:path w="7436484" h="4298315">
                  <a:moveTo>
                    <a:pt x="5223981" y="1278724"/>
                  </a:moveTo>
                  <a:lnTo>
                    <a:pt x="5222007" y="1279033"/>
                  </a:lnTo>
                  <a:lnTo>
                    <a:pt x="5160741" y="1314424"/>
                  </a:lnTo>
                  <a:lnTo>
                    <a:pt x="5161161" y="1315034"/>
                  </a:lnTo>
                  <a:lnTo>
                    <a:pt x="5223981" y="1278724"/>
                  </a:lnTo>
                  <a:close/>
                </a:path>
                <a:path w="7436484" h="4298315">
                  <a:moveTo>
                    <a:pt x="5018674" y="1396491"/>
                  </a:moveTo>
                  <a:lnTo>
                    <a:pt x="4977117" y="1420498"/>
                  </a:lnTo>
                  <a:lnTo>
                    <a:pt x="4976310" y="1421876"/>
                  </a:lnTo>
                  <a:lnTo>
                    <a:pt x="5018476" y="1397504"/>
                  </a:lnTo>
                  <a:lnTo>
                    <a:pt x="5018674" y="1396491"/>
                  </a:lnTo>
                  <a:close/>
                </a:path>
                <a:path w="7436484" h="4298315">
                  <a:moveTo>
                    <a:pt x="4922175" y="1452236"/>
                  </a:moveTo>
                  <a:lnTo>
                    <a:pt x="4881265" y="1475868"/>
                  </a:lnTo>
                  <a:lnTo>
                    <a:pt x="4880936" y="1477001"/>
                  </a:lnTo>
                  <a:lnTo>
                    <a:pt x="4923522" y="1452387"/>
                  </a:lnTo>
                  <a:lnTo>
                    <a:pt x="4922175" y="1452236"/>
                  </a:lnTo>
                  <a:close/>
                </a:path>
                <a:path w="7436484" h="4298315">
                  <a:moveTo>
                    <a:pt x="1214647" y="3596082"/>
                  </a:moveTo>
                  <a:lnTo>
                    <a:pt x="1210953" y="3596082"/>
                  </a:lnTo>
                  <a:lnTo>
                    <a:pt x="1143238" y="3635199"/>
                  </a:lnTo>
                  <a:lnTo>
                    <a:pt x="1145487" y="3636056"/>
                  </a:lnTo>
                  <a:lnTo>
                    <a:pt x="1214647" y="3596082"/>
                  </a:lnTo>
                  <a:close/>
                </a:path>
                <a:path w="7436484" h="4298315">
                  <a:moveTo>
                    <a:pt x="1339316" y="3521931"/>
                  </a:moveTo>
                  <a:lnTo>
                    <a:pt x="1302534" y="3543179"/>
                  </a:lnTo>
                  <a:lnTo>
                    <a:pt x="1297823" y="3548007"/>
                  </a:lnTo>
                  <a:lnTo>
                    <a:pt x="1339981" y="3523640"/>
                  </a:lnTo>
                  <a:lnTo>
                    <a:pt x="1339316" y="3521931"/>
                  </a:lnTo>
                  <a:close/>
                </a:path>
                <a:path w="7436484" h="4298315">
                  <a:moveTo>
                    <a:pt x="6735863" y="404530"/>
                  </a:moveTo>
                  <a:lnTo>
                    <a:pt x="6609345" y="477615"/>
                  </a:lnTo>
                  <a:lnTo>
                    <a:pt x="6609259" y="478047"/>
                  </a:lnTo>
                  <a:lnTo>
                    <a:pt x="6735796" y="404909"/>
                  </a:lnTo>
                  <a:lnTo>
                    <a:pt x="6735863" y="404530"/>
                  </a:lnTo>
                  <a:close/>
                </a:path>
                <a:path w="7436484" h="4298315">
                  <a:moveTo>
                    <a:pt x="5749953" y="974057"/>
                  </a:moveTo>
                  <a:lnTo>
                    <a:pt x="5623403" y="1047160"/>
                  </a:lnTo>
                  <a:lnTo>
                    <a:pt x="5623244" y="1047954"/>
                  </a:lnTo>
                  <a:lnTo>
                    <a:pt x="5749846" y="974779"/>
                  </a:lnTo>
                  <a:lnTo>
                    <a:pt x="5749953" y="974057"/>
                  </a:lnTo>
                  <a:close/>
                </a:path>
                <a:path w="7436484" h="4298315">
                  <a:moveTo>
                    <a:pt x="5466314" y="1137905"/>
                  </a:moveTo>
                  <a:lnTo>
                    <a:pt x="5339780" y="1210999"/>
                  </a:lnTo>
                  <a:lnTo>
                    <a:pt x="5339600" y="1211898"/>
                  </a:lnTo>
                  <a:lnTo>
                    <a:pt x="5466166" y="1138744"/>
                  </a:lnTo>
                  <a:lnTo>
                    <a:pt x="5466314" y="1137905"/>
                  </a:lnTo>
                  <a:close/>
                </a:path>
                <a:path w="7436484" h="4298315">
                  <a:moveTo>
                    <a:pt x="4026225" y="1969795"/>
                  </a:moveTo>
                  <a:lnTo>
                    <a:pt x="3899941" y="2042745"/>
                  </a:lnTo>
                  <a:lnTo>
                    <a:pt x="3899701" y="2044146"/>
                  </a:lnTo>
                  <a:lnTo>
                    <a:pt x="4026029" y="1971129"/>
                  </a:lnTo>
                  <a:lnTo>
                    <a:pt x="4026225" y="1969795"/>
                  </a:lnTo>
                  <a:close/>
                </a:path>
                <a:path w="7436484" h="4298315">
                  <a:moveTo>
                    <a:pt x="3374331" y="2346372"/>
                  </a:moveTo>
                  <a:lnTo>
                    <a:pt x="3331092" y="2371350"/>
                  </a:lnTo>
                  <a:lnTo>
                    <a:pt x="3331677" y="2372459"/>
                  </a:lnTo>
                  <a:lnTo>
                    <a:pt x="3374270" y="2347840"/>
                  </a:lnTo>
                  <a:lnTo>
                    <a:pt x="3374331" y="2346372"/>
                  </a:lnTo>
                  <a:close/>
                </a:path>
              </a:pathLst>
            </a:custGeom>
            <a:solidFill>
              <a:srgbClr val="7575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41162" y="1136779"/>
              <a:ext cx="7651115" cy="4423410"/>
            </a:xfrm>
            <a:custGeom>
              <a:avLst/>
              <a:gdLst/>
              <a:ahLst/>
              <a:cxnLst/>
              <a:rect l="l" t="t" r="r" b="b"/>
              <a:pathLst>
                <a:path w="7651115" h="4423410">
                  <a:moveTo>
                    <a:pt x="7091582" y="322736"/>
                  </a:moveTo>
                  <a:lnTo>
                    <a:pt x="7040973" y="351987"/>
                  </a:lnTo>
                  <a:lnTo>
                    <a:pt x="7043305" y="352960"/>
                  </a:lnTo>
                  <a:lnTo>
                    <a:pt x="7094576" y="323332"/>
                  </a:lnTo>
                  <a:lnTo>
                    <a:pt x="7091582" y="322736"/>
                  </a:lnTo>
                  <a:close/>
                </a:path>
                <a:path w="7651115" h="4423410">
                  <a:moveTo>
                    <a:pt x="7221562" y="247608"/>
                  </a:moveTo>
                  <a:lnTo>
                    <a:pt x="7176112" y="273878"/>
                  </a:lnTo>
                  <a:lnTo>
                    <a:pt x="7174945" y="276888"/>
                  </a:lnTo>
                  <a:lnTo>
                    <a:pt x="7220699" y="250448"/>
                  </a:lnTo>
                  <a:lnTo>
                    <a:pt x="7221562" y="247608"/>
                  </a:lnTo>
                  <a:close/>
                </a:path>
                <a:path w="7651115" h="4423410">
                  <a:moveTo>
                    <a:pt x="3610120" y="2334988"/>
                  </a:moveTo>
                  <a:lnTo>
                    <a:pt x="3559711" y="2364124"/>
                  </a:lnTo>
                  <a:lnTo>
                    <a:pt x="3561650" y="2364931"/>
                  </a:lnTo>
                  <a:lnTo>
                    <a:pt x="3612558" y="2335512"/>
                  </a:lnTo>
                  <a:lnTo>
                    <a:pt x="3610120" y="2334988"/>
                  </a:lnTo>
                  <a:close/>
                </a:path>
                <a:path w="7651115" h="4423410">
                  <a:moveTo>
                    <a:pt x="3738849" y="2260584"/>
                  </a:moveTo>
                  <a:lnTo>
                    <a:pt x="3694493" y="2286221"/>
                  </a:lnTo>
                  <a:lnTo>
                    <a:pt x="3693497" y="2288739"/>
                  </a:lnTo>
                  <a:lnTo>
                    <a:pt x="3738133" y="2262945"/>
                  </a:lnTo>
                  <a:lnTo>
                    <a:pt x="3738849" y="2260584"/>
                  </a:lnTo>
                  <a:close/>
                </a:path>
                <a:path w="7651115" h="4423410">
                  <a:moveTo>
                    <a:pt x="2081018" y="3218794"/>
                  </a:moveTo>
                  <a:lnTo>
                    <a:pt x="2030108" y="3248220"/>
                  </a:lnTo>
                  <a:lnTo>
                    <a:pt x="2031865" y="3248959"/>
                  </a:lnTo>
                  <a:lnTo>
                    <a:pt x="2083239" y="3219272"/>
                  </a:lnTo>
                  <a:lnTo>
                    <a:pt x="2081018" y="3218794"/>
                  </a:lnTo>
                  <a:close/>
                </a:path>
                <a:path w="7651115" h="4423410">
                  <a:moveTo>
                    <a:pt x="2210183" y="3144139"/>
                  </a:moveTo>
                  <a:lnTo>
                    <a:pt x="2164751" y="3170398"/>
                  </a:lnTo>
                  <a:lnTo>
                    <a:pt x="2163903" y="3172657"/>
                  </a:lnTo>
                  <a:lnTo>
                    <a:pt x="2209515" y="3146300"/>
                  </a:lnTo>
                  <a:lnTo>
                    <a:pt x="2210183" y="3144139"/>
                  </a:lnTo>
                  <a:close/>
                </a:path>
                <a:path w="7651115" h="4423410">
                  <a:moveTo>
                    <a:pt x="6949563" y="404821"/>
                  </a:moveTo>
                  <a:lnTo>
                    <a:pt x="6821641" y="478759"/>
                  </a:lnTo>
                  <a:lnTo>
                    <a:pt x="6821204" y="481307"/>
                  </a:lnTo>
                  <a:lnTo>
                    <a:pt x="6949109" y="407394"/>
                  </a:lnTo>
                  <a:lnTo>
                    <a:pt x="6949563" y="404821"/>
                  </a:lnTo>
                  <a:close/>
                </a:path>
                <a:path w="7651115" h="4423410">
                  <a:moveTo>
                    <a:pt x="6093385" y="899684"/>
                  </a:moveTo>
                  <a:lnTo>
                    <a:pt x="6037551" y="931956"/>
                  </a:lnTo>
                  <a:lnTo>
                    <a:pt x="6034033" y="934463"/>
                  </a:lnTo>
                  <a:lnTo>
                    <a:pt x="6015745" y="945131"/>
                  </a:lnTo>
                  <a:lnTo>
                    <a:pt x="6004876" y="950841"/>
                  </a:lnTo>
                  <a:lnTo>
                    <a:pt x="5873855" y="1026570"/>
                  </a:lnTo>
                  <a:lnTo>
                    <a:pt x="5873439" y="1029000"/>
                  </a:lnTo>
                  <a:lnTo>
                    <a:pt x="6092558" y="902376"/>
                  </a:lnTo>
                  <a:lnTo>
                    <a:pt x="6093385" y="899684"/>
                  </a:lnTo>
                  <a:close/>
                </a:path>
                <a:path w="7651115" h="4423410">
                  <a:moveTo>
                    <a:pt x="4718530" y="1694338"/>
                  </a:moveTo>
                  <a:lnTo>
                    <a:pt x="4662794" y="1726552"/>
                  </a:lnTo>
                  <a:lnTo>
                    <a:pt x="4657861" y="1729991"/>
                  </a:lnTo>
                  <a:lnTo>
                    <a:pt x="4641079" y="1739103"/>
                  </a:lnTo>
                  <a:lnTo>
                    <a:pt x="4498770" y="1821356"/>
                  </a:lnTo>
                  <a:lnTo>
                    <a:pt x="4498311" y="1823655"/>
                  </a:lnTo>
                  <a:lnTo>
                    <a:pt x="4717735" y="1696855"/>
                  </a:lnTo>
                  <a:lnTo>
                    <a:pt x="4718530" y="1694338"/>
                  </a:lnTo>
                  <a:close/>
                </a:path>
                <a:path w="7651115" h="4423410">
                  <a:moveTo>
                    <a:pt x="4454855" y="1846739"/>
                  </a:moveTo>
                  <a:lnTo>
                    <a:pt x="4357561" y="1902974"/>
                  </a:lnTo>
                  <a:lnTo>
                    <a:pt x="4357990" y="1903201"/>
                  </a:lnTo>
                  <a:lnTo>
                    <a:pt x="4359619" y="1903802"/>
                  </a:lnTo>
                  <a:lnTo>
                    <a:pt x="4454188" y="1849153"/>
                  </a:lnTo>
                  <a:lnTo>
                    <a:pt x="4454855" y="1846739"/>
                  </a:lnTo>
                  <a:close/>
                </a:path>
                <a:path w="7651115" h="4423410">
                  <a:moveTo>
                    <a:pt x="4277926" y="1949003"/>
                  </a:moveTo>
                  <a:lnTo>
                    <a:pt x="4150006" y="2022939"/>
                  </a:lnTo>
                  <a:lnTo>
                    <a:pt x="4149627" y="2025152"/>
                  </a:lnTo>
                  <a:lnTo>
                    <a:pt x="4277531" y="1951239"/>
                  </a:lnTo>
                  <a:lnTo>
                    <a:pt x="4277926" y="1949003"/>
                  </a:lnTo>
                  <a:close/>
                </a:path>
                <a:path w="7651115" h="4423410">
                  <a:moveTo>
                    <a:pt x="3029867" y="2670369"/>
                  </a:moveTo>
                  <a:lnTo>
                    <a:pt x="2932523" y="2726633"/>
                  </a:lnTo>
                  <a:lnTo>
                    <a:pt x="2932836" y="2726806"/>
                  </a:lnTo>
                  <a:lnTo>
                    <a:pt x="2934417" y="2727395"/>
                  </a:lnTo>
                  <a:lnTo>
                    <a:pt x="3029273" y="2672580"/>
                  </a:lnTo>
                  <a:lnTo>
                    <a:pt x="3029867" y="2670369"/>
                  </a:lnTo>
                  <a:close/>
                </a:path>
                <a:path w="7651115" h="4423410">
                  <a:moveTo>
                    <a:pt x="2851320" y="2773567"/>
                  </a:moveTo>
                  <a:lnTo>
                    <a:pt x="2725178" y="2846476"/>
                  </a:lnTo>
                  <a:lnTo>
                    <a:pt x="2724817" y="2848518"/>
                  </a:lnTo>
                  <a:lnTo>
                    <a:pt x="2851032" y="2775581"/>
                  </a:lnTo>
                  <a:lnTo>
                    <a:pt x="2851320" y="2773567"/>
                  </a:lnTo>
                  <a:close/>
                </a:path>
                <a:path w="7651115" h="4423410">
                  <a:moveTo>
                    <a:pt x="1847029" y="3354038"/>
                  </a:moveTo>
                  <a:lnTo>
                    <a:pt x="1720658" y="3427079"/>
                  </a:lnTo>
                  <a:lnTo>
                    <a:pt x="1720331" y="3428988"/>
                  </a:lnTo>
                  <a:lnTo>
                    <a:pt x="1846759" y="3355928"/>
                  </a:lnTo>
                  <a:lnTo>
                    <a:pt x="1847029" y="3354038"/>
                  </a:lnTo>
                  <a:close/>
                </a:path>
                <a:path w="7651115" h="4423410">
                  <a:moveTo>
                    <a:pt x="1503987" y="3552313"/>
                  </a:moveTo>
                  <a:lnTo>
                    <a:pt x="1377646" y="3625337"/>
                  </a:lnTo>
                  <a:lnTo>
                    <a:pt x="1377253" y="3627245"/>
                  </a:lnTo>
                  <a:lnTo>
                    <a:pt x="1503664" y="3554195"/>
                  </a:lnTo>
                  <a:lnTo>
                    <a:pt x="1503987" y="3552313"/>
                  </a:lnTo>
                  <a:close/>
                </a:path>
                <a:path w="7651115" h="4423410">
                  <a:moveTo>
                    <a:pt x="1100012" y="3785807"/>
                  </a:moveTo>
                  <a:lnTo>
                    <a:pt x="1002143" y="3842374"/>
                  </a:lnTo>
                  <a:lnTo>
                    <a:pt x="1003877" y="3843011"/>
                  </a:lnTo>
                  <a:lnTo>
                    <a:pt x="1099421" y="3787798"/>
                  </a:lnTo>
                  <a:lnTo>
                    <a:pt x="1100012" y="3785807"/>
                  </a:lnTo>
                  <a:close/>
                </a:path>
                <a:path w="7651115" h="4423410">
                  <a:moveTo>
                    <a:pt x="921857" y="3888779"/>
                  </a:moveTo>
                  <a:lnTo>
                    <a:pt x="794175" y="3962578"/>
                  </a:lnTo>
                  <a:lnTo>
                    <a:pt x="793858" y="3964376"/>
                  </a:lnTo>
                  <a:lnTo>
                    <a:pt x="921537" y="3890593"/>
                  </a:lnTo>
                  <a:lnTo>
                    <a:pt x="921857" y="3888779"/>
                  </a:lnTo>
                  <a:close/>
                </a:path>
                <a:path w="7651115" h="4423410">
                  <a:moveTo>
                    <a:pt x="721048" y="4004845"/>
                  </a:moveTo>
                  <a:lnTo>
                    <a:pt x="501555" y="4131709"/>
                  </a:lnTo>
                  <a:lnTo>
                    <a:pt x="501245" y="4133470"/>
                  </a:lnTo>
                  <a:lnTo>
                    <a:pt x="720447" y="4006798"/>
                  </a:lnTo>
                  <a:lnTo>
                    <a:pt x="721048" y="4004845"/>
                  </a:lnTo>
                  <a:close/>
                </a:path>
                <a:path w="7651115" h="4423410">
                  <a:moveTo>
                    <a:pt x="2655819" y="2886565"/>
                  </a:moveTo>
                  <a:lnTo>
                    <a:pt x="2647652" y="2891286"/>
                  </a:lnTo>
                  <a:lnTo>
                    <a:pt x="2640657" y="2896041"/>
                  </a:lnTo>
                  <a:lnTo>
                    <a:pt x="2634537" y="2899970"/>
                  </a:lnTo>
                  <a:lnTo>
                    <a:pt x="2629417" y="2903471"/>
                  </a:lnTo>
                  <a:lnTo>
                    <a:pt x="2619706" y="2907438"/>
                  </a:lnTo>
                  <a:lnTo>
                    <a:pt x="2556028" y="2944243"/>
                  </a:lnTo>
                  <a:lnTo>
                    <a:pt x="2556555" y="2945753"/>
                  </a:lnTo>
                  <a:lnTo>
                    <a:pt x="2656359" y="2888078"/>
                  </a:lnTo>
                  <a:lnTo>
                    <a:pt x="2655819" y="2886565"/>
                  </a:lnTo>
                  <a:close/>
                </a:path>
                <a:path w="7651115" h="4423410">
                  <a:moveTo>
                    <a:pt x="2543521" y="2951472"/>
                  </a:moveTo>
                  <a:lnTo>
                    <a:pt x="2512023" y="2969678"/>
                  </a:lnTo>
                  <a:lnTo>
                    <a:pt x="2510391" y="2972430"/>
                  </a:lnTo>
                  <a:lnTo>
                    <a:pt x="2543309" y="2953407"/>
                  </a:lnTo>
                  <a:lnTo>
                    <a:pt x="2543521" y="2951472"/>
                  </a:lnTo>
                  <a:close/>
                </a:path>
                <a:path w="7651115" h="4423410">
                  <a:moveTo>
                    <a:pt x="2466837" y="2995795"/>
                  </a:moveTo>
                  <a:lnTo>
                    <a:pt x="2410804" y="3028182"/>
                  </a:lnTo>
                  <a:lnTo>
                    <a:pt x="2412567" y="3028960"/>
                  </a:lnTo>
                  <a:lnTo>
                    <a:pt x="2469512" y="2996053"/>
                  </a:lnTo>
                  <a:lnTo>
                    <a:pt x="2466837" y="2995795"/>
                  </a:lnTo>
                  <a:close/>
                </a:path>
                <a:path w="7651115" h="4423410">
                  <a:moveTo>
                    <a:pt x="430719" y="4172652"/>
                  </a:moveTo>
                  <a:lnTo>
                    <a:pt x="417500" y="4180293"/>
                  </a:lnTo>
                  <a:lnTo>
                    <a:pt x="412759" y="4183631"/>
                  </a:lnTo>
                  <a:lnTo>
                    <a:pt x="405854" y="4188155"/>
                  </a:lnTo>
                  <a:lnTo>
                    <a:pt x="399805" y="4191251"/>
                  </a:lnTo>
                  <a:lnTo>
                    <a:pt x="395207" y="4193177"/>
                  </a:lnTo>
                  <a:lnTo>
                    <a:pt x="333877" y="4228626"/>
                  </a:lnTo>
                  <a:lnTo>
                    <a:pt x="334318" y="4229934"/>
                  </a:lnTo>
                  <a:lnTo>
                    <a:pt x="431185" y="4173957"/>
                  </a:lnTo>
                  <a:lnTo>
                    <a:pt x="430719" y="4172652"/>
                  </a:lnTo>
                  <a:close/>
                </a:path>
                <a:path w="7651115" h="4423410">
                  <a:moveTo>
                    <a:pt x="237625" y="4284259"/>
                  </a:moveTo>
                  <a:lnTo>
                    <a:pt x="226738" y="4290551"/>
                  </a:lnTo>
                  <a:lnTo>
                    <a:pt x="227484" y="4291671"/>
                  </a:lnTo>
                  <a:lnTo>
                    <a:pt x="228873" y="4290868"/>
                  </a:lnTo>
                  <a:lnTo>
                    <a:pt x="237625" y="4284259"/>
                  </a:lnTo>
                  <a:close/>
                </a:path>
                <a:path w="7651115" h="4423410">
                  <a:moveTo>
                    <a:pt x="130472" y="4346192"/>
                  </a:moveTo>
                  <a:lnTo>
                    <a:pt x="100071" y="4363763"/>
                  </a:lnTo>
                  <a:lnTo>
                    <a:pt x="98943" y="4365952"/>
                  </a:lnTo>
                  <a:lnTo>
                    <a:pt x="130128" y="4347931"/>
                  </a:lnTo>
                  <a:lnTo>
                    <a:pt x="130472" y="4346192"/>
                  </a:lnTo>
                  <a:close/>
                </a:path>
                <a:path w="7651115" h="4423410">
                  <a:moveTo>
                    <a:pt x="52799" y="4392617"/>
                  </a:moveTo>
                  <a:lnTo>
                    <a:pt x="49593" y="4392939"/>
                  </a:lnTo>
                  <a:lnTo>
                    <a:pt x="429" y="4421355"/>
                  </a:lnTo>
                  <a:lnTo>
                    <a:pt x="0" y="4423129"/>
                  </a:lnTo>
                  <a:lnTo>
                    <a:pt x="52799" y="4392617"/>
                  </a:lnTo>
                  <a:close/>
                </a:path>
                <a:path w="7651115" h="4423410">
                  <a:moveTo>
                    <a:pt x="7649958" y="0"/>
                  </a:moveTo>
                  <a:lnTo>
                    <a:pt x="7598254" y="29884"/>
                  </a:lnTo>
                  <a:lnTo>
                    <a:pt x="7600207" y="31139"/>
                  </a:lnTo>
                  <a:lnTo>
                    <a:pt x="7650704" y="1958"/>
                  </a:lnTo>
                  <a:lnTo>
                    <a:pt x="7649958" y="0"/>
                  </a:lnTo>
                  <a:close/>
                </a:path>
                <a:path w="7651115" h="4423410">
                  <a:moveTo>
                    <a:pt x="7436536" y="123355"/>
                  </a:moveTo>
                  <a:lnTo>
                    <a:pt x="7407152" y="140339"/>
                  </a:lnTo>
                  <a:lnTo>
                    <a:pt x="7405466" y="143675"/>
                  </a:lnTo>
                  <a:lnTo>
                    <a:pt x="7435684" y="126213"/>
                  </a:lnTo>
                  <a:lnTo>
                    <a:pt x="7436536" y="123355"/>
                  </a:lnTo>
                  <a:close/>
                </a:path>
                <a:path w="7651115" h="4423410">
                  <a:moveTo>
                    <a:pt x="7360036" y="169928"/>
                  </a:moveTo>
                  <a:lnTo>
                    <a:pt x="7354882" y="170550"/>
                  </a:lnTo>
                  <a:lnTo>
                    <a:pt x="7306437" y="198551"/>
                  </a:lnTo>
                  <a:lnTo>
                    <a:pt x="7305774" y="201285"/>
                  </a:lnTo>
                  <a:lnTo>
                    <a:pt x="7360036" y="169928"/>
                  </a:lnTo>
                  <a:close/>
                </a:path>
                <a:path w="7651115" h="4423410">
                  <a:moveTo>
                    <a:pt x="6469055" y="682550"/>
                  </a:moveTo>
                  <a:lnTo>
                    <a:pt x="6417530" y="712332"/>
                  </a:lnTo>
                  <a:lnTo>
                    <a:pt x="6419367" y="713520"/>
                  </a:lnTo>
                  <a:lnTo>
                    <a:pt x="6469746" y="684407"/>
                  </a:lnTo>
                  <a:lnTo>
                    <a:pt x="6469055" y="682550"/>
                  </a:lnTo>
                  <a:close/>
                </a:path>
                <a:path w="7651115" h="4423410">
                  <a:moveTo>
                    <a:pt x="6255774" y="805825"/>
                  </a:moveTo>
                  <a:lnTo>
                    <a:pt x="6226109" y="822971"/>
                  </a:lnTo>
                  <a:lnTo>
                    <a:pt x="6224515" y="826121"/>
                  </a:lnTo>
                  <a:lnTo>
                    <a:pt x="6255065" y="808466"/>
                  </a:lnTo>
                  <a:lnTo>
                    <a:pt x="6255774" y="805825"/>
                  </a:lnTo>
                  <a:close/>
                </a:path>
                <a:path w="7651115" h="4423410">
                  <a:moveTo>
                    <a:pt x="6178518" y="852701"/>
                  </a:moveTo>
                  <a:lnTo>
                    <a:pt x="6173633" y="853301"/>
                  </a:lnTo>
                  <a:lnTo>
                    <a:pt x="6125362" y="881202"/>
                  </a:lnTo>
                  <a:lnTo>
                    <a:pt x="6124737" y="883780"/>
                  </a:lnTo>
                  <a:lnTo>
                    <a:pt x="6178518" y="852701"/>
                  </a:lnTo>
                  <a:close/>
                </a:path>
                <a:path w="7651115" h="4423410">
                  <a:moveTo>
                    <a:pt x="5229276" y="1401247"/>
                  </a:moveTo>
                  <a:lnTo>
                    <a:pt x="5224360" y="1401972"/>
                  </a:lnTo>
                  <a:lnTo>
                    <a:pt x="5161591" y="1438252"/>
                  </a:lnTo>
                  <a:lnTo>
                    <a:pt x="5162631" y="1439760"/>
                  </a:lnTo>
                  <a:lnTo>
                    <a:pt x="5229276" y="1401247"/>
                  </a:lnTo>
                  <a:close/>
                </a:path>
                <a:path w="7651115" h="4423410">
                  <a:moveTo>
                    <a:pt x="5262889" y="1380995"/>
                  </a:moveTo>
                  <a:lnTo>
                    <a:pt x="5252840" y="1387257"/>
                  </a:lnTo>
                  <a:lnTo>
                    <a:pt x="5248596" y="1390082"/>
                  </a:lnTo>
                  <a:lnTo>
                    <a:pt x="5263134" y="1381681"/>
                  </a:lnTo>
                  <a:lnTo>
                    <a:pt x="5262889" y="1380995"/>
                  </a:lnTo>
                  <a:close/>
                </a:path>
                <a:path w="7651115" h="4423410">
                  <a:moveTo>
                    <a:pt x="5018906" y="1520723"/>
                  </a:moveTo>
                  <a:lnTo>
                    <a:pt x="4976740" y="1545095"/>
                  </a:lnTo>
                  <a:lnTo>
                    <a:pt x="4975234" y="1547666"/>
                  </a:lnTo>
                  <a:lnTo>
                    <a:pt x="4974567" y="1548438"/>
                  </a:lnTo>
                  <a:lnTo>
                    <a:pt x="5018446" y="1523081"/>
                  </a:lnTo>
                  <a:lnTo>
                    <a:pt x="5018906" y="1520723"/>
                  </a:lnTo>
                  <a:close/>
                </a:path>
                <a:path w="7651115" h="4423410">
                  <a:moveTo>
                    <a:pt x="4928158" y="1575256"/>
                  </a:moveTo>
                  <a:lnTo>
                    <a:pt x="4923952" y="1575605"/>
                  </a:lnTo>
                  <a:lnTo>
                    <a:pt x="4881366" y="1600220"/>
                  </a:lnTo>
                  <a:lnTo>
                    <a:pt x="4880642" y="1602715"/>
                  </a:lnTo>
                  <a:lnTo>
                    <a:pt x="4928158" y="1575256"/>
                  </a:lnTo>
                  <a:close/>
                </a:path>
                <a:path w="7651115" h="4423410">
                  <a:moveTo>
                    <a:pt x="1218386" y="3719050"/>
                  </a:moveTo>
                  <a:lnTo>
                    <a:pt x="1217631" y="3719236"/>
                  </a:lnTo>
                  <a:lnTo>
                    <a:pt x="1215188" y="3719236"/>
                  </a:lnTo>
                  <a:lnTo>
                    <a:pt x="1145917" y="3759274"/>
                  </a:lnTo>
                  <a:lnTo>
                    <a:pt x="1147642" y="3759932"/>
                  </a:lnTo>
                  <a:lnTo>
                    <a:pt x="1218386" y="3719050"/>
                  </a:lnTo>
                  <a:close/>
                </a:path>
                <a:path w="7651115" h="4423410">
                  <a:moveTo>
                    <a:pt x="1340411" y="3646859"/>
                  </a:moveTo>
                  <a:lnTo>
                    <a:pt x="1298253" y="3671225"/>
                  </a:lnTo>
                  <a:lnTo>
                    <a:pt x="1294143" y="3675273"/>
                  </a:lnTo>
                  <a:lnTo>
                    <a:pt x="1340943" y="3648228"/>
                  </a:lnTo>
                  <a:lnTo>
                    <a:pt x="1340411" y="3646859"/>
                  </a:lnTo>
                  <a:close/>
                </a:path>
                <a:path w="7651115" h="4423410">
                  <a:moveTo>
                    <a:pt x="6736226" y="528128"/>
                  </a:moveTo>
                  <a:lnTo>
                    <a:pt x="6609689" y="601266"/>
                  </a:lnTo>
                  <a:lnTo>
                    <a:pt x="6609175" y="603834"/>
                  </a:lnTo>
                  <a:lnTo>
                    <a:pt x="6735776" y="530674"/>
                  </a:lnTo>
                  <a:lnTo>
                    <a:pt x="6736226" y="528128"/>
                  </a:lnTo>
                  <a:close/>
                </a:path>
                <a:path w="7651115" h="4423410">
                  <a:moveTo>
                    <a:pt x="5750276" y="1097998"/>
                  </a:moveTo>
                  <a:lnTo>
                    <a:pt x="5623674" y="1171172"/>
                  </a:lnTo>
                  <a:lnTo>
                    <a:pt x="5623186" y="1173615"/>
                  </a:lnTo>
                  <a:lnTo>
                    <a:pt x="5749927" y="1100374"/>
                  </a:lnTo>
                  <a:lnTo>
                    <a:pt x="5750276" y="1097998"/>
                  </a:lnTo>
                  <a:close/>
                </a:path>
                <a:path w="7651115" h="4423410">
                  <a:moveTo>
                    <a:pt x="5466596" y="1261963"/>
                  </a:moveTo>
                  <a:lnTo>
                    <a:pt x="5340030" y="1335116"/>
                  </a:lnTo>
                  <a:lnTo>
                    <a:pt x="5339548" y="1337523"/>
                  </a:lnTo>
                  <a:lnTo>
                    <a:pt x="5466174" y="1264349"/>
                  </a:lnTo>
                  <a:lnTo>
                    <a:pt x="5466596" y="1261963"/>
                  </a:lnTo>
                  <a:close/>
                </a:path>
                <a:path w="7651115" h="4423410">
                  <a:moveTo>
                    <a:pt x="4026459" y="2094348"/>
                  </a:moveTo>
                  <a:lnTo>
                    <a:pt x="3900131" y="2167365"/>
                  </a:lnTo>
                  <a:lnTo>
                    <a:pt x="3899757" y="2169546"/>
                  </a:lnTo>
                  <a:lnTo>
                    <a:pt x="4026141" y="2096512"/>
                  </a:lnTo>
                  <a:lnTo>
                    <a:pt x="4026459" y="2094348"/>
                  </a:lnTo>
                  <a:close/>
                </a:path>
                <a:path w="7651115" h="4423410">
                  <a:moveTo>
                    <a:pt x="3374700" y="2471059"/>
                  </a:moveTo>
                  <a:lnTo>
                    <a:pt x="3332107" y="2495677"/>
                  </a:lnTo>
                  <a:lnTo>
                    <a:pt x="3332876" y="2497134"/>
                  </a:lnTo>
                  <a:lnTo>
                    <a:pt x="3374618" y="2473012"/>
                  </a:lnTo>
                  <a:lnTo>
                    <a:pt x="3374700" y="2471059"/>
                  </a:lnTo>
                  <a:close/>
                </a:path>
              </a:pathLst>
            </a:custGeom>
            <a:solidFill>
              <a:srgbClr val="757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40484" y="1138738"/>
              <a:ext cx="7652384" cy="4424045"/>
            </a:xfrm>
            <a:custGeom>
              <a:avLst/>
              <a:gdLst/>
              <a:ahLst/>
              <a:cxnLst/>
              <a:rect l="l" t="t" r="r" b="b"/>
              <a:pathLst>
                <a:path w="7652384" h="4424045">
                  <a:moveTo>
                    <a:pt x="7095253" y="321374"/>
                  </a:moveTo>
                  <a:lnTo>
                    <a:pt x="7043983" y="351002"/>
                  </a:lnTo>
                  <a:lnTo>
                    <a:pt x="7045599" y="351676"/>
                  </a:lnTo>
                  <a:lnTo>
                    <a:pt x="7097315" y="321784"/>
                  </a:lnTo>
                  <a:lnTo>
                    <a:pt x="7095253" y="321374"/>
                  </a:lnTo>
                  <a:close/>
                </a:path>
                <a:path w="7652384" h="4424045">
                  <a:moveTo>
                    <a:pt x="7221377" y="248490"/>
                  </a:moveTo>
                  <a:lnTo>
                    <a:pt x="7175623" y="274930"/>
                  </a:lnTo>
                  <a:lnTo>
                    <a:pt x="7175044" y="276422"/>
                  </a:lnTo>
                  <a:lnTo>
                    <a:pt x="7174497" y="277174"/>
                  </a:lnTo>
                  <a:lnTo>
                    <a:pt x="7220791" y="250416"/>
                  </a:lnTo>
                  <a:lnTo>
                    <a:pt x="7221377" y="248490"/>
                  </a:lnTo>
                  <a:close/>
                </a:path>
                <a:path w="7652384" h="4424045">
                  <a:moveTo>
                    <a:pt x="3613235" y="2333554"/>
                  </a:moveTo>
                  <a:lnTo>
                    <a:pt x="3562327" y="2362973"/>
                  </a:lnTo>
                  <a:lnTo>
                    <a:pt x="3564341" y="2363810"/>
                  </a:lnTo>
                  <a:lnTo>
                    <a:pt x="3615752" y="2334095"/>
                  </a:lnTo>
                  <a:lnTo>
                    <a:pt x="3613235" y="2333554"/>
                  </a:lnTo>
                  <a:close/>
                </a:path>
                <a:path w="7652384" h="4424045">
                  <a:moveTo>
                    <a:pt x="3738810" y="2260987"/>
                  </a:moveTo>
                  <a:lnTo>
                    <a:pt x="3694175" y="2286781"/>
                  </a:lnTo>
                  <a:lnTo>
                    <a:pt x="3693275" y="2289055"/>
                  </a:lnTo>
                  <a:lnTo>
                    <a:pt x="3692970" y="2289464"/>
                  </a:lnTo>
                  <a:lnTo>
                    <a:pt x="3738081" y="2263390"/>
                  </a:lnTo>
                  <a:lnTo>
                    <a:pt x="3738810" y="2260987"/>
                  </a:lnTo>
                  <a:close/>
                </a:path>
                <a:path w="7652384" h="4424045">
                  <a:moveTo>
                    <a:pt x="2083916" y="3217313"/>
                  </a:moveTo>
                  <a:lnTo>
                    <a:pt x="2032543" y="3247001"/>
                  </a:lnTo>
                  <a:lnTo>
                    <a:pt x="2034720" y="3247917"/>
                  </a:lnTo>
                  <a:lnTo>
                    <a:pt x="2086651" y="3217901"/>
                  </a:lnTo>
                  <a:lnTo>
                    <a:pt x="2083916" y="3217313"/>
                  </a:lnTo>
                  <a:close/>
                </a:path>
                <a:path w="7652384" h="4424045">
                  <a:moveTo>
                    <a:pt x="2210192" y="3144341"/>
                  </a:moveTo>
                  <a:lnTo>
                    <a:pt x="2164581" y="3170699"/>
                  </a:lnTo>
                  <a:lnTo>
                    <a:pt x="2163941" y="3172403"/>
                  </a:lnTo>
                  <a:lnTo>
                    <a:pt x="2162947" y="3173803"/>
                  </a:lnTo>
                  <a:lnTo>
                    <a:pt x="2209381" y="3146964"/>
                  </a:lnTo>
                  <a:lnTo>
                    <a:pt x="2210192" y="3144341"/>
                  </a:lnTo>
                  <a:close/>
                </a:path>
                <a:path w="7652384" h="4424045">
                  <a:moveTo>
                    <a:pt x="6949786" y="405436"/>
                  </a:moveTo>
                  <a:lnTo>
                    <a:pt x="6821882" y="479349"/>
                  </a:lnTo>
                  <a:lnTo>
                    <a:pt x="6821571" y="481162"/>
                  </a:lnTo>
                  <a:lnTo>
                    <a:pt x="6949468" y="407238"/>
                  </a:lnTo>
                  <a:lnTo>
                    <a:pt x="6949786" y="405436"/>
                  </a:lnTo>
                  <a:close/>
                </a:path>
                <a:path w="7652384" h="4424045">
                  <a:moveTo>
                    <a:pt x="6093235" y="900417"/>
                  </a:moveTo>
                  <a:lnTo>
                    <a:pt x="5874116" y="1027041"/>
                  </a:lnTo>
                  <a:lnTo>
                    <a:pt x="5873785" y="1028973"/>
                  </a:lnTo>
                  <a:lnTo>
                    <a:pt x="6092594" y="902504"/>
                  </a:lnTo>
                  <a:lnTo>
                    <a:pt x="6093235" y="900417"/>
                  </a:lnTo>
                  <a:close/>
                </a:path>
                <a:path w="7652384" h="4424045">
                  <a:moveTo>
                    <a:pt x="4718413" y="1694897"/>
                  </a:moveTo>
                  <a:lnTo>
                    <a:pt x="4498988" y="1821697"/>
                  </a:lnTo>
                  <a:lnTo>
                    <a:pt x="4498560" y="1823841"/>
                  </a:lnTo>
                  <a:lnTo>
                    <a:pt x="4717691" y="1697185"/>
                  </a:lnTo>
                  <a:lnTo>
                    <a:pt x="4718413" y="1694897"/>
                  </a:lnTo>
                  <a:close/>
                </a:path>
                <a:path w="7652384" h="4424045">
                  <a:moveTo>
                    <a:pt x="4454865" y="1847195"/>
                  </a:moveTo>
                  <a:lnTo>
                    <a:pt x="4360296" y="1901844"/>
                  </a:lnTo>
                  <a:lnTo>
                    <a:pt x="4362313" y="1902590"/>
                  </a:lnTo>
                  <a:lnTo>
                    <a:pt x="4454241" y="1849457"/>
                  </a:lnTo>
                  <a:lnTo>
                    <a:pt x="4454865" y="1847195"/>
                  </a:lnTo>
                  <a:close/>
                </a:path>
                <a:path w="7652384" h="4424045">
                  <a:moveTo>
                    <a:pt x="4278209" y="1949281"/>
                  </a:moveTo>
                  <a:lnTo>
                    <a:pt x="4150304" y="2023194"/>
                  </a:lnTo>
                  <a:lnTo>
                    <a:pt x="4149936" y="2025342"/>
                  </a:lnTo>
                  <a:lnTo>
                    <a:pt x="4277831" y="1951420"/>
                  </a:lnTo>
                  <a:lnTo>
                    <a:pt x="4278209" y="1949281"/>
                  </a:lnTo>
                  <a:close/>
                </a:path>
                <a:path w="7652384" h="4424045">
                  <a:moveTo>
                    <a:pt x="3029951" y="2670621"/>
                  </a:moveTo>
                  <a:lnTo>
                    <a:pt x="2935095" y="2725436"/>
                  </a:lnTo>
                  <a:lnTo>
                    <a:pt x="2937275" y="2726248"/>
                  </a:lnTo>
                  <a:lnTo>
                    <a:pt x="3029295" y="2673062"/>
                  </a:lnTo>
                  <a:lnTo>
                    <a:pt x="3029951" y="2670621"/>
                  </a:lnTo>
                  <a:close/>
                </a:path>
                <a:path w="7652384" h="4424045">
                  <a:moveTo>
                    <a:pt x="2851710" y="2773623"/>
                  </a:moveTo>
                  <a:lnTo>
                    <a:pt x="2725495" y="2846559"/>
                  </a:lnTo>
                  <a:lnTo>
                    <a:pt x="2725083" y="2848893"/>
                  </a:lnTo>
                  <a:lnTo>
                    <a:pt x="2851386" y="2775892"/>
                  </a:lnTo>
                  <a:lnTo>
                    <a:pt x="2851710" y="2773623"/>
                  </a:lnTo>
                  <a:close/>
                </a:path>
                <a:path w="7652384" h="4424045">
                  <a:moveTo>
                    <a:pt x="1847436" y="3353970"/>
                  </a:moveTo>
                  <a:lnTo>
                    <a:pt x="1721009" y="3427030"/>
                  </a:lnTo>
                  <a:lnTo>
                    <a:pt x="1720588" y="3429482"/>
                  </a:lnTo>
                  <a:lnTo>
                    <a:pt x="1847095" y="3356363"/>
                  </a:lnTo>
                  <a:lnTo>
                    <a:pt x="1847436" y="3353970"/>
                  </a:lnTo>
                  <a:close/>
                </a:path>
                <a:path w="7652384" h="4424045">
                  <a:moveTo>
                    <a:pt x="1504342" y="3552237"/>
                  </a:moveTo>
                  <a:lnTo>
                    <a:pt x="1377931" y="3625287"/>
                  </a:lnTo>
                  <a:lnTo>
                    <a:pt x="1377405" y="3627839"/>
                  </a:lnTo>
                  <a:lnTo>
                    <a:pt x="1503917" y="3554716"/>
                  </a:lnTo>
                  <a:lnTo>
                    <a:pt x="1504342" y="3552237"/>
                  </a:lnTo>
                  <a:close/>
                </a:path>
                <a:path w="7652384" h="4424045">
                  <a:moveTo>
                    <a:pt x="1100099" y="3785839"/>
                  </a:moveTo>
                  <a:lnTo>
                    <a:pt x="1004554" y="3841053"/>
                  </a:lnTo>
                  <a:lnTo>
                    <a:pt x="1006977" y="3841943"/>
                  </a:lnTo>
                  <a:lnTo>
                    <a:pt x="1099283" y="3788591"/>
                  </a:lnTo>
                  <a:lnTo>
                    <a:pt x="1100099" y="3785839"/>
                  </a:lnTo>
                  <a:close/>
                </a:path>
                <a:path w="7652384" h="4424045">
                  <a:moveTo>
                    <a:pt x="922215" y="3888635"/>
                  </a:moveTo>
                  <a:lnTo>
                    <a:pt x="794536" y="3962418"/>
                  </a:lnTo>
                  <a:lnTo>
                    <a:pt x="794081" y="3964994"/>
                  </a:lnTo>
                  <a:lnTo>
                    <a:pt x="921763" y="3891196"/>
                  </a:lnTo>
                  <a:lnTo>
                    <a:pt x="922215" y="3888635"/>
                  </a:lnTo>
                  <a:close/>
                </a:path>
                <a:path w="7652384" h="4424045">
                  <a:moveTo>
                    <a:pt x="721125" y="4004840"/>
                  </a:moveTo>
                  <a:lnTo>
                    <a:pt x="501923" y="4131512"/>
                  </a:lnTo>
                  <a:lnTo>
                    <a:pt x="501463" y="4134125"/>
                  </a:lnTo>
                  <a:lnTo>
                    <a:pt x="720256" y="4007664"/>
                  </a:lnTo>
                  <a:lnTo>
                    <a:pt x="721125" y="4004840"/>
                  </a:lnTo>
                  <a:close/>
                </a:path>
                <a:path w="7652384" h="4424045">
                  <a:moveTo>
                    <a:pt x="2657037" y="2886120"/>
                  </a:moveTo>
                  <a:lnTo>
                    <a:pt x="2557232" y="2943795"/>
                  </a:lnTo>
                  <a:lnTo>
                    <a:pt x="2557846" y="2945555"/>
                  </a:lnTo>
                  <a:lnTo>
                    <a:pt x="2657660" y="2887864"/>
                  </a:lnTo>
                  <a:lnTo>
                    <a:pt x="2657037" y="2886120"/>
                  </a:lnTo>
                  <a:close/>
                </a:path>
                <a:path w="7652384" h="4424045">
                  <a:moveTo>
                    <a:pt x="2543986" y="2951449"/>
                  </a:moveTo>
                  <a:lnTo>
                    <a:pt x="2511069" y="2970471"/>
                  </a:lnTo>
                  <a:lnTo>
                    <a:pt x="2510842" y="2970854"/>
                  </a:lnTo>
                  <a:lnTo>
                    <a:pt x="2507277" y="2974783"/>
                  </a:lnTo>
                  <a:lnTo>
                    <a:pt x="2543648" y="2953761"/>
                  </a:lnTo>
                  <a:lnTo>
                    <a:pt x="2543775" y="2953376"/>
                  </a:lnTo>
                  <a:lnTo>
                    <a:pt x="2543986" y="2951449"/>
                  </a:lnTo>
                  <a:close/>
                </a:path>
                <a:path w="7652384" h="4424045">
                  <a:moveTo>
                    <a:pt x="2470189" y="2994095"/>
                  </a:moveTo>
                  <a:lnTo>
                    <a:pt x="2413245" y="3027002"/>
                  </a:lnTo>
                  <a:lnTo>
                    <a:pt x="2415336" y="3027924"/>
                  </a:lnTo>
                  <a:lnTo>
                    <a:pt x="2473535" y="2994286"/>
                  </a:lnTo>
                  <a:lnTo>
                    <a:pt x="2472170" y="2994286"/>
                  </a:lnTo>
                  <a:lnTo>
                    <a:pt x="2470189" y="2994095"/>
                  </a:lnTo>
                  <a:close/>
                </a:path>
                <a:path w="7652384" h="4424045">
                  <a:moveTo>
                    <a:pt x="2473866" y="2994095"/>
                  </a:moveTo>
                  <a:lnTo>
                    <a:pt x="2473348" y="2994095"/>
                  </a:lnTo>
                  <a:lnTo>
                    <a:pt x="2472170" y="2994286"/>
                  </a:lnTo>
                  <a:lnTo>
                    <a:pt x="2473535" y="2994286"/>
                  </a:lnTo>
                  <a:lnTo>
                    <a:pt x="2473866" y="2994095"/>
                  </a:lnTo>
                  <a:close/>
                </a:path>
                <a:path w="7652384" h="4424045">
                  <a:moveTo>
                    <a:pt x="431862" y="4171999"/>
                  </a:moveTo>
                  <a:lnTo>
                    <a:pt x="334996" y="4227976"/>
                  </a:lnTo>
                  <a:lnTo>
                    <a:pt x="335663" y="4229956"/>
                  </a:lnTo>
                  <a:lnTo>
                    <a:pt x="432559" y="4173951"/>
                  </a:lnTo>
                  <a:lnTo>
                    <a:pt x="431862" y="4171999"/>
                  </a:lnTo>
                  <a:close/>
                </a:path>
                <a:path w="7652384" h="4424045">
                  <a:moveTo>
                    <a:pt x="130806" y="4345972"/>
                  </a:moveTo>
                  <a:lnTo>
                    <a:pt x="99620" y="4363994"/>
                  </a:lnTo>
                  <a:lnTo>
                    <a:pt x="98350" y="4366457"/>
                  </a:lnTo>
                  <a:lnTo>
                    <a:pt x="97346" y="4367701"/>
                  </a:lnTo>
                  <a:lnTo>
                    <a:pt x="130272" y="4348670"/>
                  </a:lnTo>
                  <a:lnTo>
                    <a:pt x="130806" y="4345972"/>
                  </a:lnTo>
                  <a:close/>
                </a:path>
                <a:path w="7652384" h="4424045">
                  <a:moveTo>
                    <a:pt x="58497" y="4390155"/>
                  </a:moveTo>
                  <a:lnTo>
                    <a:pt x="53476" y="4390659"/>
                  </a:lnTo>
                  <a:lnTo>
                    <a:pt x="677" y="4421171"/>
                  </a:lnTo>
                  <a:lnTo>
                    <a:pt x="0" y="4423966"/>
                  </a:lnTo>
                  <a:lnTo>
                    <a:pt x="58497" y="4390155"/>
                  </a:lnTo>
                  <a:close/>
                </a:path>
                <a:path w="7652384" h="4424045">
                  <a:moveTo>
                    <a:pt x="7651382" y="0"/>
                  </a:moveTo>
                  <a:lnTo>
                    <a:pt x="7600885" y="29181"/>
                  </a:lnTo>
                  <a:lnTo>
                    <a:pt x="7602150" y="29994"/>
                  </a:lnTo>
                  <a:lnTo>
                    <a:pt x="7651862" y="1261"/>
                  </a:lnTo>
                  <a:lnTo>
                    <a:pt x="7651382" y="0"/>
                  </a:lnTo>
                  <a:close/>
                </a:path>
                <a:path w="7652384" h="4424045">
                  <a:moveTo>
                    <a:pt x="7436362" y="124255"/>
                  </a:moveTo>
                  <a:lnTo>
                    <a:pt x="7406083" y="141752"/>
                  </a:lnTo>
                  <a:lnTo>
                    <a:pt x="7404949" y="143975"/>
                  </a:lnTo>
                  <a:lnTo>
                    <a:pt x="7435799" y="126144"/>
                  </a:lnTo>
                  <a:lnTo>
                    <a:pt x="7436362" y="124255"/>
                  </a:lnTo>
                  <a:close/>
                </a:path>
                <a:path w="7652384" h="4424045">
                  <a:moveTo>
                    <a:pt x="7364153" y="167555"/>
                  </a:moveTo>
                  <a:lnTo>
                    <a:pt x="7360714" y="167970"/>
                  </a:lnTo>
                  <a:lnTo>
                    <a:pt x="7306452" y="199327"/>
                  </a:lnTo>
                  <a:lnTo>
                    <a:pt x="7306007" y="201162"/>
                  </a:lnTo>
                  <a:lnTo>
                    <a:pt x="7364153" y="167555"/>
                  </a:lnTo>
                  <a:close/>
                </a:path>
                <a:path w="7652384" h="4424045">
                  <a:moveTo>
                    <a:pt x="6470424" y="682449"/>
                  </a:moveTo>
                  <a:lnTo>
                    <a:pt x="6420045" y="711562"/>
                  </a:lnTo>
                  <a:lnTo>
                    <a:pt x="6421415" y="712448"/>
                  </a:lnTo>
                  <a:lnTo>
                    <a:pt x="6470936" y="683825"/>
                  </a:lnTo>
                  <a:lnTo>
                    <a:pt x="6470424" y="682449"/>
                  </a:lnTo>
                  <a:close/>
                </a:path>
                <a:path w="7652384" h="4424045">
                  <a:moveTo>
                    <a:pt x="6255743" y="806508"/>
                  </a:moveTo>
                  <a:lnTo>
                    <a:pt x="6225069" y="824234"/>
                  </a:lnTo>
                  <a:lnTo>
                    <a:pt x="6223818" y="826658"/>
                  </a:lnTo>
                  <a:lnTo>
                    <a:pt x="6255204" y="808517"/>
                  </a:lnTo>
                  <a:lnTo>
                    <a:pt x="6255743" y="806508"/>
                  </a:lnTo>
                  <a:close/>
                </a:path>
                <a:path w="7652384" h="4424045">
                  <a:moveTo>
                    <a:pt x="6182944" y="850282"/>
                  </a:moveTo>
                  <a:lnTo>
                    <a:pt x="6179196" y="850743"/>
                  </a:lnTo>
                  <a:lnTo>
                    <a:pt x="6125414" y="881822"/>
                  </a:lnTo>
                  <a:lnTo>
                    <a:pt x="6124932" y="883813"/>
                  </a:lnTo>
                  <a:lnTo>
                    <a:pt x="6182944" y="850282"/>
                  </a:lnTo>
                  <a:close/>
                </a:path>
                <a:path w="7652384" h="4424045">
                  <a:moveTo>
                    <a:pt x="5263812" y="1379723"/>
                  </a:moveTo>
                  <a:lnTo>
                    <a:pt x="5249274" y="1388124"/>
                  </a:lnTo>
                  <a:lnTo>
                    <a:pt x="5246041" y="1390276"/>
                  </a:lnTo>
                  <a:lnTo>
                    <a:pt x="5240850" y="1393824"/>
                  </a:lnTo>
                  <a:lnTo>
                    <a:pt x="5237659" y="1395800"/>
                  </a:lnTo>
                  <a:lnTo>
                    <a:pt x="5229954" y="1399289"/>
                  </a:lnTo>
                  <a:lnTo>
                    <a:pt x="5163308" y="1437801"/>
                  </a:lnTo>
                  <a:lnTo>
                    <a:pt x="5164206" y="1439103"/>
                  </a:lnTo>
                  <a:lnTo>
                    <a:pt x="5264348" y="1381222"/>
                  </a:lnTo>
                  <a:lnTo>
                    <a:pt x="5263812" y="1379723"/>
                  </a:lnTo>
                  <a:close/>
                </a:path>
                <a:path w="7652384" h="4424045">
                  <a:moveTo>
                    <a:pt x="5019124" y="1521122"/>
                  </a:moveTo>
                  <a:lnTo>
                    <a:pt x="4975244" y="1546480"/>
                  </a:lnTo>
                  <a:lnTo>
                    <a:pt x="4972056" y="1550164"/>
                  </a:lnTo>
                  <a:lnTo>
                    <a:pt x="5018473" y="1523335"/>
                  </a:lnTo>
                  <a:lnTo>
                    <a:pt x="5018989" y="1521816"/>
                  </a:lnTo>
                  <a:lnTo>
                    <a:pt x="5019124" y="1521122"/>
                  </a:lnTo>
                  <a:close/>
                </a:path>
                <a:path w="7652384" h="4424045">
                  <a:moveTo>
                    <a:pt x="4932693" y="1572915"/>
                  </a:moveTo>
                  <a:lnTo>
                    <a:pt x="4928836" y="1573298"/>
                  </a:lnTo>
                  <a:lnTo>
                    <a:pt x="4881320" y="1600757"/>
                  </a:lnTo>
                  <a:lnTo>
                    <a:pt x="4880673" y="1602982"/>
                  </a:lnTo>
                  <a:lnTo>
                    <a:pt x="4932693" y="1572915"/>
                  </a:lnTo>
                  <a:close/>
                </a:path>
                <a:path w="7652384" h="4424045">
                  <a:moveTo>
                    <a:pt x="1225888" y="3715414"/>
                  </a:moveTo>
                  <a:lnTo>
                    <a:pt x="1219064" y="3717092"/>
                  </a:lnTo>
                  <a:lnTo>
                    <a:pt x="1148320" y="3757974"/>
                  </a:lnTo>
                  <a:lnTo>
                    <a:pt x="1150691" y="3758877"/>
                  </a:lnTo>
                  <a:lnTo>
                    <a:pt x="1225888" y="3715414"/>
                  </a:lnTo>
                  <a:close/>
                </a:path>
                <a:path w="7652384" h="4424045">
                  <a:moveTo>
                    <a:pt x="1341621" y="3646270"/>
                  </a:moveTo>
                  <a:lnTo>
                    <a:pt x="1294820" y="3673314"/>
                  </a:lnTo>
                  <a:lnTo>
                    <a:pt x="1286869" y="3680167"/>
                  </a:lnTo>
                  <a:lnTo>
                    <a:pt x="1342336" y="3648108"/>
                  </a:lnTo>
                  <a:lnTo>
                    <a:pt x="1341621" y="3646270"/>
                  </a:lnTo>
                  <a:close/>
                </a:path>
                <a:path w="7652384" h="4424045">
                  <a:moveTo>
                    <a:pt x="6736453" y="528716"/>
                  </a:moveTo>
                  <a:lnTo>
                    <a:pt x="6609853" y="601876"/>
                  </a:lnTo>
                  <a:lnTo>
                    <a:pt x="6609478" y="603750"/>
                  </a:lnTo>
                  <a:lnTo>
                    <a:pt x="6736130" y="530546"/>
                  </a:lnTo>
                  <a:lnTo>
                    <a:pt x="6736453" y="528716"/>
                  </a:lnTo>
                  <a:close/>
                </a:path>
                <a:path w="7652384" h="4424045">
                  <a:moveTo>
                    <a:pt x="5750605" y="1098416"/>
                  </a:moveTo>
                  <a:lnTo>
                    <a:pt x="5623864" y="1171657"/>
                  </a:lnTo>
                  <a:lnTo>
                    <a:pt x="5623464" y="1173657"/>
                  </a:lnTo>
                  <a:lnTo>
                    <a:pt x="5750323" y="1100333"/>
                  </a:lnTo>
                  <a:lnTo>
                    <a:pt x="5750605" y="1098416"/>
                  </a:lnTo>
                  <a:close/>
                </a:path>
                <a:path w="7652384" h="4424045">
                  <a:moveTo>
                    <a:pt x="5466852" y="1262390"/>
                  </a:moveTo>
                  <a:lnTo>
                    <a:pt x="5340225" y="1335565"/>
                  </a:lnTo>
                  <a:lnTo>
                    <a:pt x="5339817" y="1337602"/>
                  </a:lnTo>
                  <a:lnTo>
                    <a:pt x="5466501" y="1264380"/>
                  </a:lnTo>
                  <a:lnTo>
                    <a:pt x="5466852" y="1262390"/>
                  </a:lnTo>
                  <a:close/>
                </a:path>
                <a:path w="7652384" h="4424045">
                  <a:moveTo>
                    <a:pt x="4026819" y="2094554"/>
                  </a:moveTo>
                  <a:lnTo>
                    <a:pt x="3900434" y="2167588"/>
                  </a:lnTo>
                  <a:lnTo>
                    <a:pt x="3900061" y="2169767"/>
                  </a:lnTo>
                  <a:lnTo>
                    <a:pt x="4026505" y="2096684"/>
                  </a:lnTo>
                  <a:lnTo>
                    <a:pt x="4026819" y="2094554"/>
                  </a:lnTo>
                  <a:close/>
                </a:path>
                <a:path w="7652384" h="4424045">
                  <a:moveTo>
                    <a:pt x="3375296" y="2471054"/>
                  </a:moveTo>
                  <a:lnTo>
                    <a:pt x="3333553" y="2495176"/>
                  </a:lnTo>
                  <a:lnTo>
                    <a:pt x="3334373" y="2496730"/>
                  </a:lnTo>
                  <a:lnTo>
                    <a:pt x="3375210" y="2473126"/>
                  </a:lnTo>
                  <a:lnTo>
                    <a:pt x="3375296" y="2471054"/>
                  </a:lnTo>
                  <a:close/>
                </a:path>
              </a:pathLst>
            </a:custGeom>
            <a:solidFill>
              <a:srgbClr val="777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40054" y="1139999"/>
              <a:ext cx="7653655" cy="4424680"/>
            </a:xfrm>
            <a:custGeom>
              <a:avLst/>
              <a:gdLst/>
              <a:ahLst/>
              <a:cxnLst/>
              <a:rect l="l" t="t" r="r" b="b"/>
              <a:pathLst>
                <a:path w="7653655" h="4424680">
                  <a:moveTo>
                    <a:pt x="7097745" y="320523"/>
                  </a:moveTo>
                  <a:lnTo>
                    <a:pt x="7046029" y="350414"/>
                  </a:lnTo>
                  <a:lnTo>
                    <a:pt x="7048361" y="351387"/>
                  </a:lnTo>
                  <a:lnTo>
                    <a:pt x="7100739" y="321119"/>
                  </a:lnTo>
                  <a:lnTo>
                    <a:pt x="7097745" y="320523"/>
                  </a:lnTo>
                  <a:close/>
                </a:path>
                <a:path w="7653655" h="4424680">
                  <a:moveTo>
                    <a:pt x="7221221" y="249155"/>
                  </a:moveTo>
                  <a:lnTo>
                    <a:pt x="7174927" y="275912"/>
                  </a:lnTo>
                  <a:lnTo>
                    <a:pt x="7171996" y="279941"/>
                  </a:lnTo>
                  <a:lnTo>
                    <a:pt x="7220001" y="252200"/>
                  </a:lnTo>
                  <a:lnTo>
                    <a:pt x="7220670" y="250967"/>
                  </a:lnTo>
                  <a:lnTo>
                    <a:pt x="7221221" y="249155"/>
                  </a:lnTo>
                  <a:close/>
                </a:path>
                <a:path w="7653655" h="4424680">
                  <a:moveTo>
                    <a:pt x="3616182" y="2332833"/>
                  </a:moveTo>
                  <a:lnTo>
                    <a:pt x="3564771" y="2362549"/>
                  </a:lnTo>
                  <a:lnTo>
                    <a:pt x="3566710" y="2363356"/>
                  </a:lnTo>
                  <a:lnTo>
                    <a:pt x="3618621" y="2333357"/>
                  </a:lnTo>
                  <a:lnTo>
                    <a:pt x="3616182" y="2332833"/>
                  </a:lnTo>
                  <a:close/>
                </a:path>
                <a:path w="7653655" h="4424680">
                  <a:moveTo>
                    <a:pt x="3738511" y="2262128"/>
                  </a:moveTo>
                  <a:lnTo>
                    <a:pt x="3693400" y="2288202"/>
                  </a:lnTo>
                  <a:lnTo>
                    <a:pt x="3690851" y="2291617"/>
                  </a:lnTo>
                  <a:lnTo>
                    <a:pt x="3737169" y="2264851"/>
                  </a:lnTo>
                  <a:lnTo>
                    <a:pt x="3738354" y="2262647"/>
                  </a:lnTo>
                  <a:lnTo>
                    <a:pt x="3738511" y="2262128"/>
                  </a:lnTo>
                  <a:close/>
                </a:path>
                <a:path w="7653655" h="4424680">
                  <a:moveTo>
                    <a:pt x="2087081" y="3216640"/>
                  </a:moveTo>
                  <a:lnTo>
                    <a:pt x="2035150" y="3246655"/>
                  </a:lnTo>
                  <a:lnTo>
                    <a:pt x="2036908" y="3247394"/>
                  </a:lnTo>
                  <a:lnTo>
                    <a:pt x="2089302" y="3217117"/>
                  </a:lnTo>
                  <a:lnTo>
                    <a:pt x="2087081" y="3216640"/>
                  </a:lnTo>
                  <a:close/>
                </a:path>
                <a:path w="7653655" h="4424680">
                  <a:moveTo>
                    <a:pt x="2209811" y="3145703"/>
                  </a:moveTo>
                  <a:lnTo>
                    <a:pt x="2163377" y="3172541"/>
                  </a:lnTo>
                  <a:lnTo>
                    <a:pt x="2161245" y="3175542"/>
                  </a:lnTo>
                  <a:lnTo>
                    <a:pt x="2208679" y="3148131"/>
                  </a:lnTo>
                  <a:lnTo>
                    <a:pt x="2209544" y="3146567"/>
                  </a:lnTo>
                  <a:lnTo>
                    <a:pt x="2209811" y="3145703"/>
                  </a:lnTo>
                  <a:close/>
                </a:path>
                <a:path w="7653655" h="4424680">
                  <a:moveTo>
                    <a:pt x="6949898" y="405977"/>
                  </a:moveTo>
                  <a:lnTo>
                    <a:pt x="6822001" y="479900"/>
                  </a:lnTo>
                  <a:lnTo>
                    <a:pt x="6821564" y="482448"/>
                  </a:lnTo>
                  <a:lnTo>
                    <a:pt x="6949444" y="408549"/>
                  </a:lnTo>
                  <a:lnTo>
                    <a:pt x="6949898" y="405977"/>
                  </a:lnTo>
                  <a:close/>
                </a:path>
                <a:path w="7653655" h="4424680">
                  <a:moveTo>
                    <a:pt x="6093024" y="901242"/>
                  </a:moveTo>
                  <a:lnTo>
                    <a:pt x="5874215" y="1027711"/>
                  </a:lnTo>
                  <a:lnTo>
                    <a:pt x="5873799" y="1030140"/>
                  </a:lnTo>
                  <a:lnTo>
                    <a:pt x="6092197" y="903933"/>
                  </a:lnTo>
                  <a:lnTo>
                    <a:pt x="6093024" y="901242"/>
                  </a:lnTo>
                  <a:close/>
                </a:path>
                <a:path w="7653655" h="4424680">
                  <a:moveTo>
                    <a:pt x="4718121" y="1695923"/>
                  </a:moveTo>
                  <a:lnTo>
                    <a:pt x="4498989" y="1822579"/>
                  </a:lnTo>
                  <a:lnTo>
                    <a:pt x="4498530" y="1824878"/>
                  </a:lnTo>
                  <a:lnTo>
                    <a:pt x="4717326" y="1698440"/>
                  </a:lnTo>
                  <a:lnTo>
                    <a:pt x="4718121" y="1695923"/>
                  </a:lnTo>
                  <a:close/>
                </a:path>
                <a:path w="7653655" h="4424680">
                  <a:moveTo>
                    <a:pt x="4454671" y="1848195"/>
                  </a:moveTo>
                  <a:lnTo>
                    <a:pt x="4362743" y="1901328"/>
                  </a:lnTo>
                  <a:lnTo>
                    <a:pt x="4364873" y="1902115"/>
                  </a:lnTo>
                  <a:lnTo>
                    <a:pt x="4454004" y="1850608"/>
                  </a:lnTo>
                  <a:lnTo>
                    <a:pt x="4454671" y="1848195"/>
                  </a:lnTo>
                  <a:close/>
                </a:path>
                <a:path w="7653655" h="4424680">
                  <a:moveTo>
                    <a:pt x="4278261" y="1950158"/>
                  </a:moveTo>
                  <a:lnTo>
                    <a:pt x="4150366" y="2024080"/>
                  </a:lnTo>
                  <a:lnTo>
                    <a:pt x="4149987" y="2026293"/>
                  </a:lnTo>
                  <a:lnTo>
                    <a:pt x="4277867" y="1952394"/>
                  </a:lnTo>
                  <a:lnTo>
                    <a:pt x="4278261" y="1950158"/>
                  </a:lnTo>
                  <a:close/>
                </a:path>
                <a:path w="7653655" h="4424680">
                  <a:moveTo>
                    <a:pt x="3029724" y="2671800"/>
                  </a:moveTo>
                  <a:lnTo>
                    <a:pt x="2937705" y="2724987"/>
                  </a:lnTo>
                  <a:lnTo>
                    <a:pt x="2939659" y="2725714"/>
                  </a:lnTo>
                  <a:lnTo>
                    <a:pt x="3029130" y="2674011"/>
                  </a:lnTo>
                  <a:lnTo>
                    <a:pt x="3029724" y="2671800"/>
                  </a:lnTo>
                  <a:close/>
                </a:path>
                <a:path w="7653655" h="4424680">
                  <a:moveTo>
                    <a:pt x="2851816" y="2774630"/>
                  </a:moveTo>
                  <a:lnTo>
                    <a:pt x="2725513" y="2847632"/>
                  </a:lnTo>
                  <a:lnTo>
                    <a:pt x="2725153" y="2849673"/>
                  </a:lnTo>
                  <a:lnTo>
                    <a:pt x="2851528" y="2776643"/>
                  </a:lnTo>
                  <a:lnTo>
                    <a:pt x="2851816" y="2774630"/>
                  </a:lnTo>
                  <a:close/>
                </a:path>
                <a:path w="7653655" h="4424680">
                  <a:moveTo>
                    <a:pt x="1847524" y="3355101"/>
                  </a:moveTo>
                  <a:lnTo>
                    <a:pt x="1721018" y="3428220"/>
                  </a:lnTo>
                  <a:lnTo>
                    <a:pt x="1720691" y="3430129"/>
                  </a:lnTo>
                  <a:lnTo>
                    <a:pt x="1847254" y="3356990"/>
                  </a:lnTo>
                  <a:lnTo>
                    <a:pt x="1847524" y="3355101"/>
                  </a:lnTo>
                  <a:close/>
                </a:path>
                <a:path w="7653655" h="4424680">
                  <a:moveTo>
                    <a:pt x="1504347" y="3553454"/>
                  </a:moveTo>
                  <a:lnTo>
                    <a:pt x="1377835" y="3626577"/>
                  </a:lnTo>
                  <a:lnTo>
                    <a:pt x="1377442" y="3628484"/>
                  </a:lnTo>
                  <a:lnTo>
                    <a:pt x="1504024" y="3555335"/>
                  </a:lnTo>
                  <a:lnTo>
                    <a:pt x="1504347" y="3553454"/>
                  </a:lnTo>
                  <a:close/>
                </a:path>
                <a:path w="7653655" h="4424680">
                  <a:moveTo>
                    <a:pt x="1099713" y="3787329"/>
                  </a:moveTo>
                  <a:lnTo>
                    <a:pt x="1007407" y="3840681"/>
                  </a:lnTo>
                  <a:lnTo>
                    <a:pt x="1009140" y="3841318"/>
                  </a:lnTo>
                  <a:lnTo>
                    <a:pt x="1099123" y="3789319"/>
                  </a:lnTo>
                  <a:lnTo>
                    <a:pt x="1099713" y="3787329"/>
                  </a:lnTo>
                  <a:close/>
                </a:path>
                <a:path w="7653655" h="4424680">
                  <a:moveTo>
                    <a:pt x="922193" y="3889934"/>
                  </a:moveTo>
                  <a:lnTo>
                    <a:pt x="794511" y="3963733"/>
                  </a:lnTo>
                  <a:lnTo>
                    <a:pt x="794194" y="3965531"/>
                  </a:lnTo>
                  <a:lnTo>
                    <a:pt x="921873" y="3891748"/>
                  </a:lnTo>
                  <a:lnTo>
                    <a:pt x="922193" y="3889934"/>
                  </a:lnTo>
                  <a:close/>
                </a:path>
                <a:path w="7653655" h="4424680">
                  <a:moveTo>
                    <a:pt x="720686" y="4006403"/>
                  </a:moveTo>
                  <a:lnTo>
                    <a:pt x="501893" y="4132863"/>
                  </a:lnTo>
                  <a:lnTo>
                    <a:pt x="501583" y="4134624"/>
                  </a:lnTo>
                  <a:lnTo>
                    <a:pt x="720086" y="4008356"/>
                  </a:lnTo>
                  <a:lnTo>
                    <a:pt x="720686" y="4006403"/>
                  </a:lnTo>
                  <a:close/>
                </a:path>
                <a:path w="7653655" h="4424680">
                  <a:moveTo>
                    <a:pt x="2658090" y="2886602"/>
                  </a:moveTo>
                  <a:lnTo>
                    <a:pt x="2558276" y="2944293"/>
                  </a:lnTo>
                  <a:lnTo>
                    <a:pt x="2558803" y="2945803"/>
                  </a:lnTo>
                  <a:lnTo>
                    <a:pt x="2658630" y="2888115"/>
                  </a:lnTo>
                  <a:lnTo>
                    <a:pt x="2658090" y="2886602"/>
                  </a:lnTo>
                  <a:close/>
                </a:path>
                <a:path w="7653655" h="4424680">
                  <a:moveTo>
                    <a:pt x="2544078" y="2952500"/>
                  </a:moveTo>
                  <a:lnTo>
                    <a:pt x="2507707" y="2973521"/>
                  </a:lnTo>
                  <a:lnTo>
                    <a:pt x="2504258" y="2977323"/>
                  </a:lnTo>
                  <a:lnTo>
                    <a:pt x="2543342" y="2954737"/>
                  </a:lnTo>
                  <a:lnTo>
                    <a:pt x="2544078" y="2952500"/>
                  </a:lnTo>
                  <a:close/>
                </a:path>
                <a:path w="7653655" h="4424680">
                  <a:moveTo>
                    <a:pt x="2478838" y="2992012"/>
                  </a:moveTo>
                  <a:lnTo>
                    <a:pt x="2474497" y="2992716"/>
                  </a:lnTo>
                  <a:lnTo>
                    <a:pt x="2415766" y="3026663"/>
                  </a:lnTo>
                  <a:lnTo>
                    <a:pt x="2417530" y="3027441"/>
                  </a:lnTo>
                  <a:lnTo>
                    <a:pt x="2478838" y="2992012"/>
                  </a:lnTo>
                  <a:close/>
                </a:path>
                <a:path w="7653655" h="4424680">
                  <a:moveTo>
                    <a:pt x="432989" y="4172689"/>
                  </a:moveTo>
                  <a:lnTo>
                    <a:pt x="336093" y="4228694"/>
                  </a:lnTo>
                  <a:lnTo>
                    <a:pt x="336534" y="4230002"/>
                  </a:lnTo>
                  <a:lnTo>
                    <a:pt x="433455" y="4173993"/>
                  </a:lnTo>
                  <a:lnTo>
                    <a:pt x="432989" y="4172689"/>
                  </a:lnTo>
                  <a:close/>
                </a:path>
                <a:path w="7653655" h="4424680">
                  <a:moveTo>
                    <a:pt x="130702" y="4347408"/>
                  </a:moveTo>
                  <a:lnTo>
                    <a:pt x="97776" y="4366439"/>
                  </a:lnTo>
                  <a:lnTo>
                    <a:pt x="95450" y="4369319"/>
                  </a:lnTo>
                  <a:lnTo>
                    <a:pt x="130358" y="4349146"/>
                  </a:lnTo>
                  <a:lnTo>
                    <a:pt x="130702" y="4347408"/>
                  </a:lnTo>
                  <a:close/>
                </a:path>
                <a:path w="7653655" h="4424680">
                  <a:moveTo>
                    <a:pt x="62135" y="4388571"/>
                  </a:moveTo>
                  <a:lnTo>
                    <a:pt x="58927" y="4388893"/>
                  </a:lnTo>
                  <a:lnTo>
                    <a:pt x="429" y="4422704"/>
                  </a:lnTo>
                  <a:lnTo>
                    <a:pt x="0" y="4424478"/>
                  </a:lnTo>
                  <a:lnTo>
                    <a:pt x="62135" y="4388571"/>
                  </a:lnTo>
                  <a:close/>
                </a:path>
                <a:path w="7653655" h="4424680">
                  <a:moveTo>
                    <a:pt x="7652292" y="0"/>
                  </a:moveTo>
                  <a:lnTo>
                    <a:pt x="7602580" y="28733"/>
                  </a:lnTo>
                  <a:lnTo>
                    <a:pt x="7604533" y="29988"/>
                  </a:lnTo>
                  <a:lnTo>
                    <a:pt x="7653038" y="1958"/>
                  </a:lnTo>
                  <a:lnTo>
                    <a:pt x="7652292" y="0"/>
                  </a:lnTo>
                  <a:close/>
                </a:path>
                <a:path w="7653655" h="4424680">
                  <a:moveTo>
                    <a:pt x="7436228" y="124882"/>
                  </a:moveTo>
                  <a:lnTo>
                    <a:pt x="7405378" y="142713"/>
                  </a:lnTo>
                  <a:lnTo>
                    <a:pt x="7401654" y="147227"/>
                  </a:lnTo>
                  <a:lnTo>
                    <a:pt x="7435377" y="127739"/>
                  </a:lnTo>
                  <a:lnTo>
                    <a:pt x="7436228" y="124882"/>
                  </a:lnTo>
                  <a:close/>
                </a:path>
                <a:path w="7653655" h="4424680">
                  <a:moveTo>
                    <a:pt x="7369738" y="165670"/>
                  </a:moveTo>
                  <a:lnTo>
                    <a:pt x="7364583" y="166293"/>
                  </a:lnTo>
                  <a:lnTo>
                    <a:pt x="7306437" y="199901"/>
                  </a:lnTo>
                  <a:lnTo>
                    <a:pt x="7305774" y="202634"/>
                  </a:lnTo>
                  <a:lnTo>
                    <a:pt x="7369738" y="165670"/>
                  </a:lnTo>
                  <a:close/>
                </a:path>
                <a:path w="7653655" h="4424680">
                  <a:moveTo>
                    <a:pt x="6471366" y="682564"/>
                  </a:moveTo>
                  <a:lnTo>
                    <a:pt x="6421845" y="711186"/>
                  </a:lnTo>
                  <a:lnTo>
                    <a:pt x="6423682" y="712375"/>
                  </a:lnTo>
                  <a:lnTo>
                    <a:pt x="6472057" y="684420"/>
                  </a:lnTo>
                  <a:lnTo>
                    <a:pt x="6471366" y="682564"/>
                  </a:lnTo>
                  <a:close/>
                </a:path>
                <a:path w="7653655" h="4424680">
                  <a:moveTo>
                    <a:pt x="6255634" y="807255"/>
                  </a:moveTo>
                  <a:lnTo>
                    <a:pt x="6224247" y="825396"/>
                  </a:lnTo>
                  <a:lnTo>
                    <a:pt x="6220861" y="829581"/>
                  </a:lnTo>
                  <a:lnTo>
                    <a:pt x="6254925" y="809896"/>
                  </a:lnTo>
                  <a:lnTo>
                    <a:pt x="6255634" y="807255"/>
                  </a:lnTo>
                  <a:close/>
                </a:path>
                <a:path w="7653655" h="4424680">
                  <a:moveTo>
                    <a:pt x="6188261" y="848420"/>
                  </a:moveTo>
                  <a:lnTo>
                    <a:pt x="6183374" y="849020"/>
                  </a:lnTo>
                  <a:lnTo>
                    <a:pt x="6125361" y="882551"/>
                  </a:lnTo>
                  <a:lnTo>
                    <a:pt x="6124737" y="885129"/>
                  </a:lnTo>
                  <a:lnTo>
                    <a:pt x="6188261" y="848420"/>
                  </a:lnTo>
                  <a:close/>
                </a:path>
                <a:path w="7653655" h="4424680">
                  <a:moveTo>
                    <a:pt x="5264777" y="1379961"/>
                  </a:moveTo>
                  <a:lnTo>
                    <a:pt x="5164636" y="1437841"/>
                  </a:lnTo>
                  <a:lnTo>
                    <a:pt x="5165676" y="1439349"/>
                  </a:lnTo>
                  <a:lnTo>
                    <a:pt x="5265405" y="1381718"/>
                  </a:lnTo>
                  <a:lnTo>
                    <a:pt x="5264777" y="1379961"/>
                  </a:lnTo>
                  <a:close/>
                </a:path>
                <a:path w="7653655" h="4424680">
                  <a:moveTo>
                    <a:pt x="5018903" y="1522074"/>
                  </a:moveTo>
                  <a:lnTo>
                    <a:pt x="4972486" y="1548902"/>
                  </a:lnTo>
                  <a:lnTo>
                    <a:pt x="4968876" y="1553075"/>
                  </a:lnTo>
                  <a:lnTo>
                    <a:pt x="5018021" y="1524675"/>
                  </a:lnTo>
                  <a:lnTo>
                    <a:pt x="5018903" y="1522074"/>
                  </a:lnTo>
                  <a:close/>
                </a:path>
                <a:path w="7653655" h="4424680">
                  <a:moveTo>
                    <a:pt x="4937473" y="1571222"/>
                  </a:moveTo>
                  <a:lnTo>
                    <a:pt x="4933123" y="1571654"/>
                  </a:lnTo>
                  <a:lnTo>
                    <a:pt x="4881103" y="1601721"/>
                  </a:lnTo>
                  <a:lnTo>
                    <a:pt x="4880379" y="1604216"/>
                  </a:lnTo>
                  <a:lnTo>
                    <a:pt x="4937473" y="1571222"/>
                  </a:lnTo>
                  <a:close/>
                </a:path>
                <a:path w="7653655" h="4424680">
                  <a:moveTo>
                    <a:pt x="1231328" y="3712920"/>
                  </a:moveTo>
                  <a:lnTo>
                    <a:pt x="1226318" y="3714153"/>
                  </a:lnTo>
                  <a:lnTo>
                    <a:pt x="1151121" y="3757616"/>
                  </a:lnTo>
                  <a:lnTo>
                    <a:pt x="1152846" y="3758273"/>
                  </a:lnTo>
                  <a:lnTo>
                    <a:pt x="1231328" y="3712920"/>
                  </a:lnTo>
                  <a:close/>
                </a:path>
                <a:path w="7653655" h="4424680">
                  <a:moveTo>
                    <a:pt x="1342766" y="3646847"/>
                  </a:moveTo>
                  <a:lnTo>
                    <a:pt x="1287299" y="3678906"/>
                  </a:lnTo>
                  <a:lnTo>
                    <a:pt x="1280987" y="3684224"/>
                  </a:lnTo>
                  <a:lnTo>
                    <a:pt x="1343298" y="3648216"/>
                  </a:lnTo>
                  <a:lnTo>
                    <a:pt x="1342766" y="3646847"/>
                  </a:lnTo>
                  <a:close/>
                </a:path>
                <a:path w="7653655" h="4424680">
                  <a:moveTo>
                    <a:pt x="6736559" y="529284"/>
                  </a:moveTo>
                  <a:lnTo>
                    <a:pt x="6609908" y="602488"/>
                  </a:lnTo>
                  <a:lnTo>
                    <a:pt x="6609394" y="605056"/>
                  </a:lnTo>
                  <a:lnTo>
                    <a:pt x="6736109" y="531831"/>
                  </a:lnTo>
                  <a:lnTo>
                    <a:pt x="6736559" y="529284"/>
                  </a:lnTo>
                  <a:close/>
                </a:path>
                <a:path w="7653655" h="4424680">
                  <a:moveTo>
                    <a:pt x="5750752" y="1099072"/>
                  </a:moveTo>
                  <a:lnTo>
                    <a:pt x="5623893" y="1172395"/>
                  </a:lnTo>
                  <a:lnTo>
                    <a:pt x="5623405" y="1174837"/>
                  </a:lnTo>
                  <a:lnTo>
                    <a:pt x="5750403" y="1101448"/>
                  </a:lnTo>
                  <a:lnTo>
                    <a:pt x="5750752" y="1099072"/>
                  </a:lnTo>
                  <a:close/>
                </a:path>
                <a:path w="7653655" h="4424680">
                  <a:moveTo>
                    <a:pt x="5466931" y="1263118"/>
                  </a:moveTo>
                  <a:lnTo>
                    <a:pt x="5340247" y="1336340"/>
                  </a:lnTo>
                  <a:lnTo>
                    <a:pt x="5339764" y="1338747"/>
                  </a:lnTo>
                  <a:lnTo>
                    <a:pt x="5466510" y="1265503"/>
                  </a:lnTo>
                  <a:lnTo>
                    <a:pt x="5466931" y="1263118"/>
                  </a:lnTo>
                  <a:close/>
                </a:path>
                <a:path w="7653655" h="4424680">
                  <a:moveTo>
                    <a:pt x="4026935" y="2095422"/>
                  </a:moveTo>
                  <a:lnTo>
                    <a:pt x="3900491" y="2168506"/>
                  </a:lnTo>
                  <a:lnTo>
                    <a:pt x="3900117" y="2170687"/>
                  </a:lnTo>
                  <a:lnTo>
                    <a:pt x="4026617" y="2097585"/>
                  </a:lnTo>
                  <a:lnTo>
                    <a:pt x="4026935" y="2095422"/>
                  </a:lnTo>
                  <a:close/>
                </a:path>
                <a:path w="7653655" h="4424680">
                  <a:moveTo>
                    <a:pt x="3375640" y="2471865"/>
                  </a:moveTo>
                  <a:lnTo>
                    <a:pt x="3334803" y="2495468"/>
                  </a:lnTo>
                  <a:lnTo>
                    <a:pt x="3335572" y="2496925"/>
                  </a:lnTo>
                  <a:lnTo>
                    <a:pt x="3375558" y="2473818"/>
                  </a:lnTo>
                  <a:lnTo>
                    <a:pt x="3375640" y="2471865"/>
                  </a:lnTo>
                  <a:close/>
                </a:path>
              </a:pathLst>
            </a:custGeom>
            <a:solidFill>
              <a:srgbClr val="7A7A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39368" y="1141958"/>
              <a:ext cx="7655559" cy="4425950"/>
            </a:xfrm>
            <a:custGeom>
              <a:avLst/>
              <a:gdLst/>
              <a:ahLst/>
              <a:cxnLst/>
              <a:rect l="l" t="t" r="r" b="b"/>
              <a:pathLst>
                <a:path w="7655559" h="4425950">
                  <a:moveTo>
                    <a:pt x="720763" y="4006405"/>
                  </a:moveTo>
                  <a:lnTo>
                    <a:pt x="502259" y="4132669"/>
                  </a:lnTo>
                  <a:lnTo>
                    <a:pt x="501802" y="4135285"/>
                  </a:lnTo>
                  <a:lnTo>
                    <a:pt x="434835" y="4173994"/>
                  </a:lnTo>
                  <a:lnTo>
                    <a:pt x="434136" y="4172039"/>
                  </a:lnTo>
                  <a:lnTo>
                    <a:pt x="337210" y="4228046"/>
                  </a:lnTo>
                  <a:lnTo>
                    <a:pt x="337870" y="4230027"/>
                  </a:lnTo>
                  <a:lnTo>
                    <a:pt x="130505" y="4349889"/>
                  </a:lnTo>
                  <a:lnTo>
                    <a:pt x="131038" y="4347197"/>
                  </a:lnTo>
                  <a:lnTo>
                    <a:pt x="96126" y="4367365"/>
                  </a:lnTo>
                  <a:lnTo>
                    <a:pt x="92202" y="4372026"/>
                  </a:lnTo>
                  <a:lnTo>
                    <a:pt x="70027" y="4384840"/>
                  </a:lnTo>
                  <a:lnTo>
                    <a:pt x="66522" y="4386250"/>
                  </a:lnTo>
                  <a:lnTo>
                    <a:pt x="62814" y="4386618"/>
                  </a:lnTo>
                  <a:lnTo>
                    <a:pt x="685" y="4422521"/>
                  </a:lnTo>
                  <a:lnTo>
                    <a:pt x="0" y="4425327"/>
                  </a:lnTo>
                  <a:lnTo>
                    <a:pt x="12179" y="4418292"/>
                  </a:lnTo>
                  <a:lnTo>
                    <a:pt x="719810" y="4009504"/>
                  </a:lnTo>
                  <a:lnTo>
                    <a:pt x="719899" y="4009225"/>
                  </a:lnTo>
                  <a:lnTo>
                    <a:pt x="720763" y="4006405"/>
                  </a:lnTo>
                  <a:close/>
                </a:path>
                <a:path w="7655559" h="4425950">
                  <a:moveTo>
                    <a:pt x="922553" y="3889794"/>
                  </a:moveTo>
                  <a:lnTo>
                    <a:pt x="794880" y="3963581"/>
                  </a:lnTo>
                  <a:lnTo>
                    <a:pt x="794423" y="3966159"/>
                  </a:lnTo>
                  <a:lnTo>
                    <a:pt x="794372" y="3966426"/>
                  </a:lnTo>
                  <a:lnTo>
                    <a:pt x="922045" y="3892677"/>
                  </a:lnTo>
                  <a:lnTo>
                    <a:pt x="922096" y="3892359"/>
                  </a:lnTo>
                  <a:lnTo>
                    <a:pt x="922553" y="3889794"/>
                  </a:lnTo>
                  <a:close/>
                </a:path>
                <a:path w="7655559" h="4425950">
                  <a:moveTo>
                    <a:pt x="1098981" y="3790124"/>
                  </a:moveTo>
                  <a:lnTo>
                    <a:pt x="1012037" y="3840378"/>
                  </a:lnTo>
                  <a:lnTo>
                    <a:pt x="1012571" y="3840378"/>
                  </a:lnTo>
                  <a:lnTo>
                    <a:pt x="1098867" y="3790531"/>
                  </a:lnTo>
                  <a:lnTo>
                    <a:pt x="1098981" y="3790124"/>
                  </a:lnTo>
                  <a:close/>
                </a:path>
                <a:path w="7655559" h="4425950">
                  <a:moveTo>
                    <a:pt x="1099807" y="3787368"/>
                  </a:moveTo>
                  <a:lnTo>
                    <a:pt x="1009815" y="3839362"/>
                  </a:lnTo>
                  <a:lnTo>
                    <a:pt x="1012240" y="3840251"/>
                  </a:lnTo>
                  <a:lnTo>
                    <a:pt x="1098981" y="3790124"/>
                  </a:lnTo>
                  <a:lnTo>
                    <a:pt x="1099807" y="3787368"/>
                  </a:lnTo>
                  <a:close/>
                </a:path>
                <a:path w="7655559" h="4425950">
                  <a:moveTo>
                    <a:pt x="1245387" y="3705885"/>
                  </a:moveTo>
                  <a:lnTo>
                    <a:pt x="1242110" y="3707396"/>
                  </a:lnTo>
                  <a:lnTo>
                    <a:pt x="1237030" y="3709733"/>
                  </a:lnTo>
                  <a:lnTo>
                    <a:pt x="1232014" y="3710965"/>
                  </a:lnTo>
                  <a:lnTo>
                    <a:pt x="1153528" y="3756317"/>
                  </a:lnTo>
                  <a:lnTo>
                    <a:pt x="1155903" y="3757218"/>
                  </a:lnTo>
                  <a:lnTo>
                    <a:pt x="1156271" y="3757371"/>
                  </a:lnTo>
                  <a:lnTo>
                    <a:pt x="1245387" y="3705885"/>
                  </a:lnTo>
                  <a:close/>
                </a:path>
                <a:path w="7655559" h="4425950">
                  <a:moveTo>
                    <a:pt x="1344828" y="3648443"/>
                  </a:moveTo>
                  <a:lnTo>
                    <a:pt x="1344688" y="3648100"/>
                  </a:lnTo>
                  <a:lnTo>
                    <a:pt x="1343977" y="3646259"/>
                  </a:lnTo>
                  <a:lnTo>
                    <a:pt x="1281671" y="3682276"/>
                  </a:lnTo>
                  <a:lnTo>
                    <a:pt x="1275588" y="3687394"/>
                  </a:lnTo>
                  <a:lnTo>
                    <a:pt x="1269428" y="3691598"/>
                  </a:lnTo>
                  <a:lnTo>
                    <a:pt x="1265720" y="3694138"/>
                  </a:lnTo>
                  <a:lnTo>
                    <a:pt x="1344828" y="3648443"/>
                  </a:lnTo>
                  <a:close/>
                </a:path>
                <a:path w="7655559" h="4425950">
                  <a:moveTo>
                    <a:pt x="1504708" y="3553383"/>
                  </a:moveTo>
                  <a:lnTo>
                    <a:pt x="1378127" y="3626535"/>
                  </a:lnTo>
                  <a:lnTo>
                    <a:pt x="1377594" y="3629088"/>
                  </a:lnTo>
                  <a:lnTo>
                    <a:pt x="1377492" y="3629571"/>
                  </a:lnTo>
                  <a:lnTo>
                    <a:pt x="1504188" y="3556381"/>
                  </a:lnTo>
                  <a:lnTo>
                    <a:pt x="1504276" y="3555860"/>
                  </a:lnTo>
                  <a:lnTo>
                    <a:pt x="1504708" y="3553383"/>
                  </a:lnTo>
                  <a:close/>
                </a:path>
                <a:path w="7655559" h="4425950">
                  <a:moveTo>
                    <a:pt x="1847938" y="3355035"/>
                  </a:moveTo>
                  <a:lnTo>
                    <a:pt x="1721370" y="3428174"/>
                  </a:lnTo>
                  <a:lnTo>
                    <a:pt x="1720951" y="3430625"/>
                  </a:lnTo>
                  <a:lnTo>
                    <a:pt x="1720850" y="3431222"/>
                  </a:lnTo>
                  <a:lnTo>
                    <a:pt x="1847507" y="3358057"/>
                  </a:lnTo>
                  <a:lnTo>
                    <a:pt x="1847596" y="3357435"/>
                  </a:lnTo>
                  <a:lnTo>
                    <a:pt x="1847938" y="3355035"/>
                  </a:lnTo>
                  <a:close/>
                </a:path>
                <a:path w="7655559" h="4425950">
                  <a:moveTo>
                    <a:pt x="2093531" y="3215932"/>
                  </a:moveTo>
                  <a:lnTo>
                    <a:pt x="2092718" y="3215754"/>
                  </a:lnTo>
                  <a:lnTo>
                    <a:pt x="2089975" y="3215170"/>
                  </a:lnTo>
                  <a:lnTo>
                    <a:pt x="2037588" y="3245447"/>
                  </a:lnTo>
                  <a:lnTo>
                    <a:pt x="2038375" y="3245764"/>
                  </a:lnTo>
                  <a:lnTo>
                    <a:pt x="2040191" y="3246107"/>
                  </a:lnTo>
                  <a:lnTo>
                    <a:pt x="2041017" y="3246259"/>
                  </a:lnTo>
                  <a:lnTo>
                    <a:pt x="2093531" y="3215932"/>
                  </a:lnTo>
                  <a:close/>
                </a:path>
                <a:path w="7655559" h="4425950">
                  <a:moveTo>
                    <a:pt x="2209355" y="3146183"/>
                  </a:moveTo>
                  <a:lnTo>
                    <a:pt x="2161921" y="3173590"/>
                  </a:lnTo>
                  <a:lnTo>
                    <a:pt x="2159317" y="3177260"/>
                  </a:lnTo>
                  <a:lnTo>
                    <a:pt x="2158517" y="3178391"/>
                  </a:lnTo>
                  <a:lnTo>
                    <a:pt x="2207056" y="3150349"/>
                  </a:lnTo>
                  <a:lnTo>
                    <a:pt x="2207615" y="3149346"/>
                  </a:lnTo>
                  <a:lnTo>
                    <a:pt x="2209355" y="3146183"/>
                  </a:lnTo>
                  <a:close/>
                </a:path>
                <a:path w="7655559" h="4425950">
                  <a:moveTo>
                    <a:pt x="2544026" y="2952788"/>
                  </a:moveTo>
                  <a:lnTo>
                    <a:pt x="2504935" y="2975368"/>
                  </a:lnTo>
                  <a:lnTo>
                    <a:pt x="2503093" y="2977400"/>
                  </a:lnTo>
                  <a:lnTo>
                    <a:pt x="2495702" y="2982823"/>
                  </a:lnTo>
                  <a:lnTo>
                    <a:pt x="2492527" y="2985160"/>
                  </a:lnTo>
                  <a:lnTo>
                    <a:pt x="2488361" y="2987065"/>
                  </a:lnTo>
                  <a:lnTo>
                    <a:pt x="2483116" y="2989478"/>
                  </a:lnTo>
                  <a:lnTo>
                    <a:pt x="2479522" y="2990062"/>
                  </a:lnTo>
                  <a:lnTo>
                    <a:pt x="2418207" y="3025483"/>
                  </a:lnTo>
                  <a:lnTo>
                    <a:pt x="2420302" y="3026410"/>
                  </a:lnTo>
                  <a:lnTo>
                    <a:pt x="2421039" y="3026740"/>
                  </a:lnTo>
                  <a:lnTo>
                    <a:pt x="2542844" y="2956369"/>
                  </a:lnTo>
                  <a:lnTo>
                    <a:pt x="2543162" y="2955404"/>
                  </a:lnTo>
                  <a:lnTo>
                    <a:pt x="2544026" y="2952788"/>
                  </a:lnTo>
                  <a:close/>
                </a:path>
                <a:path w="7655559" h="4425950">
                  <a:moveTo>
                    <a:pt x="2660180" y="2888589"/>
                  </a:moveTo>
                  <a:lnTo>
                    <a:pt x="2659938" y="2887903"/>
                  </a:lnTo>
                  <a:lnTo>
                    <a:pt x="2659316" y="2886164"/>
                  </a:lnTo>
                  <a:lnTo>
                    <a:pt x="2559481" y="2943847"/>
                  </a:lnTo>
                  <a:lnTo>
                    <a:pt x="2560091" y="2945612"/>
                  </a:lnTo>
                  <a:lnTo>
                    <a:pt x="2560332" y="2946273"/>
                  </a:lnTo>
                  <a:lnTo>
                    <a:pt x="2660180" y="2888589"/>
                  </a:lnTo>
                  <a:close/>
                </a:path>
                <a:path w="7655559" h="4425950">
                  <a:moveTo>
                    <a:pt x="2852204" y="2774696"/>
                  </a:moveTo>
                  <a:lnTo>
                    <a:pt x="2725839" y="2847721"/>
                  </a:lnTo>
                  <a:lnTo>
                    <a:pt x="2725420" y="2850057"/>
                  </a:lnTo>
                  <a:lnTo>
                    <a:pt x="2725255" y="2850997"/>
                  </a:lnTo>
                  <a:lnTo>
                    <a:pt x="2851747" y="2777921"/>
                  </a:lnTo>
                  <a:lnTo>
                    <a:pt x="2851886" y="2776956"/>
                  </a:lnTo>
                  <a:lnTo>
                    <a:pt x="2852204" y="2774696"/>
                  </a:lnTo>
                  <a:close/>
                </a:path>
                <a:path w="7655559" h="4425950">
                  <a:moveTo>
                    <a:pt x="3029813" y="2672054"/>
                  </a:moveTo>
                  <a:lnTo>
                    <a:pt x="2940342" y="2723756"/>
                  </a:lnTo>
                  <a:lnTo>
                    <a:pt x="2942513" y="2724569"/>
                  </a:lnTo>
                  <a:lnTo>
                    <a:pt x="2943479" y="2724924"/>
                  </a:lnTo>
                  <a:lnTo>
                    <a:pt x="3028861" y="2675610"/>
                  </a:lnTo>
                  <a:lnTo>
                    <a:pt x="3029153" y="2674505"/>
                  </a:lnTo>
                  <a:lnTo>
                    <a:pt x="3029813" y="2672054"/>
                  </a:lnTo>
                  <a:close/>
                </a:path>
                <a:path w="7655559" h="4425950">
                  <a:moveTo>
                    <a:pt x="3376244" y="2471864"/>
                  </a:moveTo>
                  <a:lnTo>
                    <a:pt x="3336252" y="2494978"/>
                  </a:lnTo>
                  <a:lnTo>
                    <a:pt x="3337077" y="2496528"/>
                  </a:lnTo>
                  <a:lnTo>
                    <a:pt x="3337483" y="2497315"/>
                  </a:lnTo>
                  <a:lnTo>
                    <a:pt x="3376104" y="2475001"/>
                  </a:lnTo>
                  <a:lnTo>
                    <a:pt x="3376155" y="2473934"/>
                  </a:lnTo>
                  <a:lnTo>
                    <a:pt x="3376244" y="2471864"/>
                  </a:lnTo>
                  <a:close/>
                </a:path>
                <a:path w="7655559" h="4425950">
                  <a:moveTo>
                    <a:pt x="3623233" y="2332253"/>
                  </a:moveTo>
                  <a:lnTo>
                    <a:pt x="3621811" y="2331948"/>
                  </a:lnTo>
                  <a:lnTo>
                    <a:pt x="3619296" y="2331402"/>
                  </a:lnTo>
                  <a:lnTo>
                    <a:pt x="3567392" y="2361400"/>
                  </a:lnTo>
                  <a:lnTo>
                    <a:pt x="3568471" y="2361844"/>
                  </a:lnTo>
                  <a:lnTo>
                    <a:pt x="3569678" y="2362073"/>
                  </a:lnTo>
                  <a:lnTo>
                    <a:pt x="3571125" y="2362352"/>
                  </a:lnTo>
                  <a:lnTo>
                    <a:pt x="3623233" y="2332253"/>
                  </a:lnTo>
                  <a:close/>
                </a:path>
                <a:path w="7655559" h="4425950">
                  <a:moveTo>
                    <a:pt x="3737851" y="2262898"/>
                  </a:moveTo>
                  <a:lnTo>
                    <a:pt x="3691534" y="2289670"/>
                  </a:lnTo>
                  <a:lnTo>
                    <a:pt x="3688918" y="2293162"/>
                  </a:lnTo>
                  <a:lnTo>
                    <a:pt x="3687432" y="2295156"/>
                  </a:lnTo>
                  <a:lnTo>
                    <a:pt x="3735400" y="2267445"/>
                  </a:lnTo>
                  <a:lnTo>
                    <a:pt x="3736302" y="2265769"/>
                  </a:lnTo>
                  <a:lnTo>
                    <a:pt x="3737851" y="2262898"/>
                  </a:lnTo>
                  <a:close/>
                </a:path>
                <a:path w="7655559" h="4425950">
                  <a:moveTo>
                    <a:pt x="4027297" y="2095639"/>
                  </a:moveTo>
                  <a:lnTo>
                    <a:pt x="3900792" y="2168741"/>
                  </a:lnTo>
                  <a:lnTo>
                    <a:pt x="3900424" y="2170912"/>
                  </a:lnTo>
                  <a:lnTo>
                    <a:pt x="3900195" y="2172246"/>
                  </a:lnTo>
                  <a:lnTo>
                    <a:pt x="4026789" y="2099119"/>
                  </a:lnTo>
                  <a:lnTo>
                    <a:pt x="4026979" y="2097760"/>
                  </a:lnTo>
                  <a:lnTo>
                    <a:pt x="4027297" y="2095639"/>
                  </a:lnTo>
                  <a:close/>
                </a:path>
                <a:path w="7655559" h="4425950">
                  <a:moveTo>
                    <a:pt x="4278541" y="1950440"/>
                  </a:moveTo>
                  <a:lnTo>
                    <a:pt x="4150664" y="2024341"/>
                  </a:lnTo>
                  <a:lnTo>
                    <a:pt x="4150296" y="2026488"/>
                  </a:lnTo>
                  <a:lnTo>
                    <a:pt x="4150055" y="2027910"/>
                  </a:lnTo>
                  <a:lnTo>
                    <a:pt x="4277906" y="1954047"/>
                  </a:lnTo>
                  <a:lnTo>
                    <a:pt x="4278173" y="1952586"/>
                  </a:lnTo>
                  <a:lnTo>
                    <a:pt x="4278541" y="1950440"/>
                  </a:lnTo>
                  <a:close/>
                </a:path>
                <a:path w="7655559" h="4425950">
                  <a:moveTo>
                    <a:pt x="4454690" y="1848650"/>
                  </a:moveTo>
                  <a:lnTo>
                    <a:pt x="4365549" y="1900161"/>
                  </a:lnTo>
                  <a:lnTo>
                    <a:pt x="4367568" y="1900910"/>
                  </a:lnTo>
                  <a:lnTo>
                    <a:pt x="4368990" y="1901431"/>
                  </a:lnTo>
                  <a:lnTo>
                    <a:pt x="4453610" y="1852549"/>
                  </a:lnTo>
                  <a:lnTo>
                    <a:pt x="4454055" y="1850923"/>
                  </a:lnTo>
                  <a:lnTo>
                    <a:pt x="4454690" y="1848650"/>
                  </a:lnTo>
                  <a:close/>
                </a:path>
                <a:path w="7655559" h="4425950">
                  <a:moveTo>
                    <a:pt x="4718012" y="1696491"/>
                  </a:moveTo>
                  <a:lnTo>
                    <a:pt x="4499216" y="1822919"/>
                  </a:lnTo>
                  <a:lnTo>
                    <a:pt x="4498784" y="1825066"/>
                  </a:lnTo>
                  <a:lnTo>
                    <a:pt x="4498467" y="1826641"/>
                  </a:lnTo>
                  <a:lnTo>
                    <a:pt x="4716716" y="1700555"/>
                  </a:lnTo>
                  <a:lnTo>
                    <a:pt x="4717288" y="1698777"/>
                  </a:lnTo>
                  <a:lnTo>
                    <a:pt x="4718012" y="1696491"/>
                  </a:lnTo>
                  <a:close/>
                </a:path>
                <a:path w="7655559" h="4425950">
                  <a:moveTo>
                    <a:pt x="4952847" y="1564157"/>
                  </a:moveTo>
                  <a:lnTo>
                    <a:pt x="4943780" y="1567865"/>
                  </a:lnTo>
                  <a:lnTo>
                    <a:pt x="4941036" y="1568983"/>
                  </a:lnTo>
                  <a:lnTo>
                    <a:pt x="4938153" y="1569275"/>
                  </a:lnTo>
                  <a:lnTo>
                    <a:pt x="4881054" y="1602257"/>
                  </a:lnTo>
                  <a:lnTo>
                    <a:pt x="4880407" y="1604492"/>
                  </a:lnTo>
                  <a:lnTo>
                    <a:pt x="4879886" y="1606296"/>
                  </a:lnTo>
                  <a:lnTo>
                    <a:pt x="4952847" y="1564157"/>
                  </a:lnTo>
                  <a:close/>
                </a:path>
                <a:path w="7655559" h="4425950">
                  <a:moveTo>
                    <a:pt x="5018697" y="1522717"/>
                  </a:moveTo>
                  <a:lnTo>
                    <a:pt x="4969561" y="1551127"/>
                  </a:lnTo>
                  <a:lnTo>
                    <a:pt x="4967021" y="1554048"/>
                  </a:lnTo>
                  <a:lnTo>
                    <a:pt x="4965116" y="1555534"/>
                  </a:lnTo>
                  <a:lnTo>
                    <a:pt x="4957394" y="1561528"/>
                  </a:lnTo>
                  <a:lnTo>
                    <a:pt x="5017274" y="1526933"/>
                  </a:lnTo>
                  <a:lnTo>
                    <a:pt x="5017922" y="1525003"/>
                  </a:lnTo>
                  <a:lnTo>
                    <a:pt x="5018697" y="1522717"/>
                  </a:lnTo>
                  <a:close/>
                </a:path>
                <a:path w="7655559" h="4425950">
                  <a:moveTo>
                    <a:pt x="5267096" y="1382610"/>
                  </a:moveTo>
                  <a:lnTo>
                    <a:pt x="5266626" y="1381264"/>
                  </a:lnTo>
                  <a:lnTo>
                    <a:pt x="5266080" y="1379766"/>
                  </a:lnTo>
                  <a:lnTo>
                    <a:pt x="5166360" y="1437398"/>
                  </a:lnTo>
                  <a:lnTo>
                    <a:pt x="5167249" y="1438694"/>
                  </a:lnTo>
                  <a:lnTo>
                    <a:pt x="5168036" y="1439837"/>
                  </a:lnTo>
                  <a:lnTo>
                    <a:pt x="5267096" y="1382610"/>
                  </a:lnTo>
                  <a:close/>
                </a:path>
                <a:path w="7655559" h="4425950">
                  <a:moveTo>
                    <a:pt x="5467185" y="1263548"/>
                  </a:moveTo>
                  <a:lnTo>
                    <a:pt x="5340439" y="1336789"/>
                  </a:lnTo>
                  <a:lnTo>
                    <a:pt x="5340032" y="1338834"/>
                  </a:lnTo>
                  <a:lnTo>
                    <a:pt x="5339664" y="1340700"/>
                  </a:lnTo>
                  <a:lnTo>
                    <a:pt x="5466512" y="1267421"/>
                  </a:lnTo>
                  <a:lnTo>
                    <a:pt x="5466842" y="1265542"/>
                  </a:lnTo>
                  <a:lnTo>
                    <a:pt x="5467185" y="1263548"/>
                  </a:lnTo>
                  <a:close/>
                </a:path>
                <a:path w="7655559" h="4425950">
                  <a:moveTo>
                    <a:pt x="5751080" y="1099489"/>
                  </a:moveTo>
                  <a:lnTo>
                    <a:pt x="5624080" y="1172883"/>
                  </a:lnTo>
                  <a:lnTo>
                    <a:pt x="5623687" y="1174889"/>
                  </a:lnTo>
                  <a:lnTo>
                    <a:pt x="5623293" y="1176845"/>
                  </a:lnTo>
                  <a:lnTo>
                    <a:pt x="5750522" y="1103350"/>
                  </a:lnTo>
                  <a:lnTo>
                    <a:pt x="5750801" y="1101407"/>
                  </a:lnTo>
                  <a:lnTo>
                    <a:pt x="5751080" y="1099489"/>
                  </a:lnTo>
                  <a:close/>
                </a:path>
                <a:path w="7655559" h="4425950">
                  <a:moveTo>
                    <a:pt x="6092876" y="901979"/>
                  </a:moveTo>
                  <a:lnTo>
                    <a:pt x="5874474" y="1028192"/>
                  </a:lnTo>
                  <a:lnTo>
                    <a:pt x="5874143" y="1030122"/>
                  </a:lnTo>
                  <a:lnTo>
                    <a:pt x="5873801" y="1032129"/>
                  </a:lnTo>
                  <a:lnTo>
                    <a:pt x="6091529" y="906348"/>
                  </a:lnTo>
                  <a:lnTo>
                    <a:pt x="6092241" y="904062"/>
                  </a:lnTo>
                  <a:lnTo>
                    <a:pt x="6092876" y="901979"/>
                  </a:lnTo>
                  <a:close/>
                </a:path>
                <a:path w="7655559" h="4425950">
                  <a:moveTo>
                    <a:pt x="6206820" y="839749"/>
                  </a:moveTo>
                  <a:lnTo>
                    <a:pt x="6194895" y="844727"/>
                  </a:lnTo>
                  <a:lnTo>
                    <a:pt x="6191478" y="846150"/>
                  </a:lnTo>
                  <a:lnTo>
                    <a:pt x="6188938" y="846467"/>
                  </a:lnTo>
                  <a:lnTo>
                    <a:pt x="6125413" y="883183"/>
                  </a:lnTo>
                  <a:lnTo>
                    <a:pt x="6124930" y="885164"/>
                  </a:lnTo>
                  <a:lnTo>
                    <a:pt x="6124397" y="887361"/>
                  </a:lnTo>
                  <a:lnTo>
                    <a:pt x="6206820" y="839749"/>
                  </a:lnTo>
                  <a:close/>
                </a:path>
                <a:path w="7655559" h="4425950">
                  <a:moveTo>
                    <a:pt x="6255601" y="807948"/>
                  </a:moveTo>
                  <a:lnTo>
                    <a:pt x="6221539" y="827633"/>
                  </a:lnTo>
                  <a:lnTo>
                    <a:pt x="6218733" y="830948"/>
                  </a:lnTo>
                  <a:lnTo>
                    <a:pt x="6217437" y="832485"/>
                  </a:lnTo>
                  <a:lnTo>
                    <a:pt x="6209411" y="838263"/>
                  </a:lnTo>
                  <a:lnTo>
                    <a:pt x="6254458" y="812241"/>
                  </a:lnTo>
                  <a:lnTo>
                    <a:pt x="6255067" y="809955"/>
                  </a:lnTo>
                  <a:lnTo>
                    <a:pt x="6255601" y="807948"/>
                  </a:lnTo>
                  <a:close/>
                </a:path>
                <a:path w="7655559" h="4425950">
                  <a:moveTo>
                    <a:pt x="6473863" y="685495"/>
                  </a:moveTo>
                  <a:lnTo>
                    <a:pt x="6473253" y="683844"/>
                  </a:lnTo>
                  <a:lnTo>
                    <a:pt x="6472733" y="682472"/>
                  </a:lnTo>
                  <a:lnTo>
                    <a:pt x="6424358" y="710425"/>
                  </a:lnTo>
                  <a:lnTo>
                    <a:pt x="6425679" y="711339"/>
                  </a:lnTo>
                  <a:lnTo>
                    <a:pt x="6427216" y="712431"/>
                  </a:lnTo>
                  <a:lnTo>
                    <a:pt x="6473863" y="685495"/>
                  </a:lnTo>
                  <a:close/>
                </a:path>
                <a:path w="7655559" h="4425950">
                  <a:moveTo>
                    <a:pt x="6736791" y="529882"/>
                  </a:moveTo>
                  <a:lnTo>
                    <a:pt x="6610070" y="603110"/>
                  </a:lnTo>
                  <a:lnTo>
                    <a:pt x="6609702" y="604977"/>
                  </a:lnTo>
                  <a:lnTo>
                    <a:pt x="6609232" y="607288"/>
                  </a:lnTo>
                  <a:lnTo>
                    <a:pt x="6736054" y="534022"/>
                  </a:lnTo>
                  <a:lnTo>
                    <a:pt x="6736461" y="531710"/>
                  </a:lnTo>
                  <a:lnTo>
                    <a:pt x="6736791" y="529882"/>
                  </a:lnTo>
                  <a:close/>
                </a:path>
                <a:path w="7655559" h="4425950">
                  <a:moveTo>
                    <a:pt x="6950126" y="406603"/>
                  </a:moveTo>
                  <a:lnTo>
                    <a:pt x="6822249" y="480491"/>
                  </a:lnTo>
                  <a:lnTo>
                    <a:pt x="6821932" y="482307"/>
                  </a:lnTo>
                  <a:lnTo>
                    <a:pt x="6821538" y="484644"/>
                  </a:lnTo>
                  <a:lnTo>
                    <a:pt x="6949389" y="410794"/>
                  </a:lnTo>
                  <a:lnTo>
                    <a:pt x="6949808" y="408393"/>
                  </a:lnTo>
                  <a:lnTo>
                    <a:pt x="6950126" y="406603"/>
                  </a:lnTo>
                  <a:close/>
                </a:path>
                <a:path w="7655559" h="4425950">
                  <a:moveTo>
                    <a:pt x="7106298" y="320141"/>
                  </a:moveTo>
                  <a:lnTo>
                    <a:pt x="7103478" y="319582"/>
                  </a:lnTo>
                  <a:lnTo>
                    <a:pt x="7101421" y="319163"/>
                  </a:lnTo>
                  <a:lnTo>
                    <a:pt x="7049122" y="349389"/>
                  </a:lnTo>
                  <a:lnTo>
                    <a:pt x="7050735" y="350062"/>
                  </a:lnTo>
                  <a:lnTo>
                    <a:pt x="7053453" y="350672"/>
                  </a:lnTo>
                  <a:lnTo>
                    <a:pt x="7106298" y="320141"/>
                  </a:lnTo>
                  <a:close/>
                </a:path>
                <a:path w="7655559" h="4425950">
                  <a:moveTo>
                    <a:pt x="7220686" y="250253"/>
                  </a:moveTo>
                  <a:lnTo>
                    <a:pt x="7172680" y="277990"/>
                  </a:lnTo>
                  <a:lnTo>
                    <a:pt x="7170674" y="280733"/>
                  </a:lnTo>
                  <a:lnTo>
                    <a:pt x="7167893" y="284556"/>
                  </a:lnTo>
                  <a:lnTo>
                    <a:pt x="7217664" y="255803"/>
                  </a:lnTo>
                  <a:lnTo>
                    <a:pt x="7219429" y="252564"/>
                  </a:lnTo>
                  <a:lnTo>
                    <a:pt x="7220686" y="250253"/>
                  </a:lnTo>
                  <a:close/>
                </a:path>
                <a:path w="7655559" h="4425950">
                  <a:moveTo>
                    <a:pt x="7389190" y="156718"/>
                  </a:moveTo>
                  <a:lnTo>
                    <a:pt x="7375957" y="162090"/>
                  </a:lnTo>
                  <a:lnTo>
                    <a:pt x="7376109" y="162001"/>
                  </a:lnTo>
                  <a:lnTo>
                    <a:pt x="7372578" y="163461"/>
                  </a:lnTo>
                  <a:lnTo>
                    <a:pt x="7370419" y="163715"/>
                  </a:lnTo>
                  <a:lnTo>
                    <a:pt x="7306450" y="200685"/>
                  </a:lnTo>
                  <a:lnTo>
                    <a:pt x="7306005" y="202514"/>
                  </a:lnTo>
                  <a:lnTo>
                    <a:pt x="7305370" y="205143"/>
                  </a:lnTo>
                  <a:lnTo>
                    <a:pt x="7389190" y="156718"/>
                  </a:lnTo>
                  <a:close/>
                </a:path>
                <a:path w="7655559" h="4425950">
                  <a:moveTo>
                    <a:pt x="7436053" y="125793"/>
                  </a:moveTo>
                  <a:lnTo>
                    <a:pt x="7402335" y="145275"/>
                  </a:lnTo>
                  <a:lnTo>
                    <a:pt x="7399769" y="148323"/>
                  </a:lnTo>
                  <a:lnTo>
                    <a:pt x="7398537" y="149783"/>
                  </a:lnTo>
                  <a:lnTo>
                    <a:pt x="7389190" y="156718"/>
                  </a:lnTo>
                  <a:lnTo>
                    <a:pt x="7434669" y="130454"/>
                  </a:lnTo>
                  <a:lnTo>
                    <a:pt x="7435494" y="127673"/>
                  </a:lnTo>
                  <a:lnTo>
                    <a:pt x="7436053" y="125793"/>
                  </a:lnTo>
                  <a:close/>
                </a:path>
                <a:path w="7655559" h="4425950">
                  <a:moveTo>
                    <a:pt x="7654938" y="3200"/>
                  </a:moveTo>
                  <a:lnTo>
                    <a:pt x="7654201" y="1270"/>
                  </a:lnTo>
                  <a:lnTo>
                    <a:pt x="7653718" y="0"/>
                  </a:lnTo>
                  <a:lnTo>
                    <a:pt x="7605217" y="28041"/>
                  </a:lnTo>
                  <a:lnTo>
                    <a:pt x="7606449" y="28867"/>
                  </a:lnTo>
                  <a:lnTo>
                    <a:pt x="7608303" y="30149"/>
                  </a:lnTo>
                  <a:lnTo>
                    <a:pt x="7654938" y="3200"/>
                  </a:lnTo>
                  <a:close/>
                </a:path>
              </a:pathLst>
            </a:custGeom>
            <a:solidFill>
              <a:srgbClr val="7A7A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38698" y="1145155"/>
              <a:ext cx="7656195" cy="4425315"/>
            </a:xfrm>
            <a:custGeom>
              <a:avLst/>
              <a:gdLst/>
              <a:ahLst/>
              <a:cxnLst/>
              <a:rect l="l" t="t" r="r" b="b"/>
              <a:pathLst>
                <a:path w="7656195" h="4425315">
                  <a:moveTo>
                    <a:pt x="7106978" y="316936"/>
                  </a:moveTo>
                  <a:lnTo>
                    <a:pt x="7054133" y="347464"/>
                  </a:lnTo>
                  <a:lnTo>
                    <a:pt x="7056083" y="347829"/>
                  </a:lnTo>
                  <a:lnTo>
                    <a:pt x="7108891" y="317316"/>
                  </a:lnTo>
                  <a:lnTo>
                    <a:pt x="7106978" y="316936"/>
                  </a:lnTo>
                  <a:close/>
                </a:path>
                <a:path w="7656195" h="4425315">
                  <a:moveTo>
                    <a:pt x="7218343" y="252602"/>
                  </a:moveTo>
                  <a:lnTo>
                    <a:pt x="7168574" y="281353"/>
                  </a:lnTo>
                  <a:lnTo>
                    <a:pt x="7166720" y="283902"/>
                  </a:lnTo>
                  <a:lnTo>
                    <a:pt x="7217180" y="254745"/>
                  </a:lnTo>
                  <a:lnTo>
                    <a:pt x="7218343" y="252602"/>
                  </a:lnTo>
                  <a:close/>
                </a:path>
                <a:path w="7656195" h="4425315">
                  <a:moveTo>
                    <a:pt x="3623904" y="2329046"/>
                  </a:moveTo>
                  <a:lnTo>
                    <a:pt x="3571801" y="2359145"/>
                  </a:lnTo>
                  <a:lnTo>
                    <a:pt x="3574341" y="2359620"/>
                  </a:lnTo>
                  <a:lnTo>
                    <a:pt x="3626346" y="2329571"/>
                  </a:lnTo>
                  <a:lnTo>
                    <a:pt x="3623904" y="2329046"/>
                  </a:lnTo>
                  <a:close/>
                </a:path>
                <a:path w="7656195" h="4425315">
                  <a:moveTo>
                    <a:pt x="3736080" y="2264244"/>
                  </a:moveTo>
                  <a:lnTo>
                    <a:pt x="3688103" y="2291959"/>
                  </a:lnTo>
                  <a:lnTo>
                    <a:pt x="3685574" y="2295348"/>
                  </a:lnTo>
                  <a:lnTo>
                    <a:pt x="3734581" y="2267031"/>
                  </a:lnTo>
                  <a:lnTo>
                    <a:pt x="3736080" y="2264244"/>
                  </a:lnTo>
                  <a:close/>
                </a:path>
                <a:path w="7656195" h="4425315">
                  <a:moveTo>
                    <a:pt x="2094208" y="3212724"/>
                  </a:moveTo>
                  <a:lnTo>
                    <a:pt x="2041697" y="3243059"/>
                  </a:lnTo>
                  <a:lnTo>
                    <a:pt x="2044501" y="3243578"/>
                  </a:lnTo>
                  <a:lnTo>
                    <a:pt x="2096899" y="3213302"/>
                  </a:lnTo>
                  <a:lnTo>
                    <a:pt x="2094208" y="3212724"/>
                  </a:lnTo>
                  <a:close/>
                </a:path>
                <a:path w="7656195" h="4425315">
                  <a:moveTo>
                    <a:pt x="2207732" y="3147143"/>
                  </a:moveTo>
                  <a:lnTo>
                    <a:pt x="2159193" y="3175183"/>
                  </a:lnTo>
                  <a:lnTo>
                    <a:pt x="2156632" y="3178788"/>
                  </a:lnTo>
                  <a:lnTo>
                    <a:pt x="2206012" y="3150256"/>
                  </a:lnTo>
                  <a:lnTo>
                    <a:pt x="2207732" y="3147143"/>
                  </a:lnTo>
                  <a:close/>
                </a:path>
                <a:path w="7656195" h="4425315">
                  <a:moveTo>
                    <a:pt x="6950061" y="407584"/>
                  </a:moveTo>
                  <a:lnTo>
                    <a:pt x="6822209" y="481442"/>
                  </a:lnTo>
                  <a:lnTo>
                    <a:pt x="6821919" y="483132"/>
                  </a:lnTo>
                  <a:lnTo>
                    <a:pt x="6949765" y="409261"/>
                  </a:lnTo>
                  <a:lnTo>
                    <a:pt x="6950061" y="407584"/>
                  </a:lnTo>
                  <a:close/>
                </a:path>
                <a:path w="7656195" h="4425315">
                  <a:moveTo>
                    <a:pt x="6092208" y="903150"/>
                  </a:moveTo>
                  <a:lnTo>
                    <a:pt x="5874478" y="1028929"/>
                  </a:lnTo>
                  <a:lnTo>
                    <a:pt x="5874165" y="1030755"/>
                  </a:lnTo>
                  <a:lnTo>
                    <a:pt x="6091604" y="905116"/>
                  </a:lnTo>
                  <a:lnTo>
                    <a:pt x="6092208" y="903150"/>
                  </a:lnTo>
                  <a:close/>
                </a:path>
                <a:path w="7656195" h="4425315">
                  <a:moveTo>
                    <a:pt x="4717397" y="1697354"/>
                  </a:moveTo>
                  <a:lnTo>
                    <a:pt x="4499143" y="1823436"/>
                  </a:lnTo>
                  <a:lnTo>
                    <a:pt x="4498731" y="1825497"/>
                  </a:lnTo>
                  <a:lnTo>
                    <a:pt x="4716705" y="1699549"/>
                  </a:lnTo>
                  <a:lnTo>
                    <a:pt x="4717397" y="1697354"/>
                  </a:lnTo>
                  <a:close/>
                </a:path>
                <a:path w="7656195" h="4425315">
                  <a:moveTo>
                    <a:pt x="4454283" y="1849351"/>
                  </a:moveTo>
                  <a:lnTo>
                    <a:pt x="4369669" y="1898231"/>
                  </a:lnTo>
                  <a:lnTo>
                    <a:pt x="4371611" y="1898948"/>
                  </a:lnTo>
                  <a:lnTo>
                    <a:pt x="4453677" y="1851529"/>
                  </a:lnTo>
                  <a:lnTo>
                    <a:pt x="4454283" y="1849351"/>
                  </a:lnTo>
                  <a:close/>
                </a:path>
                <a:path w="7656195" h="4425315">
                  <a:moveTo>
                    <a:pt x="4278585" y="1950848"/>
                  </a:moveTo>
                  <a:lnTo>
                    <a:pt x="4150730" y="2024707"/>
                  </a:lnTo>
                  <a:lnTo>
                    <a:pt x="4150375" y="2026781"/>
                  </a:lnTo>
                  <a:lnTo>
                    <a:pt x="4278222" y="1952909"/>
                  </a:lnTo>
                  <a:lnTo>
                    <a:pt x="4278585" y="1950848"/>
                  </a:lnTo>
                  <a:close/>
                </a:path>
                <a:path w="7656195" h="4425315">
                  <a:moveTo>
                    <a:pt x="3029532" y="2672404"/>
                  </a:moveTo>
                  <a:lnTo>
                    <a:pt x="2944151" y="2721727"/>
                  </a:lnTo>
                  <a:lnTo>
                    <a:pt x="2946281" y="2722520"/>
                  </a:lnTo>
                  <a:lnTo>
                    <a:pt x="3028892" y="2674786"/>
                  </a:lnTo>
                  <a:lnTo>
                    <a:pt x="3029532" y="2672404"/>
                  </a:lnTo>
                  <a:close/>
                </a:path>
                <a:path w="7656195" h="4425315">
                  <a:moveTo>
                    <a:pt x="2852423" y="2774717"/>
                  </a:moveTo>
                  <a:lnTo>
                    <a:pt x="2725931" y="2847789"/>
                  </a:lnTo>
                  <a:lnTo>
                    <a:pt x="2725528" y="2850073"/>
                  </a:lnTo>
                  <a:lnTo>
                    <a:pt x="2852106" y="2776935"/>
                  </a:lnTo>
                  <a:lnTo>
                    <a:pt x="2852423" y="2774717"/>
                  </a:lnTo>
                  <a:close/>
                </a:path>
                <a:path w="7656195" h="4425315">
                  <a:moveTo>
                    <a:pt x="1848180" y="3354850"/>
                  </a:moveTo>
                  <a:lnTo>
                    <a:pt x="1721525" y="3428016"/>
                  </a:lnTo>
                  <a:lnTo>
                    <a:pt x="1721110" y="3430438"/>
                  </a:lnTo>
                  <a:lnTo>
                    <a:pt x="1847842" y="3357210"/>
                  </a:lnTo>
                  <a:lnTo>
                    <a:pt x="1848180" y="3354850"/>
                  </a:lnTo>
                  <a:close/>
                </a:path>
                <a:path w="7656195" h="4425315">
                  <a:moveTo>
                    <a:pt x="1504866" y="3553176"/>
                  </a:moveTo>
                  <a:lnTo>
                    <a:pt x="1378173" y="3626365"/>
                  </a:lnTo>
                  <a:lnTo>
                    <a:pt x="1377653" y="3628891"/>
                  </a:lnTo>
                  <a:lnTo>
                    <a:pt x="1504446" y="3555629"/>
                  </a:lnTo>
                  <a:lnTo>
                    <a:pt x="1504866" y="3553176"/>
                  </a:lnTo>
                  <a:close/>
                </a:path>
                <a:path w="7656195" h="4425315">
                  <a:moveTo>
                    <a:pt x="1099541" y="3787325"/>
                  </a:moveTo>
                  <a:lnTo>
                    <a:pt x="1013251" y="3837174"/>
                  </a:lnTo>
                  <a:lnTo>
                    <a:pt x="1015656" y="3838057"/>
                  </a:lnTo>
                  <a:lnTo>
                    <a:pt x="1098732" y="3790055"/>
                  </a:lnTo>
                  <a:lnTo>
                    <a:pt x="1099541" y="3787325"/>
                  </a:lnTo>
                  <a:close/>
                </a:path>
                <a:path w="7656195" h="4425315">
                  <a:moveTo>
                    <a:pt x="922721" y="3889471"/>
                  </a:moveTo>
                  <a:lnTo>
                    <a:pt x="795046" y="3963227"/>
                  </a:lnTo>
                  <a:lnTo>
                    <a:pt x="794594" y="3965789"/>
                  </a:lnTo>
                  <a:lnTo>
                    <a:pt x="922272" y="3892016"/>
                  </a:lnTo>
                  <a:lnTo>
                    <a:pt x="922721" y="3889471"/>
                  </a:lnTo>
                  <a:close/>
                </a:path>
                <a:path w="7656195" h="4425315">
                  <a:moveTo>
                    <a:pt x="720490" y="4006296"/>
                  </a:moveTo>
                  <a:lnTo>
                    <a:pt x="502448" y="4132255"/>
                  </a:lnTo>
                  <a:lnTo>
                    <a:pt x="501990" y="4134859"/>
                  </a:lnTo>
                  <a:lnTo>
                    <a:pt x="719626" y="4009107"/>
                  </a:lnTo>
                  <a:lnTo>
                    <a:pt x="720490" y="4006296"/>
                  </a:lnTo>
                  <a:close/>
                </a:path>
                <a:path w="7656195" h="4425315">
                  <a:moveTo>
                    <a:pt x="2660852" y="2885384"/>
                  </a:moveTo>
                  <a:lnTo>
                    <a:pt x="2561002" y="2943065"/>
                  </a:lnTo>
                  <a:lnTo>
                    <a:pt x="2561604" y="2944791"/>
                  </a:lnTo>
                  <a:lnTo>
                    <a:pt x="2661462" y="2887092"/>
                  </a:lnTo>
                  <a:lnTo>
                    <a:pt x="2660852" y="2885384"/>
                  </a:lnTo>
                  <a:close/>
                </a:path>
                <a:path w="7656195" h="4425315">
                  <a:moveTo>
                    <a:pt x="2543519" y="2953165"/>
                  </a:moveTo>
                  <a:lnTo>
                    <a:pt x="2421711" y="3023532"/>
                  </a:lnTo>
                  <a:lnTo>
                    <a:pt x="2423763" y="3024437"/>
                  </a:lnTo>
                  <a:lnTo>
                    <a:pt x="2542677" y="2955727"/>
                  </a:lnTo>
                  <a:lnTo>
                    <a:pt x="2543519" y="2953165"/>
                  </a:lnTo>
                  <a:close/>
                </a:path>
                <a:path w="7656195" h="4425315">
                  <a:moveTo>
                    <a:pt x="435548" y="4170902"/>
                  </a:moveTo>
                  <a:lnTo>
                    <a:pt x="338587" y="4226915"/>
                  </a:lnTo>
                  <a:lnTo>
                    <a:pt x="339253" y="4228891"/>
                  </a:lnTo>
                  <a:lnTo>
                    <a:pt x="436243" y="4172848"/>
                  </a:lnTo>
                  <a:lnTo>
                    <a:pt x="435548" y="4170902"/>
                  </a:lnTo>
                  <a:close/>
                </a:path>
                <a:path w="7656195" h="4425315">
                  <a:moveTo>
                    <a:pt x="83795" y="4376497"/>
                  </a:moveTo>
                  <a:lnTo>
                    <a:pt x="70730" y="4381651"/>
                  </a:lnTo>
                  <a:lnTo>
                    <a:pt x="677" y="4422120"/>
                  </a:lnTo>
                  <a:lnTo>
                    <a:pt x="0" y="4424915"/>
                  </a:lnTo>
                  <a:lnTo>
                    <a:pt x="83795" y="4376497"/>
                  </a:lnTo>
                  <a:close/>
                </a:path>
                <a:path w="7656195" h="4425315">
                  <a:moveTo>
                    <a:pt x="131171" y="4346735"/>
                  </a:moveTo>
                  <a:lnTo>
                    <a:pt x="92889" y="4368850"/>
                  </a:lnTo>
                  <a:lnTo>
                    <a:pt x="83795" y="4376497"/>
                  </a:lnTo>
                  <a:lnTo>
                    <a:pt x="130638" y="4349430"/>
                  </a:lnTo>
                  <a:lnTo>
                    <a:pt x="131171" y="4346735"/>
                  </a:lnTo>
                  <a:close/>
                </a:path>
                <a:path w="7656195" h="4425315">
                  <a:moveTo>
                    <a:pt x="7655612" y="0"/>
                  </a:moveTo>
                  <a:lnTo>
                    <a:pt x="7608976" y="26941"/>
                  </a:lnTo>
                  <a:lnTo>
                    <a:pt x="7610095" y="27715"/>
                  </a:lnTo>
                  <a:lnTo>
                    <a:pt x="7656054" y="1159"/>
                  </a:lnTo>
                  <a:lnTo>
                    <a:pt x="7655612" y="0"/>
                  </a:lnTo>
                  <a:close/>
                </a:path>
                <a:path w="7656195" h="4425315">
                  <a:moveTo>
                    <a:pt x="7435343" y="127245"/>
                  </a:moveTo>
                  <a:lnTo>
                    <a:pt x="7306050" y="201936"/>
                  </a:lnTo>
                  <a:lnTo>
                    <a:pt x="7305989" y="202187"/>
                  </a:lnTo>
                  <a:lnTo>
                    <a:pt x="7307758" y="202409"/>
                  </a:lnTo>
                  <a:lnTo>
                    <a:pt x="7434823" y="128989"/>
                  </a:lnTo>
                  <a:lnTo>
                    <a:pt x="7435343" y="127245"/>
                  </a:lnTo>
                  <a:close/>
                </a:path>
                <a:path w="7656195" h="4425315">
                  <a:moveTo>
                    <a:pt x="6474537" y="682286"/>
                  </a:moveTo>
                  <a:lnTo>
                    <a:pt x="6427894" y="709230"/>
                  </a:lnTo>
                  <a:lnTo>
                    <a:pt x="6429116" y="710098"/>
                  </a:lnTo>
                  <a:lnTo>
                    <a:pt x="6475017" y="683576"/>
                  </a:lnTo>
                  <a:lnTo>
                    <a:pt x="6474537" y="682286"/>
                  </a:lnTo>
                  <a:close/>
                </a:path>
                <a:path w="7656195" h="4425315">
                  <a:moveTo>
                    <a:pt x="6255129" y="809034"/>
                  </a:moveTo>
                  <a:lnTo>
                    <a:pt x="6210082" y="835057"/>
                  </a:lnTo>
                  <a:lnTo>
                    <a:pt x="6208709" y="836044"/>
                  </a:lnTo>
                  <a:lnTo>
                    <a:pt x="6207500" y="836548"/>
                  </a:lnTo>
                  <a:lnTo>
                    <a:pt x="6125077" y="884163"/>
                  </a:lnTo>
                  <a:lnTo>
                    <a:pt x="6124889" y="884939"/>
                  </a:lnTo>
                  <a:lnTo>
                    <a:pt x="6126236" y="885106"/>
                  </a:lnTo>
                  <a:lnTo>
                    <a:pt x="6254622" y="810923"/>
                  </a:lnTo>
                  <a:lnTo>
                    <a:pt x="6255129" y="809034"/>
                  </a:lnTo>
                  <a:close/>
                </a:path>
                <a:path w="7656195" h="4425315">
                  <a:moveTo>
                    <a:pt x="5267778" y="1379409"/>
                  </a:moveTo>
                  <a:lnTo>
                    <a:pt x="5168716" y="1436635"/>
                  </a:lnTo>
                  <a:lnTo>
                    <a:pt x="5169572" y="1437877"/>
                  </a:lnTo>
                  <a:lnTo>
                    <a:pt x="5268288" y="1380838"/>
                  </a:lnTo>
                  <a:lnTo>
                    <a:pt x="5267778" y="1379409"/>
                  </a:lnTo>
                  <a:close/>
                </a:path>
                <a:path w="7656195" h="4425315">
                  <a:moveTo>
                    <a:pt x="5017948" y="1523731"/>
                  </a:moveTo>
                  <a:lnTo>
                    <a:pt x="4958071" y="1558321"/>
                  </a:lnTo>
                  <a:lnTo>
                    <a:pt x="4955981" y="1559944"/>
                  </a:lnTo>
                  <a:lnTo>
                    <a:pt x="4953518" y="1560951"/>
                  </a:lnTo>
                  <a:lnTo>
                    <a:pt x="4880563" y="1603096"/>
                  </a:lnTo>
                  <a:lnTo>
                    <a:pt x="4879944" y="1605227"/>
                  </a:lnTo>
                  <a:lnTo>
                    <a:pt x="5017207" y="1525915"/>
                  </a:lnTo>
                  <a:lnTo>
                    <a:pt x="5017948" y="1523731"/>
                  </a:lnTo>
                  <a:close/>
                </a:path>
                <a:path w="7656195" h="4425315">
                  <a:moveTo>
                    <a:pt x="1345501" y="3645239"/>
                  </a:moveTo>
                  <a:lnTo>
                    <a:pt x="1266396" y="3690936"/>
                  </a:lnTo>
                  <a:lnTo>
                    <a:pt x="1255709" y="3698243"/>
                  </a:lnTo>
                  <a:lnTo>
                    <a:pt x="1246058" y="3702685"/>
                  </a:lnTo>
                  <a:lnTo>
                    <a:pt x="1156946" y="3754163"/>
                  </a:lnTo>
                  <a:lnTo>
                    <a:pt x="1158173" y="3754631"/>
                  </a:lnTo>
                  <a:lnTo>
                    <a:pt x="1159594" y="3754888"/>
                  </a:lnTo>
                  <a:lnTo>
                    <a:pt x="1346209" y="3647060"/>
                  </a:lnTo>
                  <a:lnTo>
                    <a:pt x="1345501" y="3645239"/>
                  </a:lnTo>
                  <a:close/>
                </a:path>
                <a:path w="7656195" h="4425315">
                  <a:moveTo>
                    <a:pt x="6736732" y="530821"/>
                  </a:moveTo>
                  <a:lnTo>
                    <a:pt x="6609914" y="604081"/>
                  </a:lnTo>
                  <a:lnTo>
                    <a:pt x="6609563" y="605833"/>
                  </a:lnTo>
                  <a:lnTo>
                    <a:pt x="6736429" y="532529"/>
                  </a:lnTo>
                  <a:lnTo>
                    <a:pt x="6736732" y="530821"/>
                  </a:lnTo>
                  <a:close/>
                </a:path>
                <a:path w="7656195" h="4425315">
                  <a:moveTo>
                    <a:pt x="5751192" y="1100149"/>
                  </a:moveTo>
                  <a:lnTo>
                    <a:pt x="5623968" y="1173644"/>
                  </a:lnTo>
                  <a:lnTo>
                    <a:pt x="5623589" y="1175541"/>
                  </a:lnTo>
                  <a:lnTo>
                    <a:pt x="5750925" y="1101965"/>
                  </a:lnTo>
                  <a:lnTo>
                    <a:pt x="5751192" y="1100149"/>
                  </a:lnTo>
                  <a:close/>
                </a:path>
                <a:path w="7656195" h="4425315">
                  <a:moveTo>
                    <a:pt x="5467183" y="1264216"/>
                  </a:moveTo>
                  <a:lnTo>
                    <a:pt x="5340338" y="1337492"/>
                  </a:lnTo>
                  <a:lnTo>
                    <a:pt x="5339950" y="1339431"/>
                  </a:lnTo>
                  <a:lnTo>
                    <a:pt x="5466850" y="1266106"/>
                  </a:lnTo>
                  <a:lnTo>
                    <a:pt x="5467183" y="1264216"/>
                  </a:lnTo>
                  <a:close/>
                </a:path>
                <a:path w="7656195" h="4425315">
                  <a:moveTo>
                    <a:pt x="4027460" y="2095919"/>
                  </a:moveTo>
                  <a:lnTo>
                    <a:pt x="3900870" y="2169048"/>
                  </a:lnTo>
                  <a:lnTo>
                    <a:pt x="3900508" y="2171156"/>
                  </a:lnTo>
                  <a:lnTo>
                    <a:pt x="4027157" y="2097977"/>
                  </a:lnTo>
                  <a:lnTo>
                    <a:pt x="4027460" y="2095919"/>
                  </a:lnTo>
                  <a:close/>
                </a:path>
                <a:path w="7656195" h="4425315">
                  <a:moveTo>
                    <a:pt x="3376783" y="2471803"/>
                  </a:moveTo>
                  <a:lnTo>
                    <a:pt x="3338165" y="2494112"/>
                  </a:lnTo>
                  <a:lnTo>
                    <a:pt x="3338962" y="2495624"/>
                  </a:lnTo>
                  <a:lnTo>
                    <a:pt x="3376699" y="2473819"/>
                  </a:lnTo>
                  <a:lnTo>
                    <a:pt x="3376783" y="2471803"/>
                  </a:lnTo>
                  <a:close/>
                </a:path>
              </a:pathLst>
            </a:custGeom>
            <a:solidFill>
              <a:srgbClr val="7C7C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38632" y="1068463"/>
              <a:ext cx="7795259" cy="4502785"/>
            </a:xfrm>
            <a:custGeom>
              <a:avLst/>
              <a:gdLst/>
              <a:ahLst/>
              <a:cxnLst/>
              <a:rect l="l" t="t" r="r" b="b"/>
              <a:pathLst>
                <a:path w="7795259" h="4502785">
                  <a:moveTo>
                    <a:pt x="130695" y="4426128"/>
                  </a:moveTo>
                  <a:lnTo>
                    <a:pt x="63" y="4501616"/>
                  </a:lnTo>
                  <a:lnTo>
                    <a:pt x="0" y="4501896"/>
                  </a:lnTo>
                  <a:lnTo>
                    <a:pt x="1816" y="4502124"/>
                  </a:lnTo>
                  <a:lnTo>
                    <a:pt x="5219" y="4502556"/>
                  </a:lnTo>
                  <a:lnTo>
                    <a:pt x="127787" y="4431716"/>
                  </a:lnTo>
                  <a:lnTo>
                    <a:pt x="129921" y="4428121"/>
                  </a:lnTo>
                  <a:lnTo>
                    <a:pt x="130492" y="4427156"/>
                  </a:lnTo>
                  <a:lnTo>
                    <a:pt x="130695" y="4426128"/>
                  </a:lnTo>
                  <a:close/>
                </a:path>
                <a:path w="7795259" h="4502785">
                  <a:moveTo>
                    <a:pt x="437438" y="4252734"/>
                  </a:moveTo>
                  <a:lnTo>
                    <a:pt x="436778" y="4250855"/>
                  </a:lnTo>
                  <a:lnTo>
                    <a:pt x="436308" y="4249547"/>
                  </a:lnTo>
                  <a:lnTo>
                    <a:pt x="339318" y="4305592"/>
                  </a:lnTo>
                  <a:lnTo>
                    <a:pt x="339750" y="4306900"/>
                  </a:lnTo>
                  <a:lnTo>
                    <a:pt x="340410" y="4308830"/>
                  </a:lnTo>
                  <a:lnTo>
                    <a:pt x="437438" y="4252734"/>
                  </a:lnTo>
                  <a:close/>
                </a:path>
                <a:path w="7795259" h="4502785">
                  <a:moveTo>
                    <a:pt x="719683" y="4085806"/>
                  </a:moveTo>
                  <a:lnTo>
                    <a:pt x="502056" y="4211561"/>
                  </a:lnTo>
                  <a:lnTo>
                    <a:pt x="501738" y="4213326"/>
                  </a:lnTo>
                  <a:lnTo>
                    <a:pt x="501294" y="4215828"/>
                  </a:lnTo>
                  <a:lnTo>
                    <a:pt x="718261" y="4090428"/>
                  </a:lnTo>
                  <a:lnTo>
                    <a:pt x="719086" y="4087774"/>
                  </a:lnTo>
                  <a:lnTo>
                    <a:pt x="719683" y="4085806"/>
                  </a:lnTo>
                  <a:close/>
                </a:path>
                <a:path w="7795259" h="4502785">
                  <a:moveTo>
                    <a:pt x="922337" y="3968712"/>
                  </a:moveTo>
                  <a:lnTo>
                    <a:pt x="794651" y="4042486"/>
                  </a:lnTo>
                  <a:lnTo>
                    <a:pt x="794334" y="4044302"/>
                  </a:lnTo>
                  <a:lnTo>
                    <a:pt x="793915" y="4046702"/>
                  </a:lnTo>
                  <a:lnTo>
                    <a:pt x="921588" y="3972903"/>
                  </a:lnTo>
                  <a:lnTo>
                    <a:pt x="922007" y="3970540"/>
                  </a:lnTo>
                  <a:lnTo>
                    <a:pt x="922337" y="3968712"/>
                  </a:lnTo>
                  <a:close/>
                </a:path>
                <a:path w="7795259" h="4502785">
                  <a:moveTo>
                    <a:pt x="1098791" y="3866756"/>
                  </a:moveTo>
                  <a:lnTo>
                    <a:pt x="1015720" y="3914762"/>
                  </a:lnTo>
                  <a:lnTo>
                    <a:pt x="1017473" y="3915397"/>
                  </a:lnTo>
                  <a:lnTo>
                    <a:pt x="1019683" y="3916210"/>
                  </a:lnTo>
                  <a:lnTo>
                    <a:pt x="1096937" y="3871557"/>
                  </a:lnTo>
                  <a:lnTo>
                    <a:pt x="1098029" y="3868864"/>
                  </a:lnTo>
                  <a:lnTo>
                    <a:pt x="1098537" y="3867620"/>
                  </a:lnTo>
                  <a:lnTo>
                    <a:pt x="1098791" y="3866756"/>
                  </a:lnTo>
                  <a:close/>
                </a:path>
                <a:path w="7795259" h="4502785">
                  <a:moveTo>
                    <a:pt x="1347216" y="3726167"/>
                  </a:moveTo>
                  <a:lnTo>
                    <a:pt x="1346809" y="3725151"/>
                  </a:lnTo>
                  <a:lnTo>
                    <a:pt x="1346276" y="3723754"/>
                  </a:lnTo>
                  <a:lnTo>
                    <a:pt x="1159649" y="3831590"/>
                  </a:lnTo>
                  <a:lnTo>
                    <a:pt x="1161859" y="3831983"/>
                  </a:lnTo>
                  <a:lnTo>
                    <a:pt x="1164564" y="3832479"/>
                  </a:lnTo>
                  <a:lnTo>
                    <a:pt x="1346022" y="3727589"/>
                  </a:lnTo>
                  <a:lnTo>
                    <a:pt x="1347216" y="3726167"/>
                  </a:lnTo>
                  <a:close/>
                </a:path>
                <a:path w="7795259" h="4502785">
                  <a:moveTo>
                    <a:pt x="1504505" y="3632327"/>
                  </a:moveTo>
                  <a:lnTo>
                    <a:pt x="1377708" y="3705593"/>
                  </a:lnTo>
                  <a:lnTo>
                    <a:pt x="1377315" y="3707523"/>
                  </a:lnTo>
                  <a:lnTo>
                    <a:pt x="1376857" y="3709771"/>
                  </a:lnTo>
                  <a:lnTo>
                    <a:pt x="1503807" y="3636391"/>
                  </a:lnTo>
                  <a:lnTo>
                    <a:pt x="1504175" y="3634232"/>
                  </a:lnTo>
                  <a:lnTo>
                    <a:pt x="1504505" y="3632327"/>
                  </a:lnTo>
                  <a:close/>
                </a:path>
                <a:path w="7795259" h="4502785">
                  <a:moveTo>
                    <a:pt x="1847900" y="3433915"/>
                  </a:moveTo>
                  <a:lnTo>
                    <a:pt x="1721167" y="3507130"/>
                  </a:lnTo>
                  <a:lnTo>
                    <a:pt x="1720837" y="3509073"/>
                  </a:lnTo>
                  <a:lnTo>
                    <a:pt x="1720481" y="3511156"/>
                  </a:lnTo>
                  <a:lnTo>
                    <a:pt x="1847342" y="3437826"/>
                  </a:lnTo>
                  <a:lnTo>
                    <a:pt x="1847634" y="3435832"/>
                  </a:lnTo>
                  <a:lnTo>
                    <a:pt x="1847900" y="3433915"/>
                  </a:lnTo>
                  <a:close/>
                </a:path>
                <a:path w="7795259" h="4502785">
                  <a:moveTo>
                    <a:pt x="2105228" y="3288779"/>
                  </a:moveTo>
                  <a:lnTo>
                    <a:pt x="2099614" y="3290570"/>
                  </a:lnTo>
                  <a:lnTo>
                    <a:pt x="2099081" y="3290570"/>
                  </a:lnTo>
                  <a:lnTo>
                    <a:pt x="2099221" y="3290493"/>
                  </a:lnTo>
                  <a:lnTo>
                    <a:pt x="2096960" y="3289998"/>
                  </a:lnTo>
                  <a:lnTo>
                    <a:pt x="2044560" y="3320275"/>
                  </a:lnTo>
                  <a:lnTo>
                    <a:pt x="2046909" y="3320707"/>
                  </a:lnTo>
                  <a:lnTo>
                    <a:pt x="2049233" y="3321139"/>
                  </a:lnTo>
                  <a:lnTo>
                    <a:pt x="2105228" y="3288779"/>
                  </a:lnTo>
                  <a:close/>
                </a:path>
                <a:path w="7795259" h="4502785">
                  <a:moveTo>
                    <a:pt x="2206079" y="3226955"/>
                  </a:moveTo>
                  <a:lnTo>
                    <a:pt x="2156688" y="3255492"/>
                  </a:lnTo>
                  <a:lnTo>
                    <a:pt x="2154517" y="3258540"/>
                  </a:lnTo>
                  <a:lnTo>
                    <a:pt x="2152421" y="3261499"/>
                  </a:lnTo>
                  <a:lnTo>
                    <a:pt x="2203208" y="3232150"/>
                  </a:lnTo>
                  <a:lnTo>
                    <a:pt x="2204605" y="3229610"/>
                  </a:lnTo>
                  <a:lnTo>
                    <a:pt x="2206079" y="3226955"/>
                  </a:lnTo>
                  <a:close/>
                </a:path>
                <a:path w="7795259" h="4502785">
                  <a:moveTo>
                    <a:pt x="2542743" y="3032429"/>
                  </a:moveTo>
                  <a:lnTo>
                    <a:pt x="2423820" y="3101136"/>
                  </a:lnTo>
                  <a:lnTo>
                    <a:pt x="2425623" y="3101937"/>
                  </a:lnTo>
                  <a:lnTo>
                    <a:pt x="2427249" y="3102648"/>
                  </a:lnTo>
                  <a:lnTo>
                    <a:pt x="2541333" y="3036709"/>
                  </a:lnTo>
                  <a:lnTo>
                    <a:pt x="2541981" y="3034715"/>
                  </a:lnTo>
                  <a:lnTo>
                    <a:pt x="2542743" y="3032429"/>
                  </a:lnTo>
                  <a:close/>
                </a:path>
                <a:path w="7795259" h="4502785">
                  <a:moveTo>
                    <a:pt x="2662542" y="2966656"/>
                  </a:moveTo>
                  <a:lnTo>
                    <a:pt x="2662072" y="2965335"/>
                  </a:lnTo>
                  <a:lnTo>
                    <a:pt x="2661526" y="2963786"/>
                  </a:lnTo>
                  <a:lnTo>
                    <a:pt x="2561666" y="3021495"/>
                  </a:lnTo>
                  <a:lnTo>
                    <a:pt x="2562199" y="3023031"/>
                  </a:lnTo>
                  <a:lnTo>
                    <a:pt x="2562669" y="3024378"/>
                  </a:lnTo>
                  <a:lnTo>
                    <a:pt x="2662542" y="2966656"/>
                  </a:lnTo>
                  <a:close/>
                </a:path>
                <a:path w="7795259" h="4502785">
                  <a:moveTo>
                    <a:pt x="2852166" y="2853639"/>
                  </a:moveTo>
                  <a:lnTo>
                    <a:pt x="2725585" y="2926778"/>
                  </a:lnTo>
                  <a:lnTo>
                    <a:pt x="2725216" y="2928861"/>
                  </a:lnTo>
                  <a:lnTo>
                    <a:pt x="2724912" y="2930601"/>
                  </a:lnTo>
                  <a:lnTo>
                    <a:pt x="2851632" y="2857360"/>
                  </a:lnTo>
                  <a:lnTo>
                    <a:pt x="2851874" y="2855696"/>
                  </a:lnTo>
                  <a:lnTo>
                    <a:pt x="2852166" y="2853639"/>
                  </a:lnTo>
                  <a:close/>
                </a:path>
                <a:path w="7795259" h="4502785">
                  <a:moveTo>
                    <a:pt x="3028950" y="2751480"/>
                  </a:moveTo>
                  <a:lnTo>
                    <a:pt x="2946336" y="2799219"/>
                  </a:lnTo>
                  <a:lnTo>
                    <a:pt x="2948343" y="2799969"/>
                  </a:lnTo>
                  <a:lnTo>
                    <a:pt x="2949918" y="2800553"/>
                  </a:lnTo>
                  <a:lnTo>
                    <a:pt x="3027349" y="2755798"/>
                  </a:lnTo>
                  <a:lnTo>
                    <a:pt x="3028086" y="2753906"/>
                  </a:lnTo>
                  <a:lnTo>
                    <a:pt x="3028797" y="2752052"/>
                  </a:lnTo>
                  <a:lnTo>
                    <a:pt x="3028950" y="2751480"/>
                  </a:lnTo>
                  <a:close/>
                </a:path>
                <a:path w="7795259" h="4502785">
                  <a:moveTo>
                    <a:pt x="3376765" y="2550515"/>
                  </a:moveTo>
                  <a:lnTo>
                    <a:pt x="3339020" y="2572321"/>
                  </a:lnTo>
                  <a:lnTo>
                    <a:pt x="3339820" y="2573820"/>
                  </a:lnTo>
                  <a:lnTo>
                    <a:pt x="3340366" y="2574874"/>
                  </a:lnTo>
                  <a:lnTo>
                    <a:pt x="3376612" y="2553919"/>
                  </a:lnTo>
                  <a:lnTo>
                    <a:pt x="3376676" y="2552522"/>
                  </a:lnTo>
                  <a:lnTo>
                    <a:pt x="3376765" y="2550515"/>
                  </a:lnTo>
                  <a:close/>
                </a:path>
                <a:path w="7795259" h="4502785">
                  <a:moveTo>
                    <a:pt x="3635425" y="2404338"/>
                  </a:moveTo>
                  <a:lnTo>
                    <a:pt x="3630447" y="2405926"/>
                  </a:lnTo>
                  <a:lnTo>
                    <a:pt x="3628186" y="2406650"/>
                  </a:lnTo>
                  <a:lnTo>
                    <a:pt x="3626408" y="2406269"/>
                  </a:lnTo>
                  <a:lnTo>
                    <a:pt x="3574402" y="2436317"/>
                  </a:lnTo>
                  <a:lnTo>
                    <a:pt x="3576993" y="2436799"/>
                  </a:lnTo>
                  <a:lnTo>
                    <a:pt x="3578695" y="2437117"/>
                  </a:lnTo>
                  <a:lnTo>
                    <a:pt x="3635425" y="2404338"/>
                  </a:lnTo>
                  <a:close/>
                </a:path>
                <a:path w="7795259" h="4502785">
                  <a:moveTo>
                    <a:pt x="3734638" y="2343734"/>
                  </a:moveTo>
                  <a:lnTo>
                    <a:pt x="3685629" y="2372042"/>
                  </a:lnTo>
                  <a:lnTo>
                    <a:pt x="3683012" y="2375560"/>
                  </a:lnTo>
                  <a:lnTo>
                    <a:pt x="3681349" y="2377795"/>
                  </a:lnTo>
                  <a:lnTo>
                    <a:pt x="3732098" y="2348458"/>
                  </a:lnTo>
                  <a:lnTo>
                    <a:pt x="3733076" y="2346642"/>
                  </a:lnTo>
                  <a:lnTo>
                    <a:pt x="3734638" y="2343734"/>
                  </a:lnTo>
                  <a:close/>
                </a:path>
                <a:path w="7795259" h="4502785">
                  <a:moveTo>
                    <a:pt x="4027220" y="2174671"/>
                  </a:moveTo>
                  <a:lnTo>
                    <a:pt x="3900563" y="2247849"/>
                  </a:lnTo>
                  <a:lnTo>
                    <a:pt x="3900182" y="2250109"/>
                  </a:lnTo>
                  <a:lnTo>
                    <a:pt x="3899954" y="2251443"/>
                  </a:lnTo>
                  <a:lnTo>
                    <a:pt x="4026700" y="2178177"/>
                  </a:lnTo>
                  <a:lnTo>
                    <a:pt x="4026890" y="2176907"/>
                  </a:lnTo>
                  <a:lnTo>
                    <a:pt x="4027220" y="2174671"/>
                  </a:lnTo>
                  <a:close/>
                </a:path>
                <a:path w="7795259" h="4502785">
                  <a:moveTo>
                    <a:pt x="4278287" y="2029612"/>
                  </a:moveTo>
                  <a:lnTo>
                    <a:pt x="4150436" y="2103475"/>
                  </a:lnTo>
                  <a:lnTo>
                    <a:pt x="4150042" y="2105761"/>
                  </a:lnTo>
                  <a:lnTo>
                    <a:pt x="4149826" y="2107019"/>
                  </a:lnTo>
                  <a:lnTo>
                    <a:pt x="4277665" y="2033130"/>
                  </a:lnTo>
                  <a:lnTo>
                    <a:pt x="4277880" y="2031923"/>
                  </a:lnTo>
                  <a:lnTo>
                    <a:pt x="4278287" y="2029612"/>
                  </a:lnTo>
                  <a:close/>
                </a:path>
                <a:path w="7795259" h="4502785">
                  <a:moveTo>
                    <a:pt x="4453737" y="1928228"/>
                  </a:moveTo>
                  <a:lnTo>
                    <a:pt x="4371670" y="1975650"/>
                  </a:lnTo>
                  <a:lnTo>
                    <a:pt x="4373880" y="1976462"/>
                  </a:lnTo>
                  <a:lnTo>
                    <a:pt x="4374985" y="1976869"/>
                  </a:lnTo>
                  <a:lnTo>
                    <a:pt x="4452163" y="1932266"/>
                  </a:lnTo>
                  <a:lnTo>
                    <a:pt x="4452683" y="1930933"/>
                  </a:lnTo>
                  <a:lnTo>
                    <a:pt x="4453737" y="1928228"/>
                  </a:lnTo>
                  <a:close/>
                </a:path>
                <a:path w="7795259" h="4502785">
                  <a:moveTo>
                    <a:pt x="4716767" y="1776247"/>
                  </a:moveTo>
                  <a:lnTo>
                    <a:pt x="4498797" y="1902193"/>
                  </a:lnTo>
                  <a:lnTo>
                    <a:pt x="4498314" y="1904580"/>
                  </a:lnTo>
                  <a:lnTo>
                    <a:pt x="4498086" y="1905723"/>
                  </a:lnTo>
                  <a:lnTo>
                    <a:pt x="4715573" y="1780019"/>
                  </a:lnTo>
                  <a:lnTo>
                    <a:pt x="4715942" y="1778863"/>
                  </a:lnTo>
                  <a:lnTo>
                    <a:pt x="4716767" y="1776247"/>
                  </a:lnTo>
                  <a:close/>
                </a:path>
                <a:path w="7795259" h="4502785">
                  <a:moveTo>
                    <a:pt x="5017262" y="1602613"/>
                  </a:moveTo>
                  <a:lnTo>
                    <a:pt x="4880000" y="1681924"/>
                  </a:lnTo>
                  <a:lnTo>
                    <a:pt x="4879848" y="1682483"/>
                  </a:lnTo>
                  <a:lnTo>
                    <a:pt x="4882083" y="1682877"/>
                  </a:lnTo>
                  <a:lnTo>
                    <a:pt x="4883289" y="1683080"/>
                  </a:lnTo>
                  <a:lnTo>
                    <a:pt x="5015992" y="1606384"/>
                  </a:lnTo>
                  <a:lnTo>
                    <a:pt x="5016347" y="1605318"/>
                  </a:lnTo>
                  <a:lnTo>
                    <a:pt x="5017262" y="1602613"/>
                  </a:lnTo>
                  <a:close/>
                </a:path>
                <a:path w="7795259" h="4502785">
                  <a:moveTo>
                    <a:pt x="5269230" y="1460004"/>
                  </a:moveTo>
                  <a:lnTo>
                    <a:pt x="5269001" y="1459369"/>
                  </a:lnTo>
                  <a:lnTo>
                    <a:pt x="5268353" y="1457540"/>
                  </a:lnTo>
                  <a:lnTo>
                    <a:pt x="5169636" y="1514576"/>
                  </a:lnTo>
                  <a:lnTo>
                    <a:pt x="5170716" y="1516138"/>
                  </a:lnTo>
                  <a:lnTo>
                    <a:pt x="5171110" y="1516722"/>
                  </a:lnTo>
                  <a:lnTo>
                    <a:pt x="5269230" y="1460004"/>
                  </a:lnTo>
                  <a:close/>
                </a:path>
                <a:path w="7795259" h="4502785">
                  <a:moveTo>
                    <a:pt x="5466905" y="1342809"/>
                  </a:moveTo>
                  <a:lnTo>
                    <a:pt x="5340007" y="1416126"/>
                  </a:lnTo>
                  <a:lnTo>
                    <a:pt x="5339512" y="1418628"/>
                  </a:lnTo>
                  <a:lnTo>
                    <a:pt x="5339334" y="1419491"/>
                  </a:lnTo>
                  <a:lnTo>
                    <a:pt x="5466334" y="1346085"/>
                  </a:lnTo>
                  <a:lnTo>
                    <a:pt x="5466473" y="1345285"/>
                  </a:lnTo>
                  <a:lnTo>
                    <a:pt x="5466905" y="1342809"/>
                  </a:lnTo>
                  <a:close/>
                </a:path>
                <a:path w="7795259" h="4502785">
                  <a:moveTo>
                    <a:pt x="5750992" y="1178661"/>
                  </a:moveTo>
                  <a:lnTo>
                    <a:pt x="5623649" y="1252245"/>
                  </a:lnTo>
                  <a:lnTo>
                    <a:pt x="5623141" y="1254785"/>
                  </a:lnTo>
                  <a:lnTo>
                    <a:pt x="5622988" y="1255547"/>
                  </a:lnTo>
                  <a:lnTo>
                    <a:pt x="5750522" y="1181836"/>
                  </a:lnTo>
                  <a:lnTo>
                    <a:pt x="5750623" y="1181138"/>
                  </a:lnTo>
                  <a:lnTo>
                    <a:pt x="5750992" y="1178661"/>
                  </a:lnTo>
                  <a:close/>
                </a:path>
                <a:path w="7795259" h="4502785">
                  <a:moveTo>
                    <a:pt x="6091669" y="981811"/>
                  </a:moveTo>
                  <a:lnTo>
                    <a:pt x="5874232" y="1107452"/>
                  </a:lnTo>
                  <a:lnTo>
                    <a:pt x="5873788" y="1109992"/>
                  </a:lnTo>
                  <a:lnTo>
                    <a:pt x="5873674" y="1110640"/>
                  </a:lnTo>
                  <a:lnTo>
                    <a:pt x="6090602" y="985266"/>
                  </a:lnTo>
                  <a:lnTo>
                    <a:pt x="6090805" y="984631"/>
                  </a:lnTo>
                  <a:lnTo>
                    <a:pt x="6091669" y="981811"/>
                  </a:lnTo>
                  <a:close/>
                </a:path>
                <a:path w="7795259" h="4502785">
                  <a:moveTo>
                    <a:pt x="6254686" y="887615"/>
                  </a:moveTo>
                  <a:lnTo>
                    <a:pt x="6126302" y="961809"/>
                  </a:lnTo>
                  <a:lnTo>
                    <a:pt x="6129591" y="962215"/>
                  </a:lnTo>
                  <a:lnTo>
                    <a:pt x="6129439" y="962304"/>
                  </a:lnTo>
                  <a:lnTo>
                    <a:pt x="6130328" y="962304"/>
                  </a:lnTo>
                  <a:lnTo>
                    <a:pt x="6253797" y="890943"/>
                  </a:lnTo>
                  <a:lnTo>
                    <a:pt x="6253937" y="890384"/>
                  </a:lnTo>
                  <a:lnTo>
                    <a:pt x="6254686" y="887615"/>
                  </a:lnTo>
                  <a:close/>
                </a:path>
                <a:path w="7795259" h="4502785">
                  <a:moveTo>
                    <a:pt x="6475920" y="762558"/>
                  </a:moveTo>
                  <a:lnTo>
                    <a:pt x="6475806" y="762215"/>
                  </a:lnTo>
                  <a:lnTo>
                    <a:pt x="6475082" y="760272"/>
                  </a:lnTo>
                  <a:lnTo>
                    <a:pt x="6429172" y="786803"/>
                  </a:lnTo>
                  <a:lnTo>
                    <a:pt x="6431000" y="788098"/>
                  </a:lnTo>
                  <a:lnTo>
                    <a:pt x="6431331" y="788327"/>
                  </a:lnTo>
                  <a:lnTo>
                    <a:pt x="6475920" y="762558"/>
                  </a:lnTo>
                  <a:close/>
                </a:path>
                <a:path w="7795259" h="4502785">
                  <a:moveTo>
                    <a:pt x="6736486" y="609231"/>
                  </a:moveTo>
                  <a:lnTo>
                    <a:pt x="6609626" y="682536"/>
                  </a:lnTo>
                  <a:lnTo>
                    <a:pt x="6609093" y="685215"/>
                  </a:lnTo>
                  <a:lnTo>
                    <a:pt x="6609004" y="685634"/>
                  </a:lnTo>
                  <a:lnTo>
                    <a:pt x="6735953" y="612254"/>
                  </a:lnTo>
                  <a:lnTo>
                    <a:pt x="6736016" y="611898"/>
                  </a:lnTo>
                  <a:lnTo>
                    <a:pt x="6736486" y="609231"/>
                  </a:lnTo>
                  <a:close/>
                </a:path>
                <a:path w="7795259" h="4502785">
                  <a:moveTo>
                    <a:pt x="6949821" y="485965"/>
                  </a:moveTo>
                  <a:lnTo>
                    <a:pt x="6821983" y="559828"/>
                  </a:lnTo>
                  <a:lnTo>
                    <a:pt x="6821525" y="562495"/>
                  </a:lnTo>
                  <a:lnTo>
                    <a:pt x="6821462" y="562838"/>
                  </a:lnTo>
                  <a:lnTo>
                    <a:pt x="6949300" y="488950"/>
                  </a:lnTo>
                  <a:lnTo>
                    <a:pt x="6949351" y="488657"/>
                  </a:lnTo>
                  <a:lnTo>
                    <a:pt x="6949821" y="485965"/>
                  </a:lnTo>
                  <a:close/>
                </a:path>
                <a:path w="7795259" h="4502785">
                  <a:moveTo>
                    <a:pt x="7115886" y="392455"/>
                  </a:moveTo>
                  <a:lnTo>
                    <a:pt x="7110527" y="394322"/>
                  </a:lnTo>
                  <a:lnTo>
                    <a:pt x="7108952" y="394017"/>
                  </a:lnTo>
                  <a:lnTo>
                    <a:pt x="7056145" y="424522"/>
                  </a:lnTo>
                  <a:lnTo>
                    <a:pt x="7059333" y="425119"/>
                  </a:lnTo>
                  <a:lnTo>
                    <a:pt x="7112635" y="394322"/>
                  </a:lnTo>
                  <a:lnTo>
                    <a:pt x="7115886" y="392455"/>
                  </a:lnTo>
                  <a:close/>
                </a:path>
                <a:path w="7795259" h="4502785">
                  <a:moveTo>
                    <a:pt x="7116800" y="392137"/>
                  </a:moveTo>
                  <a:lnTo>
                    <a:pt x="7115886" y="392455"/>
                  </a:lnTo>
                  <a:lnTo>
                    <a:pt x="7059333" y="425119"/>
                  </a:lnTo>
                  <a:lnTo>
                    <a:pt x="7059625" y="425183"/>
                  </a:lnTo>
                  <a:lnTo>
                    <a:pt x="7116800" y="392137"/>
                  </a:lnTo>
                  <a:close/>
                </a:path>
                <a:path w="7795259" h="4502785">
                  <a:moveTo>
                    <a:pt x="7217245" y="331444"/>
                  </a:moveTo>
                  <a:lnTo>
                    <a:pt x="7166775" y="360603"/>
                  </a:lnTo>
                  <a:lnTo>
                    <a:pt x="7163702" y="364832"/>
                  </a:lnTo>
                  <a:lnTo>
                    <a:pt x="7163460" y="365163"/>
                  </a:lnTo>
                  <a:lnTo>
                    <a:pt x="7215162" y="335280"/>
                  </a:lnTo>
                  <a:lnTo>
                    <a:pt x="7215302" y="335026"/>
                  </a:lnTo>
                  <a:lnTo>
                    <a:pt x="7217245" y="331444"/>
                  </a:lnTo>
                  <a:close/>
                </a:path>
                <a:path w="7795259" h="4502785">
                  <a:moveTo>
                    <a:pt x="7434885" y="205689"/>
                  </a:moveTo>
                  <a:lnTo>
                    <a:pt x="7307821" y="279107"/>
                  </a:lnTo>
                  <a:lnTo>
                    <a:pt x="7311326" y="279552"/>
                  </a:lnTo>
                  <a:lnTo>
                    <a:pt x="7433983" y="208686"/>
                  </a:lnTo>
                  <a:lnTo>
                    <a:pt x="7434885" y="205689"/>
                  </a:lnTo>
                  <a:close/>
                </a:path>
                <a:path w="7795259" h="4502785">
                  <a:moveTo>
                    <a:pt x="7795247" y="0"/>
                  </a:moveTo>
                  <a:lnTo>
                    <a:pt x="7656906" y="79921"/>
                  </a:lnTo>
                  <a:lnTo>
                    <a:pt x="7656119" y="77863"/>
                  </a:lnTo>
                  <a:lnTo>
                    <a:pt x="7610157" y="104419"/>
                  </a:lnTo>
                  <a:lnTo>
                    <a:pt x="7612126" y="105778"/>
                  </a:lnTo>
                  <a:lnTo>
                    <a:pt x="7645743" y="86372"/>
                  </a:lnTo>
                  <a:lnTo>
                    <a:pt x="7311326" y="279552"/>
                  </a:lnTo>
                  <a:lnTo>
                    <a:pt x="7311542" y="279577"/>
                  </a:lnTo>
                  <a:lnTo>
                    <a:pt x="7795247" y="0"/>
                  </a:lnTo>
                  <a:close/>
                </a:path>
              </a:pathLst>
            </a:custGeom>
            <a:solidFill>
              <a:srgbClr val="7F7F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43851" y="1148422"/>
              <a:ext cx="7653020" cy="4423410"/>
            </a:xfrm>
            <a:custGeom>
              <a:avLst/>
              <a:gdLst/>
              <a:ahLst/>
              <a:cxnLst/>
              <a:rect l="l" t="t" r="r" b="b"/>
              <a:pathLst>
                <a:path w="7653020" h="4423410">
                  <a:moveTo>
                    <a:pt x="122567" y="4351756"/>
                  </a:moveTo>
                  <a:lnTo>
                    <a:pt x="0" y="4422597"/>
                  </a:lnTo>
                  <a:lnTo>
                    <a:pt x="2159" y="4422876"/>
                  </a:lnTo>
                  <a:lnTo>
                    <a:pt x="5562" y="4423308"/>
                  </a:lnTo>
                  <a:lnTo>
                    <a:pt x="119024" y="4357738"/>
                  </a:lnTo>
                  <a:lnTo>
                    <a:pt x="121183" y="4354093"/>
                  </a:lnTo>
                  <a:lnTo>
                    <a:pt x="122567" y="4351756"/>
                  </a:lnTo>
                  <a:close/>
                </a:path>
                <a:path w="7653020" h="4423410">
                  <a:moveTo>
                    <a:pt x="433387" y="4176039"/>
                  </a:moveTo>
                  <a:lnTo>
                    <a:pt x="432689" y="4174083"/>
                  </a:lnTo>
                  <a:lnTo>
                    <a:pt x="432219" y="4172775"/>
                  </a:lnTo>
                  <a:lnTo>
                    <a:pt x="335191" y="4228871"/>
                  </a:lnTo>
                  <a:lnTo>
                    <a:pt x="335622" y="4230179"/>
                  </a:lnTo>
                  <a:lnTo>
                    <a:pt x="336296" y="4232160"/>
                  </a:lnTo>
                  <a:lnTo>
                    <a:pt x="433387" y="4176039"/>
                  </a:lnTo>
                  <a:close/>
                </a:path>
                <a:path w="7653020" h="4423410">
                  <a:moveTo>
                    <a:pt x="713041" y="4010469"/>
                  </a:moveTo>
                  <a:lnTo>
                    <a:pt x="496074" y="4135869"/>
                  </a:lnTo>
                  <a:lnTo>
                    <a:pt x="495769" y="4137634"/>
                  </a:lnTo>
                  <a:lnTo>
                    <a:pt x="495312" y="4140250"/>
                  </a:lnTo>
                  <a:lnTo>
                    <a:pt x="711581" y="4015244"/>
                  </a:lnTo>
                  <a:lnTo>
                    <a:pt x="712444" y="4012412"/>
                  </a:lnTo>
                  <a:lnTo>
                    <a:pt x="713041" y="4010469"/>
                  </a:lnTo>
                  <a:close/>
                </a:path>
                <a:path w="7653020" h="4423410">
                  <a:moveTo>
                    <a:pt x="916368" y="3892943"/>
                  </a:moveTo>
                  <a:lnTo>
                    <a:pt x="788695" y="3966743"/>
                  </a:lnTo>
                  <a:lnTo>
                    <a:pt x="788377" y="3968546"/>
                  </a:lnTo>
                  <a:lnTo>
                    <a:pt x="787920" y="3971125"/>
                  </a:lnTo>
                  <a:lnTo>
                    <a:pt x="915606" y="3897325"/>
                  </a:lnTo>
                  <a:lnTo>
                    <a:pt x="916051" y="3894759"/>
                  </a:lnTo>
                  <a:lnTo>
                    <a:pt x="916368" y="3892943"/>
                  </a:lnTo>
                  <a:close/>
                </a:path>
                <a:path w="7653020" h="4423410">
                  <a:moveTo>
                    <a:pt x="1091717" y="3791597"/>
                  </a:moveTo>
                  <a:lnTo>
                    <a:pt x="1014463" y="3836251"/>
                  </a:lnTo>
                  <a:lnTo>
                    <a:pt x="1016190" y="3836886"/>
                  </a:lnTo>
                  <a:lnTo>
                    <a:pt x="1018616" y="3837775"/>
                  </a:lnTo>
                  <a:lnTo>
                    <a:pt x="1089647" y="3796728"/>
                  </a:lnTo>
                  <a:lnTo>
                    <a:pt x="1090853" y="3793744"/>
                  </a:lnTo>
                  <a:lnTo>
                    <a:pt x="1091717" y="3791597"/>
                  </a:lnTo>
                  <a:close/>
                </a:path>
                <a:path w="7653020" h="4423410">
                  <a:moveTo>
                    <a:pt x="1340802" y="3647630"/>
                  </a:moveTo>
                  <a:lnTo>
                    <a:pt x="1159344" y="3752519"/>
                  </a:lnTo>
                  <a:lnTo>
                    <a:pt x="1161516" y="3752913"/>
                  </a:lnTo>
                  <a:lnTo>
                    <a:pt x="1164513" y="3753447"/>
                  </a:lnTo>
                  <a:lnTo>
                    <a:pt x="1334414" y="3655250"/>
                  </a:lnTo>
                  <a:lnTo>
                    <a:pt x="1338072" y="3650881"/>
                  </a:lnTo>
                  <a:lnTo>
                    <a:pt x="1340802" y="3647630"/>
                  </a:lnTo>
                  <a:close/>
                </a:path>
                <a:path w="7653020" h="4423410">
                  <a:moveTo>
                    <a:pt x="1498587" y="3556431"/>
                  </a:moveTo>
                  <a:lnTo>
                    <a:pt x="1371638" y="3629812"/>
                  </a:lnTo>
                  <a:lnTo>
                    <a:pt x="1371244" y="3631717"/>
                  </a:lnTo>
                  <a:lnTo>
                    <a:pt x="1370711" y="3634270"/>
                  </a:lnTo>
                  <a:lnTo>
                    <a:pt x="1497838" y="3560788"/>
                  </a:lnTo>
                  <a:lnTo>
                    <a:pt x="1498269" y="3558311"/>
                  </a:lnTo>
                  <a:lnTo>
                    <a:pt x="1498587" y="3556431"/>
                  </a:lnTo>
                  <a:close/>
                </a:path>
                <a:path w="7653020" h="4423410">
                  <a:moveTo>
                    <a:pt x="1842122" y="3357867"/>
                  </a:moveTo>
                  <a:lnTo>
                    <a:pt x="1715262" y="3431197"/>
                  </a:lnTo>
                  <a:lnTo>
                    <a:pt x="1714931" y="3433102"/>
                  </a:lnTo>
                  <a:lnTo>
                    <a:pt x="1714512" y="3435553"/>
                  </a:lnTo>
                  <a:lnTo>
                    <a:pt x="1841512" y="3362147"/>
                  </a:lnTo>
                  <a:lnTo>
                    <a:pt x="1841855" y="3359759"/>
                  </a:lnTo>
                  <a:lnTo>
                    <a:pt x="1842122" y="3357867"/>
                  </a:lnTo>
                  <a:close/>
                </a:path>
                <a:path w="7653020" h="4423410">
                  <a:moveTo>
                    <a:pt x="2115223" y="3203956"/>
                  </a:moveTo>
                  <a:lnTo>
                    <a:pt x="2106828" y="3206635"/>
                  </a:lnTo>
                  <a:lnTo>
                    <a:pt x="2100008" y="3208820"/>
                  </a:lnTo>
                  <a:lnTo>
                    <a:pt x="2044014" y="3241179"/>
                  </a:lnTo>
                  <a:lnTo>
                    <a:pt x="2046312" y="3241611"/>
                  </a:lnTo>
                  <a:lnTo>
                    <a:pt x="2049157" y="3242132"/>
                  </a:lnTo>
                  <a:lnTo>
                    <a:pt x="2115223" y="3203956"/>
                  </a:lnTo>
                  <a:close/>
                </a:path>
                <a:path w="7653020" h="4423410">
                  <a:moveTo>
                    <a:pt x="2197989" y="3152190"/>
                  </a:moveTo>
                  <a:lnTo>
                    <a:pt x="2147201" y="3181540"/>
                  </a:lnTo>
                  <a:lnTo>
                    <a:pt x="2144928" y="3184614"/>
                  </a:lnTo>
                  <a:lnTo>
                    <a:pt x="2134730" y="3192678"/>
                  </a:lnTo>
                  <a:lnTo>
                    <a:pt x="2194788" y="3157956"/>
                  </a:lnTo>
                  <a:lnTo>
                    <a:pt x="2196541" y="3154794"/>
                  </a:lnTo>
                  <a:lnTo>
                    <a:pt x="2197989" y="3152190"/>
                  </a:lnTo>
                  <a:close/>
                </a:path>
                <a:path w="7653020" h="4423410">
                  <a:moveTo>
                    <a:pt x="2536113" y="2956750"/>
                  </a:moveTo>
                  <a:lnTo>
                    <a:pt x="2422029" y="3022689"/>
                  </a:lnTo>
                  <a:lnTo>
                    <a:pt x="2422512" y="3022892"/>
                  </a:lnTo>
                  <a:lnTo>
                    <a:pt x="2424061" y="3023311"/>
                  </a:lnTo>
                  <a:lnTo>
                    <a:pt x="2426576" y="3023984"/>
                  </a:lnTo>
                  <a:lnTo>
                    <a:pt x="2534513" y="2961602"/>
                  </a:lnTo>
                  <a:lnTo>
                    <a:pt x="2535377" y="2958985"/>
                  </a:lnTo>
                  <a:lnTo>
                    <a:pt x="2536113" y="2956750"/>
                  </a:lnTo>
                  <a:close/>
                </a:path>
                <a:path w="7653020" h="4423410">
                  <a:moveTo>
                    <a:pt x="2658491" y="2889948"/>
                  </a:moveTo>
                  <a:lnTo>
                    <a:pt x="2657868" y="2888208"/>
                  </a:lnTo>
                  <a:lnTo>
                    <a:pt x="2657322" y="2886697"/>
                  </a:lnTo>
                  <a:lnTo>
                    <a:pt x="2557449" y="2944418"/>
                  </a:lnTo>
                  <a:lnTo>
                    <a:pt x="2557983" y="2945930"/>
                  </a:lnTo>
                  <a:lnTo>
                    <a:pt x="2558592" y="2947682"/>
                  </a:lnTo>
                  <a:lnTo>
                    <a:pt x="2658491" y="2889948"/>
                  </a:lnTo>
                  <a:close/>
                </a:path>
                <a:path w="7653020" h="4423410">
                  <a:moveTo>
                    <a:pt x="2846413" y="2777401"/>
                  </a:moveTo>
                  <a:lnTo>
                    <a:pt x="2719692" y="2850642"/>
                  </a:lnTo>
                  <a:lnTo>
                    <a:pt x="2719336" y="2852686"/>
                  </a:lnTo>
                  <a:lnTo>
                    <a:pt x="2718917" y="2855023"/>
                  </a:lnTo>
                  <a:lnTo>
                    <a:pt x="2845803" y="2781681"/>
                  </a:lnTo>
                  <a:lnTo>
                    <a:pt x="2846133" y="2779407"/>
                  </a:lnTo>
                  <a:lnTo>
                    <a:pt x="2846413" y="2777401"/>
                  </a:lnTo>
                  <a:close/>
                </a:path>
                <a:path w="7653020" h="4423410">
                  <a:moveTo>
                    <a:pt x="3022130" y="2675839"/>
                  </a:moveTo>
                  <a:lnTo>
                    <a:pt x="2944698" y="2720594"/>
                  </a:lnTo>
                  <a:lnTo>
                    <a:pt x="2946654" y="2721318"/>
                  </a:lnTo>
                  <a:lnTo>
                    <a:pt x="2948838" y="2722130"/>
                  </a:lnTo>
                  <a:lnTo>
                    <a:pt x="3020187" y="2680893"/>
                  </a:lnTo>
                  <a:lnTo>
                    <a:pt x="3021203" y="2678239"/>
                  </a:lnTo>
                  <a:lnTo>
                    <a:pt x="3022130" y="2675839"/>
                  </a:lnTo>
                  <a:close/>
                </a:path>
                <a:path w="7653020" h="4423410">
                  <a:moveTo>
                    <a:pt x="3371392" y="2473960"/>
                  </a:moveTo>
                  <a:lnTo>
                    <a:pt x="3335147" y="2494915"/>
                  </a:lnTo>
                  <a:lnTo>
                    <a:pt x="3335921" y="2496375"/>
                  </a:lnTo>
                  <a:lnTo>
                    <a:pt x="3336734" y="2497925"/>
                  </a:lnTo>
                  <a:lnTo>
                    <a:pt x="3371227" y="2477986"/>
                  </a:lnTo>
                  <a:lnTo>
                    <a:pt x="3371316" y="2475915"/>
                  </a:lnTo>
                  <a:lnTo>
                    <a:pt x="3371392" y="2473960"/>
                  </a:lnTo>
                  <a:close/>
                </a:path>
                <a:path w="7653020" h="4423410">
                  <a:moveTo>
                    <a:pt x="3645420" y="2319515"/>
                  </a:moveTo>
                  <a:lnTo>
                    <a:pt x="3637699" y="2321979"/>
                  </a:lnTo>
                  <a:lnTo>
                    <a:pt x="3630206" y="2324379"/>
                  </a:lnTo>
                  <a:lnTo>
                    <a:pt x="3573475" y="2357158"/>
                  </a:lnTo>
                  <a:lnTo>
                    <a:pt x="3576002" y="2357640"/>
                  </a:lnTo>
                  <a:lnTo>
                    <a:pt x="3578618" y="2358123"/>
                  </a:lnTo>
                  <a:lnTo>
                    <a:pt x="3645420" y="2319515"/>
                  </a:lnTo>
                  <a:close/>
                </a:path>
                <a:path w="7653020" h="4423410">
                  <a:moveTo>
                    <a:pt x="3726878" y="2268499"/>
                  </a:moveTo>
                  <a:lnTo>
                    <a:pt x="3676358" y="2297709"/>
                  </a:lnTo>
                  <a:lnTo>
                    <a:pt x="3673843" y="2301087"/>
                  </a:lnTo>
                  <a:lnTo>
                    <a:pt x="3662553" y="2309609"/>
                  </a:lnTo>
                  <a:lnTo>
                    <a:pt x="3723817" y="2274201"/>
                  </a:lnTo>
                  <a:lnTo>
                    <a:pt x="3725367" y="2271318"/>
                  </a:lnTo>
                  <a:lnTo>
                    <a:pt x="3726878" y="2268499"/>
                  </a:lnTo>
                  <a:close/>
                </a:path>
                <a:path w="7653020" h="4423410">
                  <a:moveTo>
                    <a:pt x="4021480" y="2098217"/>
                  </a:moveTo>
                  <a:lnTo>
                    <a:pt x="3894734" y="2171484"/>
                  </a:lnTo>
                  <a:lnTo>
                    <a:pt x="3894366" y="2173655"/>
                  </a:lnTo>
                  <a:lnTo>
                    <a:pt x="3893985" y="2175840"/>
                  </a:lnTo>
                  <a:lnTo>
                    <a:pt x="4020845" y="2102510"/>
                  </a:lnTo>
                  <a:lnTo>
                    <a:pt x="4021163" y="2100389"/>
                  </a:lnTo>
                  <a:lnTo>
                    <a:pt x="4021480" y="2098217"/>
                  </a:lnTo>
                  <a:close/>
                </a:path>
                <a:path w="7653020" h="4423410">
                  <a:moveTo>
                    <a:pt x="4272445" y="1953171"/>
                  </a:moveTo>
                  <a:lnTo>
                    <a:pt x="4144607" y="2027059"/>
                  </a:lnTo>
                  <a:lnTo>
                    <a:pt x="4144226" y="2029269"/>
                  </a:lnTo>
                  <a:lnTo>
                    <a:pt x="4143857" y="2031415"/>
                  </a:lnTo>
                  <a:lnTo>
                    <a:pt x="4271670" y="1957539"/>
                  </a:lnTo>
                  <a:lnTo>
                    <a:pt x="4272051" y="1955406"/>
                  </a:lnTo>
                  <a:lnTo>
                    <a:pt x="4272445" y="1953171"/>
                  </a:lnTo>
                  <a:close/>
                </a:path>
                <a:path w="7653020" h="4423410">
                  <a:moveTo>
                    <a:pt x="4446943" y="1852307"/>
                  </a:moveTo>
                  <a:lnTo>
                    <a:pt x="4369765" y="1896910"/>
                  </a:lnTo>
                  <a:lnTo>
                    <a:pt x="4371899" y="1897697"/>
                  </a:lnTo>
                  <a:lnTo>
                    <a:pt x="4373918" y="1898446"/>
                  </a:lnTo>
                  <a:lnTo>
                    <a:pt x="4444962" y="1857387"/>
                  </a:lnTo>
                  <a:lnTo>
                    <a:pt x="4445914" y="1854923"/>
                  </a:lnTo>
                  <a:lnTo>
                    <a:pt x="4446943" y="1852307"/>
                  </a:lnTo>
                  <a:close/>
                </a:path>
                <a:path w="7653020" h="4423410">
                  <a:moveTo>
                    <a:pt x="4710354" y="1700060"/>
                  </a:moveTo>
                  <a:lnTo>
                    <a:pt x="4492866" y="1825764"/>
                  </a:lnTo>
                  <a:lnTo>
                    <a:pt x="4492409" y="1828063"/>
                  </a:lnTo>
                  <a:lnTo>
                    <a:pt x="4491977" y="1830209"/>
                  </a:lnTo>
                  <a:lnTo>
                    <a:pt x="4708842" y="1704860"/>
                  </a:lnTo>
                  <a:lnTo>
                    <a:pt x="4709566" y="1702574"/>
                  </a:lnTo>
                  <a:lnTo>
                    <a:pt x="4710354" y="1700060"/>
                  </a:lnTo>
                  <a:close/>
                </a:path>
                <a:path w="7653020" h="4423410">
                  <a:moveTo>
                    <a:pt x="5010772" y="1526425"/>
                  </a:moveTo>
                  <a:lnTo>
                    <a:pt x="4878070" y="1603121"/>
                  </a:lnTo>
                  <a:lnTo>
                    <a:pt x="4880838" y="1603603"/>
                  </a:lnTo>
                  <a:lnTo>
                    <a:pt x="4883302" y="1604022"/>
                  </a:lnTo>
                  <a:lnTo>
                    <a:pt x="5009108" y="1531315"/>
                  </a:lnTo>
                  <a:lnTo>
                    <a:pt x="5009883" y="1529029"/>
                  </a:lnTo>
                  <a:lnTo>
                    <a:pt x="5010772" y="1526425"/>
                  </a:lnTo>
                  <a:close/>
                </a:path>
                <a:path w="7653020" h="4423410">
                  <a:moveTo>
                    <a:pt x="5265178" y="1383309"/>
                  </a:moveTo>
                  <a:lnTo>
                    <a:pt x="5264645" y="1381810"/>
                  </a:lnTo>
                  <a:lnTo>
                    <a:pt x="5264010" y="1380045"/>
                  </a:lnTo>
                  <a:lnTo>
                    <a:pt x="5165890" y="1436763"/>
                  </a:lnTo>
                  <a:lnTo>
                    <a:pt x="5166931" y="1438275"/>
                  </a:lnTo>
                  <a:lnTo>
                    <a:pt x="5167833" y="1439570"/>
                  </a:lnTo>
                  <a:lnTo>
                    <a:pt x="5265178" y="1383309"/>
                  </a:lnTo>
                  <a:close/>
                </a:path>
                <a:path w="7653020" h="4423410">
                  <a:moveTo>
                    <a:pt x="5461114" y="1266126"/>
                  </a:moveTo>
                  <a:lnTo>
                    <a:pt x="5334114" y="1339532"/>
                  </a:lnTo>
                  <a:lnTo>
                    <a:pt x="5333631" y="1341932"/>
                  </a:lnTo>
                  <a:lnTo>
                    <a:pt x="5333225" y="1343977"/>
                  </a:lnTo>
                  <a:lnTo>
                    <a:pt x="5460339" y="1270508"/>
                  </a:lnTo>
                  <a:lnTo>
                    <a:pt x="5460695" y="1268514"/>
                  </a:lnTo>
                  <a:lnTo>
                    <a:pt x="5461114" y="1266126"/>
                  </a:lnTo>
                  <a:close/>
                </a:path>
                <a:path w="7653020" h="4423410">
                  <a:moveTo>
                    <a:pt x="5745302" y="1101877"/>
                  </a:moveTo>
                  <a:lnTo>
                    <a:pt x="5617769" y="1175588"/>
                  </a:lnTo>
                  <a:lnTo>
                    <a:pt x="5617286" y="1178026"/>
                  </a:lnTo>
                  <a:lnTo>
                    <a:pt x="5616880" y="1180020"/>
                  </a:lnTo>
                  <a:lnTo>
                    <a:pt x="5744667" y="1106170"/>
                  </a:lnTo>
                  <a:lnTo>
                    <a:pt x="5744946" y="1104252"/>
                  </a:lnTo>
                  <a:lnTo>
                    <a:pt x="5745302" y="1101877"/>
                  </a:lnTo>
                  <a:close/>
                </a:path>
                <a:path w="7653020" h="4423410">
                  <a:moveTo>
                    <a:pt x="6085383" y="905306"/>
                  </a:moveTo>
                  <a:lnTo>
                    <a:pt x="5868454" y="1030681"/>
                  </a:lnTo>
                  <a:lnTo>
                    <a:pt x="5868047" y="1033119"/>
                  </a:lnTo>
                  <a:lnTo>
                    <a:pt x="5867717" y="1035050"/>
                  </a:lnTo>
                  <a:lnTo>
                    <a:pt x="6083909" y="910082"/>
                  </a:lnTo>
                  <a:lnTo>
                    <a:pt x="6084557" y="907999"/>
                  </a:lnTo>
                  <a:lnTo>
                    <a:pt x="6085383" y="905306"/>
                  </a:lnTo>
                  <a:close/>
                </a:path>
                <a:path w="7653020" h="4423410">
                  <a:moveTo>
                    <a:pt x="6248578" y="810983"/>
                  </a:moveTo>
                  <a:lnTo>
                    <a:pt x="6125108" y="882345"/>
                  </a:lnTo>
                  <a:lnTo>
                    <a:pt x="6128270" y="882738"/>
                  </a:lnTo>
                  <a:lnTo>
                    <a:pt x="6130709" y="883043"/>
                  </a:lnTo>
                  <a:lnTo>
                    <a:pt x="6246025" y="816394"/>
                  </a:lnTo>
                  <a:lnTo>
                    <a:pt x="6247346" y="813930"/>
                  </a:lnTo>
                  <a:lnTo>
                    <a:pt x="6248222" y="812292"/>
                  </a:lnTo>
                  <a:lnTo>
                    <a:pt x="6248578" y="810983"/>
                  </a:lnTo>
                  <a:close/>
                </a:path>
                <a:path w="7653020" h="4423410">
                  <a:moveTo>
                    <a:pt x="6471907" y="685825"/>
                  </a:moveTo>
                  <a:lnTo>
                    <a:pt x="6471399" y="684453"/>
                  </a:lnTo>
                  <a:lnTo>
                    <a:pt x="6470701" y="682599"/>
                  </a:lnTo>
                  <a:lnTo>
                    <a:pt x="6426111" y="708367"/>
                  </a:lnTo>
                  <a:lnTo>
                    <a:pt x="6427864" y="709612"/>
                  </a:lnTo>
                  <a:lnTo>
                    <a:pt x="6429159" y="710539"/>
                  </a:lnTo>
                  <a:lnTo>
                    <a:pt x="6471907" y="685825"/>
                  </a:lnTo>
                  <a:close/>
                </a:path>
                <a:path w="7653020" h="4423410">
                  <a:moveTo>
                    <a:pt x="6730733" y="532295"/>
                  </a:moveTo>
                  <a:lnTo>
                    <a:pt x="6603784" y="605675"/>
                  </a:lnTo>
                  <a:lnTo>
                    <a:pt x="6603276" y="608241"/>
                  </a:lnTo>
                  <a:lnTo>
                    <a:pt x="6602895" y="610120"/>
                  </a:lnTo>
                  <a:lnTo>
                    <a:pt x="6729958" y="536676"/>
                  </a:lnTo>
                  <a:lnTo>
                    <a:pt x="6730289" y="534847"/>
                  </a:lnTo>
                  <a:lnTo>
                    <a:pt x="6730733" y="532295"/>
                  </a:lnTo>
                  <a:close/>
                </a:path>
                <a:path w="7653020" h="4423410">
                  <a:moveTo>
                    <a:pt x="6944080" y="408990"/>
                  </a:moveTo>
                  <a:lnTo>
                    <a:pt x="6816242" y="482879"/>
                  </a:lnTo>
                  <a:lnTo>
                    <a:pt x="6815810" y="485419"/>
                  </a:lnTo>
                  <a:lnTo>
                    <a:pt x="6815493" y="487235"/>
                  </a:lnTo>
                  <a:lnTo>
                    <a:pt x="6943306" y="413359"/>
                  </a:lnTo>
                  <a:lnTo>
                    <a:pt x="6943623" y="411556"/>
                  </a:lnTo>
                  <a:lnTo>
                    <a:pt x="6944080" y="408990"/>
                  </a:lnTo>
                  <a:close/>
                </a:path>
                <a:path w="7653020" h="4423410">
                  <a:moveTo>
                    <a:pt x="7128802" y="306146"/>
                  </a:moveTo>
                  <a:lnTo>
                    <a:pt x="7121792" y="308610"/>
                  </a:lnTo>
                  <a:lnTo>
                    <a:pt x="7111581" y="312178"/>
                  </a:lnTo>
                  <a:lnTo>
                    <a:pt x="7054405" y="345224"/>
                  </a:lnTo>
                  <a:lnTo>
                    <a:pt x="7057441" y="345782"/>
                  </a:lnTo>
                  <a:lnTo>
                    <a:pt x="7059536" y="346176"/>
                  </a:lnTo>
                  <a:lnTo>
                    <a:pt x="7128802" y="306146"/>
                  </a:lnTo>
                  <a:close/>
                </a:path>
                <a:path w="7653020" h="4423410">
                  <a:moveTo>
                    <a:pt x="7209942" y="255320"/>
                  </a:moveTo>
                  <a:lnTo>
                    <a:pt x="7158241" y="285203"/>
                  </a:lnTo>
                  <a:lnTo>
                    <a:pt x="7155904" y="288417"/>
                  </a:lnTo>
                  <a:lnTo>
                    <a:pt x="7152983" y="290576"/>
                  </a:lnTo>
                  <a:lnTo>
                    <a:pt x="7143089" y="297891"/>
                  </a:lnTo>
                  <a:lnTo>
                    <a:pt x="7206831" y="261048"/>
                  </a:lnTo>
                  <a:lnTo>
                    <a:pt x="7208088" y="258724"/>
                  </a:lnTo>
                  <a:lnTo>
                    <a:pt x="7209942" y="255320"/>
                  </a:lnTo>
                  <a:close/>
                </a:path>
                <a:path w="7653020" h="4423410">
                  <a:moveTo>
                    <a:pt x="7428725" y="128866"/>
                  </a:moveTo>
                  <a:lnTo>
                    <a:pt x="7306323" y="199618"/>
                  </a:lnTo>
                  <a:lnTo>
                    <a:pt x="7309663" y="200037"/>
                  </a:lnTo>
                  <a:lnTo>
                    <a:pt x="7311911" y="200317"/>
                  </a:lnTo>
                  <a:lnTo>
                    <a:pt x="7425957" y="134404"/>
                  </a:lnTo>
                  <a:lnTo>
                    <a:pt x="7427188" y="132118"/>
                  </a:lnTo>
                  <a:lnTo>
                    <a:pt x="7428471" y="129755"/>
                  </a:lnTo>
                  <a:lnTo>
                    <a:pt x="7428725" y="128866"/>
                  </a:lnTo>
                  <a:close/>
                </a:path>
                <a:path w="7653020" h="4423410">
                  <a:moveTo>
                    <a:pt x="7652918" y="3213"/>
                  </a:moveTo>
                  <a:lnTo>
                    <a:pt x="7652436" y="1955"/>
                  </a:lnTo>
                  <a:lnTo>
                    <a:pt x="7651699" y="0"/>
                  </a:lnTo>
                  <a:lnTo>
                    <a:pt x="7606957" y="25857"/>
                  </a:lnTo>
                  <a:lnTo>
                    <a:pt x="7608837" y="27152"/>
                  </a:lnTo>
                  <a:lnTo>
                    <a:pt x="7610056" y="27990"/>
                  </a:lnTo>
                  <a:lnTo>
                    <a:pt x="7652918" y="3213"/>
                  </a:lnTo>
                  <a:close/>
                </a:path>
              </a:pathLst>
            </a:custGeom>
            <a:solidFill>
              <a:srgbClr val="8282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49414" y="1151635"/>
              <a:ext cx="7648575" cy="4420870"/>
            </a:xfrm>
            <a:custGeom>
              <a:avLst/>
              <a:gdLst/>
              <a:ahLst/>
              <a:cxnLst/>
              <a:rect l="l" t="t" r="r" b="b"/>
              <a:pathLst>
                <a:path w="7648575" h="4420870">
                  <a:moveTo>
                    <a:pt x="113461" y="4354525"/>
                  </a:moveTo>
                  <a:lnTo>
                    <a:pt x="0" y="4420095"/>
                  </a:lnTo>
                  <a:lnTo>
                    <a:pt x="2159" y="4420374"/>
                  </a:lnTo>
                  <a:lnTo>
                    <a:pt x="3416" y="4420540"/>
                  </a:lnTo>
                  <a:lnTo>
                    <a:pt x="111264" y="4358221"/>
                  </a:lnTo>
                  <a:lnTo>
                    <a:pt x="112077" y="4356862"/>
                  </a:lnTo>
                  <a:lnTo>
                    <a:pt x="113461" y="4354525"/>
                  </a:lnTo>
                  <a:close/>
                </a:path>
                <a:path w="7648575" h="4420870">
                  <a:moveTo>
                    <a:pt x="428561" y="4174883"/>
                  </a:moveTo>
                  <a:lnTo>
                    <a:pt x="428294" y="4174121"/>
                  </a:lnTo>
                  <a:lnTo>
                    <a:pt x="427824" y="4172826"/>
                  </a:lnTo>
                  <a:lnTo>
                    <a:pt x="330733" y="4228947"/>
                  </a:lnTo>
                  <a:lnTo>
                    <a:pt x="331165" y="4230255"/>
                  </a:lnTo>
                  <a:lnTo>
                    <a:pt x="331431" y="4231005"/>
                  </a:lnTo>
                  <a:lnTo>
                    <a:pt x="428561" y="4174883"/>
                  </a:lnTo>
                  <a:close/>
                </a:path>
                <a:path w="7648575" h="4420870">
                  <a:moveTo>
                    <a:pt x="706018" y="4012031"/>
                  </a:moveTo>
                  <a:lnTo>
                    <a:pt x="489750" y="4137037"/>
                  </a:lnTo>
                  <a:lnTo>
                    <a:pt x="489432" y="4138790"/>
                  </a:lnTo>
                  <a:lnTo>
                    <a:pt x="489254" y="4139819"/>
                  </a:lnTo>
                  <a:lnTo>
                    <a:pt x="705167" y="4015067"/>
                  </a:lnTo>
                  <a:lnTo>
                    <a:pt x="705510" y="4013924"/>
                  </a:lnTo>
                  <a:lnTo>
                    <a:pt x="706018" y="4012031"/>
                  </a:lnTo>
                  <a:close/>
                </a:path>
                <a:path w="7648575" h="4420870">
                  <a:moveTo>
                    <a:pt x="910043" y="3894112"/>
                  </a:moveTo>
                  <a:lnTo>
                    <a:pt x="782358" y="3967911"/>
                  </a:lnTo>
                  <a:lnTo>
                    <a:pt x="782040" y="3969702"/>
                  </a:lnTo>
                  <a:lnTo>
                    <a:pt x="781850" y="3970756"/>
                  </a:lnTo>
                  <a:lnTo>
                    <a:pt x="909535" y="3896982"/>
                  </a:lnTo>
                  <a:lnTo>
                    <a:pt x="909713" y="3895915"/>
                  </a:lnTo>
                  <a:lnTo>
                    <a:pt x="910043" y="3894112"/>
                  </a:lnTo>
                  <a:close/>
                </a:path>
                <a:path w="7648575" h="4420870">
                  <a:moveTo>
                    <a:pt x="1084084" y="3793515"/>
                  </a:moveTo>
                  <a:lnTo>
                    <a:pt x="1013053" y="3834561"/>
                  </a:lnTo>
                  <a:lnTo>
                    <a:pt x="1014793" y="3835209"/>
                  </a:lnTo>
                  <a:lnTo>
                    <a:pt x="1015809" y="3835577"/>
                  </a:lnTo>
                  <a:lnTo>
                    <a:pt x="1082700" y="3796931"/>
                  </a:lnTo>
                  <a:lnTo>
                    <a:pt x="1083208" y="3795661"/>
                  </a:lnTo>
                  <a:lnTo>
                    <a:pt x="1084084" y="3793515"/>
                  </a:lnTo>
                  <a:close/>
                </a:path>
                <a:path w="7648575" h="4420870">
                  <a:moveTo>
                    <a:pt x="1328851" y="3652037"/>
                  </a:moveTo>
                  <a:lnTo>
                    <a:pt x="1158951" y="3750233"/>
                  </a:lnTo>
                  <a:lnTo>
                    <a:pt x="1161135" y="3750627"/>
                  </a:lnTo>
                  <a:lnTo>
                    <a:pt x="1162431" y="3750868"/>
                  </a:lnTo>
                  <a:lnTo>
                    <a:pt x="1324508" y="3657206"/>
                  </a:lnTo>
                  <a:lnTo>
                    <a:pt x="1326121" y="3655288"/>
                  </a:lnTo>
                  <a:lnTo>
                    <a:pt x="1328851" y="3652037"/>
                  </a:lnTo>
                  <a:close/>
                </a:path>
                <a:path w="7648575" h="4420870">
                  <a:moveTo>
                    <a:pt x="1492275" y="3557574"/>
                  </a:moveTo>
                  <a:lnTo>
                    <a:pt x="1365148" y="3631057"/>
                  </a:lnTo>
                  <a:lnTo>
                    <a:pt x="1364754" y="3632962"/>
                  </a:lnTo>
                  <a:lnTo>
                    <a:pt x="1364526" y="3634092"/>
                  </a:lnTo>
                  <a:lnTo>
                    <a:pt x="1491767" y="3560572"/>
                  </a:lnTo>
                  <a:lnTo>
                    <a:pt x="1491957" y="3559454"/>
                  </a:lnTo>
                  <a:lnTo>
                    <a:pt x="1492275" y="3557574"/>
                  </a:lnTo>
                  <a:close/>
                </a:path>
                <a:path w="7648575" h="4420870">
                  <a:moveTo>
                    <a:pt x="1835950" y="3358934"/>
                  </a:moveTo>
                  <a:lnTo>
                    <a:pt x="1708950" y="3432340"/>
                  </a:lnTo>
                  <a:lnTo>
                    <a:pt x="1708619" y="3434245"/>
                  </a:lnTo>
                  <a:lnTo>
                    <a:pt x="1708429" y="3435388"/>
                  </a:lnTo>
                  <a:lnTo>
                    <a:pt x="1835518" y="3361956"/>
                  </a:lnTo>
                  <a:lnTo>
                    <a:pt x="1835683" y="3360826"/>
                  </a:lnTo>
                  <a:lnTo>
                    <a:pt x="1835950" y="3358934"/>
                  </a:lnTo>
                  <a:close/>
                </a:path>
                <a:path w="7648575" h="4420870">
                  <a:moveTo>
                    <a:pt x="2189226" y="3154743"/>
                  </a:moveTo>
                  <a:lnTo>
                    <a:pt x="2129167" y="3189465"/>
                  </a:lnTo>
                  <a:lnTo>
                    <a:pt x="2120455" y="3196259"/>
                  </a:lnTo>
                  <a:lnTo>
                    <a:pt x="2118245" y="3197987"/>
                  </a:lnTo>
                  <a:lnTo>
                    <a:pt x="2116493" y="3198545"/>
                  </a:lnTo>
                  <a:lnTo>
                    <a:pt x="2109660" y="3200743"/>
                  </a:lnTo>
                  <a:lnTo>
                    <a:pt x="2043595" y="3238919"/>
                  </a:lnTo>
                  <a:lnTo>
                    <a:pt x="2045893" y="3239351"/>
                  </a:lnTo>
                  <a:lnTo>
                    <a:pt x="2047265" y="3239605"/>
                  </a:lnTo>
                  <a:lnTo>
                    <a:pt x="2186927" y="3158909"/>
                  </a:lnTo>
                  <a:lnTo>
                    <a:pt x="2187791" y="3157347"/>
                  </a:lnTo>
                  <a:lnTo>
                    <a:pt x="2189226" y="3154743"/>
                  </a:lnTo>
                  <a:close/>
                </a:path>
                <a:path w="7648575" h="4420870">
                  <a:moveTo>
                    <a:pt x="2528951" y="2958388"/>
                  </a:moveTo>
                  <a:lnTo>
                    <a:pt x="2421013" y="3020771"/>
                  </a:lnTo>
                  <a:lnTo>
                    <a:pt x="2423147" y="3021342"/>
                  </a:lnTo>
                  <a:lnTo>
                    <a:pt x="2424430" y="3021685"/>
                  </a:lnTo>
                  <a:lnTo>
                    <a:pt x="2527770" y="2961970"/>
                  </a:lnTo>
                  <a:lnTo>
                    <a:pt x="2528214" y="2960624"/>
                  </a:lnTo>
                  <a:lnTo>
                    <a:pt x="2528951" y="2958388"/>
                  </a:lnTo>
                  <a:close/>
                </a:path>
                <a:path w="7648575" h="4420870">
                  <a:moveTo>
                    <a:pt x="2653792" y="2889161"/>
                  </a:moveTo>
                  <a:lnTo>
                    <a:pt x="2653461" y="2888246"/>
                  </a:lnTo>
                  <a:lnTo>
                    <a:pt x="2652928" y="2886735"/>
                  </a:lnTo>
                  <a:lnTo>
                    <a:pt x="2553030" y="2944469"/>
                  </a:lnTo>
                  <a:lnTo>
                    <a:pt x="2553551" y="2945981"/>
                  </a:lnTo>
                  <a:lnTo>
                    <a:pt x="2553868" y="2946895"/>
                  </a:lnTo>
                  <a:lnTo>
                    <a:pt x="2653792" y="2889161"/>
                  </a:lnTo>
                  <a:close/>
                </a:path>
                <a:path w="7648575" h="4420870">
                  <a:moveTo>
                    <a:pt x="2840240" y="2778468"/>
                  </a:moveTo>
                  <a:lnTo>
                    <a:pt x="2713355" y="2851810"/>
                  </a:lnTo>
                  <a:lnTo>
                    <a:pt x="2712999" y="2853842"/>
                  </a:lnTo>
                  <a:lnTo>
                    <a:pt x="2712783" y="2855074"/>
                  </a:lnTo>
                  <a:lnTo>
                    <a:pt x="2839783" y="2781693"/>
                  </a:lnTo>
                  <a:lnTo>
                    <a:pt x="2839948" y="2780487"/>
                  </a:lnTo>
                  <a:lnTo>
                    <a:pt x="2840240" y="2778468"/>
                  </a:lnTo>
                  <a:close/>
                </a:path>
                <a:path w="7648575" h="4420870">
                  <a:moveTo>
                    <a:pt x="3014624" y="2677680"/>
                  </a:moveTo>
                  <a:lnTo>
                    <a:pt x="2943275" y="2718917"/>
                  </a:lnTo>
                  <a:lnTo>
                    <a:pt x="2945231" y="2719641"/>
                  </a:lnTo>
                  <a:lnTo>
                    <a:pt x="2946412" y="2720086"/>
                  </a:lnTo>
                  <a:lnTo>
                    <a:pt x="3013125" y="2681541"/>
                  </a:lnTo>
                  <a:lnTo>
                    <a:pt x="3013697" y="2680081"/>
                  </a:lnTo>
                  <a:lnTo>
                    <a:pt x="3014624" y="2677680"/>
                  </a:lnTo>
                  <a:close/>
                </a:path>
                <a:path w="7648575" h="4420870">
                  <a:moveTo>
                    <a:pt x="3365665" y="2474772"/>
                  </a:moveTo>
                  <a:lnTo>
                    <a:pt x="3331172" y="2494711"/>
                  </a:lnTo>
                  <a:lnTo>
                    <a:pt x="3331946" y="2496172"/>
                  </a:lnTo>
                  <a:lnTo>
                    <a:pt x="3332416" y="2497061"/>
                  </a:lnTo>
                  <a:lnTo>
                    <a:pt x="3365538" y="2477922"/>
                  </a:lnTo>
                  <a:lnTo>
                    <a:pt x="3365589" y="2476728"/>
                  </a:lnTo>
                  <a:lnTo>
                    <a:pt x="3365665" y="2474772"/>
                  </a:lnTo>
                  <a:close/>
                </a:path>
                <a:path w="7648575" h="4420870">
                  <a:moveTo>
                    <a:pt x="3718255" y="2270988"/>
                  </a:moveTo>
                  <a:lnTo>
                    <a:pt x="3657003" y="2306383"/>
                  </a:lnTo>
                  <a:lnTo>
                    <a:pt x="3646868" y="2314181"/>
                  </a:lnTo>
                  <a:lnTo>
                    <a:pt x="3639858" y="2316302"/>
                  </a:lnTo>
                  <a:lnTo>
                    <a:pt x="3573056" y="2354910"/>
                  </a:lnTo>
                  <a:lnTo>
                    <a:pt x="3575570" y="2355380"/>
                  </a:lnTo>
                  <a:lnTo>
                    <a:pt x="3577107" y="2355672"/>
                  </a:lnTo>
                  <a:lnTo>
                    <a:pt x="3715816" y="2275535"/>
                  </a:lnTo>
                  <a:lnTo>
                    <a:pt x="3716731" y="2273808"/>
                  </a:lnTo>
                  <a:lnTo>
                    <a:pt x="3718255" y="2270988"/>
                  </a:lnTo>
                  <a:close/>
                </a:path>
                <a:path w="7648575" h="4420870">
                  <a:moveTo>
                    <a:pt x="4015282" y="2099297"/>
                  </a:moveTo>
                  <a:lnTo>
                    <a:pt x="3888422" y="2172627"/>
                  </a:lnTo>
                  <a:lnTo>
                    <a:pt x="3888054" y="2174811"/>
                  </a:lnTo>
                  <a:lnTo>
                    <a:pt x="3887825" y="2176145"/>
                  </a:lnTo>
                  <a:lnTo>
                    <a:pt x="4014774" y="2102789"/>
                  </a:lnTo>
                  <a:lnTo>
                    <a:pt x="4014965" y="2101469"/>
                  </a:lnTo>
                  <a:lnTo>
                    <a:pt x="4015282" y="2099297"/>
                  </a:lnTo>
                  <a:close/>
                </a:path>
                <a:path w="7648575" h="4420870">
                  <a:moveTo>
                    <a:pt x="4266108" y="1954326"/>
                  </a:moveTo>
                  <a:lnTo>
                    <a:pt x="4138295" y="2028202"/>
                  </a:lnTo>
                  <a:lnTo>
                    <a:pt x="4137926" y="2030412"/>
                  </a:lnTo>
                  <a:lnTo>
                    <a:pt x="4137685" y="2031771"/>
                  </a:lnTo>
                  <a:lnTo>
                    <a:pt x="4265473" y="1957946"/>
                  </a:lnTo>
                  <a:lnTo>
                    <a:pt x="4265714" y="1956562"/>
                  </a:lnTo>
                  <a:lnTo>
                    <a:pt x="4266108" y="1954326"/>
                  </a:lnTo>
                  <a:close/>
                </a:path>
                <a:path w="7648575" h="4420870">
                  <a:moveTo>
                    <a:pt x="4439399" y="1854174"/>
                  </a:moveTo>
                  <a:lnTo>
                    <a:pt x="4368355" y="1895233"/>
                  </a:lnTo>
                  <a:lnTo>
                    <a:pt x="4370489" y="1896021"/>
                  </a:lnTo>
                  <a:lnTo>
                    <a:pt x="4371797" y="1896503"/>
                  </a:lnTo>
                  <a:lnTo>
                    <a:pt x="4437735" y="1858403"/>
                  </a:lnTo>
                  <a:lnTo>
                    <a:pt x="4438370" y="1856790"/>
                  </a:lnTo>
                  <a:lnTo>
                    <a:pt x="4439399" y="1854174"/>
                  </a:lnTo>
                  <a:close/>
                </a:path>
                <a:path w="7648575" h="4420870">
                  <a:moveTo>
                    <a:pt x="4703280" y="1701647"/>
                  </a:moveTo>
                  <a:lnTo>
                    <a:pt x="4486414" y="1826996"/>
                  </a:lnTo>
                  <a:lnTo>
                    <a:pt x="4485957" y="1829295"/>
                  </a:lnTo>
                  <a:lnTo>
                    <a:pt x="4485678" y="1830705"/>
                  </a:lnTo>
                  <a:lnTo>
                    <a:pt x="4701692" y="1705889"/>
                  </a:lnTo>
                  <a:lnTo>
                    <a:pt x="4702353" y="1704594"/>
                  </a:lnTo>
                  <a:lnTo>
                    <a:pt x="4702480" y="1704162"/>
                  </a:lnTo>
                  <a:lnTo>
                    <a:pt x="4703280" y="1701647"/>
                  </a:lnTo>
                  <a:close/>
                </a:path>
                <a:path w="7648575" h="4420870">
                  <a:moveTo>
                    <a:pt x="5003546" y="1528102"/>
                  </a:moveTo>
                  <a:lnTo>
                    <a:pt x="4877740" y="1600809"/>
                  </a:lnTo>
                  <a:lnTo>
                    <a:pt x="4880508" y="1601292"/>
                  </a:lnTo>
                  <a:lnTo>
                    <a:pt x="4882223" y="1601584"/>
                  </a:lnTo>
                  <a:lnTo>
                    <a:pt x="5001412" y="1532712"/>
                  </a:lnTo>
                  <a:lnTo>
                    <a:pt x="5002327" y="1530896"/>
                  </a:lnTo>
                  <a:lnTo>
                    <a:pt x="5003177" y="1529207"/>
                  </a:lnTo>
                  <a:lnTo>
                    <a:pt x="5003546" y="1528102"/>
                  </a:lnTo>
                  <a:close/>
                </a:path>
                <a:path w="7648575" h="4420870">
                  <a:moveTo>
                    <a:pt x="5260632" y="1382941"/>
                  </a:moveTo>
                  <a:lnTo>
                    <a:pt x="5260238" y="1381848"/>
                  </a:lnTo>
                  <a:lnTo>
                    <a:pt x="5259616" y="1380096"/>
                  </a:lnTo>
                  <a:lnTo>
                    <a:pt x="5162270" y="1436357"/>
                  </a:lnTo>
                  <a:lnTo>
                    <a:pt x="5163312" y="1437868"/>
                  </a:lnTo>
                  <a:lnTo>
                    <a:pt x="5163947" y="1438795"/>
                  </a:lnTo>
                  <a:lnTo>
                    <a:pt x="5260632" y="1382941"/>
                  </a:lnTo>
                  <a:close/>
                </a:path>
                <a:path w="7648575" h="4420870">
                  <a:moveTo>
                    <a:pt x="5454777" y="1267294"/>
                  </a:moveTo>
                  <a:lnTo>
                    <a:pt x="5327662" y="1340764"/>
                  </a:lnTo>
                  <a:lnTo>
                    <a:pt x="5327180" y="1343164"/>
                  </a:lnTo>
                  <a:lnTo>
                    <a:pt x="5326888" y="1344663"/>
                  </a:lnTo>
                  <a:lnTo>
                    <a:pt x="5454091" y="1271155"/>
                  </a:lnTo>
                  <a:lnTo>
                    <a:pt x="5454358" y="1269682"/>
                  </a:lnTo>
                  <a:lnTo>
                    <a:pt x="5454777" y="1267294"/>
                  </a:lnTo>
                  <a:close/>
                </a:path>
                <a:path w="7648575" h="4420870">
                  <a:moveTo>
                    <a:pt x="5739104" y="1102956"/>
                  </a:moveTo>
                  <a:lnTo>
                    <a:pt x="5611317" y="1176807"/>
                  </a:lnTo>
                  <a:lnTo>
                    <a:pt x="5610834" y="1179258"/>
                  </a:lnTo>
                  <a:lnTo>
                    <a:pt x="5610530" y="1180769"/>
                  </a:lnTo>
                  <a:lnTo>
                    <a:pt x="5738533" y="1106805"/>
                  </a:lnTo>
                  <a:lnTo>
                    <a:pt x="5738761" y="1105331"/>
                  </a:lnTo>
                  <a:lnTo>
                    <a:pt x="5739104" y="1102956"/>
                  </a:lnTo>
                  <a:close/>
                </a:path>
                <a:path w="7648575" h="4420870">
                  <a:moveTo>
                    <a:pt x="6078347" y="906868"/>
                  </a:moveTo>
                  <a:lnTo>
                    <a:pt x="5862155" y="1031836"/>
                  </a:lnTo>
                  <a:lnTo>
                    <a:pt x="5861736" y="1034262"/>
                  </a:lnTo>
                  <a:lnTo>
                    <a:pt x="5861469" y="1035773"/>
                  </a:lnTo>
                  <a:lnTo>
                    <a:pt x="6076848" y="911339"/>
                  </a:lnTo>
                  <a:lnTo>
                    <a:pt x="6077216" y="910590"/>
                  </a:lnTo>
                  <a:lnTo>
                    <a:pt x="6077521" y="909561"/>
                  </a:lnTo>
                  <a:lnTo>
                    <a:pt x="6078347" y="906868"/>
                  </a:lnTo>
                  <a:close/>
                </a:path>
                <a:path w="7648575" h="4420870">
                  <a:moveTo>
                    <a:pt x="6240462" y="813181"/>
                  </a:moveTo>
                  <a:lnTo>
                    <a:pt x="6125146" y="879830"/>
                  </a:lnTo>
                  <a:lnTo>
                    <a:pt x="6128309" y="880211"/>
                  </a:lnTo>
                  <a:lnTo>
                    <a:pt x="6130277" y="880465"/>
                  </a:lnTo>
                  <a:lnTo>
                    <a:pt x="6237643" y="818426"/>
                  </a:lnTo>
                  <a:lnTo>
                    <a:pt x="6238722" y="816406"/>
                  </a:lnTo>
                  <a:lnTo>
                    <a:pt x="6240462" y="813181"/>
                  </a:lnTo>
                  <a:close/>
                </a:path>
                <a:path w="7648575" h="4420870">
                  <a:moveTo>
                    <a:pt x="6467475" y="685634"/>
                  </a:moveTo>
                  <a:lnTo>
                    <a:pt x="6467043" y="684466"/>
                  </a:lnTo>
                  <a:lnTo>
                    <a:pt x="6466345" y="682612"/>
                  </a:lnTo>
                  <a:lnTo>
                    <a:pt x="6423596" y="707326"/>
                  </a:lnTo>
                  <a:lnTo>
                    <a:pt x="6425349" y="708558"/>
                  </a:lnTo>
                  <a:lnTo>
                    <a:pt x="6426441" y="709345"/>
                  </a:lnTo>
                  <a:lnTo>
                    <a:pt x="6467475" y="685634"/>
                  </a:lnTo>
                  <a:close/>
                </a:path>
                <a:path w="7648575" h="4420870">
                  <a:moveTo>
                    <a:pt x="6724396" y="533463"/>
                  </a:moveTo>
                  <a:lnTo>
                    <a:pt x="6597332" y="606907"/>
                  </a:lnTo>
                  <a:lnTo>
                    <a:pt x="6596824" y="609473"/>
                  </a:lnTo>
                  <a:lnTo>
                    <a:pt x="6596494" y="611085"/>
                  </a:lnTo>
                  <a:lnTo>
                    <a:pt x="6723659" y="537603"/>
                  </a:lnTo>
                  <a:lnTo>
                    <a:pt x="6723951" y="536003"/>
                  </a:lnTo>
                  <a:lnTo>
                    <a:pt x="6724396" y="533463"/>
                  </a:lnTo>
                  <a:close/>
                </a:path>
                <a:path w="7648575" h="4420870">
                  <a:moveTo>
                    <a:pt x="6937743" y="410146"/>
                  </a:moveTo>
                  <a:lnTo>
                    <a:pt x="6809930" y="484022"/>
                  </a:lnTo>
                  <a:lnTo>
                    <a:pt x="6809499" y="486575"/>
                  </a:lnTo>
                  <a:lnTo>
                    <a:pt x="6809219" y="488175"/>
                  </a:lnTo>
                  <a:lnTo>
                    <a:pt x="6937007" y="414337"/>
                  </a:lnTo>
                  <a:lnTo>
                    <a:pt x="6937286" y="412724"/>
                  </a:lnTo>
                  <a:lnTo>
                    <a:pt x="6937743" y="410146"/>
                  </a:lnTo>
                  <a:close/>
                </a:path>
                <a:path w="7648575" h="4420870">
                  <a:moveTo>
                    <a:pt x="7201268" y="257835"/>
                  </a:moveTo>
                  <a:lnTo>
                    <a:pt x="7137527" y="294678"/>
                  </a:lnTo>
                  <a:lnTo>
                    <a:pt x="7129158" y="300863"/>
                  </a:lnTo>
                  <a:lnTo>
                    <a:pt x="7123239" y="302933"/>
                  </a:lnTo>
                  <a:lnTo>
                    <a:pt x="7053974" y="342963"/>
                  </a:lnTo>
                  <a:lnTo>
                    <a:pt x="7057009" y="343535"/>
                  </a:lnTo>
                  <a:lnTo>
                    <a:pt x="7058927" y="343890"/>
                  </a:lnTo>
                  <a:lnTo>
                    <a:pt x="7198258" y="263385"/>
                  </a:lnTo>
                  <a:lnTo>
                    <a:pt x="7199427" y="261239"/>
                  </a:lnTo>
                  <a:lnTo>
                    <a:pt x="7201268" y="257835"/>
                  </a:lnTo>
                  <a:close/>
                </a:path>
                <a:path w="7648575" h="4420870">
                  <a:moveTo>
                    <a:pt x="7420394" y="131191"/>
                  </a:moveTo>
                  <a:lnTo>
                    <a:pt x="7306348" y="197104"/>
                  </a:lnTo>
                  <a:lnTo>
                    <a:pt x="7309688" y="197523"/>
                  </a:lnTo>
                  <a:lnTo>
                    <a:pt x="7311796" y="197789"/>
                  </a:lnTo>
                  <a:lnTo>
                    <a:pt x="7417359" y="136791"/>
                  </a:lnTo>
                  <a:lnTo>
                    <a:pt x="7418527" y="134620"/>
                  </a:lnTo>
                  <a:lnTo>
                    <a:pt x="7420394" y="131191"/>
                  </a:lnTo>
                  <a:close/>
                </a:path>
                <a:path w="7648575" h="4420870">
                  <a:moveTo>
                    <a:pt x="7648575" y="3200"/>
                  </a:moveTo>
                  <a:lnTo>
                    <a:pt x="7648105" y="1955"/>
                  </a:lnTo>
                  <a:lnTo>
                    <a:pt x="7647356" y="0"/>
                  </a:lnTo>
                  <a:lnTo>
                    <a:pt x="7604493" y="24777"/>
                  </a:lnTo>
                  <a:lnTo>
                    <a:pt x="7606373" y="26073"/>
                  </a:lnTo>
                  <a:lnTo>
                    <a:pt x="7607554" y="26898"/>
                  </a:lnTo>
                  <a:lnTo>
                    <a:pt x="7648575" y="3200"/>
                  </a:lnTo>
                  <a:close/>
                </a:path>
              </a:pathLst>
            </a:custGeom>
            <a:solidFill>
              <a:srgbClr val="8484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52833" y="1154827"/>
              <a:ext cx="7646034" cy="4417695"/>
            </a:xfrm>
            <a:custGeom>
              <a:avLst/>
              <a:gdLst/>
              <a:ahLst/>
              <a:cxnLst/>
              <a:rect l="l" t="t" r="r" b="b"/>
              <a:pathLst>
                <a:path w="7646034" h="4417695">
                  <a:moveTo>
                    <a:pt x="6933591" y="411142"/>
                  </a:moveTo>
                  <a:lnTo>
                    <a:pt x="6805811" y="484973"/>
                  </a:lnTo>
                  <a:lnTo>
                    <a:pt x="6805374" y="487519"/>
                  </a:lnTo>
                  <a:lnTo>
                    <a:pt x="6933138" y="413712"/>
                  </a:lnTo>
                  <a:lnTo>
                    <a:pt x="6933591" y="411142"/>
                  </a:lnTo>
                  <a:close/>
                </a:path>
                <a:path w="7646034" h="4417695">
                  <a:moveTo>
                    <a:pt x="6073431" y="908138"/>
                  </a:moveTo>
                  <a:lnTo>
                    <a:pt x="5858060" y="1032579"/>
                  </a:lnTo>
                  <a:lnTo>
                    <a:pt x="5857644" y="1035006"/>
                  </a:lnTo>
                  <a:lnTo>
                    <a:pt x="6071923" y="911221"/>
                  </a:lnTo>
                  <a:lnTo>
                    <a:pt x="6073431" y="908138"/>
                  </a:lnTo>
                  <a:close/>
                </a:path>
                <a:path w="7646034" h="4417695">
                  <a:moveTo>
                    <a:pt x="4698275" y="1702697"/>
                  </a:moveTo>
                  <a:lnTo>
                    <a:pt x="4482259" y="1827510"/>
                  </a:lnTo>
                  <a:lnTo>
                    <a:pt x="4481800" y="1829807"/>
                  </a:lnTo>
                  <a:lnTo>
                    <a:pt x="4696804" y="1705602"/>
                  </a:lnTo>
                  <a:lnTo>
                    <a:pt x="4698275" y="1702697"/>
                  </a:lnTo>
                  <a:close/>
                </a:path>
                <a:path w="7646034" h="4417695">
                  <a:moveTo>
                    <a:pt x="4434327" y="1855205"/>
                  </a:moveTo>
                  <a:lnTo>
                    <a:pt x="4368383" y="1893307"/>
                  </a:lnTo>
                  <a:lnTo>
                    <a:pt x="4370514" y="1894094"/>
                  </a:lnTo>
                  <a:lnTo>
                    <a:pt x="4433303" y="1857822"/>
                  </a:lnTo>
                  <a:lnTo>
                    <a:pt x="4434327" y="1855205"/>
                  </a:lnTo>
                  <a:close/>
                </a:path>
                <a:path w="7646034" h="4417695">
                  <a:moveTo>
                    <a:pt x="4262057" y="1954742"/>
                  </a:moveTo>
                  <a:lnTo>
                    <a:pt x="4134275" y="2028573"/>
                  </a:lnTo>
                  <a:lnTo>
                    <a:pt x="4133896" y="2030784"/>
                  </a:lnTo>
                  <a:lnTo>
                    <a:pt x="4261662" y="1956976"/>
                  </a:lnTo>
                  <a:lnTo>
                    <a:pt x="4262057" y="1954742"/>
                  </a:lnTo>
                  <a:close/>
                </a:path>
                <a:path w="7646034" h="4417695">
                  <a:moveTo>
                    <a:pt x="3009716" y="2678338"/>
                  </a:moveTo>
                  <a:lnTo>
                    <a:pt x="2942996" y="2716889"/>
                  </a:lnTo>
                  <a:lnTo>
                    <a:pt x="2944951" y="2717617"/>
                  </a:lnTo>
                  <a:lnTo>
                    <a:pt x="3008789" y="2680739"/>
                  </a:lnTo>
                  <a:lnTo>
                    <a:pt x="3009716" y="2678338"/>
                  </a:lnTo>
                  <a:close/>
                </a:path>
                <a:path w="7646034" h="4417695">
                  <a:moveTo>
                    <a:pt x="2836366" y="2778499"/>
                  </a:moveTo>
                  <a:lnTo>
                    <a:pt x="2709368" y="2851877"/>
                  </a:lnTo>
                  <a:lnTo>
                    <a:pt x="2709008" y="2853917"/>
                  </a:lnTo>
                  <a:lnTo>
                    <a:pt x="2836079" y="2780510"/>
                  </a:lnTo>
                  <a:lnTo>
                    <a:pt x="2836366" y="2778499"/>
                  </a:lnTo>
                  <a:close/>
                </a:path>
                <a:path w="7646034" h="4417695">
                  <a:moveTo>
                    <a:pt x="1832105" y="3358756"/>
                  </a:moveTo>
                  <a:lnTo>
                    <a:pt x="1705017" y="3432186"/>
                  </a:lnTo>
                  <a:lnTo>
                    <a:pt x="1704691" y="3434093"/>
                  </a:lnTo>
                  <a:lnTo>
                    <a:pt x="1831836" y="3360644"/>
                  </a:lnTo>
                  <a:lnTo>
                    <a:pt x="1832105" y="3358756"/>
                  </a:lnTo>
                  <a:close/>
                </a:path>
                <a:path w="7646034" h="4417695">
                  <a:moveTo>
                    <a:pt x="1488354" y="3557373"/>
                  </a:moveTo>
                  <a:lnTo>
                    <a:pt x="1361115" y="3630891"/>
                  </a:lnTo>
                  <a:lnTo>
                    <a:pt x="1360723" y="3632797"/>
                  </a:lnTo>
                  <a:lnTo>
                    <a:pt x="1488032" y="3559253"/>
                  </a:lnTo>
                  <a:lnTo>
                    <a:pt x="1488354" y="3557373"/>
                  </a:lnTo>
                  <a:close/>
                </a:path>
                <a:path w="7646034" h="4417695">
                  <a:moveTo>
                    <a:pt x="1079286" y="3793731"/>
                  </a:moveTo>
                  <a:lnTo>
                    <a:pt x="1012396" y="3832380"/>
                  </a:lnTo>
                  <a:lnTo>
                    <a:pt x="1014131" y="3833017"/>
                  </a:lnTo>
                  <a:lnTo>
                    <a:pt x="1078415" y="3795881"/>
                  </a:lnTo>
                  <a:lnTo>
                    <a:pt x="1079286" y="3793731"/>
                  </a:lnTo>
                  <a:close/>
                </a:path>
                <a:path w="7646034" h="4417695">
                  <a:moveTo>
                    <a:pt x="906117" y="3893787"/>
                  </a:moveTo>
                  <a:lnTo>
                    <a:pt x="778440" y="3967558"/>
                  </a:lnTo>
                  <a:lnTo>
                    <a:pt x="778123" y="3969355"/>
                  </a:lnTo>
                  <a:lnTo>
                    <a:pt x="905798" y="3895600"/>
                  </a:lnTo>
                  <a:lnTo>
                    <a:pt x="906117" y="3893787"/>
                  </a:lnTo>
                  <a:close/>
                </a:path>
                <a:path w="7646034" h="4417695">
                  <a:moveTo>
                    <a:pt x="701750" y="4011869"/>
                  </a:moveTo>
                  <a:lnTo>
                    <a:pt x="485843" y="4136620"/>
                  </a:lnTo>
                  <a:lnTo>
                    <a:pt x="485533" y="4138379"/>
                  </a:lnTo>
                  <a:lnTo>
                    <a:pt x="700641" y="4014115"/>
                  </a:lnTo>
                  <a:lnTo>
                    <a:pt x="701750" y="4011869"/>
                  </a:lnTo>
                  <a:close/>
                </a:path>
                <a:path w="7646034" h="4417695">
                  <a:moveTo>
                    <a:pt x="2650378" y="2885962"/>
                  </a:moveTo>
                  <a:lnTo>
                    <a:pt x="2550461" y="2943693"/>
                  </a:lnTo>
                  <a:lnTo>
                    <a:pt x="2550987" y="2945203"/>
                  </a:lnTo>
                  <a:lnTo>
                    <a:pt x="2650918" y="2887474"/>
                  </a:lnTo>
                  <a:lnTo>
                    <a:pt x="2650378" y="2885962"/>
                  </a:lnTo>
                  <a:close/>
                </a:path>
                <a:path w="7646034" h="4417695">
                  <a:moveTo>
                    <a:pt x="2524359" y="2958775"/>
                  </a:moveTo>
                  <a:lnTo>
                    <a:pt x="2421011" y="3018489"/>
                  </a:lnTo>
                  <a:lnTo>
                    <a:pt x="2423139" y="3019059"/>
                  </a:lnTo>
                  <a:lnTo>
                    <a:pt x="2523624" y="2961010"/>
                  </a:lnTo>
                  <a:lnTo>
                    <a:pt x="2524359" y="2958775"/>
                  </a:lnTo>
                  <a:close/>
                </a:path>
                <a:path w="7646034" h="4417695">
                  <a:moveTo>
                    <a:pt x="425149" y="4171688"/>
                  </a:moveTo>
                  <a:lnTo>
                    <a:pt x="328014" y="4227812"/>
                  </a:lnTo>
                  <a:lnTo>
                    <a:pt x="328455" y="4229120"/>
                  </a:lnTo>
                  <a:lnTo>
                    <a:pt x="425615" y="4172993"/>
                  </a:lnTo>
                  <a:lnTo>
                    <a:pt x="425149" y="4171688"/>
                  </a:lnTo>
                  <a:close/>
                </a:path>
                <a:path w="7646034" h="4417695">
                  <a:moveTo>
                    <a:pt x="107857" y="4355018"/>
                  </a:moveTo>
                  <a:lnTo>
                    <a:pt x="0" y="4417338"/>
                  </a:lnTo>
                  <a:lnTo>
                    <a:pt x="2161" y="4417614"/>
                  </a:lnTo>
                  <a:lnTo>
                    <a:pt x="106470" y="4357357"/>
                  </a:lnTo>
                  <a:lnTo>
                    <a:pt x="107857" y="4355018"/>
                  </a:lnTo>
                  <a:close/>
                </a:path>
                <a:path w="7646034" h="4417695">
                  <a:moveTo>
                    <a:pt x="7645162" y="0"/>
                  </a:moveTo>
                  <a:lnTo>
                    <a:pt x="7604143" y="23700"/>
                  </a:lnTo>
                  <a:lnTo>
                    <a:pt x="7606022" y="24999"/>
                  </a:lnTo>
                  <a:lnTo>
                    <a:pt x="7645908" y="1957"/>
                  </a:lnTo>
                  <a:lnTo>
                    <a:pt x="7645162" y="0"/>
                  </a:lnTo>
                  <a:close/>
                </a:path>
                <a:path w="7646034" h="4417695">
                  <a:moveTo>
                    <a:pt x="7413947" y="133595"/>
                  </a:moveTo>
                  <a:lnTo>
                    <a:pt x="7308388" y="194586"/>
                  </a:lnTo>
                  <a:lnTo>
                    <a:pt x="7311732" y="195005"/>
                  </a:lnTo>
                  <a:lnTo>
                    <a:pt x="7412090" y="137030"/>
                  </a:lnTo>
                  <a:lnTo>
                    <a:pt x="7413947" y="133595"/>
                  </a:lnTo>
                  <a:close/>
                </a:path>
                <a:path w="7646034" h="4417695">
                  <a:moveTo>
                    <a:pt x="7194847" y="260189"/>
                  </a:moveTo>
                  <a:lnTo>
                    <a:pt x="7055511" y="340697"/>
                  </a:lnTo>
                  <a:lnTo>
                    <a:pt x="7058547" y="341266"/>
                  </a:lnTo>
                  <a:lnTo>
                    <a:pt x="7193001" y="263594"/>
                  </a:lnTo>
                  <a:lnTo>
                    <a:pt x="7194847" y="260189"/>
                  </a:lnTo>
                  <a:close/>
                </a:path>
                <a:path w="7646034" h="4417695">
                  <a:moveTo>
                    <a:pt x="6464057" y="682436"/>
                  </a:moveTo>
                  <a:lnTo>
                    <a:pt x="6423030" y="706142"/>
                  </a:lnTo>
                  <a:lnTo>
                    <a:pt x="6424777" y="707383"/>
                  </a:lnTo>
                  <a:lnTo>
                    <a:pt x="6464748" y="684293"/>
                  </a:lnTo>
                  <a:lnTo>
                    <a:pt x="6464057" y="682436"/>
                  </a:lnTo>
                  <a:close/>
                </a:path>
                <a:path w="7646034" h="4417695">
                  <a:moveTo>
                    <a:pt x="6234224" y="815233"/>
                  </a:moveTo>
                  <a:lnTo>
                    <a:pt x="6126867" y="877263"/>
                  </a:lnTo>
                  <a:lnTo>
                    <a:pt x="6130027" y="877655"/>
                  </a:lnTo>
                  <a:lnTo>
                    <a:pt x="6232489" y="818464"/>
                  </a:lnTo>
                  <a:lnTo>
                    <a:pt x="6234224" y="815233"/>
                  </a:lnTo>
                  <a:close/>
                </a:path>
                <a:path w="7646034" h="4417695">
                  <a:moveTo>
                    <a:pt x="5257217" y="1379743"/>
                  </a:moveTo>
                  <a:lnTo>
                    <a:pt x="5160540" y="1435603"/>
                  </a:lnTo>
                  <a:lnTo>
                    <a:pt x="5161579" y="1437110"/>
                  </a:lnTo>
                  <a:lnTo>
                    <a:pt x="5257844" y="1381500"/>
                  </a:lnTo>
                  <a:lnTo>
                    <a:pt x="5257217" y="1379743"/>
                  </a:lnTo>
                  <a:close/>
                </a:path>
                <a:path w="7646034" h="4417695">
                  <a:moveTo>
                    <a:pt x="4997997" y="1529519"/>
                  </a:moveTo>
                  <a:lnTo>
                    <a:pt x="4878805" y="1598387"/>
                  </a:lnTo>
                  <a:lnTo>
                    <a:pt x="4881573" y="1598865"/>
                  </a:lnTo>
                  <a:lnTo>
                    <a:pt x="4996517" y="1532464"/>
                  </a:lnTo>
                  <a:lnTo>
                    <a:pt x="4997997" y="1529519"/>
                  </a:lnTo>
                  <a:close/>
                </a:path>
                <a:path w="7646034" h="4417695">
                  <a:moveTo>
                    <a:pt x="3712398" y="2272332"/>
                  </a:moveTo>
                  <a:lnTo>
                    <a:pt x="3573698" y="2352472"/>
                  </a:lnTo>
                  <a:lnTo>
                    <a:pt x="3576220" y="2352944"/>
                  </a:lnTo>
                  <a:lnTo>
                    <a:pt x="3710881" y="2275152"/>
                  </a:lnTo>
                  <a:lnTo>
                    <a:pt x="3712398" y="2272332"/>
                  </a:lnTo>
                  <a:close/>
                </a:path>
                <a:path w="7646034" h="4417695">
                  <a:moveTo>
                    <a:pt x="2183518" y="3155711"/>
                  </a:moveTo>
                  <a:lnTo>
                    <a:pt x="2043857" y="3236407"/>
                  </a:lnTo>
                  <a:lnTo>
                    <a:pt x="2046158" y="3236833"/>
                  </a:lnTo>
                  <a:lnTo>
                    <a:pt x="2182080" y="3158314"/>
                  </a:lnTo>
                  <a:lnTo>
                    <a:pt x="2183518" y="3155711"/>
                  </a:lnTo>
                  <a:close/>
                </a:path>
                <a:path w="7646034" h="4417695">
                  <a:moveTo>
                    <a:pt x="1321100" y="3654012"/>
                  </a:moveTo>
                  <a:lnTo>
                    <a:pt x="1159013" y="3747665"/>
                  </a:lnTo>
                  <a:lnTo>
                    <a:pt x="1161197" y="3748060"/>
                  </a:lnTo>
                  <a:lnTo>
                    <a:pt x="1318376" y="3657260"/>
                  </a:lnTo>
                  <a:lnTo>
                    <a:pt x="1321100" y="3654012"/>
                  </a:lnTo>
                  <a:close/>
                </a:path>
                <a:path w="7646034" h="4417695">
                  <a:moveTo>
                    <a:pt x="6720251" y="534409"/>
                  </a:moveTo>
                  <a:lnTo>
                    <a:pt x="6593084" y="607885"/>
                  </a:lnTo>
                  <a:lnTo>
                    <a:pt x="6592571" y="610452"/>
                  </a:lnTo>
                  <a:lnTo>
                    <a:pt x="6719801" y="536953"/>
                  </a:lnTo>
                  <a:lnTo>
                    <a:pt x="6720251" y="534409"/>
                  </a:lnTo>
                  <a:close/>
                </a:path>
                <a:path w="7646034" h="4417695">
                  <a:moveTo>
                    <a:pt x="5735126" y="1103609"/>
                  </a:moveTo>
                  <a:lnTo>
                    <a:pt x="5607113" y="1177574"/>
                  </a:lnTo>
                  <a:lnTo>
                    <a:pt x="5606625" y="1180015"/>
                  </a:lnTo>
                  <a:lnTo>
                    <a:pt x="5734777" y="1105984"/>
                  </a:lnTo>
                  <a:lnTo>
                    <a:pt x="5735126" y="1103609"/>
                  </a:lnTo>
                  <a:close/>
                </a:path>
                <a:path w="7646034" h="4417695">
                  <a:moveTo>
                    <a:pt x="5450681" y="1267960"/>
                  </a:moveTo>
                  <a:lnTo>
                    <a:pt x="5323468" y="1341463"/>
                  </a:lnTo>
                  <a:lnTo>
                    <a:pt x="5322986" y="1343868"/>
                  </a:lnTo>
                  <a:lnTo>
                    <a:pt x="5450260" y="1270344"/>
                  </a:lnTo>
                  <a:lnTo>
                    <a:pt x="5450681" y="1267960"/>
                  </a:lnTo>
                  <a:close/>
                </a:path>
                <a:path w="7646034" h="4417695">
                  <a:moveTo>
                    <a:pt x="4011363" y="2099591"/>
                  </a:moveTo>
                  <a:lnTo>
                    <a:pt x="3884409" y="2172945"/>
                  </a:lnTo>
                  <a:lnTo>
                    <a:pt x="3884035" y="2175124"/>
                  </a:lnTo>
                  <a:lnTo>
                    <a:pt x="4011045" y="2101753"/>
                  </a:lnTo>
                  <a:lnTo>
                    <a:pt x="4011363" y="2099591"/>
                  </a:lnTo>
                  <a:close/>
                </a:path>
                <a:path w="7646034" h="4417695">
                  <a:moveTo>
                    <a:pt x="3362124" y="2474718"/>
                  </a:moveTo>
                  <a:lnTo>
                    <a:pt x="3329000" y="2493857"/>
                  </a:lnTo>
                  <a:lnTo>
                    <a:pt x="3329769" y="2495314"/>
                  </a:lnTo>
                  <a:lnTo>
                    <a:pt x="3362043" y="2476670"/>
                  </a:lnTo>
                  <a:lnTo>
                    <a:pt x="3362124" y="2474718"/>
                  </a:lnTo>
                  <a:close/>
                </a:path>
              </a:pathLst>
            </a:custGeom>
            <a:solidFill>
              <a:srgbClr val="8787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54994" y="1156785"/>
              <a:ext cx="7644765" cy="4416425"/>
            </a:xfrm>
            <a:custGeom>
              <a:avLst/>
              <a:gdLst/>
              <a:ahLst/>
              <a:cxnLst/>
              <a:rect l="l" t="t" r="r" b="b"/>
              <a:pathLst>
                <a:path w="7644765" h="4416425">
                  <a:moveTo>
                    <a:pt x="6930976" y="411754"/>
                  </a:moveTo>
                  <a:lnTo>
                    <a:pt x="6803213" y="485561"/>
                  </a:lnTo>
                  <a:lnTo>
                    <a:pt x="6802902" y="487375"/>
                  </a:lnTo>
                  <a:lnTo>
                    <a:pt x="6930658" y="413559"/>
                  </a:lnTo>
                  <a:lnTo>
                    <a:pt x="6930976" y="411754"/>
                  </a:lnTo>
                  <a:close/>
                </a:path>
                <a:path w="7644765" h="4416425">
                  <a:moveTo>
                    <a:pt x="6069761" y="909263"/>
                  </a:moveTo>
                  <a:lnTo>
                    <a:pt x="5855483" y="1033048"/>
                  </a:lnTo>
                  <a:lnTo>
                    <a:pt x="5855151" y="1034981"/>
                  </a:lnTo>
                  <a:lnTo>
                    <a:pt x="6068590" y="911657"/>
                  </a:lnTo>
                  <a:lnTo>
                    <a:pt x="6069761" y="909263"/>
                  </a:lnTo>
                  <a:close/>
                </a:path>
                <a:path w="7644765" h="4416425">
                  <a:moveTo>
                    <a:pt x="4694643" y="1703645"/>
                  </a:moveTo>
                  <a:lnTo>
                    <a:pt x="4479638" y="1827849"/>
                  </a:lnTo>
                  <a:lnTo>
                    <a:pt x="4479209" y="1829994"/>
                  </a:lnTo>
                  <a:lnTo>
                    <a:pt x="4693303" y="1706292"/>
                  </a:lnTo>
                  <a:lnTo>
                    <a:pt x="4694643" y="1703645"/>
                  </a:lnTo>
                  <a:close/>
                </a:path>
                <a:path w="7644765" h="4416425">
                  <a:moveTo>
                    <a:pt x="4431141" y="1855865"/>
                  </a:moveTo>
                  <a:lnTo>
                    <a:pt x="4368305" y="1892164"/>
                  </a:lnTo>
                  <a:lnTo>
                    <a:pt x="4370316" y="1892912"/>
                  </a:lnTo>
                  <a:lnTo>
                    <a:pt x="4430180" y="1858323"/>
                  </a:lnTo>
                  <a:lnTo>
                    <a:pt x="4431141" y="1855865"/>
                  </a:lnTo>
                  <a:close/>
                </a:path>
                <a:path w="7644765" h="4416425">
                  <a:moveTo>
                    <a:pt x="4259501" y="1955018"/>
                  </a:moveTo>
                  <a:lnTo>
                    <a:pt x="4131735" y="2028827"/>
                  </a:lnTo>
                  <a:lnTo>
                    <a:pt x="4131366" y="2030976"/>
                  </a:lnTo>
                  <a:lnTo>
                    <a:pt x="4259123" y="1957158"/>
                  </a:lnTo>
                  <a:lnTo>
                    <a:pt x="4259501" y="1955018"/>
                  </a:lnTo>
                  <a:close/>
                </a:path>
                <a:path w="7644765" h="4416425">
                  <a:moveTo>
                    <a:pt x="3006627" y="2678781"/>
                  </a:moveTo>
                  <a:lnTo>
                    <a:pt x="2942789" y="2715659"/>
                  </a:lnTo>
                  <a:lnTo>
                    <a:pt x="2944854" y="2716428"/>
                  </a:lnTo>
                  <a:lnTo>
                    <a:pt x="2945042" y="2716428"/>
                  </a:lnTo>
                  <a:lnTo>
                    <a:pt x="3005601" y="2681437"/>
                  </a:lnTo>
                  <a:lnTo>
                    <a:pt x="3006627" y="2678781"/>
                  </a:lnTo>
                  <a:close/>
                </a:path>
                <a:path w="7644765" h="4416425">
                  <a:moveTo>
                    <a:pt x="2833917" y="2778553"/>
                  </a:moveTo>
                  <a:lnTo>
                    <a:pt x="2706847" y="2851959"/>
                  </a:lnTo>
                  <a:lnTo>
                    <a:pt x="2706435" y="2854294"/>
                  </a:lnTo>
                  <a:lnTo>
                    <a:pt x="2833593" y="2780823"/>
                  </a:lnTo>
                  <a:lnTo>
                    <a:pt x="2833917" y="2778553"/>
                  </a:lnTo>
                  <a:close/>
                </a:path>
                <a:path w="7644765" h="4416425">
                  <a:moveTo>
                    <a:pt x="1829674" y="3358686"/>
                  </a:moveTo>
                  <a:lnTo>
                    <a:pt x="1702529" y="3432135"/>
                  </a:lnTo>
                  <a:lnTo>
                    <a:pt x="1702109" y="3434589"/>
                  </a:lnTo>
                  <a:lnTo>
                    <a:pt x="1829332" y="3361080"/>
                  </a:lnTo>
                  <a:lnTo>
                    <a:pt x="1829674" y="3358686"/>
                  </a:lnTo>
                  <a:close/>
                </a:path>
                <a:path w="7644765" h="4416425">
                  <a:moveTo>
                    <a:pt x="1485871" y="3557295"/>
                  </a:moveTo>
                  <a:lnTo>
                    <a:pt x="1358561" y="3630839"/>
                  </a:lnTo>
                  <a:lnTo>
                    <a:pt x="1358036" y="3633393"/>
                  </a:lnTo>
                  <a:lnTo>
                    <a:pt x="1485445" y="3559776"/>
                  </a:lnTo>
                  <a:lnTo>
                    <a:pt x="1485871" y="3557295"/>
                  </a:lnTo>
                  <a:close/>
                </a:path>
                <a:path w="7644765" h="4416425">
                  <a:moveTo>
                    <a:pt x="1076254" y="3793923"/>
                  </a:moveTo>
                  <a:lnTo>
                    <a:pt x="1011992" y="3831047"/>
                  </a:lnTo>
                  <a:lnTo>
                    <a:pt x="1014415" y="3831935"/>
                  </a:lnTo>
                  <a:lnTo>
                    <a:pt x="1075048" y="3796902"/>
                  </a:lnTo>
                  <a:lnTo>
                    <a:pt x="1076254" y="3793923"/>
                  </a:lnTo>
                  <a:close/>
                </a:path>
                <a:path w="7644765" h="4416425">
                  <a:moveTo>
                    <a:pt x="903636" y="3893642"/>
                  </a:moveTo>
                  <a:lnTo>
                    <a:pt x="775962" y="3967397"/>
                  </a:lnTo>
                  <a:lnTo>
                    <a:pt x="775507" y="3969975"/>
                  </a:lnTo>
                  <a:lnTo>
                    <a:pt x="903184" y="3896204"/>
                  </a:lnTo>
                  <a:lnTo>
                    <a:pt x="903636" y="3893642"/>
                  </a:lnTo>
                  <a:close/>
                </a:path>
                <a:path w="7644765" h="4416425">
                  <a:moveTo>
                    <a:pt x="698358" y="4012227"/>
                  </a:moveTo>
                  <a:lnTo>
                    <a:pt x="483372" y="4136421"/>
                  </a:lnTo>
                  <a:lnTo>
                    <a:pt x="482911" y="4139035"/>
                  </a:lnTo>
                  <a:lnTo>
                    <a:pt x="696773" y="4015467"/>
                  </a:lnTo>
                  <a:lnTo>
                    <a:pt x="698358" y="4012227"/>
                  </a:lnTo>
                  <a:close/>
                </a:path>
                <a:path w="7644765" h="4416425">
                  <a:moveTo>
                    <a:pt x="2648757" y="2885516"/>
                  </a:moveTo>
                  <a:lnTo>
                    <a:pt x="2548826" y="2943245"/>
                  </a:lnTo>
                  <a:lnTo>
                    <a:pt x="2549440" y="2945005"/>
                  </a:lnTo>
                  <a:lnTo>
                    <a:pt x="2645620" y="2889433"/>
                  </a:lnTo>
                  <a:lnTo>
                    <a:pt x="2649113" y="2886513"/>
                  </a:lnTo>
                  <a:lnTo>
                    <a:pt x="2648757" y="2885516"/>
                  </a:lnTo>
                  <a:close/>
                </a:path>
                <a:path w="7644765" h="4416425">
                  <a:moveTo>
                    <a:pt x="2521463" y="2959052"/>
                  </a:moveTo>
                  <a:lnTo>
                    <a:pt x="2420977" y="3017101"/>
                  </a:lnTo>
                  <a:lnTo>
                    <a:pt x="2423496" y="3017775"/>
                  </a:lnTo>
                  <a:lnTo>
                    <a:pt x="2520603" y="2961667"/>
                  </a:lnTo>
                  <a:lnTo>
                    <a:pt x="2521463" y="2959052"/>
                  </a:lnTo>
                  <a:close/>
                </a:path>
                <a:path w="7644765" h="4416425">
                  <a:moveTo>
                    <a:pt x="423453" y="4171035"/>
                  </a:moveTo>
                  <a:lnTo>
                    <a:pt x="326294" y="4227162"/>
                  </a:lnTo>
                  <a:lnTo>
                    <a:pt x="326961" y="4229143"/>
                  </a:lnTo>
                  <a:lnTo>
                    <a:pt x="423154" y="4173563"/>
                  </a:lnTo>
                  <a:lnTo>
                    <a:pt x="424073" y="4172769"/>
                  </a:lnTo>
                  <a:lnTo>
                    <a:pt x="423453" y="4171035"/>
                  </a:lnTo>
                  <a:close/>
                </a:path>
                <a:path w="7644765" h="4416425">
                  <a:moveTo>
                    <a:pt x="104308" y="4355399"/>
                  </a:moveTo>
                  <a:lnTo>
                    <a:pt x="0" y="4415657"/>
                  </a:lnTo>
                  <a:lnTo>
                    <a:pt x="3404" y="4416093"/>
                  </a:lnTo>
                  <a:lnTo>
                    <a:pt x="102151" y="4359037"/>
                  </a:lnTo>
                  <a:lnTo>
                    <a:pt x="104308" y="4355399"/>
                  </a:lnTo>
                  <a:close/>
                </a:path>
                <a:path w="7644765" h="4416425">
                  <a:moveTo>
                    <a:pt x="7643747" y="0"/>
                  </a:moveTo>
                  <a:lnTo>
                    <a:pt x="7603860" y="23041"/>
                  </a:lnTo>
                  <a:lnTo>
                    <a:pt x="7605077" y="23882"/>
                  </a:lnTo>
                  <a:lnTo>
                    <a:pt x="7644228" y="1261"/>
                  </a:lnTo>
                  <a:lnTo>
                    <a:pt x="7643747" y="0"/>
                  </a:lnTo>
                  <a:close/>
                </a:path>
                <a:path w="7644765" h="4416425">
                  <a:moveTo>
                    <a:pt x="7409929" y="135072"/>
                  </a:moveTo>
                  <a:lnTo>
                    <a:pt x="7309347" y="193176"/>
                  </a:lnTo>
                  <a:lnTo>
                    <a:pt x="7312078" y="193176"/>
                  </a:lnTo>
                  <a:lnTo>
                    <a:pt x="7408698" y="137349"/>
                  </a:lnTo>
                  <a:lnTo>
                    <a:pt x="7409929" y="135072"/>
                  </a:lnTo>
                  <a:close/>
                </a:path>
                <a:path w="7644765" h="4416425">
                  <a:moveTo>
                    <a:pt x="7190840" y="261636"/>
                  </a:moveTo>
                  <a:lnTo>
                    <a:pt x="7056385" y="339308"/>
                  </a:lnTo>
                  <a:lnTo>
                    <a:pt x="7058068" y="339623"/>
                  </a:lnTo>
                  <a:lnTo>
                    <a:pt x="7058620" y="339623"/>
                  </a:lnTo>
                  <a:lnTo>
                    <a:pt x="7189583" y="263953"/>
                  </a:lnTo>
                  <a:lnTo>
                    <a:pt x="7190840" y="261636"/>
                  </a:lnTo>
                  <a:close/>
                </a:path>
                <a:path w="7644765" h="4416425">
                  <a:moveTo>
                    <a:pt x="6462587" y="682335"/>
                  </a:moveTo>
                  <a:lnTo>
                    <a:pt x="6422616" y="705425"/>
                  </a:lnTo>
                  <a:lnTo>
                    <a:pt x="6423918" y="706350"/>
                  </a:lnTo>
                  <a:lnTo>
                    <a:pt x="6463099" y="683712"/>
                  </a:lnTo>
                  <a:lnTo>
                    <a:pt x="6462587" y="682335"/>
                  </a:lnTo>
                  <a:close/>
                </a:path>
                <a:path w="7644765" h="4416425">
                  <a:moveTo>
                    <a:pt x="6230328" y="816506"/>
                  </a:moveTo>
                  <a:lnTo>
                    <a:pt x="6127866" y="875697"/>
                  </a:lnTo>
                  <a:lnTo>
                    <a:pt x="6129714" y="875926"/>
                  </a:lnTo>
                  <a:lnTo>
                    <a:pt x="6130431" y="875926"/>
                  </a:lnTo>
                  <a:lnTo>
                    <a:pt x="6229006" y="818970"/>
                  </a:lnTo>
                  <a:lnTo>
                    <a:pt x="6230328" y="816506"/>
                  </a:lnTo>
                  <a:close/>
                </a:path>
                <a:path w="7644765" h="4416425">
                  <a:moveTo>
                    <a:pt x="5255683" y="1379542"/>
                  </a:moveTo>
                  <a:lnTo>
                    <a:pt x="5159418" y="1435152"/>
                  </a:lnTo>
                  <a:lnTo>
                    <a:pt x="5160315" y="1436454"/>
                  </a:lnTo>
                  <a:lnTo>
                    <a:pt x="5256218" y="1381042"/>
                  </a:lnTo>
                  <a:lnTo>
                    <a:pt x="5255683" y="1379542"/>
                  </a:lnTo>
                  <a:close/>
                </a:path>
                <a:path w="7644765" h="4416425">
                  <a:moveTo>
                    <a:pt x="4994355" y="1530506"/>
                  </a:moveTo>
                  <a:lnTo>
                    <a:pt x="4879412" y="1596907"/>
                  </a:lnTo>
                  <a:lnTo>
                    <a:pt x="4881880" y="1597332"/>
                  </a:lnTo>
                  <a:lnTo>
                    <a:pt x="4993053" y="1533098"/>
                  </a:lnTo>
                  <a:lnTo>
                    <a:pt x="4994355" y="1530506"/>
                  </a:lnTo>
                  <a:close/>
                </a:path>
                <a:path w="7644765" h="4416425">
                  <a:moveTo>
                    <a:pt x="3708720" y="2273195"/>
                  </a:moveTo>
                  <a:lnTo>
                    <a:pt x="3574059" y="2350986"/>
                  </a:lnTo>
                  <a:lnTo>
                    <a:pt x="3575752" y="2351303"/>
                  </a:lnTo>
                  <a:lnTo>
                    <a:pt x="3576970" y="2351303"/>
                  </a:lnTo>
                  <a:lnTo>
                    <a:pt x="3707173" y="2276073"/>
                  </a:lnTo>
                  <a:lnTo>
                    <a:pt x="3708720" y="2273195"/>
                  </a:lnTo>
                  <a:close/>
                </a:path>
                <a:path w="7644765" h="4416425">
                  <a:moveTo>
                    <a:pt x="2179918" y="3156356"/>
                  </a:moveTo>
                  <a:lnTo>
                    <a:pt x="2043997" y="3234876"/>
                  </a:lnTo>
                  <a:lnTo>
                    <a:pt x="2045871" y="3235223"/>
                  </a:lnTo>
                  <a:lnTo>
                    <a:pt x="2047155" y="3235223"/>
                  </a:lnTo>
                  <a:lnTo>
                    <a:pt x="2178167" y="3159525"/>
                  </a:lnTo>
                  <a:lnTo>
                    <a:pt x="2179918" y="3156356"/>
                  </a:lnTo>
                  <a:close/>
                </a:path>
                <a:path w="7644765" h="4416425">
                  <a:moveTo>
                    <a:pt x="1316215" y="3655302"/>
                  </a:moveTo>
                  <a:lnTo>
                    <a:pt x="1159035" y="3746102"/>
                  </a:lnTo>
                  <a:lnTo>
                    <a:pt x="1162031" y="3746644"/>
                  </a:lnTo>
                  <a:lnTo>
                    <a:pt x="1312549" y="3659675"/>
                  </a:lnTo>
                  <a:lnTo>
                    <a:pt x="1316215" y="3655302"/>
                  </a:lnTo>
                  <a:close/>
                </a:path>
                <a:path w="7644765" h="4416425">
                  <a:moveTo>
                    <a:pt x="6717640" y="534995"/>
                  </a:moveTo>
                  <a:lnTo>
                    <a:pt x="6590409" y="608494"/>
                  </a:lnTo>
                  <a:lnTo>
                    <a:pt x="6590034" y="610369"/>
                  </a:lnTo>
                  <a:lnTo>
                    <a:pt x="6717316" y="536827"/>
                  </a:lnTo>
                  <a:lnTo>
                    <a:pt x="6717640" y="534995"/>
                  </a:lnTo>
                  <a:close/>
                </a:path>
                <a:path w="7644765" h="4416425">
                  <a:moveTo>
                    <a:pt x="5732615" y="1104026"/>
                  </a:moveTo>
                  <a:lnTo>
                    <a:pt x="5604464" y="1178057"/>
                  </a:lnTo>
                  <a:lnTo>
                    <a:pt x="5604063" y="1180058"/>
                  </a:lnTo>
                  <a:lnTo>
                    <a:pt x="5732333" y="1105945"/>
                  </a:lnTo>
                  <a:lnTo>
                    <a:pt x="5732615" y="1104026"/>
                  </a:lnTo>
                  <a:close/>
                </a:path>
                <a:path w="7644765" h="4416425">
                  <a:moveTo>
                    <a:pt x="5448099" y="1268386"/>
                  </a:moveTo>
                  <a:lnTo>
                    <a:pt x="5320825" y="1341910"/>
                  </a:lnTo>
                  <a:lnTo>
                    <a:pt x="5320416" y="1343948"/>
                  </a:lnTo>
                  <a:lnTo>
                    <a:pt x="5447748" y="1270377"/>
                  </a:lnTo>
                  <a:lnTo>
                    <a:pt x="5448099" y="1268386"/>
                  </a:lnTo>
                  <a:close/>
                </a:path>
                <a:path w="7644765" h="4416425">
                  <a:moveTo>
                    <a:pt x="4008883" y="2099796"/>
                  </a:moveTo>
                  <a:lnTo>
                    <a:pt x="3881874" y="2173167"/>
                  </a:lnTo>
                  <a:lnTo>
                    <a:pt x="3881500" y="2175347"/>
                  </a:lnTo>
                  <a:lnTo>
                    <a:pt x="4008570" y="2101927"/>
                  </a:lnTo>
                  <a:lnTo>
                    <a:pt x="4008883" y="2099796"/>
                  </a:lnTo>
                  <a:close/>
                </a:path>
                <a:path w="7644765" h="4416425">
                  <a:moveTo>
                    <a:pt x="3359881" y="2474712"/>
                  </a:moveTo>
                  <a:lnTo>
                    <a:pt x="3327608" y="2493356"/>
                  </a:lnTo>
                  <a:lnTo>
                    <a:pt x="3328428" y="2494910"/>
                  </a:lnTo>
                  <a:lnTo>
                    <a:pt x="3359795" y="2476786"/>
                  </a:lnTo>
                  <a:lnTo>
                    <a:pt x="3359881" y="2474712"/>
                  </a:lnTo>
                  <a:close/>
                </a:path>
              </a:pathLst>
            </a:custGeom>
            <a:solidFill>
              <a:srgbClr val="8787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58399" y="1158047"/>
              <a:ext cx="7641590" cy="4415155"/>
            </a:xfrm>
            <a:custGeom>
              <a:avLst/>
              <a:gdLst/>
              <a:ahLst/>
              <a:cxnLst/>
              <a:rect l="l" t="t" r="r" b="b"/>
              <a:pathLst>
                <a:path w="7641590" h="4415155">
                  <a:moveTo>
                    <a:pt x="6927254" y="412297"/>
                  </a:moveTo>
                  <a:lnTo>
                    <a:pt x="6799498" y="486113"/>
                  </a:lnTo>
                  <a:lnTo>
                    <a:pt x="6799315" y="487181"/>
                  </a:lnTo>
                  <a:lnTo>
                    <a:pt x="6927067" y="413356"/>
                  </a:lnTo>
                  <a:lnTo>
                    <a:pt x="6927254" y="412297"/>
                  </a:lnTo>
                  <a:close/>
                </a:path>
                <a:path w="7641590" h="4415155">
                  <a:moveTo>
                    <a:pt x="6065186" y="910395"/>
                  </a:moveTo>
                  <a:lnTo>
                    <a:pt x="5851747" y="1033719"/>
                  </a:lnTo>
                  <a:lnTo>
                    <a:pt x="5851549" y="1034873"/>
                  </a:lnTo>
                  <a:lnTo>
                    <a:pt x="6064488" y="911820"/>
                  </a:lnTo>
                  <a:lnTo>
                    <a:pt x="6065186" y="910395"/>
                  </a:lnTo>
                  <a:close/>
                </a:path>
                <a:path w="7641590" h="4415155">
                  <a:moveTo>
                    <a:pt x="4689899" y="1705030"/>
                  </a:moveTo>
                  <a:lnTo>
                    <a:pt x="4475805" y="1828732"/>
                  </a:lnTo>
                  <a:lnTo>
                    <a:pt x="4475544" y="1830036"/>
                  </a:lnTo>
                  <a:lnTo>
                    <a:pt x="4689086" y="1706635"/>
                  </a:lnTo>
                  <a:lnTo>
                    <a:pt x="4689899" y="1705030"/>
                  </a:lnTo>
                  <a:close/>
                </a:path>
                <a:path w="7641590" h="4415155">
                  <a:moveTo>
                    <a:pt x="4426776" y="1857061"/>
                  </a:moveTo>
                  <a:lnTo>
                    <a:pt x="4366912" y="1891650"/>
                  </a:lnTo>
                  <a:lnTo>
                    <a:pt x="4368635" y="1891816"/>
                  </a:lnTo>
                  <a:lnTo>
                    <a:pt x="4426191" y="1858556"/>
                  </a:lnTo>
                  <a:lnTo>
                    <a:pt x="4426776" y="1857061"/>
                  </a:lnTo>
                  <a:close/>
                </a:path>
                <a:path w="7641590" h="4415155">
                  <a:moveTo>
                    <a:pt x="4255719" y="1955896"/>
                  </a:moveTo>
                  <a:lnTo>
                    <a:pt x="4127962" y="2029714"/>
                  </a:lnTo>
                  <a:lnTo>
                    <a:pt x="4127737" y="2031026"/>
                  </a:lnTo>
                  <a:lnTo>
                    <a:pt x="4255489" y="1957201"/>
                  </a:lnTo>
                  <a:lnTo>
                    <a:pt x="4255719" y="1955896"/>
                  </a:lnTo>
                  <a:close/>
                </a:path>
                <a:path w="7641590" h="4415155">
                  <a:moveTo>
                    <a:pt x="3002197" y="2680175"/>
                  </a:moveTo>
                  <a:lnTo>
                    <a:pt x="2941638" y="2715166"/>
                  </a:lnTo>
                  <a:lnTo>
                    <a:pt x="2943484" y="2715379"/>
                  </a:lnTo>
                  <a:lnTo>
                    <a:pt x="3001563" y="2681817"/>
                  </a:lnTo>
                  <a:lnTo>
                    <a:pt x="3002197" y="2680175"/>
                  </a:lnTo>
                  <a:close/>
                </a:path>
                <a:path w="7641590" h="4415155">
                  <a:moveTo>
                    <a:pt x="2830189" y="2779561"/>
                  </a:moveTo>
                  <a:lnTo>
                    <a:pt x="2703031" y="2853032"/>
                  </a:lnTo>
                  <a:lnTo>
                    <a:pt x="2702775" y="2854479"/>
                  </a:lnTo>
                  <a:lnTo>
                    <a:pt x="2829988" y="2780966"/>
                  </a:lnTo>
                  <a:lnTo>
                    <a:pt x="2830189" y="2779561"/>
                  </a:lnTo>
                  <a:close/>
                </a:path>
                <a:path w="7641590" h="4415155">
                  <a:moveTo>
                    <a:pt x="1825928" y="3359818"/>
                  </a:moveTo>
                  <a:lnTo>
                    <a:pt x="1698704" y="3433327"/>
                  </a:lnTo>
                  <a:lnTo>
                    <a:pt x="1698441" y="3434862"/>
                  </a:lnTo>
                  <a:lnTo>
                    <a:pt x="1825714" y="3361313"/>
                  </a:lnTo>
                  <a:lnTo>
                    <a:pt x="1825928" y="3359818"/>
                  </a:lnTo>
                  <a:close/>
                </a:path>
                <a:path w="7641590" h="4415155">
                  <a:moveTo>
                    <a:pt x="1482041" y="3558514"/>
                  </a:moveTo>
                  <a:lnTo>
                    <a:pt x="1354632" y="3632131"/>
                  </a:lnTo>
                  <a:lnTo>
                    <a:pt x="1354302" y="3633732"/>
                  </a:lnTo>
                  <a:lnTo>
                    <a:pt x="1481775" y="3560068"/>
                  </a:lnTo>
                  <a:lnTo>
                    <a:pt x="1482041" y="3558514"/>
                  </a:lnTo>
                  <a:close/>
                </a:path>
                <a:path w="7641590" h="4415155">
                  <a:moveTo>
                    <a:pt x="1071644" y="3795640"/>
                  </a:moveTo>
                  <a:lnTo>
                    <a:pt x="1011011" y="3830673"/>
                  </a:lnTo>
                  <a:lnTo>
                    <a:pt x="1013048" y="3830935"/>
                  </a:lnTo>
                  <a:lnTo>
                    <a:pt x="1070886" y="3797512"/>
                  </a:lnTo>
                  <a:lnTo>
                    <a:pt x="1071644" y="3795640"/>
                  </a:lnTo>
                  <a:close/>
                </a:path>
                <a:path w="7641590" h="4415155">
                  <a:moveTo>
                    <a:pt x="899780" y="3894942"/>
                  </a:moveTo>
                  <a:lnTo>
                    <a:pt x="772103" y="3968713"/>
                  </a:lnTo>
                  <a:lnTo>
                    <a:pt x="771816" y="3970338"/>
                  </a:lnTo>
                  <a:lnTo>
                    <a:pt x="899495" y="3896555"/>
                  </a:lnTo>
                  <a:lnTo>
                    <a:pt x="899780" y="3894942"/>
                  </a:lnTo>
                  <a:close/>
                </a:path>
                <a:path w="7641590" h="4415155">
                  <a:moveTo>
                    <a:pt x="693368" y="4014205"/>
                  </a:moveTo>
                  <a:lnTo>
                    <a:pt x="479507" y="4137773"/>
                  </a:lnTo>
                  <a:lnTo>
                    <a:pt x="479217" y="4139424"/>
                  </a:lnTo>
                  <a:lnTo>
                    <a:pt x="692369" y="4016248"/>
                  </a:lnTo>
                  <a:lnTo>
                    <a:pt x="693368" y="4014205"/>
                  </a:lnTo>
                  <a:close/>
                </a:path>
                <a:path w="7641590" h="4415155">
                  <a:moveTo>
                    <a:pt x="2642216" y="2888171"/>
                  </a:moveTo>
                  <a:lnTo>
                    <a:pt x="2546036" y="2943743"/>
                  </a:lnTo>
                  <a:lnTo>
                    <a:pt x="2546417" y="2944835"/>
                  </a:lnTo>
                  <a:lnTo>
                    <a:pt x="2637163" y="2892395"/>
                  </a:lnTo>
                  <a:lnTo>
                    <a:pt x="2642216" y="2888171"/>
                  </a:lnTo>
                  <a:close/>
                </a:path>
                <a:path w="7641590" h="4415155">
                  <a:moveTo>
                    <a:pt x="2517199" y="2960405"/>
                  </a:moveTo>
                  <a:lnTo>
                    <a:pt x="2420092" y="3016513"/>
                  </a:lnTo>
                  <a:lnTo>
                    <a:pt x="2421656" y="3016932"/>
                  </a:lnTo>
                  <a:lnTo>
                    <a:pt x="2516665" y="2962028"/>
                  </a:lnTo>
                  <a:lnTo>
                    <a:pt x="2517199" y="2960405"/>
                  </a:lnTo>
                  <a:close/>
                </a:path>
                <a:path w="7641590" h="4415155">
                  <a:moveTo>
                    <a:pt x="419750" y="4172301"/>
                  </a:moveTo>
                  <a:lnTo>
                    <a:pt x="323557" y="4227881"/>
                  </a:lnTo>
                  <a:lnTo>
                    <a:pt x="323979" y="4229133"/>
                  </a:lnTo>
                  <a:lnTo>
                    <a:pt x="414557" y="4176790"/>
                  </a:lnTo>
                  <a:lnTo>
                    <a:pt x="419750" y="4172301"/>
                  </a:lnTo>
                  <a:close/>
                </a:path>
                <a:path w="7641590" h="4415155">
                  <a:moveTo>
                    <a:pt x="98747" y="4357775"/>
                  </a:moveTo>
                  <a:lnTo>
                    <a:pt x="0" y="4414831"/>
                  </a:lnTo>
                  <a:lnTo>
                    <a:pt x="2634" y="4414831"/>
                  </a:lnTo>
                  <a:lnTo>
                    <a:pt x="97380" y="4360079"/>
                  </a:lnTo>
                  <a:lnTo>
                    <a:pt x="98747" y="4357775"/>
                  </a:lnTo>
                  <a:close/>
                </a:path>
                <a:path w="7641590" h="4415155">
                  <a:moveTo>
                    <a:pt x="7640823" y="0"/>
                  </a:moveTo>
                  <a:lnTo>
                    <a:pt x="7601673" y="22620"/>
                  </a:lnTo>
                  <a:lnTo>
                    <a:pt x="7602378" y="23108"/>
                  </a:lnTo>
                  <a:lnTo>
                    <a:pt x="7641102" y="731"/>
                  </a:lnTo>
                  <a:lnTo>
                    <a:pt x="7640823" y="0"/>
                  </a:lnTo>
                  <a:close/>
                </a:path>
                <a:path w="7641590" h="4415155">
                  <a:moveTo>
                    <a:pt x="7405294" y="136087"/>
                  </a:moveTo>
                  <a:lnTo>
                    <a:pt x="7308833" y="191822"/>
                  </a:lnTo>
                  <a:lnTo>
                    <a:pt x="7310424" y="191822"/>
                  </a:lnTo>
                  <a:lnTo>
                    <a:pt x="7404578" y="137413"/>
                  </a:lnTo>
                  <a:lnTo>
                    <a:pt x="7405294" y="136087"/>
                  </a:lnTo>
                  <a:close/>
                </a:path>
                <a:path w="7641590" h="4415155">
                  <a:moveTo>
                    <a:pt x="7186179" y="262691"/>
                  </a:moveTo>
                  <a:lnTo>
                    <a:pt x="7055253" y="338339"/>
                  </a:lnTo>
                  <a:lnTo>
                    <a:pt x="7056881" y="338339"/>
                  </a:lnTo>
                  <a:lnTo>
                    <a:pt x="7185445" y="264045"/>
                  </a:lnTo>
                  <a:lnTo>
                    <a:pt x="7186179" y="262691"/>
                  </a:lnTo>
                  <a:close/>
                </a:path>
                <a:path w="7641590" h="4415155">
                  <a:moveTo>
                    <a:pt x="6459695" y="682450"/>
                  </a:moveTo>
                  <a:lnTo>
                    <a:pt x="6420514" y="705088"/>
                  </a:lnTo>
                  <a:lnTo>
                    <a:pt x="6421285" y="705636"/>
                  </a:lnTo>
                  <a:lnTo>
                    <a:pt x="6459998" y="683264"/>
                  </a:lnTo>
                  <a:lnTo>
                    <a:pt x="6459695" y="682450"/>
                  </a:lnTo>
                  <a:close/>
                </a:path>
                <a:path w="7641590" h="4415155">
                  <a:moveTo>
                    <a:pt x="6225602" y="817708"/>
                  </a:moveTo>
                  <a:lnTo>
                    <a:pt x="6127103" y="874620"/>
                  </a:lnTo>
                  <a:lnTo>
                    <a:pt x="6128863" y="874620"/>
                  </a:lnTo>
                  <a:lnTo>
                    <a:pt x="6224817" y="819170"/>
                  </a:lnTo>
                  <a:lnTo>
                    <a:pt x="6225602" y="817708"/>
                  </a:lnTo>
                  <a:close/>
                </a:path>
                <a:path w="7641590" h="4415155">
                  <a:moveTo>
                    <a:pt x="5252814" y="1379780"/>
                  </a:moveTo>
                  <a:lnTo>
                    <a:pt x="5156911" y="1435192"/>
                  </a:lnTo>
                  <a:lnTo>
                    <a:pt x="5157452" y="1435976"/>
                  </a:lnTo>
                  <a:lnTo>
                    <a:pt x="5253137" y="1380683"/>
                  </a:lnTo>
                  <a:lnTo>
                    <a:pt x="5252814" y="1379780"/>
                  </a:lnTo>
                  <a:close/>
                </a:path>
                <a:path w="7641590" h="4415155">
                  <a:moveTo>
                    <a:pt x="4989649" y="1531836"/>
                  </a:moveTo>
                  <a:lnTo>
                    <a:pt x="4878476" y="1596070"/>
                  </a:lnTo>
                  <a:lnTo>
                    <a:pt x="4879969" y="1596328"/>
                  </a:lnTo>
                  <a:lnTo>
                    <a:pt x="4988862" y="1533401"/>
                  </a:lnTo>
                  <a:lnTo>
                    <a:pt x="4989649" y="1531836"/>
                  </a:lnTo>
                  <a:close/>
                </a:path>
                <a:path w="7641590" h="4415155">
                  <a:moveTo>
                    <a:pt x="3703769" y="2274811"/>
                  </a:moveTo>
                  <a:lnTo>
                    <a:pt x="3573650" y="2349993"/>
                  </a:lnTo>
                  <a:lnTo>
                    <a:pt x="3575774" y="2349993"/>
                  </a:lnTo>
                  <a:lnTo>
                    <a:pt x="3702820" y="2276576"/>
                  </a:lnTo>
                  <a:lnTo>
                    <a:pt x="3703769" y="2274811"/>
                  </a:lnTo>
                  <a:close/>
                </a:path>
                <a:path w="7641590" h="4415155">
                  <a:moveTo>
                    <a:pt x="2174763" y="3158263"/>
                  </a:moveTo>
                  <a:lnTo>
                    <a:pt x="2043837" y="3233911"/>
                  </a:lnTo>
                  <a:lnTo>
                    <a:pt x="2046180" y="3233911"/>
                  </a:lnTo>
                  <a:lnTo>
                    <a:pt x="2173673" y="3160236"/>
                  </a:lnTo>
                  <a:lnTo>
                    <a:pt x="2174763" y="3158263"/>
                  </a:lnTo>
                  <a:close/>
                </a:path>
                <a:path w="7641590" h="4415155">
                  <a:moveTo>
                    <a:pt x="1309145" y="3658413"/>
                  </a:moveTo>
                  <a:lnTo>
                    <a:pt x="1158626" y="3745382"/>
                  </a:lnTo>
                  <a:lnTo>
                    <a:pt x="1160508" y="3745722"/>
                  </a:lnTo>
                  <a:lnTo>
                    <a:pt x="1306844" y="3661157"/>
                  </a:lnTo>
                  <a:lnTo>
                    <a:pt x="1309145" y="3658413"/>
                  </a:lnTo>
                  <a:close/>
                </a:path>
                <a:path w="7641590" h="4415155">
                  <a:moveTo>
                    <a:pt x="6713911" y="535565"/>
                  </a:moveTo>
                  <a:lnTo>
                    <a:pt x="6586630" y="609107"/>
                  </a:lnTo>
                  <a:lnTo>
                    <a:pt x="6586409" y="610215"/>
                  </a:lnTo>
                  <a:lnTo>
                    <a:pt x="6713721" y="536644"/>
                  </a:lnTo>
                  <a:lnTo>
                    <a:pt x="6713911" y="535565"/>
                  </a:lnTo>
                  <a:close/>
                </a:path>
                <a:path w="7641590" h="4415155">
                  <a:moveTo>
                    <a:pt x="5728929" y="1104683"/>
                  </a:moveTo>
                  <a:lnTo>
                    <a:pt x="5600659" y="1178796"/>
                  </a:lnTo>
                  <a:lnTo>
                    <a:pt x="5600420" y="1179996"/>
                  </a:lnTo>
                  <a:lnTo>
                    <a:pt x="5728760" y="1105830"/>
                  </a:lnTo>
                  <a:lnTo>
                    <a:pt x="5728929" y="1104683"/>
                  </a:lnTo>
                  <a:close/>
                </a:path>
                <a:path w="7641590" h="4415155">
                  <a:moveTo>
                    <a:pt x="5444344" y="1269115"/>
                  </a:moveTo>
                  <a:lnTo>
                    <a:pt x="5317012" y="1342686"/>
                  </a:lnTo>
                  <a:lnTo>
                    <a:pt x="5316766" y="1343912"/>
                  </a:lnTo>
                  <a:lnTo>
                    <a:pt x="5444133" y="1270310"/>
                  </a:lnTo>
                  <a:lnTo>
                    <a:pt x="5444344" y="1269115"/>
                  </a:lnTo>
                  <a:close/>
                </a:path>
                <a:path w="7641590" h="4415155">
                  <a:moveTo>
                    <a:pt x="4005166" y="2100665"/>
                  </a:moveTo>
                  <a:lnTo>
                    <a:pt x="3878096" y="2174085"/>
                  </a:lnTo>
                  <a:lnTo>
                    <a:pt x="3877867" y="2175420"/>
                  </a:lnTo>
                  <a:lnTo>
                    <a:pt x="4004974" y="2101968"/>
                  </a:lnTo>
                  <a:lnTo>
                    <a:pt x="4005166" y="2100665"/>
                  </a:lnTo>
                  <a:close/>
                </a:path>
                <a:path w="7641590" h="4415155">
                  <a:moveTo>
                    <a:pt x="3356391" y="2475524"/>
                  </a:moveTo>
                  <a:lnTo>
                    <a:pt x="3325024" y="2493648"/>
                  </a:lnTo>
                  <a:lnTo>
                    <a:pt x="3325528" y="2494604"/>
                  </a:lnTo>
                  <a:lnTo>
                    <a:pt x="3356338" y="2476800"/>
                  </a:lnTo>
                  <a:lnTo>
                    <a:pt x="3356391" y="2475524"/>
                  </a:lnTo>
                  <a:close/>
                </a:path>
              </a:pathLst>
            </a:custGeom>
            <a:solidFill>
              <a:srgbClr val="8989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61174" y="1158785"/>
              <a:ext cx="7639684" cy="4414520"/>
            </a:xfrm>
            <a:custGeom>
              <a:avLst/>
              <a:gdLst/>
              <a:ahLst/>
              <a:cxnLst/>
              <a:rect l="l" t="t" r="r" b="b"/>
              <a:pathLst>
                <a:path w="7639684" h="4414520">
                  <a:moveTo>
                    <a:pt x="94602" y="4359351"/>
                  </a:moveTo>
                  <a:lnTo>
                    <a:pt x="0" y="4414012"/>
                  </a:lnTo>
                  <a:lnTo>
                    <a:pt x="4673" y="4413707"/>
                  </a:lnTo>
                  <a:lnTo>
                    <a:pt x="7645" y="4413516"/>
                  </a:lnTo>
                  <a:lnTo>
                    <a:pt x="91059" y="4365320"/>
                  </a:lnTo>
                  <a:lnTo>
                    <a:pt x="92443" y="4362983"/>
                  </a:lnTo>
                  <a:lnTo>
                    <a:pt x="94602" y="4359351"/>
                  </a:lnTo>
                  <a:close/>
                </a:path>
                <a:path w="7639684" h="4414520">
                  <a:moveTo>
                    <a:pt x="411772" y="4176052"/>
                  </a:moveTo>
                  <a:lnTo>
                    <a:pt x="321195" y="4228401"/>
                  </a:lnTo>
                  <a:lnTo>
                    <a:pt x="321868" y="4230382"/>
                  </a:lnTo>
                  <a:lnTo>
                    <a:pt x="322300" y="4231691"/>
                  </a:lnTo>
                  <a:lnTo>
                    <a:pt x="398068" y="4187914"/>
                  </a:lnTo>
                  <a:lnTo>
                    <a:pt x="403555" y="4183164"/>
                  </a:lnTo>
                  <a:lnTo>
                    <a:pt x="411772" y="4176052"/>
                  </a:lnTo>
                  <a:close/>
                </a:path>
                <a:path w="7639684" h="4414520">
                  <a:moveTo>
                    <a:pt x="689584" y="4015511"/>
                  </a:moveTo>
                  <a:lnTo>
                    <a:pt x="476440" y="4138688"/>
                  </a:lnTo>
                  <a:lnTo>
                    <a:pt x="475970" y="4141305"/>
                  </a:lnTo>
                  <a:lnTo>
                    <a:pt x="475665" y="4143070"/>
                  </a:lnTo>
                  <a:lnTo>
                    <a:pt x="686904" y="4020997"/>
                  </a:lnTo>
                  <a:lnTo>
                    <a:pt x="687997" y="4018762"/>
                  </a:lnTo>
                  <a:lnTo>
                    <a:pt x="689584" y="4015511"/>
                  </a:lnTo>
                  <a:close/>
                </a:path>
                <a:path w="7639684" h="4414520">
                  <a:moveTo>
                    <a:pt x="896708" y="3895826"/>
                  </a:moveTo>
                  <a:lnTo>
                    <a:pt x="769035" y="3969601"/>
                  </a:lnTo>
                  <a:lnTo>
                    <a:pt x="768578" y="3972179"/>
                  </a:lnTo>
                  <a:lnTo>
                    <a:pt x="768261" y="3973982"/>
                  </a:lnTo>
                  <a:lnTo>
                    <a:pt x="895946" y="3900195"/>
                  </a:lnTo>
                  <a:lnTo>
                    <a:pt x="896264" y="3898392"/>
                  </a:lnTo>
                  <a:lnTo>
                    <a:pt x="896708" y="3895826"/>
                  </a:lnTo>
                  <a:close/>
                </a:path>
                <a:path w="7639684" h="4414520">
                  <a:moveTo>
                    <a:pt x="1068108" y="3796779"/>
                  </a:moveTo>
                  <a:lnTo>
                    <a:pt x="1010272" y="3830205"/>
                  </a:lnTo>
                  <a:lnTo>
                    <a:pt x="1013561" y="3830586"/>
                  </a:lnTo>
                  <a:lnTo>
                    <a:pt x="1015936" y="3830853"/>
                  </a:lnTo>
                  <a:lnTo>
                    <a:pt x="1065936" y="3801961"/>
                  </a:lnTo>
                  <a:lnTo>
                    <a:pt x="1066165" y="3801580"/>
                  </a:lnTo>
                  <a:lnTo>
                    <a:pt x="1066901" y="3799763"/>
                  </a:lnTo>
                  <a:lnTo>
                    <a:pt x="1068108" y="3796779"/>
                  </a:lnTo>
                  <a:close/>
                </a:path>
                <a:path w="7639684" h="4414520">
                  <a:moveTo>
                    <a:pt x="1304061" y="3660419"/>
                  </a:moveTo>
                  <a:lnTo>
                    <a:pt x="1157655" y="3745026"/>
                  </a:lnTo>
                  <a:lnTo>
                    <a:pt x="1157960" y="3745026"/>
                  </a:lnTo>
                  <a:lnTo>
                    <a:pt x="1296441" y="3668763"/>
                  </a:lnTo>
                  <a:lnTo>
                    <a:pt x="1304061" y="3660419"/>
                  </a:lnTo>
                  <a:close/>
                </a:path>
                <a:path w="7639684" h="4414520">
                  <a:moveTo>
                    <a:pt x="1478991" y="3559340"/>
                  </a:moveTo>
                  <a:lnTo>
                    <a:pt x="1351521" y="3633000"/>
                  </a:lnTo>
                  <a:lnTo>
                    <a:pt x="1351000" y="3635552"/>
                  </a:lnTo>
                  <a:lnTo>
                    <a:pt x="1350606" y="3637457"/>
                  </a:lnTo>
                  <a:lnTo>
                    <a:pt x="1478241" y="3563696"/>
                  </a:lnTo>
                  <a:lnTo>
                    <a:pt x="1478572" y="3561816"/>
                  </a:lnTo>
                  <a:lnTo>
                    <a:pt x="1478991" y="3559340"/>
                  </a:lnTo>
                  <a:close/>
                </a:path>
                <a:path w="7639684" h="4414520">
                  <a:moveTo>
                    <a:pt x="1822932" y="3360585"/>
                  </a:moveTo>
                  <a:lnTo>
                    <a:pt x="1695665" y="3434130"/>
                  </a:lnTo>
                  <a:lnTo>
                    <a:pt x="1695234" y="3436582"/>
                  </a:lnTo>
                  <a:lnTo>
                    <a:pt x="1694916" y="3438487"/>
                  </a:lnTo>
                  <a:lnTo>
                    <a:pt x="1822323" y="3364865"/>
                  </a:lnTo>
                  <a:lnTo>
                    <a:pt x="1822589" y="3362972"/>
                  </a:lnTo>
                  <a:lnTo>
                    <a:pt x="1822932" y="3360585"/>
                  </a:lnTo>
                  <a:close/>
                </a:path>
                <a:path w="7639684" h="4414520">
                  <a:moveTo>
                    <a:pt x="2170912" y="3159493"/>
                  </a:moveTo>
                  <a:lnTo>
                    <a:pt x="2043557" y="3233089"/>
                  </a:lnTo>
                  <a:lnTo>
                    <a:pt x="2047570" y="3232937"/>
                  </a:lnTo>
                  <a:lnTo>
                    <a:pt x="2050605" y="3232937"/>
                  </a:lnTo>
                  <a:lnTo>
                    <a:pt x="2165934" y="3166300"/>
                  </a:lnTo>
                  <a:lnTo>
                    <a:pt x="2169160" y="3162668"/>
                  </a:lnTo>
                  <a:lnTo>
                    <a:pt x="2170912" y="3159493"/>
                  </a:lnTo>
                  <a:close/>
                </a:path>
                <a:path w="7639684" h="4414520">
                  <a:moveTo>
                    <a:pt x="2513888" y="2961297"/>
                  </a:moveTo>
                  <a:lnTo>
                    <a:pt x="2418880" y="3016199"/>
                  </a:lnTo>
                  <a:lnTo>
                    <a:pt x="2421394" y="3016872"/>
                  </a:lnTo>
                  <a:lnTo>
                    <a:pt x="2422410" y="3017151"/>
                  </a:lnTo>
                  <a:lnTo>
                    <a:pt x="2424036" y="3017151"/>
                  </a:lnTo>
                  <a:lnTo>
                    <a:pt x="2510764" y="2967024"/>
                  </a:lnTo>
                  <a:lnTo>
                    <a:pt x="2512733" y="2964078"/>
                  </a:lnTo>
                  <a:lnTo>
                    <a:pt x="2513203" y="2963380"/>
                  </a:lnTo>
                  <a:lnTo>
                    <a:pt x="2513888" y="2961297"/>
                  </a:lnTo>
                  <a:close/>
                </a:path>
                <a:path w="7639684" h="4414520">
                  <a:moveTo>
                    <a:pt x="2634386" y="2891663"/>
                  </a:moveTo>
                  <a:lnTo>
                    <a:pt x="2543632" y="2944101"/>
                  </a:lnTo>
                  <a:lnTo>
                    <a:pt x="2544254" y="2945866"/>
                  </a:lnTo>
                  <a:lnTo>
                    <a:pt x="2544775" y="2947378"/>
                  </a:lnTo>
                  <a:lnTo>
                    <a:pt x="2619159" y="2904388"/>
                  </a:lnTo>
                  <a:lnTo>
                    <a:pt x="2626220" y="2898483"/>
                  </a:lnTo>
                  <a:lnTo>
                    <a:pt x="2634386" y="2891663"/>
                  </a:lnTo>
                  <a:close/>
                </a:path>
                <a:path w="7639684" h="4414520">
                  <a:moveTo>
                    <a:pt x="2827210" y="2780233"/>
                  </a:moveTo>
                  <a:lnTo>
                    <a:pt x="2699994" y="2853753"/>
                  </a:lnTo>
                  <a:lnTo>
                    <a:pt x="2699588" y="2856077"/>
                  </a:lnTo>
                  <a:lnTo>
                    <a:pt x="2699220" y="2858122"/>
                  </a:lnTo>
                  <a:lnTo>
                    <a:pt x="2826601" y="2784513"/>
                  </a:lnTo>
                  <a:lnTo>
                    <a:pt x="2826880" y="2782506"/>
                  </a:lnTo>
                  <a:lnTo>
                    <a:pt x="2827210" y="2780233"/>
                  </a:lnTo>
                  <a:close/>
                </a:path>
                <a:path w="7639684" h="4414520">
                  <a:moveTo>
                    <a:pt x="2998787" y="2681084"/>
                  </a:moveTo>
                  <a:lnTo>
                    <a:pt x="2940697" y="2714650"/>
                  </a:lnTo>
                  <a:lnTo>
                    <a:pt x="2943682" y="2714993"/>
                  </a:lnTo>
                  <a:lnTo>
                    <a:pt x="2946362" y="2715298"/>
                  </a:lnTo>
                  <a:lnTo>
                    <a:pt x="2996920" y="2686088"/>
                  </a:lnTo>
                  <a:lnTo>
                    <a:pt x="2997835" y="2683700"/>
                  </a:lnTo>
                  <a:lnTo>
                    <a:pt x="2998787" y="2681084"/>
                  </a:lnTo>
                  <a:close/>
                </a:path>
                <a:path w="7639684" h="4414520">
                  <a:moveTo>
                    <a:pt x="3353562" y="2476068"/>
                  </a:moveTo>
                  <a:lnTo>
                    <a:pt x="3322751" y="2493873"/>
                  </a:lnTo>
                  <a:lnTo>
                    <a:pt x="3323564" y="2495423"/>
                  </a:lnTo>
                  <a:lnTo>
                    <a:pt x="3324339" y="2496883"/>
                  </a:lnTo>
                  <a:lnTo>
                    <a:pt x="3353384" y="2480094"/>
                  </a:lnTo>
                  <a:lnTo>
                    <a:pt x="3353473" y="2478138"/>
                  </a:lnTo>
                  <a:lnTo>
                    <a:pt x="3353562" y="2476068"/>
                  </a:lnTo>
                  <a:close/>
                </a:path>
                <a:path w="7639684" h="4414520">
                  <a:moveTo>
                    <a:pt x="3700043" y="2275840"/>
                  </a:moveTo>
                  <a:lnTo>
                    <a:pt x="3573132" y="2349182"/>
                  </a:lnTo>
                  <a:lnTo>
                    <a:pt x="3576828" y="2349042"/>
                  </a:lnTo>
                  <a:lnTo>
                    <a:pt x="3580396" y="2348903"/>
                  </a:lnTo>
                  <a:lnTo>
                    <a:pt x="3695103" y="2282621"/>
                  </a:lnTo>
                  <a:lnTo>
                    <a:pt x="3698481" y="2278723"/>
                  </a:lnTo>
                  <a:lnTo>
                    <a:pt x="3700043" y="2275840"/>
                  </a:lnTo>
                  <a:close/>
                </a:path>
                <a:path w="7639684" h="4414520">
                  <a:moveTo>
                    <a:pt x="4002189" y="2101240"/>
                  </a:moveTo>
                  <a:lnTo>
                    <a:pt x="3875087" y="2174684"/>
                  </a:lnTo>
                  <a:lnTo>
                    <a:pt x="3874706" y="2176869"/>
                  </a:lnTo>
                  <a:lnTo>
                    <a:pt x="3874338" y="2179053"/>
                  </a:lnTo>
                  <a:lnTo>
                    <a:pt x="4001566" y="2105533"/>
                  </a:lnTo>
                  <a:lnTo>
                    <a:pt x="4001884" y="2103374"/>
                  </a:lnTo>
                  <a:lnTo>
                    <a:pt x="4002189" y="2101240"/>
                  </a:lnTo>
                  <a:close/>
                </a:path>
                <a:path w="7639684" h="4414520">
                  <a:moveTo>
                    <a:pt x="4252709" y="1956473"/>
                  </a:moveTo>
                  <a:lnTo>
                    <a:pt x="4124960" y="2030298"/>
                  </a:lnTo>
                  <a:lnTo>
                    <a:pt x="4124591" y="2032444"/>
                  </a:lnTo>
                  <a:lnTo>
                    <a:pt x="4124210" y="2034654"/>
                  </a:lnTo>
                  <a:lnTo>
                    <a:pt x="4251934" y="1960841"/>
                  </a:lnTo>
                  <a:lnTo>
                    <a:pt x="4252328" y="1958606"/>
                  </a:lnTo>
                  <a:lnTo>
                    <a:pt x="4252709" y="1956473"/>
                  </a:lnTo>
                  <a:close/>
                </a:path>
                <a:path w="7639684" h="4414520">
                  <a:moveTo>
                    <a:pt x="4423410" y="1857819"/>
                  </a:moveTo>
                  <a:lnTo>
                    <a:pt x="4365853" y="1891080"/>
                  </a:lnTo>
                  <a:lnTo>
                    <a:pt x="4368546" y="1891436"/>
                  </a:lnTo>
                  <a:lnTo>
                    <a:pt x="4371403" y="1891804"/>
                  </a:lnTo>
                  <a:lnTo>
                    <a:pt x="4421136" y="1863064"/>
                  </a:lnTo>
                  <a:lnTo>
                    <a:pt x="4421822" y="1861896"/>
                  </a:lnTo>
                  <a:lnTo>
                    <a:pt x="4422445" y="1860283"/>
                  </a:lnTo>
                  <a:lnTo>
                    <a:pt x="4423410" y="1857819"/>
                  </a:lnTo>
                  <a:close/>
                </a:path>
                <a:path w="7639684" h="4414520">
                  <a:moveTo>
                    <a:pt x="4686300" y="1705902"/>
                  </a:moveTo>
                  <a:lnTo>
                    <a:pt x="4472762" y="1829308"/>
                  </a:lnTo>
                  <a:lnTo>
                    <a:pt x="4472330" y="1831454"/>
                  </a:lnTo>
                  <a:lnTo>
                    <a:pt x="4471873" y="1833740"/>
                  </a:lnTo>
                  <a:lnTo>
                    <a:pt x="4683493" y="1711452"/>
                  </a:lnTo>
                  <a:lnTo>
                    <a:pt x="4684966" y="1708556"/>
                  </a:lnTo>
                  <a:lnTo>
                    <a:pt x="4686300" y="1705902"/>
                  </a:lnTo>
                  <a:close/>
                </a:path>
                <a:path w="7639684" h="4414520">
                  <a:moveTo>
                    <a:pt x="4986083" y="1532674"/>
                  </a:moveTo>
                  <a:lnTo>
                    <a:pt x="4877193" y="1595602"/>
                  </a:lnTo>
                  <a:lnTo>
                    <a:pt x="4878705" y="1595856"/>
                  </a:lnTo>
                  <a:lnTo>
                    <a:pt x="4879937" y="1595856"/>
                  </a:lnTo>
                  <a:lnTo>
                    <a:pt x="4883582" y="1595831"/>
                  </a:lnTo>
                  <a:lnTo>
                    <a:pt x="4983302" y="1538211"/>
                  </a:lnTo>
                  <a:lnTo>
                    <a:pt x="4984775" y="1535264"/>
                  </a:lnTo>
                  <a:lnTo>
                    <a:pt x="4986083" y="1532674"/>
                  </a:lnTo>
                  <a:close/>
                </a:path>
                <a:path w="7639684" h="4414520">
                  <a:moveTo>
                    <a:pt x="5250497" y="1380324"/>
                  </a:moveTo>
                  <a:lnTo>
                    <a:pt x="5250358" y="1379956"/>
                  </a:lnTo>
                  <a:lnTo>
                    <a:pt x="5154676" y="1435239"/>
                  </a:lnTo>
                  <a:lnTo>
                    <a:pt x="5155565" y="1436547"/>
                  </a:lnTo>
                  <a:lnTo>
                    <a:pt x="5156606" y="1438059"/>
                  </a:lnTo>
                  <a:lnTo>
                    <a:pt x="5236248" y="1392034"/>
                  </a:lnTo>
                  <a:lnTo>
                    <a:pt x="5244947" y="1384884"/>
                  </a:lnTo>
                  <a:lnTo>
                    <a:pt x="5250497" y="1380324"/>
                  </a:lnTo>
                  <a:close/>
                </a:path>
                <a:path w="7639684" h="4414520">
                  <a:moveTo>
                    <a:pt x="5441353" y="1269580"/>
                  </a:moveTo>
                  <a:lnTo>
                    <a:pt x="5313985" y="1343177"/>
                  </a:lnTo>
                  <a:lnTo>
                    <a:pt x="5313578" y="1345222"/>
                  </a:lnTo>
                  <a:lnTo>
                    <a:pt x="5313096" y="1347622"/>
                  </a:lnTo>
                  <a:lnTo>
                    <a:pt x="5440578" y="1273949"/>
                  </a:lnTo>
                  <a:lnTo>
                    <a:pt x="5440997" y="1271574"/>
                  </a:lnTo>
                  <a:lnTo>
                    <a:pt x="5441353" y="1269580"/>
                  </a:lnTo>
                  <a:close/>
                </a:path>
                <a:path w="7639684" h="4414520">
                  <a:moveTo>
                    <a:pt x="5725973" y="1105103"/>
                  </a:moveTo>
                  <a:lnTo>
                    <a:pt x="5597639" y="1179258"/>
                  </a:lnTo>
                  <a:lnTo>
                    <a:pt x="5597233" y="1181265"/>
                  </a:lnTo>
                  <a:lnTo>
                    <a:pt x="5596750" y="1183703"/>
                  </a:lnTo>
                  <a:lnTo>
                    <a:pt x="5725350" y="1109395"/>
                  </a:lnTo>
                  <a:lnTo>
                    <a:pt x="5725693" y="1107020"/>
                  </a:lnTo>
                  <a:lnTo>
                    <a:pt x="5725973" y="1105103"/>
                  </a:lnTo>
                  <a:close/>
                </a:path>
                <a:path w="7639684" h="4414520">
                  <a:moveTo>
                    <a:pt x="6061710" y="911085"/>
                  </a:moveTo>
                  <a:lnTo>
                    <a:pt x="5848769" y="1034135"/>
                  </a:lnTo>
                  <a:lnTo>
                    <a:pt x="5848439" y="1036078"/>
                  </a:lnTo>
                  <a:lnTo>
                    <a:pt x="5848020" y="1038504"/>
                  </a:lnTo>
                  <a:lnTo>
                    <a:pt x="6059030" y="916571"/>
                  </a:lnTo>
                  <a:lnTo>
                    <a:pt x="6060529" y="913485"/>
                  </a:lnTo>
                  <a:lnTo>
                    <a:pt x="6061710" y="911085"/>
                  </a:lnTo>
                  <a:close/>
                </a:path>
                <a:path w="7639684" h="4414520">
                  <a:moveTo>
                    <a:pt x="6222035" y="818438"/>
                  </a:moveTo>
                  <a:lnTo>
                    <a:pt x="6126264" y="873785"/>
                  </a:lnTo>
                  <a:lnTo>
                    <a:pt x="6129553" y="873594"/>
                  </a:lnTo>
                  <a:lnTo>
                    <a:pt x="6133795" y="873353"/>
                  </a:lnTo>
                  <a:lnTo>
                    <a:pt x="6218974" y="824128"/>
                  </a:lnTo>
                  <a:lnTo>
                    <a:pt x="6220714" y="820902"/>
                  </a:lnTo>
                  <a:lnTo>
                    <a:pt x="6222035" y="818438"/>
                  </a:lnTo>
                  <a:close/>
                </a:path>
                <a:path w="7639684" h="4414520">
                  <a:moveTo>
                    <a:pt x="6458420" y="685761"/>
                  </a:moveTo>
                  <a:lnTo>
                    <a:pt x="6457734" y="683907"/>
                  </a:lnTo>
                  <a:lnTo>
                    <a:pt x="6457213" y="682536"/>
                  </a:lnTo>
                  <a:lnTo>
                    <a:pt x="6418504" y="704900"/>
                  </a:lnTo>
                  <a:lnTo>
                    <a:pt x="6419812" y="705827"/>
                  </a:lnTo>
                  <a:lnTo>
                    <a:pt x="6421552" y="707072"/>
                  </a:lnTo>
                  <a:lnTo>
                    <a:pt x="6458420" y="685761"/>
                  </a:lnTo>
                  <a:close/>
                </a:path>
                <a:path w="7639684" h="4414520">
                  <a:moveTo>
                    <a:pt x="6710934" y="535914"/>
                  </a:moveTo>
                  <a:lnTo>
                    <a:pt x="6583629" y="609485"/>
                  </a:lnTo>
                  <a:lnTo>
                    <a:pt x="6583248" y="611352"/>
                  </a:lnTo>
                  <a:lnTo>
                    <a:pt x="6582740" y="613930"/>
                  </a:lnTo>
                  <a:lnTo>
                    <a:pt x="6710159" y="540283"/>
                  </a:lnTo>
                  <a:lnTo>
                    <a:pt x="6710616" y="537743"/>
                  </a:lnTo>
                  <a:lnTo>
                    <a:pt x="6710934" y="535914"/>
                  </a:lnTo>
                  <a:close/>
                </a:path>
                <a:path w="7639684" h="4414520">
                  <a:moveTo>
                    <a:pt x="6924281" y="412623"/>
                  </a:moveTo>
                  <a:lnTo>
                    <a:pt x="6796532" y="486448"/>
                  </a:lnTo>
                  <a:lnTo>
                    <a:pt x="6796227" y="488264"/>
                  </a:lnTo>
                  <a:lnTo>
                    <a:pt x="6795783" y="490804"/>
                  </a:lnTo>
                  <a:lnTo>
                    <a:pt x="6923519" y="417004"/>
                  </a:lnTo>
                  <a:lnTo>
                    <a:pt x="6923964" y="414426"/>
                  </a:lnTo>
                  <a:lnTo>
                    <a:pt x="6924281" y="412623"/>
                  </a:lnTo>
                  <a:close/>
                </a:path>
                <a:path w="7639684" h="4414520">
                  <a:moveTo>
                    <a:pt x="7182663" y="263309"/>
                  </a:moveTo>
                  <a:lnTo>
                    <a:pt x="7054215" y="337540"/>
                  </a:lnTo>
                  <a:lnTo>
                    <a:pt x="7056996" y="337540"/>
                  </a:lnTo>
                  <a:lnTo>
                    <a:pt x="7057187" y="337426"/>
                  </a:lnTo>
                  <a:lnTo>
                    <a:pt x="7061479" y="337273"/>
                  </a:lnTo>
                  <a:lnTo>
                    <a:pt x="7178167" y="269836"/>
                  </a:lnTo>
                  <a:lnTo>
                    <a:pt x="7180643" y="267042"/>
                  </a:lnTo>
                  <a:lnTo>
                    <a:pt x="7181405" y="265633"/>
                  </a:lnTo>
                  <a:lnTo>
                    <a:pt x="7182663" y="263309"/>
                  </a:lnTo>
                  <a:close/>
                </a:path>
                <a:path w="7639684" h="4414520">
                  <a:moveTo>
                    <a:pt x="7401801" y="136677"/>
                  </a:moveTo>
                  <a:lnTo>
                    <a:pt x="7307808" y="190995"/>
                  </a:lnTo>
                  <a:lnTo>
                    <a:pt x="7310831" y="190817"/>
                  </a:lnTo>
                  <a:lnTo>
                    <a:pt x="7315340" y="190563"/>
                  </a:lnTo>
                  <a:lnTo>
                    <a:pt x="7398702" y="142392"/>
                  </a:lnTo>
                  <a:lnTo>
                    <a:pt x="7400569" y="138963"/>
                  </a:lnTo>
                  <a:lnTo>
                    <a:pt x="7401801" y="136677"/>
                  </a:lnTo>
                  <a:close/>
                </a:path>
                <a:path w="7639684" h="4414520">
                  <a:moveTo>
                    <a:pt x="7639545" y="3213"/>
                  </a:moveTo>
                  <a:lnTo>
                    <a:pt x="7638796" y="1257"/>
                  </a:lnTo>
                  <a:lnTo>
                    <a:pt x="7638326" y="0"/>
                  </a:lnTo>
                  <a:lnTo>
                    <a:pt x="7599591" y="22377"/>
                  </a:lnTo>
                  <a:lnTo>
                    <a:pt x="7600810" y="23215"/>
                  </a:lnTo>
                  <a:lnTo>
                    <a:pt x="7602690" y="24511"/>
                  </a:lnTo>
                  <a:lnTo>
                    <a:pt x="7639545" y="3213"/>
                  </a:lnTo>
                  <a:close/>
                </a:path>
              </a:pathLst>
            </a:custGeom>
            <a:solidFill>
              <a:srgbClr val="8C8C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68819" y="1161998"/>
              <a:ext cx="7633334" cy="4410710"/>
            </a:xfrm>
            <a:custGeom>
              <a:avLst/>
              <a:gdLst/>
              <a:ahLst/>
              <a:cxnLst/>
              <a:rect l="l" t="t" r="r" b="b"/>
              <a:pathLst>
                <a:path w="7633334" h="4410710">
                  <a:moveTo>
                    <a:pt x="679259" y="4017784"/>
                  </a:moveTo>
                  <a:lnTo>
                    <a:pt x="468020" y="4139857"/>
                  </a:lnTo>
                  <a:lnTo>
                    <a:pt x="467563" y="4142473"/>
                  </a:lnTo>
                  <a:lnTo>
                    <a:pt x="382181" y="4191812"/>
                  </a:lnTo>
                  <a:lnTo>
                    <a:pt x="390423" y="4184700"/>
                  </a:lnTo>
                  <a:lnTo>
                    <a:pt x="314655" y="4228477"/>
                  </a:lnTo>
                  <a:lnTo>
                    <a:pt x="315315" y="4230459"/>
                  </a:lnTo>
                  <a:lnTo>
                    <a:pt x="81254" y="4365752"/>
                  </a:lnTo>
                  <a:lnTo>
                    <a:pt x="83413" y="4362107"/>
                  </a:lnTo>
                  <a:lnTo>
                    <a:pt x="0" y="4410303"/>
                  </a:lnTo>
                  <a:lnTo>
                    <a:pt x="4673" y="4410024"/>
                  </a:lnTo>
                  <a:lnTo>
                    <a:pt x="315353" y="4230548"/>
                  </a:lnTo>
                  <a:lnTo>
                    <a:pt x="381749" y="4192193"/>
                  </a:lnTo>
                  <a:lnTo>
                    <a:pt x="677532" y="4021328"/>
                  </a:lnTo>
                  <a:lnTo>
                    <a:pt x="677672" y="4021023"/>
                  </a:lnTo>
                  <a:lnTo>
                    <a:pt x="679259" y="4017784"/>
                  </a:lnTo>
                  <a:close/>
                </a:path>
                <a:path w="7633334" h="4410710">
                  <a:moveTo>
                    <a:pt x="888301" y="3896982"/>
                  </a:moveTo>
                  <a:lnTo>
                    <a:pt x="760615" y="3970769"/>
                  </a:lnTo>
                  <a:lnTo>
                    <a:pt x="760158" y="3973347"/>
                  </a:lnTo>
                  <a:lnTo>
                    <a:pt x="760120" y="3973614"/>
                  </a:lnTo>
                  <a:lnTo>
                    <a:pt x="887793" y="3899865"/>
                  </a:lnTo>
                  <a:lnTo>
                    <a:pt x="887844" y="3899547"/>
                  </a:lnTo>
                  <a:lnTo>
                    <a:pt x="888301" y="3896982"/>
                  </a:lnTo>
                  <a:close/>
                </a:path>
                <a:path w="7633334" h="4410710">
                  <a:moveTo>
                    <a:pt x="1058291" y="3798747"/>
                  </a:moveTo>
                  <a:lnTo>
                    <a:pt x="1008291" y="3827640"/>
                  </a:lnTo>
                  <a:lnTo>
                    <a:pt x="1011580" y="3828021"/>
                  </a:lnTo>
                  <a:lnTo>
                    <a:pt x="1012050" y="3828072"/>
                  </a:lnTo>
                  <a:lnTo>
                    <a:pt x="1055878" y="3802761"/>
                  </a:lnTo>
                  <a:lnTo>
                    <a:pt x="1056182" y="3802253"/>
                  </a:lnTo>
                  <a:lnTo>
                    <a:pt x="1058291" y="3798747"/>
                  </a:lnTo>
                  <a:close/>
                </a:path>
                <a:path w="7633334" h="4410710">
                  <a:moveTo>
                    <a:pt x="1288796" y="3665550"/>
                  </a:moveTo>
                  <a:lnTo>
                    <a:pt x="1157655" y="3741331"/>
                  </a:lnTo>
                  <a:lnTo>
                    <a:pt x="1162088" y="3741039"/>
                  </a:lnTo>
                  <a:lnTo>
                    <a:pt x="1162723" y="3741039"/>
                  </a:lnTo>
                  <a:lnTo>
                    <a:pt x="1282687" y="3671735"/>
                  </a:lnTo>
                  <a:lnTo>
                    <a:pt x="1283614" y="3670795"/>
                  </a:lnTo>
                  <a:lnTo>
                    <a:pt x="1288796" y="3665550"/>
                  </a:lnTo>
                  <a:close/>
                </a:path>
                <a:path w="7633334" h="4410710">
                  <a:moveTo>
                    <a:pt x="1470596" y="3560483"/>
                  </a:moveTo>
                  <a:lnTo>
                    <a:pt x="1342961" y="3634244"/>
                  </a:lnTo>
                  <a:lnTo>
                    <a:pt x="1342428" y="3636797"/>
                  </a:lnTo>
                  <a:lnTo>
                    <a:pt x="1342326" y="3637280"/>
                  </a:lnTo>
                  <a:lnTo>
                    <a:pt x="1470088" y="3563480"/>
                  </a:lnTo>
                  <a:lnTo>
                    <a:pt x="1470177" y="3562972"/>
                  </a:lnTo>
                  <a:lnTo>
                    <a:pt x="1470596" y="3560483"/>
                  </a:lnTo>
                  <a:close/>
                </a:path>
                <a:path w="7633334" h="4410710">
                  <a:moveTo>
                    <a:pt x="1814677" y="3361652"/>
                  </a:moveTo>
                  <a:lnTo>
                    <a:pt x="1687271" y="3435273"/>
                  </a:lnTo>
                  <a:lnTo>
                    <a:pt x="1686852" y="3437737"/>
                  </a:lnTo>
                  <a:lnTo>
                    <a:pt x="1686750" y="3438321"/>
                  </a:lnTo>
                  <a:lnTo>
                    <a:pt x="1814245" y="3364661"/>
                  </a:lnTo>
                  <a:lnTo>
                    <a:pt x="1814334" y="3364039"/>
                  </a:lnTo>
                  <a:lnTo>
                    <a:pt x="1814677" y="3361652"/>
                  </a:lnTo>
                  <a:close/>
                </a:path>
                <a:path w="7633334" h="4410710">
                  <a:moveTo>
                    <a:pt x="2158263" y="3163100"/>
                  </a:moveTo>
                  <a:lnTo>
                    <a:pt x="2043163" y="3229610"/>
                  </a:lnTo>
                  <a:lnTo>
                    <a:pt x="2047176" y="3229470"/>
                  </a:lnTo>
                  <a:lnTo>
                    <a:pt x="2048281" y="3229470"/>
                  </a:lnTo>
                  <a:lnTo>
                    <a:pt x="2153120" y="3168904"/>
                  </a:lnTo>
                  <a:lnTo>
                    <a:pt x="2154339" y="3167532"/>
                  </a:lnTo>
                  <a:lnTo>
                    <a:pt x="2158263" y="3163100"/>
                  </a:lnTo>
                  <a:close/>
                </a:path>
                <a:path w="7633334" h="4410710">
                  <a:moveTo>
                    <a:pt x="2503119" y="2963811"/>
                  </a:moveTo>
                  <a:lnTo>
                    <a:pt x="2416327" y="3013964"/>
                  </a:lnTo>
                  <a:lnTo>
                    <a:pt x="2419997" y="3013964"/>
                  </a:lnTo>
                  <a:lnTo>
                    <a:pt x="2421293" y="3013976"/>
                  </a:lnTo>
                  <a:lnTo>
                    <a:pt x="2499957" y="2968536"/>
                  </a:lnTo>
                  <a:lnTo>
                    <a:pt x="2500807" y="2967266"/>
                  </a:lnTo>
                  <a:lnTo>
                    <a:pt x="2503119" y="2963811"/>
                  </a:lnTo>
                  <a:close/>
                </a:path>
                <a:path w="7633334" h="4410710">
                  <a:moveTo>
                    <a:pt x="2611513" y="2901175"/>
                  </a:moveTo>
                  <a:lnTo>
                    <a:pt x="2537129" y="2944164"/>
                  </a:lnTo>
                  <a:lnTo>
                    <a:pt x="2537739" y="2945917"/>
                  </a:lnTo>
                  <a:lnTo>
                    <a:pt x="2537968" y="2946577"/>
                  </a:lnTo>
                  <a:lnTo>
                    <a:pt x="2600223" y="2910624"/>
                  </a:lnTo>
                  <a:lnTo>
                    <a:pt x="2603360" y="2907995"/>
                  </a:lnTo>
                  <a:lnTo>
                    <a:pt x="2611513" y="2901175"/>
                  </a:lnTo>
                  <a:close/>
                </a:path>
                <a:path w="7633334" h="4410710">
                  <a:moveTo>
                    <a:pt x="2818955" y="2781300"/>
                  </a:moveTo>
                  <a:lnTo>
                    <a:pt x="2691574" y="2854909"/>
                  </a:lnTo>
                  <a:lnTo>
                    <a:pt x="2691168" y="2857246"/>
                  </a:lnTo>
                  <a:lnTo>
                    <a:pt x="2691003" y="2858173"/>
                  </a:lnTo>
                  <a:lnTo>
                    <a:pt x="2818485" y="2784525"/>
                  </a:lnTo>
                  <a:lnTo>
                    <a:pt x="2818625" y="2783573"/>
                  </a:lnTo>
                  <a:lnTo>
                    <a:pt x="2818955" y="2781300"/>
                  </a:lnTo>
                  <a:close/>
                </a:path>
                <a:path w="7633334" h="4410710">
                  <a:moveTo>
                    <a:pt x="2989275" y="2682875"/>
                  </a:moveTo>
                  <a:lnTo>
                    <a:pt x="2938716" y="2712085"/>
                  </a:lnTo>
                  <a:lnTo>
                    <a:pt x="2941701" y="2712440"/>
                  </a:lnTo>
                  <a:lnTo>
                    <a:pt x="2943021" y="2712593"/>
                  </a:lnTo>
                  <a:lnTo>
                    <a:pt x="2986455" y="2687497"/>
                  </a:lnTo>
                  <a:lnTo>
                    <a:pt x="2987294" y="2686088"/>
                  </a:lnTo>
                  <a:lnTo>
                    <a:pt x="2989275" y="2682875"/>
                  </a:lnTo>
                  <a:close/>
                </a:path>
                <a:path w="7633334" h="4410710">
                  <a:moveTo>
                    <a:pt x="3345738" y="2476881"/>
                  </a:moveTo>
                  <a:lnTo>
                    <a:pt x="3316694" y="2493670"/>
                  </a:lnTo>
                  <a:lnTo>
                    <a:pt x="3317506" y="2495219"/>
                  </a:lnTo>
                  <a:lnTo>
                    <a:pt x="3317925" y="2496007"/>
                  </a:lnTo>
                  <a:lnTo>
                    <a:pt x="3345611" y="2480018"/>
                  </a:lnTo>
                  <a:lnTo>
                    <a:pt x="3345662" y="2478951"/>
                  </a:lnTo>
                  <a:lnTo>
                    <a:pt x="3345738" y="2476881"/>
                  </a:lnTo>
                  <a:close/>
                </a:path>
                <a:path w="7633334" h="4410710">
                  <a:moveTo>
                    <a:pt x="3687457" y="2279408"/>
                  </a:moveTo>
                  <a:lnTo>
                    <a:pt x="3572751" y="2345690"/>
                  </a:lnTo>
                  <a:lnTo>
                    <a:pt x="3576447" y="2345563"/>
                  </a:lnTo>
                  <a:lnTo>
                    <a:pt x="3578377" y="2345563"/>
                  </a:lnTo>
                  <a:lnTo>
                    <a:pt x="3682009" y="2285695"/>
                  </a:lnTo>
                  <a:lnTo>
                    <a:pt x="3684003" y="2283396"/>
                  </a:lnTo>
                  <a:lnTo>
                    <a:pt x="3687457" y="2279408"/>
                  </a:lnTo>
                  <a:close/>
                </a:path>
                <a:path w="7633334" h="4410710">
                  <a:moveTo>
                    <a:pt x="3993921" y="2102319"/>
                  </a:moveTo>
                  <a:lnTo>
                    <a:pt x="3866692" y="2175840"/>
                  </a:lnTo>
                  <a:lnTo>
                    <a:pt x="3866324" y="2178012"/>
                  </a:lnTo>
                  <a:lnTo>
                    <a:pt x="3866096" y="2179345"/>
                  </a:lnTo>
                  <a:lnTo>
                    <a:pt x="3993400" y="2105799"/>
                  </a:lnTo>
                  <a:lnTo>
                    <a:pt x="3993604" y="2104453"/>
                  </a:lnTo>
                  <a:lnTo>
                    <a:pt x="3993921" y="2102319"/>
                  </a:lnTo>
                  <a:close/>
                </a:path>
                <a:path w="7633334" h="4410710">
                  <a:moveTo>
                    <a:pt x="4244289" y="1957628"/>
                  </a:moveTo>
                  <a:lnTo>
                    <a:pt x="4116565" y="2031441"/>
                  </a:lnTo>
                  <a:lnTo>
                    <a:pt x="4116197" y="2033587"/>
                  </a:lnTo>
                  <a:lnTo>
                    <a:pt x="4115955" y="2035009"/>
                  </a:lnTo>
                  <a:lnTo>
                    <a:pt x="4243654" y="1961235"/>
                  </a:lnTo>
                  <a:lnTo>
                    <a:pt x="4243908" y="1959775"/>
                  </a:lnTo>
                  <a:lnTo>
                    <a:pt x="4244289" y="1957628"/>
                  </a:lnTo>
                  <a:close/>
                </a:path>
                <a:path w="7633334" h="4410710">
                  <a:moveTo>
                    <a:pt x="4413491" y="1859851"/>
                  </a:moveTo>
                  <a:lnTo>
                    <a:pt x="4363758" y="1888591"/>
                  </a:lnTo>
                  <a:lnTo>
                    <a:pt x="4366450" y="1888947"/>
                  </a:lnTo>
                  <a:lnTo>
                    <a:pt x="4368368" y="1889201"/>
                  </a:lnTo>
                  <a:lnTo>
                    <a:pt x="4410621" y="1864779"/>
                  </a:lnTo>
                  <a:lnTo>
                    <a:pt x="4411827" y="1862721"/>
                  </a:lnTo>
                  <a:lnTo>
                    <a:pt x="4413491" y="1859851"/>
                  </a:lnTo>
                  <a:close/>
                </a:path>
                <a:path w="7633334" h="4410710">
                  <a:moveTo>
                    <a:pt x="4675848" y="1708238"/>
                  </a:moveTo>
                  <a:lnTo>
                    <a:pt x="4464228" y="1830527"/>
                  </a:lnTo>
                  <a:lnTo>
                    <a:pt x="4463796" y="1832673"/>
                  </a:lnTo>
                  <a:lnTo>
                    <a:pt x="4463491" y="1834248"/>
                  </a:lnTo>
                  <a:lnTo>
                    <a:pt x="4673473" y="1712937"/>
                  </a:lnTo>
                  <a:lnTo>
                    <a:pt x="4674501" y="1710893"/>
                  </a:lnTo>
                  <a:lnTo>
                    <a:pt x="4675848" y="1708238"/>
                  </a:lnTo>
                  <a:close/>
                </a:path>
                <a:path w="7633334" h="4410710">
                  <a:moveTo>
                    <a:pt x="4975657" y="1534998"/>
                  </a:moveTo>
                  <a:lnTo>
                    <a:pt x="4876076" y="1592529"/>
                  </a:lnTo>
                  <a:lnTo>
                    <a:pt x="4879276" y="1592529"/>
                  </a:lnTo>
                  <a:lnTo>
                    <a:pt x="4879403" y="1592465"/>
                  </a:lnTo>
                  <a:lnTo>
                    <a:pt x="4882019" y="1592465"/>
                  </a:lnTo>
                  <a:lnTo>
                    <a:pt x="4972202" y="1540370"/>
                  </a:lnTo>
                  <a:lnTo>
                    <a:pt x="4974171" y="1537690"/>
                  </a:lnTo>
                  <a:lnTo>
                    <a:pt x="4974577" y="1537131"/>
                  </a:lnTo>
                  <a:lnTo>
                    <a:pt x="4975657" y="1534998"/>
                  </a:lnTo>
                  <a:close/>
                </a:path>
                <a:path w="7633334" h="4410710">
                  <a:moveTo>
                    <a:pt x="5228602" y="1388821"/>
                  </a:moveTo>
                  <a:lnTo>
                    <a:pt x="5148961" y="1434846"/>
                  </a:lnTo>
                  <a:lnTo>
                    <a:pt x="5149862" y="1436141"/>
                  </a:lnTo>
                  <a:lnTo>
                    <a:pt x="5150650" y="1437284"/>
                  </a:lnTo>
                  <a:lnTo>
                    <a:pt x="5214518" y="1400390"/>
                  </a:lnTo>
                  <a:lnTo>
                    <a:pt x="5221160" y="1394929"/>
                  </a:lnTo>
                  <a:lnTo>
                    <a:pt x="5228602" y="1388821"/>
                  </a:lnTo>
                  <a:close/>
                </a:path>
                <a:path w="7633334" h="4410710">
                  <a:moveTo>
                    <a:pt x="5432933" y="1270736"/>
                  </a:moveTo>
                  <a:lnTo>
                    <a:pt x="5305450" y="1344409"/>
                  </a:lnTo>
                  <a:lnTo>
                    <a:pt x="5305044" y="1346454"/>
                  </a:lnTo>
                  <a:lnTo>
                    <a:pt x="5304663" y="1348308"/>
                  </a:lnTo>
                  <a:lnTo>
                    <a:pt x="5432247" y="1274610"/>
                  </a:lnTo>
                  <a:lnTo>
                    <a:pt x="5432577" y="1272730"/>
                  </a:lnTo>
                  <a:lnTo>
                    <a:pt x="5432933" y="1270736"/>
                  </a:lnTo>
                  <a:close/>
                </a:path>
                <a:path w="7633334" h="4410710">
                  <a:moveTo>
                    <a:pt x="5717705" y="1106182"/>
                  </a:moveTo>
                  <a:lnTo>
                    <a:pt x="5589105" y="1180490"/>
                  </a:lnTo>
                  <a:lnTo>
                    <a:pt x="5588698" y="1182497"/>
                  </a:lnTo>
                  <a:lnTo>
                    <a:pt x="5588317" y="1184452"/>
                  </a:lnTo>
                  <a:lnTo>
                    <a:pt x="5717133" y="1110030"/>
                  </a:lnTo>
                  <a:lnTo>
                    <a:pt x="5717425" y="1108100"/>
                  </a:lnTo>
                  <a:lnTo>
                    <a:pt x="5717705" y="1106182"/>
                  </a:lnTo>
                  <a:close/>
                </a:path>
                <a:path w="7633334" h="4410710">
                  <a:moveTo>
                    <a:pt x="6051385" y="913358"/>
                  </a:moveTo>
                  <a:lnTo>
                    <a:pt x="5840374" y="1035291"/>
                  </a:lnTo>
                  <a:lnTo>
                    <a:pt x="5840044" y="1037221"/>
                  </a:lnTo>
                  <a:lnTo>
                    <a:pt x="5839701" y="1039228"/>
                  </a:lnTo>
                  <a:lnTo>
                    <a:pt x="6048934" y="918362"/>
                  </a:lnTo>
                  <a:lnTo>
                    <a:pt x="6050204" y="915746"/>
                  </a:lnTo>
                  <a:lnTo>
                    <a:pt x="6051385" y="913358"/>
                  </a:lnTo>
                  <a:close/>
                </a:path>
                <a:path w="7633334" h="4410710">
                  <a:moveTo>
                    <a:pt x="6211328" y="820915"/>
                  </a:moveTo>
                  <a:lnTo>
                    <a:pt x="6126150" y="870140"/>
                  </a:lnTo>
                  <a:lnTo>
                    <a:pt x="6129426" y="869962"/>
                  </a:lnTo>
                  <a:lnTo>
                    <a:pt x="6133058" y="869759"/>
                  </a:lnTo>
                  <a:lnTo>
                    <a:pt x="6205105" y="828141"/>
                  </a:lnTo>
                  <a:lnTo>
                    <a:pt x="6208674" y="824153"/>
                  </a:lnTo>
                  <a:lnTo>
                    <a:pt x="6210973" y="821601"/>
                  </a:lnTo>
                  <a:lnTo>
                    <a:pt x="6211328" y="820915"/>
                  </a:lnTo>
                  <a:close/>
                </a:path>
                <a:path w="7633334" h="4410710">
                  <a:moveTo>
                    <a:pt x="6451905" y="685571"/>
                  </a:moveTo>
                  <a:lnTo>
                    <a:pt x="6451282" y="683933"/>
                  </a:lnTo>
                  <a:lnTo>
                    <a:pt x="6450774" y="682548"/>
                  </a:lnTo>
                  <a:lnTo>
                    <a:pt x="6413906" y="703859"/>
                  </a:lnTo>
                  <a:lnTo>
                    <a:pt x="6414490" y="704265"/>
                  </a:lnTo>
                  <a:lnTo>
                    <a:pt x="6415151" y="704811"/>
                  </a:lnTo>
                  <a:lnTo>
                    <a:pt x="6416586" y="705980"/>
                  </a:lnTo>
                  <a:lnTo>
                    <a:pt x="6451905" y="685571"/>
                  </a:lnTo>
                  <a:close/>
                </a:path>
                <a:path w="7633334" h="4410710">
                  <a:moveTo>
                    <a:pt x="6702514" y="537070"/>
                  </a:moveTo>
                  <a:lnTo>
                    <a:pt x="6575095" y="610717"/>
                  </a:lnTo>
                  <a:lnTo>
                    <a:pt x="6574714" y="612584"/>
                  </a:lnTo>
                  <a:lnTo>
                    <a:pt x="6574256" y="614883"/>
                  </a:lnTo>
                  <a:lnTo>
                    <a:pt x="6701790" y="541223"/>
                  </a:lnTo>
                  <a:lnTo>
                    <a:pt x="6702196" y="538911"/>
                  </a:lnTo>
                  <a:lnTo>
                    <a:pt x="6702514" y="537070"/>
                  </a:lnTo>
                  <a:close/>
                </a:path>
                <a:path w="7633334" h="4410710">
                  <a:moveTo>
                    <a:pt x="6915874" y="413791"/>
                  </a:moveTo>
                  <a:lnTo>
                    <a:pt x="6788137" y="487591"/>
                  </a:lnTo>
                  <a:lnTo>
                    <a:pt x="6787832" y="489407"/>
                  </a:lnTo>
                  <a:lnTo>
                    <a:pt x="6787426" y="491744"/>
                  </a:lnTo>
                  <a:lnTo>
                    <a:pt x="6915124" y="417969"/>
                  </a:lnTo>
                  <a:lnTo>
                    <a:pt x="6915544" y="415594"/>
                  </a:lnTo>
                  <a:lnTo>
                    <a:pt x="6915874" y="413791"/>
                  </a:lnTo>
                  <a:close/>
                </a:path>
                <a:path w="7633334" h="4410710">
                  <a:moveTo>
                    <a:pt x="7170521" y="266623"/>
                  </a:moveTo>
                  <a:lnTo>
                    <a:pt x="7053834" y="334060"/>
                  </a:lnTo>
                  <a:lnTo>
                    <a:pt x="7056615" y="334060"/>
                  </a:lnTo>
                  <a:lnTo>
                    <a:pt x="7056806" y="333946"/>
                  </a:lnTo>
                  <a:lnTo>
                    <a:pt x="7060844" y="333794"/>
                  </a:lnTo>
                  <a:lnTo>
                    <a:pt x="7163638" y="274408"/>
                  </a:lnTo>
                  <a:lnTo>
                    <a:pt x="7167651" y="269875"/>
                  </a:lnTo>
                  <a:lnTo>
                    <a:pt x="7170521" y="266623"/>
                  </a:lnTo>
                  <a:close/>
                </a:path>
                <a:path w="7633334" h="4410710">
                  <a:moveTo>
                    <a:pt x="7391057" y="139179"/>
                  </a:moveTo>
                  <a:lnTo>
                    <a:pt x="7307694" y="187350"/>
                  </a:lnTo>
                  <a:lnTo>
                    <a:pt x="7310717" y="187185"/>
                  </a:lnTo>
                  <a:lnTo>
                    <a:pt x="7315060" y="186944"/>
                  </a:lnTo>
                  <a:lnTo>
                    <a:pt x="7384389" y="146888"/>
                  </a:lnTo>
                  <a:lnTo>
                    <a:pt x="7388453" y="142252"/>
                  </a:lnTo>
                  <a:lnTo>
                    <a:pt x="7390930" y="139433"/>
                  </a:lnTo>
                  <a:lnTo>
                    <a:pt x="7391057" y="139179"/>
                  </a:lnTo>
                  <a:close/>
                </a:path>
                <a:path w="7633334" h="4410710">
                  <a:moveTo>
                    <a:pt x="7633119" y="3200"/>
                  </a:moveTo>
                  <a:lnTo>
                    <a:pt x="7632382" y="1270"/>
                  </a:lnTo>
                  <a:lnTo>
                    <a:pt x="7631900" y="0"/>
                  </a:lnTo>
                  <a:lnTo>
                    <a:pt x="7595044" y="21297"/>
                  </a:lnTo>
                  <a:lnTo>
                    <a:pt x="7595590" y="21678"/>
                  </a:lnTo>
                  <a:lnTo>
                    <a:pt x="7596213" y="22174"/>
                  </a:lnTo>
                  <a:lnTo>
                    <a:pt x="7597915" y="23545"/>
                  </a:lnTo>
                  <a:lnTo>
                    <a:pt x="7633119" y="3200"/>
                  </a:lnTo>
                  <a:close/>
                </a:path>
              </a:pathLst>
            </a:custGeom>
            <a:solidFill>
              <a:srgbClr val="8E8E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73669" y="1165196"/>
              <a:ext cx="7628890" cy="4406900"/>
            </a:xfrm>
            <a:custGeom>
              <a:avLst/>
              <a:gdLst/>
              <a:ahLst/>
              <a:cxnLst/>
              <a:rect l="l" t="t" r="r" b="b"/>
              <a:pathLst>
                <a:path w="7628890" h="4406900">
                  <a:moveTo>
                    <a:pt x="6910286" y="414770"/>
                  </a:moveTo>
                  <a:lnTo>
                    <a:pt x="6782586" y="488540"/>
                  </a:lnTo>
                  <a:lnTo>
                    <a:pt x="6782275" y="490355"/>
                  </a:lnTo>
                  <a:lnTo>
                    <a:pt x="6909967" y="416575"/>
                  </a:lnTo>
                  <a:lnTo>
                    <a:pt x="6910286" y="414770"/>
                  </a:lnTo>
                  <a:close/>
                </a:path>
                <a:path w="7628890" h="4406900">
                  <a:moveTo>
                    <a:pt x="6044089" y="915157"/>
                  </a:moveTo>
                  <a:lnTo>
                    <a:pt x="5834856" y="1036027"/>
                  </a:lnTo>
                  <a:lnTo>
                    <a:pt x="5834524" y="1037961"/>
                  </a:lnTo>
                  <a:lnTo>
                    <a:pt x="6042917" y="917553"/>
                  </a:lnTo>
                  <a:lnTo>
                    <a:pt x="6044089" y="915157"/>
                  </a:lnTo>
                  <a:close/>
                </a:path>
                <a:path w="7628890" h="4406900">
                  <a:moveTo>
                    <a:pt x="4668627" y="1709736"/>
                  </a:moveTo>
                  <a:lnTo>
                    <a:pt x="4458644" y="1831040"/>
                  </a:lnTo>
                  <a:lnTo>
                    <a:pt x="4458214" y="1833186"/>
                  </a:lnTo>
                  <a:lnTo>
                    <a:pt x="4667118" y="1712482"/>
                  </a:lnTo>
                  <a:lnTo>
                    <a:pt x="4667455" y="1712052"/>
                  </a:lnTo>
                  <a:lnTo>
                    <a:pt x="4668627" y="1709736"/>
                  </a:lnTo>
                  <a:close/>
                </a:path>
                <a:path w="7628890" h="4406900">
                  <a:moveTo>
                    <a:pt x="4405781" y="1861578"/>
                  </a:moveTo>
                  <a:lnTo>
                    <a:pt x="4363519" y="1885992"/>
                  </a:lnTo>
                  <a:lnTo>
                    <a:pt x="4366215" y="1886343"/>
                  </a:lnTo>
                  <a:lnTo>
                    <a:pt x="4404112" y="1864446"/>
                  </a:lnTo>
                  <a:lnTo>
                    <a:pt x="4405781" y="1861578"/>
                  </a:lnTo>
                  <a:close/>
                </a:path>
                <a:path w="7628890" h="4406900">
                  <a:moveTo>
                    <a:pt x="4238810" y="1958034"/>
                  </a:moveTo>
                  <a:lnTo>
                    <a:pt x="4111108" y="2031805"/>
                  </a:lnTo>
                  <a:lnTo>
                    <a:pt x="4110739" y="2033955"/>
                  </a:lnTo>
                  <a:lnTo>
                    <a:pt x="4238433" y="1960175"/>
                  </a:lnTo>
                  <a:lnTo>
                    <a:pt x="4238810" y="1958034"/>
                  </a:lnTo>
                  <a:close/>
                </a:path>
                <a:path w="7628890" h="4406900">
                  <a:moveTo>
                    <a:pt x="2981618" y="2684291"/>
                  </a:moveTo>
                  <a:lnTo>
                    <a:pt x="2938181" y="2709385"/>
                  </a:lnTo>
                  <a:lnTo>
                    <a:pt x="2941165" y="2709730"/>
                  </a:lnTo>
                  <a:lnTo>
                    <a:pt x="2979768" y="2687425"/>
                  </a:lnTo>
                  <a:lnTo>
                    <a:pt x="2981618" y="2684291"/>
                  </a:lnTo>
                  <a:close/>
                </a:path>
                <a:path w="7628890" h="4406900">
                  <a:moveTo>
                    <a:pt x="2813645" y="2781326"/>
                  </a:moveTo>
                  <a:lnTo>
                    <a:pt x="2686157" y="2854974"/>
                  </a:lnTo>
                  <a:lnTo>
                    <a:pt x="2685744" y="2857311"/>
                  </a:lnTo>
                  <a:lnTo>
                    <a:pt x="2813321" y="2783598"/>
                  </a:lnTo>
                  <a:lnTo>
                    <a:pt x="2813645" y="2781326"/>
                  </a:lnTo>
                  <a:close/>
                </a:path>
                <a:path w="7628890" h="4406900">
                  <a:moveTo>
                    <a:pt x="1809402" y="3361460"/>
                  </a:moveTo>
                  <a:lnTo>
                    <a:pt x="1681903" y="3435114"/>
                  </a:lnTo>
                  <a:lnTo>
                    <a:pt x="1681482" y="3437569"/>
                  </a:lnTo>
                  <a:lnTo>
                    <a:pt x="1809060" y="3363854"/>
                  </a:lnTo>
                  <a:lnTo>
                    <a:pt x="1809402" y="3361460"/>
                  </a:lnTo>
                  <a:close/>
                </a:path>
                <a:path w="7628890" h="4406900">
                  <a:moveTo>
                    <a:pt x="1465244" y="3560274"/>
                  </a:moveTo>
                  <a:lnTo>
                    <a:pt x="1337489" y="3634075"/>
                  </a:lnTo>
                  <a:lnTo>
                    <a:pt x="1336964" y="3636630"/>
                  </a:lnTo>
                  <a:lnTo>
                    <a:pt x="1464819" y="3562756"/>
                  </a:lnTo>
                  <a:lnTo>
                    <a:pt x="1465244" y="3560274"/>
                  </a:lnTo>
                  <a:close/>
                </a:path>
                <a:path w="7628890" h="4406900">
                  <a:moveTo>
                    <a:pt x="1051038" y="3799553"/>
                  </a:moveTo>
                  <a:lnTo>
                    <a:pt x="1007206" y="3824874"/>
                  </a:lnTo>
                  <a:lnTo>
                    <a:pt x="1010506" y="3825255"/>
                  </a:lnTo>
                  <a:lnTo>
                    <a:pt x="1048941" y="3803048"/>
                  </a:lnTo>
                  <a:lnTo>
                    <a:pt x="1051038" y="3799553"/>
                  </a:lnTo>
                  <a:close/>
                </a:path>
                <a:path w="7628890" h="4406900">
                  <a:moveTo>
                    <a:pt x="882946" y="3896657"/>
                  </a:moveTo>
                  <a:lnTo>
                    <a:pt x="755271" y="3970412"/>
                  </a:lnTo>
                  <a:lnTo>
                    <a:pt x="754816" y="3972991"/>
                  </a:lnTo>
                  <a:lnTo>
                    <a:pt x="882493" y="3899220"/>
                  </a:lnTo>
                  <a:lnTo>
                    <a:pt x="882946" y="3896657"/>
                  </a:lnTo>
                  <a:close/>
                </a:path>
                <a:path w="7628890" h="4406900">
                  <a:moveTo>
                    <a:pt x="672685" y="4018121"/>
                  </a:moveTo>
                  <a:lnTo>
                    <a:pt x="462686" y="4139434"/>
                  </a:lnTo>
                  <a:lnTo>
                    <a:pt x="462226" y="4142049"/>
                  </a:lnTo>
                  <a:lnTo>
                    <a:pt x="671099" y="4021363"/>
                  </a:lnTo>
                  <a:lnTo>
                    <a:pt x="672685" y="4018121"/>
                  </a:lnTo>
                  <a:close/>
                </a:path>
                <a:path w="7628890" h="4406900">
                  <a:moveTo>
                    <a:pt x="2595376" y="2907416"/>
                  </a:moveTo>
                  <a:lnTo>
                    <a:pt x="2533131" y="2943375"/>
                  </a:lnTo>
                  <a:lnTo>
                    <a:pt x="2533745" y="2945135"/>
                  </a:lnTo>
                  <a:lnTo>
                    <a:pt x="2587214" y="2914241"/>
                  </a:lnTo>
                  <a:lnTo>
                    <a:pt x="2595376" y="2907416"/>
                  </a:lnTo>
                  <a:close/>
                </a:path>
                <a:path w="7628890" h="4406900">
                  <a:moveTo>
                    <a:pt x="2495117" y="2965334"/>
                  </a:moveTo>
                  <a:lnTo>
                    <a:pt x="2416392" y="3010813"/>
                  </a:lnTo>
                  <a:lnTo>
                    <a:pt x="2420076" y="3010813"/>
                  </a:lnTo>
                  <a:lnTo>
                    <a:pt x="2492809" y="2968787"/>
                  </a:lnTo>
                  <a:lnTo>
                    <a:pt x="2495117" y="2965334"/>
                  </a:lnTo>
                  <a:close/>
                </a:path>
                <a:path w="7628890" h="4406900">
                  <a:moveTo>
                    <a:pt x="376906" y="4188987"/>
                  </a:moveTo>
                  <a:lnTo>
                    <a:pt x="310514" y="4227341"/>
                  </a:lnTo>
                  <a:lnTo>
                    <a:pt x="311182" y="4229321"/>
                  </a:lnTo>
                  <a:lnTo>
                    <a:pt x="368676" y="4196101"/>
                  </a:lnTo>
                  <a:lnTo>
                    <a:pt x="376906" y="4188987"/>
                  </a:lnTo>
                  <a:close/>
                </a:path>
                <a:path w="7628890" h="4406900">
                  <a:moveTo>
                    <a:pt x="76376" y="4362598"/>
                  </a:moveTo>
                  <a:lnTo>
                    <a:pt x="0" y="4406720"/>
                  </a:lnTo>
                  <a:lnTo>
                    <a:pt x="4723" y="4406391"/>
                  </a:lnTo>
                  <a:lnTo>
                    <a:pt x="73457" y="4366677"/>
                  </a:lnTo>
                  <a:lnTo>
                    <a:pt x="74422" y="4365892"/>
                  </a:lnTo>
                  <a:lnTo>
                    <a:pt x="76376" y="4362598"/>
                  </a:lnTo>
                  <a:close/>
                </a:path>
                <a:path w="7628890" h="4406900">
                  <a:moveTo>
                    <a:pt x="7628277" y="0"/>
                  </a:moveTo>
                  <a:lnTo>
                    <a:pt x="7593067" y="20340"/>
                  </a:lnTo>
                  <a:lnTo>
                    <a:pt x="7594185" y="21238"/>
                  </a:lnTo>
                  <a:lnTo>
                    <a:pt x="7628757" y="1262"/>
                  </a:lnTo>
                  <a:lnTo>
                    <a:pt x="7628277" y="0"/>
                  </a:lnTo>
                  <a:close/>
                </a:path>
                <a:path w="7628890" h="4406900">
                  <a:moveTo>
                    <a:pt x="7379546" y="143686"/>
                  </a:moveTo>
                  <a:lnTo>
                    <a:pt x="7310216" y="183737"/>
                  </a:lnTo>
                  <a:lnTo>
                    <a:pt x="7311134" y="183737"/>
                  </a:lnTo>
                  <a:lnTo>
                    <a:pt x="7314293" y="182958"/>
                  </a:lnTo>
                  <a:lnTo>
                    <a:pt x="7376759" y="146865"/>
                  </a:lnTo>
                  <a:lnTo>
                    <a:pt x="7379546" y="143686"/>
                  </a:lnTo>
                  <a:close/>
                </a:path>
                <a:path w="7628890" h="4406900">
                  <a:moveTo>
                    <a:pt x="7158800" y="271208"/>
                  </a:moveTo>
                  <a:lnTo>
                    <a:pt x="7055998" y="330594"/>
                  </a:lnTo>
                  <a:lnTo>
                    <a:pt x="7058775" y="330594"/>
                  </a:lnTo>
                  <a:lnTo>
                    <a:pt x="7155922" y="274464"/>
                  </a:lnTo>
                  <a:lnTo>
                    <a:pt x="7158800" y="271208"/>
                  </a:lnTo>
                  <a:close/>
                </a:path>
                <a:path w="7628890" h="4406900">
                  <a:moveTo>
                    <a:pt x="6447055" y="682370"/>
                  </a:moveTo>
                  <a:lnTo>
                    <a:pt x="6411739" y="702772"/>
                  </a:lnTo>
                  <a:lnTo>
                    <a:pt x="6412943" y="703753"/>
                  </a:lnTo>
                  <a:lnTo>
                    <a:pt x="6447568" y="683747"/>
                  </a:lnTo>
                  <a:lnTo>
                    <a:pt x="6447055" y="682370"/>
                  </a:lnTo>
                  <a:close/>
                </a:path>
                <a:path w="7628890" h="4406900">
                  <a:moveTo>
                    <a:pt x="6200262" y="824938"/>
                  </a:moveTo>
                  <a:lnTo>
                    <a:pt x="6128221" y="866555"/>
                  </a:lnTo>
                  <a:lnTo>
                    <a:pt x="6130876" y="866407"/>
                  </a:lnTo>
                  <a:lnTo>
                    <a:pt x="6131857" y="866163"/>
                  </a:lnTo>
                  <a:lnTo>
                    <a:pt x="6197097" y="828468"/>
                  </a:lnTo>
                  <a:lnTo>
                    <a:pt x="6200262" y="824938"/>
                  </a:lnTo>
                  <a:close/>
                </a:path>
                <a:path w="7628890" h="4406900">
                  <a:moveTo>
                    <a:pt x="5209678" y="1397181"/>
                  </a:moveTo>
                  <a:lnTo>
                    <a:pt x="5145804" y="1434080"/>
                  </a:lnTo>
                  <a:lnTo>
                    <a:pt x="5146702" y="1435381"/>
                  </a:lnTo>
                  <a:lnTo>
                    <a:pt x="5202236" y="1403294"/>
                  </a:lnTo>
                  <a:lnTo>
                    <a:pt x="5209678" y="1397181"/>
                  </a:lnTo>
                  <a:close/>
                </a:path>
                <a:path w="7628890" h="4406900">
                  <a:moveTo>
                    <a:pt x="4967355" y="1537167"/>
                  </a:moveTo>
                  <a:lnTo>
                    <a:pt x="4877283" y="1589199"/>
                  </a:lnTo>
                  <a:lnTo>
                    <a:pt x="4880486" y="1589199"/>
                  </a:lnTo>
                  <a:lnTo>
                    <a:pt x="4965003" y="1540366"/>
                  </a:lnTo>
                  <a:lnTo>
                    <a:pt x="4967355" y="1537167"/>
                  </a:lnTo>
                  <a:close/>
                </a:path>
                <a:path w="7628890" h="4406900">
                  <a:moveTo>
                    <a:pt x="3677161" y="2282489"/>
                  </a:moveTo>
                  <a:lnTo>
                    <a:pt x="3573659" y="2342280"/>
                  </a:lnTo>
                  <a:lnTo>
                    <a:pt x="3577353" y="2342143"/>
                  </a:lnTo>
                  <a:lnTo>
                    <a:pt x="3673699" y="2286475"/>
                  </a:lnTo>
                  <a:lnTo>
                    <a:pt x="3677161" y="2282489"/>
                  </a:lnTo>
                  <a:close/>
                </a:path>
                <a:path w="7628890" h="4406900">
                  <a:moveTo>
                    <a:pt x="2148272" y="3165701"/>
                  </a:moveTo>
                  <a:lnTo>
                    <a:pt x="2043512" y="3226219"/>
                  </a:lnTo>
                  <a:lnTo>
                    <a:pt x="2047521" y="3226073"/>
                  </a:lnTo>
                  <a:lnTo>
                    <a:pt x="2144349" y="3170126"/>
                  </a:lnTo>
                  <a:lnTo>
                    <a:pt x="2148272" y="3165701"/>
                  </a:lnTo>
                  <a:close/>
                </a:path>
                <a:path w="7628890" h="4406900">
                  <a:moveTo>
                    <a:pt x="1277848" y="3668529"/>
                  </a:moveTo>
                  <a:lnTo>
                    <a:pt x="1157966" y="3737783"/>
                  </a:lnTo>
                  <a:lnTo>
                    <a:pt x="1162407" y="3737488"/>
                  </a:lnTo>
                  <a:lnTo>
                    <a:pt x="1272674" y="3673776"/>
                  </a:lnTo>
                  <a:lnTo>
                    <a:pt x="1277848" y="3668529"/>
                  </a:lnTo>
                  <a:close/>
                </a:path>
                <a:path w="7628890" h="4406900">
                  <a:moveTo>
                    <a:pt x="6696944" y="538014"/>
                  </a:moveTo>
                  <a:lnTo>
                    <a:pt x="6569415" y="611685"/>
                  </a:lnTo>
                  <a:lnTo>
                    <a:pt x="6569039" y="613562"/>
                  </a:lnTo>
                  <a:lnTo>
                    <a:pt x="6696619" y="539846"/>
                  </a:lnTo>
                  <a:lnTo>
                    <a:pt x="6696944" y="538014"/>
                  </a:lnTo>
                  <a:close/>
                </a:path>
                <a:path w="7628890" h="4406900">
                  <a:moveTo>
                    <a:pt x="5712292" y="1106830"/>
                  </a:moveTo>
                  <a:lnTo>
                    <a:pt x="5583469" y="1181248"/>
                  </a:lnTo>
                  <a:lnTo>
                    <a:pt x="5583069" y="1183251"/>
                  </a:lnTo>
                  <a:lnTo>
                    <a:pt x="5712010" y="1108749"/>
                  </a:lnTo>
                  <a:lnTo>
                    <a:pt x="5712292" y="1106830"/>
                  </a:lnTo>
                  <a:close/>
                </a:path>
                <a:path w="7628890" h="4406900">
                  <a:moveTo>
                    <a:pt x="5427408" y="1271402"/>
                  </a:moveTo>
                  <a:lnTo>
                    <a:pt x="5299824" y="1345105"/>
                  </a:lnTo>
                  <a:lnTo>
                    <a:pt x="5299415" y="1347144"/>
                  </a:lnTo>
                  <a:lnTo>
                    <a:pt x="5427057" y="1273393"/>
                  </a:lnTo>
                  <a:lnTo>
                    <a:pt x="5427408" y="1271402"/>
                  </a:lnTo>
                  <a:close/>
                </a:path>
                <a:path w="7628890" h="4406900">
                  <a:moveTo>
                    <a:pt x="3988560" y="2102599"/>
                  </a:moveTo>
                  <a:lnTo>
                    <a:pt x="3861247" y="2176145"/>
                  </a:lnTo>
                  <a:lnTo>
                    <a:pt x="3860873" y="2178327"/>
                  </a:lnTo>
                  <a:lnTo>
                    <a:pt x="3988247" y="2104731"/>
                  </a:lnTo>
                  <a:lnTo>
                    <a:pt x="3988560" y="2102599"/>
                  </a:lnTo>
                  <a:close/>
                </a:path>
                <a:path w="7628890" h="4406900">
                  <a:moveTo>
                    <a:pt x="3340769" y="2476816"/>
                  </a:moveTo>
                  <a:lnTo>
                    <a:pt x="3313084" y="2492810"/>
                  </a:lnTo>
                  <a:lnTo>
                    <a:pt x="3313904" y="2494363"/>
                  </a:lnTo>
                  <a:lnTo>
                    <a:pt x="3340683" y="2478890"/>
                  </a:lnTo>
                  <a:lnTo>
                    <a:pt x="3340769" y="2476816"/>
                  </a:lnTo>
                  <a:close/>
                </a:path>
              </a:pathLst>
            </a:custGeom>
            <a:solidFill>
              <a:srgbClr val="9191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78393" y="1166458"/>
              <a:ext cx="7624445" cy="4405630"/>
            </a:xfrm>
            <a:custGeom>
              <a:avLst/>
              <a:gdLst/>
              <a:ahLst/>
              <a:cxnLst/>
              <a:rect l="l" t="t" r="r" b="b"/>
              <a:pathLst>
                <a:path w="7624445" h="4405630">
                  <a:moveTo>
                    <a:pt x="6905243" y="415313"/>
                  </a:moveTo>
                  <a:lnTo>
                    <a:pt x="6777475" y="489137"/>
                  </a:lnTo>
                  <a:lnTo>
                    <a:pt x="6777035" y="491684"/>
                  </a:lnTo>
                  <a:lnTo>
                    <a:pt x="6904790" y="417882"/>
                  </a:lnTo>
                  <a:lnTo>
                    <a:pt x="6905243" y="415313"/>
                  </a:lnTo>
                  <a:close/>
                </a:path>
                <a:path w="7624445" h="4405630">
                  <a:moveTo>
                    <a:pt x="6038193" y="916291"/>
                  </a:moveTo>
                  <a:lnTo>
                    <a:pt x="5829800" y="1036699"/>
                  </a:lnTo>
                  <a:lnTo>
                    <a:pt x="5829385" y="1039125"/>
                  </a:lnTo>
                  <a:lnTo>
                    <a:pt x="6035333" y="920152"/>
                  </a:lnTo>
                  <a:lnTo>
                    <a:pt x="6037950" y="916786"/>
                  </a:lnTo>
                  <a:lnTo>
                    <a:pt x="6038193" y="916291"/>
                  </a:lnTo>
                  <a:close/>
                </a:path>
                <a:path w="7624445" h="4405630">
                  <a:moveTo>
                    <a:pt x="4662394" y="1711220"/>
                  </a:moveTo>
                  <a:lnTo>
                    <a:pt x="4453491" y="1831924"/>
                  </a:lnTo>
                  <a:lnTo>
                    <a:pt x="4453031" y="1834220"/>
                  </a:lnTo>
                  <a:lnTo>
                    <a:pt x="4659464" y="1714967"/>
                  </a:lnTo>
                  <a:lnTo>
                    <a:pt x="4662394" y="1711220"/>
                  </a:lnTo>
                  <a:close/>
                </a:path>
                <a:path w="7624445" h="4405630">
                  <a:moveTo>
                    <a:pt x="4399388" y="1863184"/>
                  </a:moveTo>
                  <a:lnTo>
                    <a:pt x="4361491" y="1885081"/>
                  </a:lnTo>
                  <a:lnTo>
                    <a:pt x="4364344" y="1885453"/>
                  </a:lnTo>
                  <a:lnTo>
                    <a:pt x="4397614" y="1866233"/>
                  </a:lnTo>
                  <a:lnTo>
                    <a:pt x="4399388" y="1863184"/>
                  </a:lnTo>
                  <a:close/>
                </a:path>
                <a:path w="7624445" h="4405630">
                  <a:moveTo>
                    <a:pt x="4233709" y="1958913"/>
                  </a:moveTo>
                  <a:lnTo>
                    <a:pt x="4106015" y="2032693"/>
                  </a:lnTo>
                  <a:lnTo>
                    <a:pt x="4105637" y="2034903"/>
                  </a:lnTo>
                  <a:lnTo>
                    <a:pt x="4233315" y="1961146"/>
                  </a:lnTo>
                  <a:lnTo>
                    <a:pt x="4233709" y="1958913"/>
                  </a:lnTo>
                  <a:close/>
                </a:path>
                <a:path w="7624445" h="4405630">
                  <a:moveTo>
                    <a:pt x="2975044" y="2686163"/>
                  </a:moveTo>
                  <a:lnTo>
                    <a:pt x="2936441" y="2708468"/>
                  </a:lnTo>
                  <a:lnTo>
                    <a:pt x="2939122" y="2708778"/>
                  </a:lnTo>
                  <a:lnTo>
                    <a:pt x="2973375" y="2688991"/>
                  </a:lnTo>
                  <a:lnTo>
                    <a:pt x="2975044" y="2686163"/>
                  </a:lnTo>
                  <a:close/>
                </a:path>
                <a:path w="7624445" h="4405630">
                  <a:moveTo>
                    <a:pt x="2808597" y="2782335"/>
                  </a:moveTo>
                  <a:lnTo>
                    <a:pt x="2681020" y="2856049"/>
                  </a:lnTo>
                  <a:lnTo>
                    <a:pt x="2680661" y="2858087"/>
                  </a:lnTo>
                  <a:lnTo>
                    <a:pt x="2808310" y="2784346"/>
                  </a:lnTo>
                  <a:lnTo>
                    <a:pt x="2808597" y="2782335"/>
                  </a:lnTo>
                  <a:close/>
                </a:path>
                <a:path w="7624445" h="4405630">
                  <a:moveTo>
                    <a:pt x="1804336" y="3362592"/>
                  </a:moveTo>
                  <a:lnTo>
                    <a:pt x="1676758" y="3436306"/>
                  </a:lnTo>
                  <a:lnTo>
                    <a:pt x="1676431" y="3438212"/>
                  </a:lnTo>
                  <a:lnTo>
                    <a:pt x="1804067" y="3364479"/>
                  </a:lnTo>
                  <a:lnTo>
                    <a:pt x="1804336" y="3362592"/>
                  </a:lnTo>
                  <a:close/>
                </a:path>
                <a:path w="7624445" h="4405630">
                  <a:moveTo>
                    <a:pt x="1460095" y="3561493"/>
                  </a:moveTo>
                  <a:lnTo>
                    <a:pt x="1332215" y="3635382"/>
                  </a:lnTo>
                  <a:lnTo>
                    <a:pt x="1331822" y="3637287"/>
                  </a:lnTo>
                  <a:lnTo>
                    <a:pt x="1459773" y="3563372"/>
                  </a:lnTo>
                  <a:lnTo>
                    <a:pt x="1460095" y="3561493"/>
                  </a:lnTo>
                  <a:close/>
                </a:path>
                <a:path w="7624445" h="4405630">
                  <a:moveTo>
                    <a:pt x="1044217" y="3801786"/>
                  </a:moveTo>
                  <a:lnTo>
                    <a:pt x="1005782" y="3823993"/>
                  </a:lnTo>
                  <a:lnTo>
                    <a:pt x="1008150" y="3824266"/>
                  </a:lnTo>
                  <a:lnTo>
                    <a:pt x="1042704" y="3804305"/>
                  </a:lnTo>
                  <a:lnTo>
                    <a:pt x="1044217" y="3801786"/>
                  </a:lnTo>
                  <a:close/>
                </a:path>
                <a:path w="7624445" h="4405630">
                  <a:moveTo>
                    <a:pt x="877769" y="3897958"/>
                  </a:moveTo>
                  <a:lnTo>
                    <a:pt x="750092" y="3971729"/>
                  </a:lnTo>
                  <a:lnTo>
                    <a:pt x="749776" y="3973525"/>
                  </a:lnTo>
                  <a:lnTo>
                    <a:pt x="877450" y="3899770"/>
                  </a:lnTo>
                  <a:lnTo>
                    <a:pt x="877769" y="3897958"/>
                  </a:lnTo>
                  <a:close/>
                </a:path>
                <a:path w="7624445" h="4405630">
                  <a:moveTo>
                    <a:pt x="666376" y="4020100"/>
                  </a:moveTo>
                  <a:lnTo>
                    <a:pt x="457502" y="4140787"/>
                  </a:lnTo>
                  <a:lnTo>
                    <a:pt x="457193" y="4142545"/>
                  </a:lnTo>
                  <a:lnTo>
                    <a:pt x="664674" y="4022686"/>
                  </a:lnTo>
                  <a:lnTo>
                    <a:pt x="665850" y="4021174"/>
                  </a:lnTo>
                  <a:lnTo>
                    <a:pt x="666376" y="4020100"/>
                  </a:lnTo>
                  <a:close/>
                </a:path>
                <a:path w="7624445" h="4405630">
                  <a:moveTo>
                    <a:pt x="2582490" y="2912979"/>
                  </a:moveTo>
                  <a:lnTo>
                    <a:pt x="2529021" y="2943873"/>
                  </a:lnTo>
                  <a:lnTo>
                    <a:pt x="2529547" y="2945382"/>
                  </a:lnTo>
                  <a:lnTo>
                    <a:pt x="2575449" y="2918866"/>
                  </a:lnTo>
                  <a:lnTo>
                    <a:pt x="2582490" y="2912979"/>
                  </a:lnTo>
                  <a:close/>
                </a:path>
                <a:path w="7624445" h="4405630">
                  <a:moveTo>
                    <a:pt x="2488086" y="2967525"/>
                  </a:moveTo>
                  <a:lnTo>
                    <a:pt x="2415301" y="3009580"/>
                  </a:lnTo>
                  <a:lnTo>
                    <a:pt x="2418417" y="3009580"/>
                  </a:lnTo>
                  <a:lnTo>
                    <a:pt x="2486117" y="2970471"/>
                  </a:lnTo>
                  <a:lnTo>
                    <a:pt x="2488086" y="2967525"/>
                  </a:lnTo>
                  <a:close/>
                </a:path>
                <a:path w="7624445" h="4405630">
                  <a:moveTo>
                    <a:pt x="363952" y="4194839"/>
                  </a:moveTo>
                  <a:lnTo>
                    <a:pt x="306458" y="4228059"/>
                  </a:lnTo>
                  <a:lnTo>
                    <a:pt x="306898" y="4229367"/>
                  </a:lnTo>
                  <a:lnTo>
                    <a:pt x="358481" y="4199569"/>
                  </a:lnTo>
                  <a:lnTo>
                    <a:pt x="363952" y="4194839"/>
                  </a:lnTo>
                  <a:close/>
                </a:path>
                <a:path w="7624445" h="4405630">
                  <a:moveTo>
                    <a:pt x="68733" y="4365415"/>
                  </a:moveTo>
                  <a:lnTo>
                    <a:pt x="0" y="4405129"/>
                  </a:lnTo>
                  <a:lnTo>
                    <a:pt x="4562" y="4404021"/>
                  </a:lnTo>
                  <a:lnTo>
                    <a:pt x="62230" y="4370707"/>
                  </a:lnTo>
                  <a:lnTo>
                    <a:pt x="68733" y="4365415"/>
                  </a:lnTo>
                  <a:close/>
                </a:path>
                <a:path w="7624445" h="4405630">
                  <a:moveTo>
                    <a:pt x="7624033" y="0"/>
                  </a:moveTo>
                  <a:lnTo>
                    <a:pt x="7589461" y="19976"/>
                  </a:lnTo>
                  <a:lnTo>
                    <a:pt x="7591187" y="21363"/>
                  </a:lnTo>
                  <a:lnTo>
                    <a:pt x="7622417" y="3322"/>
                  </a:lnTo>
                  <a:lnTo>
                    <a:pt x="7624434" y="1052"/>
                  </a:lnTo>
                  <a:lnTo>
                    <a:pt x="7624033" y="0"/>
                  </a:lnTo>
                  <a:close/>
                </a:path>
                <a:path w="7624445" h="4405630">
                  <a:moveTo>
                    <a:pt x="7372035" y="145603"/>
                  </a:moveTo>
                  <a:lnTo>
                    <a:pt x="7309569" y="181696"/>
                  </a:lnTo>
                  <a:lnTo>
                    <a:pt x="7316679" y="179941"/>
                  </a:lnTo>
                  <a:lnTo>
                    <a:pt x="7367840" y="150386"/>
                  </a:lnTo>
                  <a:lnTo>
                    <a:pt x="7372035" y="145603"/>
                  </a:lnTo>
                  <a:close/>
                </a:path>
                <a:path w="7624445" h="4405630">
                  <a:moveTo>
                    <a:pt x="7151198" y="273202"/>
                  </a:moveTo>
                  <a:lnTo>
                    <a:pt x="7054243" y="329222"/>
                  </a:lnTo>
                  <a:lnTo>
                    <a:pt x="7057697" y="329093"/>
                  </a:lnTo>
                  <a:lnTo>
                    <a:pt x="7059125" y="328726"/>
                  </a:lnTo>
                  <a:lnTo>
                    <a:pt x="7146979" y="277974"/>
                  </a:lnTo>
                  <a:lnTo>
                    <a:pt x="7151198" y="273202"/>
                  </a:lnTo>
                  <a:close/>
                </a:path>
                <a:path w="7624445" h="4405630">
                  <a:moveTo>
                    <a:pt x="6442844" y="682485"/>
                  </a:moveTo>
                  <a:lnTo>
                    <a:pt x="6408219" y="702491"/>
                  </a:lnTo>
                  <a:lnTo>
                    <a:pt x="6409836" y="703808"/>
                  </a:lnTo>
                  <a:lnTo>
                    <a:pt x="6442142" y="685146"/>
                  </a:lnTo>
                  <a:lnTo>
                    <a:pt x="6443334" y="683804"/>
                  </a:lnTo>
                  <a:lnTo>
                    <a:pt x="6442844" y="682485"/>
                  </a:lnTo>
                  <a:close/>
                </a:path>
                <a:path w="7624445" h="4405630">
                  <a:moveTo>
                    <a:pt x="6192373" y="827206"/>
                  </a:moveTo>
                  <a:lnTo>
                    <a:pt x="6127133" y="864901"/>
                  </a:lnTo>
                  <a:lnTo>
                    <a:pt x="6133862" y="863233"/>
                  </a:lnTo>
                  <a:lnTo>
                    <a:pt x="6188231" y="831826"/>
                  </a:lnTo>
                  <a:lnTo>
                    <a:pt x="6192373" y="827206"/>
                  </a:lnTo>
                  <a:close/>
                </a:path>
                <a:path w="7624445" h="4405630">
                  <a:moveTo>
                    <a:pt x="5197512" y="1402032"/>
                  </a:moveTo>
                  <a:lnTo>
                    <a:pt x="5141978" y="1434119"/>
                  </a:lnTo>
                  <a:lnTo>
                    <a:pt x="5143018" y="1435627"/>
                  </a:lnTo>
                  <a:lnTo>
                    <a:pt x="5188837" y="1409158"/>
                  </a:lnTo>
                  <a:lnTo>
                    <a:pt x="5197512" y="1402032"/>
                  </a:lnTo>
                  <a:close/>
                </a:path>
                <a:path w="7624445" h="4405630">
                  <a:moveTo>
                    <a:pt x="4960279" y="1539104"/>
                  </a:moveTo>
                  <a:lnTo>
                    <a:pt x="4875888" y="1587864"/>
                  </a:lnTo>
                  <a:lnTo>
                    <a:pt x="4879486" y="1587864"/>
                  </a:lnTo>
                  <a:lnTo>
                    <a:pt x="4957611" y="1542733"/>
                  </a:lnTo>
                  <a:lnTo>
                    <a:pt x="4960279" y="1539104"/>
                  </a:lnTo>
                  <a:close/>
                </a:path>
                <a:path w="7624445" h="4405630">
                  <a:moveTo>
                    <a:pt x="3668975" y="2285213"/>
                  </a:moveTo>
                  <a:lnTo>
                    <a:pt x="3572629" y="2340881"/>
                  </a:lnTo>
                  <a:lnTo>
                    <a:pt x="3575120" y="2340881"/>
                  </a:lnTo>
                  <a:lnTo>
                    <a:pt x="3576633" y="2340499"/>
                  </a:lnTo>
                  <a:lnTo>
                    <a:pt x="3665591" y="2289110"/>
                  </a:lnTo>
                  <a:lnTo>
                    <a:pt x="3668975" y="2285213"/>
                  </a:lnTo>
                  <a:close/>
                </a:path>
                <a:path w="7624445" h="4405630">
                  <a:moveTo>
                    <a:pt x="2139625" y="3168864"/>
                  </a:moveTo>
                  <a:lnTo>
                    <a:pt x="2042782" y="3224819"/>
                  </a:lnTo>
                  <a:lnTo>
                    <a:pt x="2045826" y="3224819"/>
                  </a:lnTo>
                  <a:lnTo>
                    <a:pt x="2136411" y="3172490"/>
                  </a:lnTo>
                  <a:lnTo>
                    <a:pt x="2139625" y="3168864"/>
                  </a:lnTo>
                  <a:close/>
                </a:path>
                <a:path w="7624445" h="4405630">
                  <a:moveTo>
                    <a:pt x="1267950" y="3672514"/>
                  </a:moveTo>
                  <a:lnTo>
                    <a:pt x="1157683" y="3736226"/>
                  </a:lnTo>
                  <a:lnTo>
                    <a:pt x="1160927" y="3736010"/>
                  </a:lnTo>
                  <a:lnTo>
                    <a:pt x="1264120" y="3676397"/>
                  </a:lnTo>
                  <a:lnTo>
                    <a:pt x="1267950" y="3672514"/>
                  </a:lnTo>
                  <a:close/>
                </a:path>
                <a:path w="7624445" h="4405630">
                  <a:moveTo>
                    <a:pt x="6691895" y="538584"/>
                  </a:moveTo>
                  <a:lnTo>
                    <a:pt x="6564315" y="612299"/>
                  </a:lnTo>
                  <a:lnTo>
                    <a:pt x="6563802" y="614865"/>
                  </a:lnTo>
                  <a:lnTo>
                    <a:pt x="6691446" y="541127"/>
                  </a:lnTo>
                  <a:lnTo>
                    <a:pt x="6691895" y="538584"/>
                  </a:lnTo>
                  <a:close/>
                </a:path>
                <a:path w="7624445" h="4405630">
                  <a:moveTo>
                    <a:pt x="5707286" y="1107487"/>
                  </a:moveTo>
                  <a:lnTo>
                    <a:pt x="5578345" y="1181988"/>
                  </a:lnTo>
                  <a:lnTo>
                    <a:pt x="5577857" y="1184428"/>
                  </a:lnTo>
                  <a:lnTo>
                    <a:pt x="5706937" y="1109861"/>
                  </a:lnTo>
                  <a:lnTo>
                    <a:pt x="5707286" y="1107487"/>
                  </a:lnTo>
                  <a:close/>
                </a:path>
                <a:path w="7624445" h="4405630">
                  <a:moveTo>
                    <a:pt x="5422333" y="1272131"/>
                  </a:moveTo>
                  <a:lnTo>
                    <a:pt x="5294772" y="1345835"/>
                  </a:lnTo>
                  <a:lnTo>
                    <a:pt x="5294294" y="1348237"/>
                  </a:lnTo>
                  <a:lnTo>
                    <a:pt x="5421912" y="1274514"/>
                  </a:lnTo>
                  <a:lnTo>
                    <a:pt x="5422333" y="1272131"/>
                  </a:lnTo>
                  <a:close/>
                </a:path>
                <a:path w="7624445" h="4405630">
                  <a:moveTo>
                    <a:pt x="3983523" y="2103469"/>
                  </a:moveTo>
                  <a:lnTo>
                    <a:pt x="3856149" y="2177065"/>
                  </a:lnTo>
                  <a:lnTo>
                    <a:pt x="3855776" y="2179243"/>
                  </a:lnTo>
                  <a:lnTo>
                    <a:pt x="3983205" y="2105630"/>
                  </a:lnTo>
                  <a:lnTo>
                    <a:pt x="3983523" y="2103469"/>
                  </a:lnTo>
                  <a:close/>
                </a:path>
                <a:path w="7624445" h="4405630">
                  <a:moveTo>
                    <a:pt x="3335959" y="2477628"/>
                  </a:moveTo>
                  <a:lnTo>
                    <a:pt x="3309180" y="2493101"/>
                  </a:lnTo>
                  <a:lnTo>
                    <a:pt x="3309949" y="2494558"/>
                  </a:lnTo>
                  <a:lnTo>
                    <a:pt x="3334518" y="2480365"/>
                  </a:lnTo>
                  <a:lnTo>
                    <a:pt x="3335898" y="2479076"/>
                  </a:lnTo>
                  <a:lnTo>
                    <a:pt x="3335959" y="2477628"/>
                  </a:lnTo>
                  <a:close/>
                </a:path>
              </a:pathLst>
            </a:custGeom>
            <a:solidFill>
              <a:srgbClr val="919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82955" y="1169783"/>
              <a:ext cx="7618095" cy="4401185"/>
            </a:xfrm>
            <a:custGeom>
              <a:avLst/>
              <a:gdLst/>
              <a:ahLst/>
              <a:cxnLst/>
              <a:rect l="l" t="t" r="r" b="b"/>
              <a:pathLst>
                <a:path w="7618095" h="4401185">
                  <a:moveTo>
                    <a:pt x="57658" y="4367390"/>
                  </a:moveTo>
                  <a:lnTo>
                    <a:pt x="0" y="4400702"/>
                  </a:lnTo>
                  <a:lnTo>
                    <a:pt x="7696" y="4398645"/>
                  </a:lnTo>
                  <a:lnTo>
                    <a:pt x="12573" y="4397349"/>
                  </a:lnTo>
                  <a:lnTo>
                    <a:pt x="41084" y="4380877"/>
                  </a:lnTo>
                  <a:lnTo>
                    <a:pt x="47523" y="4375645"/>
                  </a:lnTo>
                  <a:lnTo>
                    <a:pt x="57658" y="4367390"/>
                  </a:lnTo>
                  <a:close/>
                </a:path>
                <a:path w="7618095" h="4401185">
                  <a:moveTo>
                    <a:pt x="353910" y="4196245"/>
                  </a:moveTo>
                  <a:lnTo>
                    <a:pt x="302336" y="4226052"/>
                  </a:lnTo>
                  <a:lnTo>
                    <a:pt x="302996" y="4228033"/>
                  </a:lnTo>
                  <a:lnTo>
                    <a:pt x="303415" y="4229278"/>
                  </a:lnTo>
                  <a:lnTo>
                    <a:pt x="340474" y="4207865"/>
                  </a:lnTo>
                  <a:lnTo>
                    <a:pt x="345681" y="4203369"/>
                  </a:lnTo>
                  <a:lnTo>
                    <a:pt x="353910" y="4196245"/>
                  </a:lnTo>
                  <a:close/>
                </a:path>
                <a:path w="7618095" h="4401185">
                  <a:moveTo>
                    <a:pt x="660107" y="4019372"/>
                  </a:moveTo>
                  <a:lnTo>
                    <a:pt x="452628" y="4139222"/>
                  </a:lnTo>
                  <a:lnTo>
                    <a:pt x="452501" y="4139958"/>
                  </a:lnTo>
                  <a:lnTo>
                    <a:pt x="483171" y="4123931"/>
                  </a:lnTo>
                  <a:lnTo>
                    <a:pt x="510082" y="4109847"/>
                  </a:lnTo>
                  <a:lnTo>
                    <a:pt x="654748" y="4026255"/>
                  </a:lnTo>
                  <a:lnTo>
                    <a:pt x="656818" y="4023588"/>
                  </a:lnTo>
                  <a:lnTo>
                    <a:pt x="660107" y="4019372"/>
                  </a:lnTo>
                  <a:close/>
                </a:path>
                <a:path w="7618095" h="4401185">
                  <a:moveTo>
                    <a:pt x="872883" y="3896449"/>
                  </a:moveTo>
                  <a:lnTo>
                    <a:pt x="745210" y="3970210"/>
                  </a:lnTo>
                  <a:lnTo>
                    <a:pt x="745109" y="3970794"/>
                  </a:lnTo>
                  <a:lnTo>
                    <a:pt x="782472" y="3950995"/>
                  </a:lnTo>
                  <a:lnTo>
                    <a:pt x="812965" y="3934828"/>
                  </a:lnTo>
                  <a:lnTo>
                    <a:pt x="872147" y="3900627"/>
                  </a:lnTo>
                  <a:lnTo>
                    <a:pt x="872426" y="3899014"/>
                  </a:lnTo>
                  <a:lnTo>
                    <a:pt x="872883" y="3896449"/>
                  </a:lnTo>
                  <a:close/>
                </a:path>
                <a:path w="7618095" h="4401185">
                  <a:moveTo>
                    <a:pt x="1038136" y="3800983"/>
                  </a:moveTo>
                  <a:lnTo>
                    <a:pt x="1003579" y="3820947"/>
                  </a:lnTo>
                  <a:lnTo>
                    <a:pt x="1006881" y="3821328"/>
                  </a:lnTo>
                  <a:lnTo>
                    <a:pt x="1006716" y="3821430"/>
                  </a:lnTo>
                  <a:lnTo>
                    <a:pt x="1007732" y="3821430"/>
                  </a:lnTo>
                  <a:lnTo>
                    <a:pt x="1010577" y="3820630"/>
                  </a:lnTo>
                  <a:lnTo>
                    <a:pt x="1034719" y="3806685"/>
                  </a:lnTo>
                  <a:lnTo>
                    <a:pt x="1036040" y="3804475"/>
                  </a:lnTo>
                  <a:lnTo>
                    <a:pt x="1038136" y="3800983"/>
                  </a:lnTo>
                  <a:close/>
                </a:path>
                <a:path w="7618095" h="4401185">
                  <a:moveTo>
                    <a:pt x="1259547" y="3673081"/>
                  </a:moveTo>
                  <a:lnTo>
                    <a:pt x="1156360" y="3732695"/>
                  </a:lnTo>
                  <a:lnTo>
                    <a:pt x="1159446" y="3732479"/>
                  </a:lnTo>
                  <a:lnTo>
                    <a:pt x="1161846" y="3731793"/>
                  </a:lnTo>
                  <a:lnTo>
                    <a:pt x="1166787" y="3730358"/>
                  </a:lnTo>
                  <a:lnTo>
                    <a:pt x="1248613" y="3683076"/>
                  </a:lnTo>
                  <a:lnTo>
                    <a:pt x="1253934" y="3678580"/>
                  </a:lnTo>
                  <a:lnTo>
                    <a:pt x="1255077" y="3677615"/>
                  </a:lnTo>
                  <a:lnTo>
                    <a:pt x="1259547" y="3673081"/>
                  </a:lnTo>
                  <a:close/>
                </a:path>
                <a:path w="7618095" h="4401185">
                  <a:moveTo>
                    <a:pt x="1455204" y="3560051"/>
                  </a:moveTo>
                  <a:lnTo>
                    <a:pt x="1327251" y="3633965"/>
                  </a:lnTo>
                  <a:lnTo>
                    <a:pt x="1364297" y="3614813"/>
                  </a:lnTo>
                  <a:lnTo>
                    <a:pt x="1387856" y="3602609"/>
                  </a:lnTo>
                  <a:lnTo>
                    <a:pt x="1454518" y="3564090"/>
                  </a:lnTo>
                  <a:lnTo>
                    <a:pt x="1454785" y="3562540"/>
                  </a:lnTo>
                  <a:lnTo>
                    <a:pt x="1455204" y="3560051"/>
                  </a:lnTo>
                  <a:close/>
                </a:path>
                <a:path w="7618095" h="4401185">
                  <a:moveTo>
                    <a:pt x="1799501" y="3361156"/>
                  </a:moveTo>
                  <a:lnTo>
                    <a:pt x="1671866" y="3434892"/>
                  </a:lnTo>
                  <a:lnTo>
                    <a:pt x="1671701" y="3435870"/>
                  </a:lnTo>
                  <a:lnTo>
                    <a:pt x="1693875" y="3424377"/>
                  </a:lnTo>
                  <a:lnTo>
                    <a:pt x="1716976" y="3412413"/>
                  </a:lnTo>
                  <a:lnTo>
                    <a:pt x="1798942" y="3365055"/>
                  </a:lnTo>
                  <a:lnTo>
                    <a:pt x="1799158" y="3363557"/>
                  </a:lnTo>
                  <a:lnTo>
                    <a:pt x="1799501" y="3361156"/>
                  </a:lnTo>
                  <a:close/>
                </a:path>
                <a:path w="7618095" h="4401185">
                  <a:moveTo>
                    <a:pt x="2131847" y="3169170"/>
                  </a:moveTo>
                  <a:lnTo>
                    <a:pt x="2041461" y="3221380"/>
                  </a:lnTo>
                  <a:lnTo>
                    <a:pt x="2048141" y="3219691"/>
                  </a:lnTo>
                  <a:lnTo>
                    <a:pt x="2052294" y="3218650"/>
                  </a:lnTo>
                  <a:lnTo>
                    <a:pt x="2125472" y="3176359"/>
                  </a:lnTo>
                  <a:lnTo>
                    <a:pt x="2127923" y="3173603"/>
                  </a:lnTo>
                  <a:lnTo>
                    <a:pt x="2131847" y="3169170"/>
                  </a:lnTo>
                  <a:close/>
                </a:path>
                <a:path w="7618095" h="4401185">
                  <a:moveTo>
                    <a:pt x="2481554" y="2967151"/>
                  </a:moveTo>
                  <a:lnTo>
                    <a:pt x="2413787" y="3006293"/>
                  </a:lnTo>
                  <a:lnTo>
                    <a:pt x="2417470" y="3006293"/>
                  </a:lnTo>
                  <a:lnTo>
                    <a:pt x="2417876" y="3006293"/>
                  </a:lnTo>
                  <a:lnTo>
                    <a:pt x="2421026" y="3005569"/>
                  </a:lnTo>
                  <a:lnTo>
                    <a:pt x="2477808" y="2972752"/>
                  </a:lnTo>
                  <a:lnTo>
                    <a:pt x="2479243" y="2970606"/>
                  </a:lnTo>
                  <a:lnTo>
                    <a:pt x="2481554" y="2967151"/>
                  </a:lnTo>
                  <a:close/>
                </a:path>
                <a:path w="7618095" h="4401185">
                  <a:moveTo>
                    <a:pt x="2570886" y="2915551"/>
                  </a:moveTo>
                  <a:lnTo>
                    <a:pt x="2524976" y="2942056"/>
                  </a:lnTo>
                  <a:lnTo>
                    <a:pt x="2525598" y="2943822"/>
                  </a:lnTo>
                  <a:lnTo>
                    <a:pt x="2525979" y="2944914"/>
                  </a:lnTo>
                  <a:lnTo>
                    <a:pt x="2557640" y="2926613"/>
                  </a:lnTo>
                  <a:lnTo>
                    <a:pt x="2562707" y="2922371"/>
                  </a:lnTo>
                  <a:lnTo>
                    <a:pt x="2570886" y="2915551"/>
                  </a:lnTo>
                  <a:close/>
                </a:path>
                <a:path w="7618095" h="4401185">
                  <a:moveTo>
                    <a:pt x="2803741" y="2781020"/>
                  </a:moveTo>
                  <a:lnTo>
                    <a:pt x="2676093" y="2854769"/>
                  </a:lnTo>
                  <a:lnTo>
                    <a:pt x="2676017" y="2855226"/>
                  </a:lnTo>
                  <a:lnTo>
                    <a:pt x="2704147" y="2840659"/>
                  </a:lnTo>
                  <a:lnTo>
                    <a:pt x="2725851" y="2829420"/>
                  </a:lnTo>
                  <a:lnTo>
                    <a:pt x="2803220" y="2784703"/>
                  </a:lnTo>
                  <a:lnTo>
                    <a:pt x="2803423" y="2783294"/>
                  </a:lnTo>
                  <a:lnTo>
                    <a:pt x="2803741" y="2781020"/>
                  </a:lnTo>
                  <a:close/>
                </a:path>
                <a:path w="7618095" h="4401185">
                  <a:moveTo>
                    <a:pt x="2966961" y="2688806"/>
                  </a:moveTo>
                  <a:lnTo>
                    <a:pt x="2937446" y="2705862"/>
                  </a:lnTo>
                  <a:lnTo>
                    <a:pt x="2937992" y="2705862"/>
                  </a:lnTo>
                  <a:lnTo>
                    <a:pt x="2941104" y="2705023"/>
                  </a:lnTo>
                  <a:lnTo>
                    <a:pt x="2965818" y="2690749"/>
                  </a:lnTo>
                  <a:lnTo>
                    <a:pt x="2966961" y="2688806"/>
                  </a:lnTo>
                  <a:close/>
                </a:path>
                <a:path w="7618095" h="4401185">
                  <a:moveTo>
                    <a:pt x="2968802" y="2685669"/>
                  </a:moveTo>
                  <a:lnTo>
                    <a:pt x="2934551" y="2705455"/>
                  </a:lnTo>
                  <a:lnTo>
                    <a:pt x="2937535" y="2705798"/>
                  </a:lnTo>
                  <a:lnTo>
                    <a:pt x="2966961" y="2688806"/>
                  </a:lnTo>
                  <a:lnTo>
                    <a:pt x="2968802" y="2685669"/>
                  </a:lnTo>
                  <a:close/>
                </a:path>
                <a:path w="7618095" h="4401185">
                  <a:moveTo>
                    <a:pt x="3329952" y="2477046"/>
                  </a:moveTo>
                  <a:lnTo>
                    <a:pt x="3305378" y="2491244"/>
                  </a:lnTo>
                  <a:lnTo>
                    <a:pt x="3306203" y="2492794"/>
                  </a:lnTo>
                  <a:lnTo>
                    <a:pt x="3306711" y="2493746"/>
                  </a:lnTo>
                  <a:lnTo>
                    <a:pt x="3320745" y="2485631"/>
                  </a:lnTo>
                  <a:lnTo>
                    <a:pt x="3324250" y="2482354"/>
                  </a:lnTo>
                  <a:lnTo>
                    <a:pt x="3329952" y="2477046"/>
                  </a:lnTo>
                  <a:close/>
                </a:path>
                <a:path w="7618095" h="4401185">
                  <a:moveTo>
                    <a:pt x="3661029" y="2285796"/>
                  </a:moveTo>
                  <a:lnTo>
                    <a:pt x="3572065" y="2337181"/>
                  </a:lnTo>
                  <a:lnTo>
                    <a:pt x="3578199" y="2335631"/>
                  </a:lnTo>
                  <a:lnTo>
                    <a:pt x="3581971" y="2334679"/>
                  </a:lnTo>
                  <a:lnTo>
                    <a:pt x="3655428" y="2292223"/>
                  </a:lnTo>
                  <a:lnTo>
                    <a:pt x="3657562" y="2289784"/>
                  </a:lnTo>
                  <a:lnTo>
                    <a:pt x="3661029" y="2285796"/>
                  </a:lnTo>
                  <a:close/>
                </a:path>
                <a:path w="7618095" h="4401185">
                  <a:moveTo>
                    <a:pt x="3978643" y="2102307"/>
                  </a:moveTo>
                  <a:lnTo>
                    <a:pt x="3851211" y="2175929"/>
                  </a:lnTo>
                  <a:lnTo>
                    <a:pt x="3851021" y="2177046"/>
                  </a:lnTo>
                  <a:lnTo>
                    <a:pt x="3870909" y="2166505"/>
                  </a:lnTo>
                  <a:lnTo>
                    <a:pt x="3896068" y="2153170"/>
                  </a:lnTo>
                  <a:lnTo>
                    <a:pt x="3978135" y="2105749"/>
                  </a:lnTo>
                  <a:lnTo>
                    <a:pt x="3978325" y="2104440"/>
                  </a:lnTo>
                  <a:lnTo>
                    <a:pt x="3978643" y="2102307"/>
                  </a:lnTo>
                  <a:close/>
                </a:path>
                <a:path w="7618095" h="4401185">
                  <a:moveTo>
                    <a:pt x="4228744" y="1957832"/>
                  </a:moveTo>
                  <a:lnTo>
                    <a:pt x="4101071" y="2031580"/>
                  </a:lnTo>
                  <a:lnTo>
                    <a:pt x="4100957" y="2032266"/>
                  </a:lnTo>
                  <a:lnTo>
                    <a:pt x="4128566" y="2017636"/>
                  </a:lnTo>
                  <a:lnTo>
                    <a:pt x="4153281" y="2004529"/>
                  </a:lnTo>
                  <a:lnTo>
                    <a:pt x="4228135" y="1961273"/>
                  </a:lnTo>
                  <a:lnTo>
                    <a:pt x="4228363" y="1959965"/>
                  </a:lnTo>
                  <a:lnTo>
                    <a:pt x="4228744" y="1957832"/>
                  </a:lnTo>
                  <a:close/>
                </a:path>
                <a:path w="7618095" h="4401185">
                  <a:moveTo>
                    <a:pt x="4393044" y="1862912"/>
                  </a:moveTo>
                  <a:lnTo>
                    <a:pt x="4359770" y="1882127"/>
                  </a:lnTo>
                  <a:lnTo>
                    <a:pt x="4362475" y="1882482"/>
                  </a:lnTo>
                  <a:lnTo>
                    <a:pt x="4363580" y="1882635"/>
                  </a:lnTo>
                  <a:lnTo>
                    <a:pt x="4364799" y="1882292"/>
                  </a:lnTo>
                  <a:lnTo>
                    <a:pt x="4390364" y="1867522"/>
                  </a:lnTo>
                  <a:lnTo>
                    <a:pt x="4391380" y="1865782"/>
                  </a:lnTo>
                  <a:lnTo>
                    <a:pt x="4393044" y="1862912"/>
                  </a:lnTo>
                  <a:close/>
                </a:path>
                <a:path w="7618095" h="4401185">
                  <a:moveTo>
                    <a:pt x="4654893" y="1711642"/>
                  </a:moveTo>
                  <a:lnTo>
                    <a:pt x="4448467" y="1830895"/>
                  </a:lnTo>
                  <a:lnTo>
                    <a:pt x="4448429" y="1831098"/>
                  </a:lnTo>
                  <a:lnTo>
                    <a:pt x="4476915" y="1816354"/>
                  </a:lnTo>
                  <a:lnTo>
                    <a:pt x="4496003" y="1806473"/>
                  </a:lnTo>
                  <a:lnTo>
                    <a:pt x="4650600" y="1717141"/>
                  </a:lnTo>
                  <a:lnTo>
                    <a:pt x="4652226" y="1715071"/>
                  </a:lnTo>
                  <a:lnTo>
                    <a:pt x="4654893" y="1711642"/>
                  </a:lnTo>
                  <a:close/>
                </a:path>
                <a:path w="7618095" h="4401185">
                  <a:moveTo>
                    <a:pt x="4953038" y="1539417"/>
                  </a:moveTo>
                  <a:lnTo>
                    <a:pt x="4875060" y="1584464"/>
                  </a:lnTo>
                  <a:lnTo>
                    <a:pt x="4877384" y="1584464"/>
                  </a:lnTo>
                  <a:lnTo>
                    <a:pt x="4949266" y="1544548"/>
                  </a:lnTo>
                  <a:lnTo>
                    <a:pt x="4953038" y="1539417"/>
                  </a:lnTo>
                  <a:close/>
                </a:path>
                <a:path w="7618095" h="4401185">
                  <a:moveTo>
                    <a:pt x="5184267" y="1405839"/>
                  </a:moveTo>
                  <a:lnTo>
                    <a:pt x="5138445" y="1432306"/>
                  </a:lnTo>
                  <a:lnTo>
                    <a:pt x="5139347" y="1433614"/>
                  </a:lnTo>
                  <a:lnTo>
                    <a:pt x="5139893" y="1434388"/>
                  </a:lnTo>
                  <a:lnTo>
                    <a:pt x="5172329" y="1415643"/>
                  </a:lnTo>
                  <a:lnTo>
                    <a:pt x="5176825" y="1411960"/>
                  </a:lnTo>
                  <a:lnTo>
                    <a:pt x="5184267" y="1405839"/>
                  </a:lnTo>
                  <a:close/>
                </a:path>
                <a:path w="7618095" h="4401185">
                  <a:moveTo>
                    <a:pt x="5417350" y="1271193"/>
                  </a:moveTo>
                  <a:lnTo>
                    <a:pt x="5289728" y="1344917"/>
                  </a:lnTo>
                  <a:lnTo>
                    <a:pt x="5329339" y="1323835"/>
                  </a:lnTo>
                  <a:lnTo>
                    <a:pt x="5351513" y="1312100"/>
                  </a:lnTo>
                  <a:lnTo>
                    <a:pt x="5416778" y="1274381"/>
                  </a:lnTo>
                  <a:lnTo>
                    <a:pt x="5416994" y="1273187"/>
                  </a:lnTo>
                  <a:lnTo>
                    <a:pt x="5417350" y="1271193"/>
                  </a:lnTo>
                  <a:close/>
                </a:path>
                <a:path w="7618095" h="4401185">
                  <a:moveTo>
                    <a:pt x="5702363" y="1106538"/>
                  </a:moveTo>
                  <a:lnTo>
                    <a:pt x="5573293" y="1181112"/>
                  </a:lnTo>
                  <a:lnTo>
                    <a:pt x="5573141" y="1181874"/>
                  </a:lnTo>
                  <a:lnTo>
                    <a:pt x="5593283" y="1171321"/>
                  </a:lnTo>
                  <a:lnTo>
                    <a:pt x="5612879" y="1161059"/>
                  </a:lnTo>
                  <a:lnTo>
                    <a:pt x="5701919" y="1109611"/>
                  </a:lnTo>
                  <a:lnTo>
                    <a:pt x="5702084" y="1108456"/>
                  </a:lnTo>
                  <a:lnTo>
                    <a:pt x="5702363" y="1106538"/>
                  </a:lnTo>
                  <a:close/>
                </a:path>
                <a:path w="7618095" h="4401185">
                  <a:moveTo>
                    <a:pt x="6030760" y="916838"/>
                  </a:moveTo>
                  <a:lnTo>
                    <a:pt x="5824817" y="1035799"/>
                  </a:lnTo>
                  <a:lnTo>
                    <a:pt x="5824601" y="1037094"/>
                  </a:lnTo>
                  <a:lnTo>
                    <a:pt x="5836882" y="1030579"/>
                  </a:lnTo>
                  <a:lnTo>
                    <a:pt x="5859043" y="1018806"/>
                  </a:lnTo>
                  <a:lnTo>
                    <a:pt x="6026886" y="921816"/>
                  </a:lnTo>
                  <a:lnTo>
                    <a:pt x="6028334" y="919949"/>
                  </a:lnTo>
                  <a:lnTo>
                    <a:pt x="6030760" y="916838"/>
                  </a:lnTo>
                  <a:close/>
                </a:path>
                <a:path w="7618095" h="4401185">
                  <a:moveTo>
                    <a:pt x="6183668" y="828509"/>
                  </a:moveTo>
                  <a:lnTo>
                    <a:pt x="6129299" y="859917"/>
                  </a:lnTo>
                  <a:lnTo>
                    <a:pt x="6134468" y="858634"/>
                  </a:lnTo>
                  <a:lnTo>
                    <a:pt x="6137541" y="857872"/>
                  </a:lnTo>
                  <a:lnTo>
                    <a:pt x="6176442" y="835393"/>
                  </a:lnTo>
                  <a:lnTo>
                    <a:pt x="6179401" y="833259"/>
                  </a:lnTo>
                  <a:lnTo>
                    <a:pt x="6180493" y="832040"/>
                  </a:lnTo>
                  <a:lnTo>
                    <a:pt x="6183668" y="828509"/>
                  </a:lnTo>
                  <a:close/>
                </a:path>
                <a:path w="7618095" h="4401185">
                  <a:moveTo>
                    <a:pt x="6437579" y="681824"/>
                  </a:moveTo>
                  <a:lnTo>
                    <a:pt x="6405270" y="700493"/>
                  </a:lnTo>
                  <a:lnTo>
                    <a:pt x="6406477" y="701471"/>
                  </a:lnTo>
                  <a:lnTo>
                    <a:pt x="6407188" y="702056"/>
                  </a:lnTo>
                  <a:lnTo>
                    <a:pt x="6432702" y="687298"/>
                  </a:lnTo>
                  <a:lnTo>
                    <a:pt x="6434518" y="685266"/>
                  </a:lnTo>
                  <a:lnTo>
                    <a:pt x="6437579" y="681824"/>
                  </a:lnTo>
                  <a:close/>
                </a:path>
                <a:path w="7618095" h="4401185">
                  <a:moveTo>
                    <a:pt x="6686880" y="537806"/>
                  </a:moveTo>
                  <a:lnTo>
                    <a:pt x="6559232" y="611543"/>
                  </a:lnTo>
                  <a:lnTo>
                    <a:pt x="6559169" y="611898"/>
                  </a:lnTo>
                  <a:lnTo>
                    <a:pt x="6587909" y="596633"/>
                  </a:lnTo>
                  <a:lnTo>
                    <a:pt x="6608813" y="585533"/>
                  </a:lnTo>
                  <a:lnTo>
                    <a:pt x="6686359" y="540715"/>
                  </a:lnTo>
                  <a:lnTo>
                    <a:pt x="6686550" y="539635"/>
                  </a:lnTo>
                  <a:lnTo>
                    <a:pt x="6686880" y="537806"/>
                  </a:lnTo>
                  <a:close/>
                </a:path>
                <a:path w="7618095" h="4401185">
                  <a:moveTo>
                    <a:pt x="6900227" y="414566"/>
                  </a:moveTo>
                  <a:lnTo>
                    <a:pt x="6772465" y="488365"/>
                  </a:lnTo>
                  <a:lnTo>
                    <a:pt x="6804139" y="471703"/>
                  </a:lnTo>
                  <a:lnTo>
                    <a:pt x="6824231" y="461048"/>
                  </a:lnTo>
                  <a:lnTo>
                    <a:pt x="6899719" y="417423"/>
                  </a:lnTo>
                  <a:lnTo>
                    <a:pt x="6899897" y="416369"/>
                  </a:lnTo>
                  <a:lnTo>
                    <a:pt x="6900227" y="414566"/>
                  </a:lnTo>
                  <a:close/>
                </a:path>
                <a:path w="7618095" h="4401185">
                  <a:moveTo>
                    <a:pt x="7142416" y="274650"/>
                  </a:moveTo>
                  <a:lnTo>
                    <a:pt x="7054558" y="325412"/>
                  </a:lnTo>
                  <a:lnTo>
                    <a:pt x="7059562" y="324116"/>
                  </a:lnTo>
                  <a:lnTo>
                    <a:pt x="7062495" y="323367"/>
                  </a:lnTo>
                  <a:lnTo>
                    <a:pt x="7137844" y="279819"/>
                  </a:lnTo>
                  <a:lnTo>
                    <a:pt x="7139533" y="277914"/>
                  </a:lnTo>
                  <a:lnTo>
                    <a:pt x="7142416" y="274650"/>
                  </a:lnTo>
                  <a:close/>
                </a:path>
                <a:path w="7618095" h="4401185">
                  <a:moveTo>
                    <a:pt x="7363269" y="147066"/>
                  </a:moveTo>
                  <a:lnTo>
                    <a:pt x="7312114" y="176618"/>
                  </a:lnTo>
                  <a:lnTo>
                    <a:pt x="7316864" y="175450"/>
                  </a:lnTo>
                  <a:lnTo>
                    <a:pt x="7319645" y="174764"/>
                  </a:lnTo>
                  <a:lnTo>
                    <a:pt x="7356589" y="153416"/>
                  </a:lnTo>
                  <a:lnTo>
                    <a:pt x="7359650" y="151206"/>
                  </a:lnTo>
                  <a:lnTo>
                    <a:pt x="7360488" y="150253"/>
                  </a:lnTo>
                  <a:lnTo>
                    <a:pt x="7363269" y="147066"/>
                  </a:lnTo>
                  <a:close/>
                </a:path>
                <a:path w="7618095" h="4401185">
                  <a:moveTo>
                    <a:pt x="7617854" y="0"/>
                  </a:moveTo>
                  <a:lnTo>
                    <a:pt x="7586624" y="18046"/>
                  </a:lnTo>
                  <a:lnTo>
                    <a:pt x="7587742" y="18935"/>
                  </a:lnTo>
                  <a:lnTo>
                    <a:pt x="7588390" y="19456"/>
                  </a:lnTo>
                  <a:lnTo>
                    <a:pt x="7613409" y="5003"/>
                  </a:lnTo>
                  <a:lnTo>
                    <a:pt x="7615034" y="3175"/>
                  </a:lnTo>
                  <a:lnTo>
                    <a:pt x="7617854" y="0"/>
                  </a:lnTo>
                  <a:close/>
                </a:path>
              </a:pathLst>
            </a:custGeom>
            <a:solidFill>
              <a:srgbClr val="9393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95539" y="1174782"/>
              <a:ext cx="7600950" cy="4392930"/>
            </a:xfrm>
            <a:custGeom>
              <a:avLst/>
              <a:gdLst/>
              <a:ahLst/>
              <a:cxnLst/>
              <a:rect l="l" t="t" r="r" b="b"/>
              <a:pathLst>
                <a:path w="7600950" h="4392930">
                  <a:moveTo>
                    <a:pt x="6887138" y="412423"/>
                  </a:moveTo>
                  <a:lnTo>
                    <a:pt x="6811656" y="456042"/>
                  </a:lnTo>
                  <a:lnTo>
                    <a:pt x="6845708" y="437991"/>
                  </a:lnTo>
                  <a:lnTo>
                    <a:pt x="6886819" y="414229"/>
                  </a:lnTo>
                  <a:lnTo>
                    <a:pt x="6887138" y="412423"/>
                  </a:lnTo>
                  <a:close/>
                </a:path>
                <a:path w="7600950" h="4392930">
                  <a:moveTo>
                    <a:pt x="6014313" y="916809"/>
                  </a:moveTo>
                  <a:lnTo>
                    <a:pt x="5846470" y="1013802"/>
                  </a:lnTo>
                  <a:lnTo>
                    <a:pt x="5883458" y="994162"/>
                  </a:lnTo>
                  <a:lnTo>
                    <a:pt x="6011883" y="919934"/>
                  </a:lnTo>
                  <a:lnTo>
                    <a:pt x="6014313" y="916809"/>
                  </a:lnTo>
                  <a:close/>
                </a:path>
                <a:path w="7600950" h="4392930">
                  <a:moveTo>
                    <a:pt x="4638021" y="1712138"/>
                  </a:moveTo>
                  <a:lnTo>
                    <a:pt x="4483431" y="1801472"/>
                  </a:lnTo>
                  <a:lnTo>
                    <a:pt x="4514748" y="1785263"/>
                  </a:lnTo>
                  <a:lnTo>
                    <a:pt x="4635344" y="1715560"/>
                  </a:lnTo>
                  <a:lnTo>
                    <a:pt x="4638021" y="1712138"/>
                  </a:lnTo>
                  <a:close/>
                </a:path>
                <a:path w="7600950" h="4392930">
                  <a:moveTo>
                    <a:pt x="4377783" y="1862523"/>
                  </a:moveTo>
                  <a:lnTo>
                    <a:pt x="4352226" y="1877292"/>
                  </a:lnTo>
                  <a:lnTo>
                    <a:pt x="4358441" y="1875608"/>
                  </a:lnTo>
                  <a:lnTo>
                    <a:pt x="4373722" y="1866775"/>
                  </a:lnTo>
                  <a:lnTo>
                    <a:pt x="4377504" y="1863003"/>
                  </a:lnTo>
                  <a:lnTo>
                    <a:pt x="4377783" y="1862523"/>
                  </a:lnTo>
                  <a:close/>
                </a:path>
                <a:path w="7600950" h="4392930">
                  <a:moveTo>
                    <a:pt x="4215560" y="1956268"/>
                  </a:moveTo>
                  <a:lnTo>
                    <a:pt x="4140708" y="1999524"/>
                  </a:lnTo>
                  <a:lnTo>
                    <a:pt x="4181062" y="1978131"/>
                  </a:lnTo>
                  <a:lnTo>
                    <a:pt x="4215182" y="1958410"/>
                  </a:lnTo>
                  <a:lnTo>
                    <a:pt x="4215560" y="1956268"/>
                  </a:lnTo>
                  <a:close/>
                </a:path>
                <a:path w="7600950" h="4392930">
                  <a:moveTo>
                    <a:pt x="2953234" y="2685738"/>
                  </a:moveTo>
                  <a:lnTo>
                    <a:pt x="2928528" y="2700015"/>
                  </a:lnTo>
                  <a:lnTo>
                    <a:pt x="2935224" y="2698214"/>
                  </a:lnTo>
                  <a:lnTo>
                    <a:pt x="2948722" y="2690412"/>
                  </a:lnTo>
                  <a:lnTo>
                    <a:pt x="2952564" y="2686874"/>
                  </a:lnTo>
                  <a:lnTo>
                    <a:pt x="2953234" y="2685738"/>
                  </a:lnTo>
                  <a:close/>
                </a:path>
                <a:path w="7600950" h="4392930">
                  <a:moveTo>
                    <a:pt x="2790638" y="2779699"/>
                  </a:moveTo>
                  <a:lnTo>
                    <a:pt x="2713267" y="2824410"/>
                  </a:lnTo>
                  <a:lnTo>
                    <a:pt x="2748198" y="2806313"/>
                  </a:lnTo>
                  <a:lnTo>
                    <a:pt x="2790314" y="2781971"/>
                  </a:lnTo>
                  <a:lnTo>
                    <a:pt x="2790638" y="2779699"/>
                  </a:lnTo>
                  <a:close/>
                </a:path>
                <a:path w="7600950" h="4392930">
                  <a:moveTo>
                    <a:pt x="1786365" y="3360046"/>
                  </a:moveTo>
                  <a:lnTo>
                    <a:pt x="1704399" y="3407412"/>
                  </a:lnTo>
                  <a:lnTo>
                    <a:pt x="1741232" y="3388330"/>
                  </a:lnTo>
                  <a:lnTo>
                    <a:pt x="1786022" y="3362442"/>
                  </a:lnTo>
                  <a:lnTo>
                    <a:pt x="1786365" y="3360046"/>
                  </a:lnTo>
                  <a:close/>
                </a:path>
                <a:path w="7600950" h="4392930">
                  <a:moveTo>
                    <a:pt x="1441934" y="3559085"/>
                  </a:moveTo>
                  <a:lnTo>
                    <a:pt x="1375274" y="3597606"/>
                  </a:lnTo>
                  <a:lnTo>
                    <a:pt x="1412727" y="3578203"/>
                  </a:lnTo>
                  <a:lnTo>
                    <a:pt x="1441509" y="3561567"/>
                  </a:lnTo>
                  <a:lnTo>
                    <a:pt x="1441934" y="3559085"/>
                  </a:lnTo>
                  <a:close/>
                </a:path>
                <a:path w="7600950" h="4392930">
                  <a:moveTo>
                    <a:pt x="1022140" y="3801674"/>
                  </a:moveTo>
                  <a:lnTo>
                    <a:pt x="998002" y="3815623"/>
                  </a:lnTo>
                  <a:lnTo>
                    <a:pt x="1005667" y="3813480"/>
                  </a:lnTo>
                  <a:lnTo>
                    <a:pt x="1016449" y="3807248"/>
                  </a:lnTo>
                  <a:lnTo>
                    <a:pt x="1021679" y="3802442"/>
                  </a:lnTo>
                  <a:lnTo>
                    <a:pt x="1022140" y="3801674"/>
                  </a:lnTo>
                  <a:close/>
                </a:path>
                <a:path w="7600950" h="4392930">
                  <a:moveTo>
                    <a:pt x="859566" y="3895622"/>
                  </a:moveTo>
                  <a:lnTo>
                    <a:pt x="800388" y="3929820"/>
                  </a:lnTo>
                  <a:lnTo>
                    <a:pt x="848624" y="3904249"/>
                  </a:lnTo>
                  <a:lnTo>
                    <a:pt x="859114" y="3898186"/>
                  </a:lnTo>
                  <a:lnTo>
                    <a:pt x="859566" y="3895622"/>
                  </a:lnTo>
                  <a:close/>
                </a:path>
                <a:path w="7600950" h="4392930">
                  <a:moveTo>
                    <a:pt x="642172" y="4021249"/>
                  </a:moveTo>
                  <a:lnTo>
                    <a:pt x="497510" y="4104846"/>
                  </a:lnTo>
                  <a:lnTo>
                    <a:pt x="540015" y="4082622"/>
                  </a:lnTo>
                  <a:lnTo>
                    <a:pt x="638886" y="4025476"/>
                  </a:lnTo>
                  <a:lnTo>
                    <a:pt x="642172" y="4021249"/>
                  </a:lnTo>
                  <a:close/>
                </a:path>
                <a:path w="7600950" h="4392930">
                  <a:moveTo>
                    <a:pt x="2545060" y="2921613"/>
                  </a:moveTo>
                  <a:lnTo>
                    <a:pt x="2513396" y="2939911"/>
                  </a:lnTo>
                  <a:lnTo>
                    <a:pt x="2514011" y="2941671"/>
                  </a:lnTo>
                  <a:lnTo>
                    <a:pt x="2536876" y="2928455"/>
                  </a:lnTo>
                  <a:lnTo>
                    <a:pt x="2545060" y="2921613"/>
                  </a:lnTo>
                  <a:close/>
                </a:path>
                <a:path w="7600950" h="4392930">
                  <a:moveTo>
                    <a:pt x="2465272" y="2967721"/>
                  </a:moveTo>
                  <a:lnTo>
                    <a:pt x="2408446" y="3000559"/>
                  </a:lnTo>
                  <a:lnTo>
                    <a:pt x="2414633" y="2999111"/>
                  </a:lnTo>
                  <a:lnTo>
                    <a:pt x="2462969" y="2971173"/>
                  </a:lnTo>
                  <a:lnTo>
                    <a:pt x="2465272" y="2967721"/>
                  </a:lnTo>
                  <a:close/>
                </a:path>
                <a:path w="7600950" h="4392930">
                  <a:moveTo>
                    <a:pt x="327890" y="4202866"/>
                  </a:moveTo>
                  <a:lnTo>
                    <a:pt x="290842" y="4224275"/>
                  </a:lnTo>
                  <a:lnTo>
                    <a:pt x="291509" y="4226256"/>
                  </a:lnTo>
                  <a:lnTo>
                    <a:pt x="319642" y="4209996"/>
                  </a:lnTo>
                  <a:lnTo>
                    <a:pt x="327890" y="4202866"/>
                  </a:lnTo>
                  <a:close/>
                </a:path>
                <a:path w="7600950" h="4392930">
                  <a:moveTo>
                    <a:pt x="28509" y="4375872"/>
                  </a:moveTo>
                  <a:lnTo>
                    <a:pt x="0" y="4392347"/>
                  </a:lnTo>
                  <a:lnTo>
                    <a:pt x="1600" y="4391921"/>
                  </a:lnTo>
                  <a:lnTo>
                    <a:pt x="19292" y="4383372"/>
                  </a:lnTo>
                  <a:lnTo>
                    <a:pt x="28509" y="4375872"/>
                  </a:lnTo>
                  <a:close/>
                </a:path>
                <a:path w="7600950" h="4392930">
                  <a:moveTo>
                    <a:pt x="7600825" y="0"/>
                  </a:moveTo>
                  <a:lnTo>
                    <a:pt x="7575806" y="14457"/>
                  </a:lnTo>
                  <a:lnTo>
                    <a:pt x="7576924" y="15355"/>
                  </a:lnTo>
                  <a:lnTo>
                    <a:pt x="7598008" y="3169"/>
                  </a:lnTo>
                  <a:lnTo>
                    <a:pt x="7600825" y="0"/>
                  </a:lnTo>
                  <a:close/>
                </a:path>
                <a:path w="7600950" h="4392930">
                  <a:moveTo>
                    <a:pt x="7344011" y="148406"/>
                  </a:moveTo>
                  <a:lnTo>
                    <a:pt x="7307061" y="169759"/>
                  </a:lnTo>
                  <a:lnTo>
                    <a:pt x="7307870" y="169559"/>
                  </a:lnTo>
                  <a:lnTo>
                    <a:pt x="7317246" y="165446"/>
                  </a:lnTo>
                  <a:lnTo>
                    <a:pt x="7333154" y="156251"/>
                  </a:lnTo>
                  <a:lnTo>
                    <a:pt x="7344011" y="148406"/>
                  </a:lnTo>
                  <a:close/>
                </a:path>
                <a:path w="7600950" h="4392930">
                  <a:moveTo>
                    <a:pt x="7125269" y="274813"/>
                  </a:moveTo>
                  <a:lnTo>
                    <a:pt x="7049913" y="318359"/>
                  </a:lnTo>
                  <a:lnTo>
                    <a:pt x="7054914" y="317072"/>
                  </a:lnTo>
                  <a:lnTo>
                    <a:pt x="7122386" y="278073"/>
                  </a:lnTo>
                  <a:lnTo>
                    <a:pt x="7125269" y="274813"/>
                  </a:lnTo>
                  <a:close/>
                </a:path>
                <a:path w="7600950" h="4392930">
                  <a:moveTo>
                    <a:pt x="6420128" y="682298"/>
                  </a:moveTo>
                  <a:lnTo>
                    <a:pt x="6394606" y="697046"/>
                  </a:lnTo>
                  <a:lnTo>
                    <a:pt x="6395810" y="698027"/>
                  </a:lnTo>
                  <a:lnTo>
                    <a:pt x="6417067" y="685741"/>
                  </a:lnTo>
                  <a:lnTo>
                    <a:pt x="6420128" y="682298"/>
                  </a:lnTo>
                  <a:close/>
                </a:path>
                <a:path w="7600950" h="4392930">
                  <a:moveTo>
                    <a:pt x="6163858" y="830390"/>
                  </a:moveTo>
                  <a:lnTo>
                    <a:pt x="6124969" y="852864"/>
                  </a:lnTo>
                  <a:lnTo>
                    <a:pt x="6127413" y="852258"/>
                  </a:lnTo>
                  <a:lnTo>
                    <a:pt x="6135034" y="848754"/>
                  </a:lnTo>
                  <a:lnTo>
                    <a:pt x="6151896" y="839007"/>
                  </a:lnTo>
                  <a:lnTo>
                    <a:pt x="6163858" y="830390"/>
                  </a:lnTo>
                  <a:close/>
                </a:path>
                <a:path w="7600950" h="4392930">
                  <a:moveTo>
                    <a:pt x="5159749" y="1410642"/>
                  </a:moveTo>
                  <a:lnTo>
                    <a:pt x="5127310" y="1429388"/>
                  </a:lnTo>
                  <a:lnTo>
                    <a:pt x="5128208" y="1430690"/>
                  </a:lnTo>
                  <a:lnTo>
                    <a:pt x="5152287" y="1416772"/>
                  </a:lnTo>
                  <a:lnTo>
                    <a:pt x="5159749" y="1410642"/>
                  </a:lnTo>
                  <a:close/>
                </a:path>
                <a:path w="7600950" h="4392930">
                  <a:moveTo>
                    <a:pt x="4936690" y="1539543"/>
                  </a:moveTo>
                  <a:lnTo>
                    <a:pt x="4869600" y="1578313"/>
                  </a:lnTo>
                  <a:lnTo>
                    <a:pt x="4875054" y="1577010"/>
                  </a:lnTo>
                  <a:lnTo>
                    <a:pt x="4932271" y="1543939"/>
                  </a:lnTo>
                  <a:lnTo>
                    <a:pt x="4936097" y="1540350"/>
                  </a:lnTo>
                  <a:lnTo>
                    <a:pt x="4936690" y="1539543"/>
                  </a:lnTo>
                  <a:close/>
                </a:path>
                <a:path w="7600950" h="4392930">
                  <a:moveTo>
                    <a:pt x="3642855" y="2287222"/>
                  </a:moveTo>
                  <a:lnTo>
                    <a:pt x="3569394" y="2329673"/>
                  </a:lnTo>
                  <a:lnTo>
                    <a:pt x="3575527" y="2328124"/>
                  </a:lnTo>
                  <a:lnTo>
                    <a:pt x="3639388" y="2291213"/>
                  </a:lnTo>
                  <a:lnTo>
                    <a:pt x="3642855" y="2287222"/>
                  </a:lnTo>
                  <a:close/>
                </a:path>
                <a:path w="7600950" h="4392930">
                  <a:moveTo>
                    <a:pt x="2112895" y="3171352"/>
                  </a:moveTo>
                  <a:lnTo>
                    <a:pt x="2039716" y="3213640"/>
                  </a:lnTo>
                  <a:lnTo>
                    <a:pt x="2046364" y="3211966"/>
                  </a:lnTo>
                  <a:lnTo>
                    <a:pt x="2108956" y="3175789"/>
                  </a:lnTo>
                  <a:lnTo>
                    <a:pt x="2112895" y="3171352"/>
                  </a:lnTo>
                  <a:close/>
                </a:path>
                <a:path w="7600950" h="4392930">
                  <a:moveTo>
                    <a:pt x="1236032" y="3678071"/>
                  </a:moveTo>
                  <a:lnTo>
                    <a:pt x="1154207" y="3725356"/>
                  </a:lnTo>
                  <a:lnTo>
                    <a:pt x="1162065" y="3723083"/>
                  </a:lnTo>
                  <a:lnTo>
                    <a:pt x="1227546" y="3685235"/>
                  </a:lnTo>
                  <a:lnTo>
                    <a:pt x="1236032" y="3678071"/>
                  </a:lnTo>
                  <a:close/>
                </a:path>
                <a:path w="7600950" h="4392930">
                  <a:moveTo>
                    <a:pt x="6673784" y="535715"/>
                  </a:moveTo>
                  <a:lnTo>
                    <a:pt x="6596241" y="580526"/>
                  </a:lnTo>
                  <a:lnTo>
                    <a:pt x="6631541" y="561777"/>
                  </a:lnTo>
                  <a:lnTo>
                    <a:pt x="6673460" y="537549"/>
                  </a:lnTo>
                  <a:lnTo>
                    <a:pt x="6673784" y="535715"/>
                  </a:lnTo>
                  <a:close/>
                </a:path>
                <a:path w="7600950" h="4392930">
                  <a:moveTo>
                    <a:pt x="5689339" y="1104604"/>
                  </a:moveTo>
                  <a:lnTo>
                    <a:pt x="5600305" y="1156055"/>
                  </a:lnTo>
                  <a:lnTo>
                    <a:pt x="5632916" y="1138973"/>
                  </a:lnTo>
                  <a:lnTo>
                    <a:pt x="5689057" y="1106524"/>
                  </a:lnTo>
                  <a:lnTo>
                    <a:pt x="5689339" y="1104604"/>
                  </a:lnTo>
                  <a:close/>
                </a:path>
                <a:path w="7600950" h="4392930">
                  <a:moveTo>
                    <a:pt x="5404204" y="1269378"/>
                  </a:moveTo>
                  <a:lnTo>
                    <a:pt x="5338938" y="1307093"/>
                  </a:lnTo>
                  <a:lnTo>
                    <a:pt x="5375693" y="1287645"/>
                  </a:lnTo>
                  <a:lnTo>
                    <a:pt x="5403852" y="1271370"/>
                  </a:lnTo>
                  <a:lnTo>
                    <a:pt x="5404204" y="1269378"/>
                  </a:lnTo>
                  <a:close/>
                </a:path>
                <a:path w="7600950" h="4392930">
                  <a:moveTo>
                    <a:pt x="3965553" y="2100742"/>
                  </a:moveTo>
                  <a:lnTo>
                    <a:pt x="3883494" y="2148162"/>
                  </a:lnTo>
                  <a:lnTo>
                    <a:pt x="3924455" y="2126448"/>
                  </a:lnTo>
                  <a:lnTo>
                    <a:pt x="3965240" y="2102874"/>
                  </a:lnTo>
                  <a:lnTo>
                    <a:pt x="3965553" y="2100742"/>
                  </a:lnTo>
                  <a:close/>
                </a:path>
                <a:path w="7600950" h="4392930">
                  <a:moveTo>
                    <a:pt x="3308170" y="2480629"/>
                  </a:moveTo>
                  <a:lnTo>
                    <a:pt x="3294127" y="2488744"/>
                  </a:lnTo>
                  <a:lnTo>
                    <a:pt x="3294947" y="2490297"/>
                  </a:lnTo>
                  <a:lnTo>
                    <a:pt x="3302469" y="2485950"/>
                  </a:lnTo>
                  <a:lnTo>
                    <a:pt x="3308170" y="2480629"/>
                  </a:lnTo>
                  <a:close/>
                </a:path>
              </a:pathLst>
            </a:custGeom>
            <a:solidFill>
              <a:srgbClr val="969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087043" y="1177962"/>
              <a:ext cx="7306945" cy="4226560"/>
            </a:xfrm>
            <a:custGeom>
              <a:avLst/>
              <a:gdLst/>
              <a:ahLst/>
              <a:cxnLst/>
              <a:rect l="l" t="t" r="r" b="b"/>
              <a:pathLst>
                <a:path w="7306945" h="4226560">
                  <a:moveTo>
                    <a:pt x="28130" y="4206824"/>
                  </a:moveTo>
                  <a:lnTo>
                    <a:pt x="0" y="4223080"/>
                  </a:lnTo>
                  <a:lnTo>
                    <a:pt x="444" y="4224388"/>
                  </a:lnTo>
                  <a:lnTo>
                    <a:pt x="1104" y="4226369"/>
                  </a:lnTo>
                  <a:lnTo>
                    <a:pt x="14414" y="4218673"/>
                  </a:lnTo>
                  <a:lnTo>
                    <a:pt x="22669" y="4211548"/>
                  </a:lnTo>
                  <a:lnTo>
                    <a:pt x="28130" y="4206824"/>
                  </a:lnTo>
                  <a:close/>
                </a:path>
                <a:path w="7306945" h="4226560">
                  <a:moveTo>
                    <a:pt x="347370" y="4022306"/>
                  </a:moveTo>
                  <a:lnTo>
                    <a:pt x="248500" y="4079443"/>
                  </a:lnTo>
                  <a:lnTo>
                    <a:pt x="277406" y="4064330"/>
                  </a:lnTo>
                  <a:lnTo>
                    <a:pt x="278028" y="4063974"/>
                  </a:lnTo>
                  <a:lnTo>
                    <a:pt x="320598" y="4041711"/>
                  </a:lnTo>
                  <a:lnTo>
                    <a:pt x="334365" y="4033748"/>
                  </a:lnTo>
                  <a:lnTo>
                    <a:pt x="344627" y="4025849"/>
                  </a:lnTo>
                  <a:lnTo>
                    <a:pt x="345109" y="4025214"/>
                  </a:lnTo>
                  <a:lnTo>
                    <a:pt x="347370" y="4022306"/>
                  </a:lnTo>
                  <a:close/>
                </a:path>
                <a:path w="7306945" h="4226560">
                  <a:moveTo>
                    <a:pt x="567601" y="3895013"/>
                  </a:moveTo>
                  <a:lnTo>
                    <a:pt x="557110" y="3901071"/>
                  </a:lnTo>
                  <a:lnTo>
                    <a:pt x="567512" y="3895560"/>
                  </a:lnTo>
                  <a:lnTo>
                    <a:pt x="567601" y="3895013"/>
                  </a:lnTo>
                  <a:close/>
                </a:path>
                <a:path w="7306945" h="4226560">
                  <a:moveTo>
                    <a:pt x="724814" y="3804145"/>
                  </a:moveTo>
                  <a:lnTo>
                    <a:pt x="714298" y="3810228"/>
                  </a:lnTo>
                  <a:lnTo>
                    <a:pt x="719874" y="3808641"/>
                  </a:lnTo>
                  <a:lnTo>
                    <a:pt x="724814" y="3804145"/>
                  </a:lnTo>
                  <a:close/>
                </a:path>
                <a:path w="7306945" h="4226560">
                  <a:moveTo>
                    <a:pt x="936040" y="3682060"/>
                  </a:moveTo>
                  <a:lnTo>
                    <a:pt x="870559" y="3719906"/>
                  </a:lnTo>
                  <a:lnTo>
                    <a:pt x="876312" y="3718242"/>
                  </a:lnTo>
                  <a:lnTo>
                    <a:pt x="879475" y="3717328"/>
                  </a:lnTo>
                  <a:lnTo>
                    <a:pt x="895540" y="3709390"/>
                  </a:lnTo>
                  <a:lnTo>
                    <a:pt x="911491" y="3700170"/>
                  </a:lnTo>
                  <a:lnTo>
                    <a:pt x="927430" y="3689324"/>
                  </a:lnTo>
                  <a:lnTo>
                    <a:pt x="929779" y="3687343"/>
                  </a:lnTo>
                  <a:lnTo>
                    <a:pt x="936040" y="3682060"/>
                  </a:lnTo>
                  <a:close/>
                </a:path>
                <a:path w="7306945" h="4226560">
                  <a:moveTo>
                    <a:pt x="1149997" y="3558387"/>
                  </a:moveTo>
                  <a:lnTo>
                    <a:pt x="1121219" y="3575024"/>
                  </a:lnTo>
                  <a:lnTo>
                    <a:pt x="1149667" y="3560280"/>
                  </a:lnTo>
                  <a:lnTo>
                    <a:pt x="1149997" y="3558387"/>
                  </a:lnTo>
                  <a:close/>
                </a:path>
                <a:path w="7306945" h="4226560">
                  <a:moveTo>
                    <a:pt x="1494510" y="3359264"/>
                  </a:moveTo>
                  <a:lnTo>
                    <a:pt x="1449717" y="3385159"/>
                  </a:lnTo>
                  <a:lnTo>
                    <a:pt x="1478584" y="3370211"/>
                  </a:lnTo>
                  <a:lnTo>
                    <a:pt x="1494104" y="3362160"/>
                  </a:lnTo>
                  <a:lnTo>
                    <a:pt x="1494243" y="3361156"/>
                  </a:lnTo>
                  <a:lnTo>
                    <a:pt x="1494510" y="3359264"/>
                  </a:lnTo>
                  <a:close/>
                </a:path>
                <a:path w="7306945" h="4226560">
                  <a:moveTo>
                    <a:pt x="1817446" y="3172612"/>
                  </a:moveTo>
                  <a:lnTo>
                    <a:pt x="1754847" y="3208794"/>
                  </a:lnTo>
                  <a:lnTo>
                    <a:pt x="1760245" y="3207435"/>
                  </a:lnTo>
                  <a:lnTo>
                    <a:pt x="1761197" y="3207194"/>
                  </a:lnTo>
                  <a:lnTo>
                    <a:pt x="1777606" y="3199574"/>
                  </a:lnTo>
                  <a:lnTo>
                    <a:pt x="1790966" y="3191853"/>
                  </a:lnTo>
                  <a:lnTo>
                    <a:pt x="1805559" y="3181248"/>
                  </a:lnTo>
                  <a:lnTo>
                    <a:pt x="1817446" y="3172612"/>
                  </a:lnTo>
                  <a:close/>
                </a:path>
                <a:path w="7306945" h="4226560">
                  <a:moveTo>
                    <a:pt x="2171458" y="2968002"/>
                  </a:moveTo>
                  <a:lnTo>
                    <a:pt x="2123122" y="2995942"/>
                  </a:lnTo>
                  <a:lnTo>
                    <a:pt x="2128367" y="2994710"/>
                  </a:lnTo>
                  <a:lnTo>
                    <a:pt x="2131390" y="2993999"/>
                  </a:lnTo>
                  <a:lnTo>
                    <a:pt x="2140458" y="2989846"/>
                  </a:lnTo>
                  <a:lnTo>
                    <a:pt x="2154110" y="2981960"/>
                  </a:lnTo>
                  <a:lnTo>
                    <a:pt x="2163394" y="2974467"/>
                  </a:lnTo>
                  <a:lnTo>
                    <a:pt x="2171458" y="2968002"/>
                  </a:lnTo>
                  <a:close/>
                </a:path>
                <a:path w="7306945" h="4226560">
                  <a:moveTo>
                    <a:pt x="2245360" y="2925280"/>
                  </a:moveTo>
                  <a:lnTo>
                    <a:pt x="2222500" y="2938500"/>
                  </a:lnTo>
                  <a:lnTo>
                    <a:pt x="2223020" y="2940012"/>
                  </a:lnTo>
                  <a:lnTo>
                    <a:pt x="2223643" y="2941764"/>
                  </a:lnTo>
                  <a:lnTo>
                    <a:pt x="2230145" y="2938005"/>
                  </a:lnTo>
                  <a:lnTo>
                    <a:pt x="2238337" y="2931160"/>
                  </a:lnTo>
                  <a:lnTo>
                    <a:pt x="2245360" y="2925280"/>
                  </a:lnTo>
                  <a:close/>
                </a:path>
                <a:path w="7306945" h="4226560">
                  <a:moveTo>
                    <a:pt x="2498801" y="2778798"/>
                  </a:moveTo>
                  <a:lnTo>
                    <a:pt x="2456688" y="2803144"/>
                  </a:lnTo>
                  <a:lnTo>
                    <a:pt x="2487447" y="2787205"/>
                  </a:lnTo>
                  <a:lnTo>
                    <a:pt x="2498420" y="2781516"/>
                  </a:lnTo>
                  <a:lnTo>
                    <a:pt x="2498521" y="2780804"/>
                  </a:lnTo>
                  <a:lnTo>
                    <a:pt x="2498801" y="2778798"/>
                  </a:lnTo>
                  <a:close/>
                </a:path>
                <a:path w="7306945" h="4226560">
                  <a:moveTo>
                    <a:pt x="2657208" y="2687243"/>
                  </a:moveTo>
                  <a:lnTo>
                    <a:pt x="2643708" y="2695041"/>
                  </a:lnTo>
                  <a:lnTo>
                    <a:pt x="2649740" y="2693416"/>
                  </a:lnTo>
                  <a:lnTo>
                    <a:pt x="2650236" y="2693124"/>
                  </a:lnTo>
                  <a:lnTo>
                    <a:pt x="2650820" y="2693124"/>
                  </a:lnTo>
                  <a:lnTo>
                    <a:pt x="2651785" y="2692235"/>
                  </a:lnTo>
                  <a:lnTo>
                    <a:pt x="2657208" y="2687243"/>
                  </a:lnTo>
                  <a:close/>
                </a:path>
                <a:path w="7306945" h="4226560">
                  <a:moveTo>
                    <a:pt x="3010954" y="2482773"/>
                  </a:moveTo>
                  <a:lnTo>
                    <a:pt x="3003435" y="2487130"/>
                  </a:lnTo>
                  <a:lnTo>
                    <a:pt x="3004210" y="2488577"/>
                  </a:lnTo>
                  <a:lnTo>
                    <a:pt x="3005607" y="2487765"/>
                  </a:lnTo>
                  <a:lnTo>
                    <a:pt x="3010954" y="2482773"/>
                  </a:lnTo>
                  <a:close/>
                </a:path>
                <a:path w="7306945" h="4226560">
                  <a:moveTo>
                    <a:pt x="3347872" y="2288044"/>
                  </a:moveTo>
                  <a:lnTo>
                    <a:pt x="3284016" y="2324951"/>
                  </a:lnTo>
                  <a:lnTo>
                    <a:pt x="3289960" y="2323452"/>
                  </a:lnTo>
                  <a:lnTo>
                    <a:pt x="3290659" y="2323274"/>
                  </a:lnTo>
                  <a:lnTo>
                    <a:pt x="3336823" y="2296376"/>
                  </a:lnTo>
                  <a:lnTo>
                    <a:pt x="3347872" y="2288044"/>
                  </a:lnTo>
                  <a:close/>
                </a:path>
                <a:path w="7306945" h="4226560">
                  <a:moveTo>
                    <a:pt x="3673754" y="2099691"/>
                  </a:moveTo>
                  <a:lnTo>
                    <a:pt x="3632403" y="2123592"/>
                  </a:lnTo>
                  <a:lnTo>
                    <a:pt x="3673437" y="2101850"/>
                  </a:lnTo>
                  <a:lnTo>
                    <a:pt x="3673754" y="2099691"/>
                  </a:lnTo>
                  <a:close/>
                </a:path>
                <a:path w="7306945" h="4226560">
                  <a:moveTo>
                    <a:pt x="3923677" y="1955241"/>
                  </a:moveTo>
                  <a:lnTo>
                    <a:pt x="3889552" y="1974951"/>
                  </a:lnTo>
                  <a:lnTo>
                    <a:pt x="3923360" y="1957031"/>
                  </a:lnTo>
                  <a:lnTo>
                    <a:pt x="3923677" y="1955241"/>
                  </a:lnTo>
                  <a:close/>
                </a:path>
                <a:path w="7306945" h="4226560">
                  <a:moveTo>
                    <a:pt x="4082211" y="1863598"/>
                  </a:moveTo>
                  <a:lnTo>
                    <a:pt x="4066933" y="1872437"/>
                  </a:lnTo>
                  <a:lnTo>
                    <a:pt x="4073512" y="1870646"/>
                  </a:lnTo>
                  <a:lnTo>
                    <a:pt x="4075760" y="1870036"/>
                  </a:lnTo>
                  <a:lnTo>
                    <a:pt x="4077385" y="1868411"/>
                  </a:lnTo>
                  <a:lnTo>
                    <a:pt x="4082211" y="1863598"/>
                  </a:lnTo>
                  <a:close/>
                </a:path>
                <a:path w="7306945" h="4226560">
                  <a:moveTo>
                    <a:pt x="4343832" y="1712391"/>
                  </a:moveTo>
                  <a:lnTo>
                    <a:pt x="4223232" y="1782089"/>
                  </a:lnTo>
                  <a:lnTo>
                    <a:pt x="4257040" y="1764601"/>
                  </a:lnTo>
                  <a:lnTo>
                    <a:pt x="4288231" y="1748447"/>
                  </a:lnTo>
                  <a:lnTo>
                    <a:pt x="4331576" y="1723402"/>
                  </a:lnTo>
                  <a:lnTo>
                    <a:pt x="4339818" y="1716760"/>
                  </a:lnTo>
                  <a:lnTo>
                    <a:pt x="4341431" y="1715465"/>
                  </a:lnTo>
                  <a:lnTo>
                    <a:pt x="4343832" y="1712391"/>
                  </a:lnTo>
                  <a:close/>
                </a:path>
                <a:path w="7306945" h="4226560">
                  <a:moveTo>
                    <a:pt x="4640758" y="1540764"/>
                  </a:moveTo>
                  <a:lnTo>
                    <a:pt x="4583544" y="1573834"/>
                  </a:lnTo>
                  <a:lnTo>
                    <a:pt x="4589678" y="1572374"/>
                  </a:lnTo>
                  <a:lnTo>
                    <a:pt x="4593361" y="1571485"/>
                  </a:lnTo>
                  <a:lnTo>
                    <a:pt x="4599914" y="1568297"/>
                  </a:lnTo>
                  <a:lnTo>
                    <a:pt x="4629988" y="1550924"/>
                  </a:lnTo>
                  <a:lnTo>
                    <a:pt x="4634966" y="1546199"/>
                  </a:lnTo>
                  <a:lnTo>
                    <a:pt x="4640758" y="1540764"/>
                  </a:lnTo>
                  <a:close/>
                </a:path>
                <a:path w="7306945" h="4226560">
                  <a:moveTo>
                    <a:pt x="4860772" y="1413598"/>
                  </a:moveTo>
                  <a:lnTo>
                    <a:pt x="4836693" y="1427518"/>
                  </a:lnTo>
                  <a:lnTo>
                    <a:pt x="4837735" y="1429029"/>
                  </a:lnTo>
                  <a:lnTo>
                    <a:pt x="4838636" y="1430324"/>
                  </a:lnTo>
                  <a:lnTo>
                    <a:pt x="4844643" y="1426857"/>
                  </a:lnTo>
                  <a:lnTo>
                    <a:pt x="4852111" y="1420723"/>
                  </a:lnTo>
                  <a:lnTo>
                    <a:pt x="4860772" y="1413598"/>
                  </a:lnTo>
                  <a:close/>
                </a:path>
                <a:path w="7306945" h="4226560">
                  <a:moveTo>
                    <a:pt x="5112347" y="1268196"/>
                  </a:moveTo>
                  <a:lnTo>
                    <a:pt x="5084178" y="1284478"/>
                  </a:lnTo>
                  <a:lnTo>
                    <a:pt x="5112080" y="1269707"/>
                  </a:lnTo>
                  <a:lnTo>
                    <a:pt x="5112347" y="1268196"/>
                  </a:lnTo>
                  <a:close/>
                </a:path>
                <a:path w="7306945" h="4226560">
                  <a:moveTo>
                    <a:pt x="5397551" y="1103350"/>
                  </a:moveTo>
                  <a:lnTo>
                    <a:pt x="5341404" y="1135799"/>
                  </a:lnTo>
                  <a:lnTo>
                    <a:pt x="5381460" y="1114818"/>
                  </a:lnTo>
                  <a:lnTo>
                    <a:pt x="5397068" y="1106639"/>
                  </a:lnTo>
                  <a:lnTo>
                    <a:pt x="5397195" y="1105725"/>
                  </a:lnTo>
                  <a:lnTo>
                    <a:pt x="5397551" y="1103350"/>
                  </a:lnTo>
                  <a:close/>
                </a:path>
                <a:path w="7306945" h="4226560">
                  <a:moveTo>
                    <a:pt x="5720372" y="916762"/>
                  </a:moveTo>
                  <a:lnTo>
                    <a:pt x="5591949" y="990993"/>
                  </a:lnTo>
                  <a:lnTo>
                    <a:pt x="5638724" y="966152"/>
                  </a:lnTo>
                  <a:lnTo>
                    <a:pt x="5675515" y="946619"/>
                  </a:lnTo>
                  <a:lnTo>
                    <a:pt x="5709755" y="926820"/>
                  </a:lnTo>
                  <a:lnTo>
                    <a:pt x="5716727" y="921461"/>
                  </a:lnTo>
                  <a:lnTo>
                    <a:pt x="5717260" y="920775"/>
                  </a:lnTo>
                  <a:lnTo>
                    <a:pt x="5720372" y="916762"/>
                  </a:lnTo>
                  <a:close/>
                </a:path>
                <a:path w="7306945" h="4226560">
                  <a:moveTo>
                    <a:pt x="5860389" y="835837"/>
                  </a:moveTo>
                  <a:lnTo>
                    <a:pt x="5843524" y="845578"/>
                  </a:lnTo>
                  <a:lnTo>
                    <a:pt x="5852744" y="841336"/>
                  </a:lnTo>
                  <a:lnTo>
                    <a:pt x="5860389" y="835837"/>
                  </a:lnTo>
                  <a:close/>
                </a:path>
                <a:path w="7306945" h="4226560">
                  <a:moveTo>
                    <a:pt x="6125553" y="682561"/>
                  </a:moveTo>
                  <a:lnTo>
                    <a:pt x="6104306" y="694855"/>
                  </a:lnTo>
                  <a:lnTo>
                    <a:pt x="6105918" y="696175"/>
                  </a:lnTo>
                  <a:lnTo>
                    <a:pt x="6107125" y="697153"/>
                  </a:lnTo>
                  <a:lnTo>
                    <a:pt x="6118377" y="690651"/>
                  </a:lnTo>
                  <a:lnTo>
                    <a:pt x="6121438" y="687197"/>
                  </a:lnTo>
                  <a:lnTo>
                    <a:pt x="6125553" y="682561"/>
                  </a:lnTo>
                  <a:close/>
                </a:path>
                <a:path w="7306945" h="4226560">
                  <a:moveTo>
                    <a:pt x="6381953" y="534377"/>
                  </a:moveTo>
                  <a:lnTo>
                    <a:pt x="6340030" y="558609"/>
                  </a:lnTo>
                  <a:lnTo>
                    <a:pt x="6381572" y="536536"/>
                  </a:lnTo>
                  <a:lnTo>
                    <a:pt x="6381953" y="534377"/>
                  </a:lnTo>
                  <a:close/>
                </a:path>
                <a:path w="7306945" h="4226560">
                  <a:moveTo>
                    <a:pt x="6595313" y="411060"/>
                  </a:moveTo>
                  <a:lnTo>
                    <a:pt x="6554203" y="434822"/>
                  </a:lnTo>
                  <a:lnTo>
                    <a:pt x="6594932" y="413219"/>
                  </a:lnTo>
                  <a:lnTo>
                    <a:pt x="6595313" y="411060"/>
                  </a:lnTo>
                  <a:close/>
                </a:path>
                <a:path w="7306945" h="4226560">
                  <a:moveTo>
                    <a:pt x="6830873" y="274904"/>
                  </a:moveTo>
                  <a:lnTo>
                    <a:pt x="6763398" y="313893"/>
                  </a:lnTo>
                  <a:lnTo>
                    <a:pt x="6770662" y="312026"/>
                  </a:lnTo>
                  <a:lnTo>
                    <a:pt x="6772351" y="311594"/>
                  </a:lnTo>
                  <a:lnTo>
                    <a:pt x="6782117" y="307009"/>
                  </a:lnTo>
                  <a:lnTo>
                    <a:pt x="6807416" y="292379"/>
                  </a:lnTo>
                  <a:lnTo>
                    <a:pt x="6819328" y="283908"/>
                  </a:lnTo>
                  <a:lnTo>
                    <a:pt x="6829006" y="277012"/>
                  </a:lnTo>
                  <a:lnTo>
                    <a:pt x="6830873" y="274904"/>
                  </a:lnTo>
                  <a:close/>
                </a:path>
                <a:path w="7306945" h="4226560">
                  <a:moveTo>
                    <a:pt x="7041642" y="153073"/>
                  </a:moveTo>
                  <a:lnTo>
                    <a:pt x="7025729" y="162267"/>
                  </a:lnTo>
                  <a:lnTo>
                    <a:pt x="7033844" y="158711"/>
                  </a:lnTo>
                  <a:lnTo>
                    <a:pt x="7041642" y="153073"/>
                  </a:lnTo>
                  <a:close/>
                </a:path>
                <a:path w="7306945" h="4226560">
                  <a:moveTo>
                    <a:pt x="7306500" y="0"/>
                  </a:moveTo>
                  <a:lnTo>
                    <a:pt x="7285418" y="12179"/>
                  </a:lnTo>
                  <a:lnTo>
                    <a:pt x="7287146" y="13563"/>
                  </a:lnTo>
                  <a:lnTo>
                    <a:pt x="7288263" y="14465"/>
                  </a:lnTo>
                  <a:lnTo>
                    <a:pt x="7299312" y="8077"/>
                  </a:lnTo>
                  <a:lnTo>
                    <a:pt x="7302132" y="4902"/>
                  </a:lnTo>
                  <a:lnTo>
                    <a:pt x="7306500" y="0"/>
                  </a:lnTo>
                  <a:close/>
                </a:path>
              </a:pathLst>
            </a:custGeom>
            <a:solidFill>
              <a:srgbClr val="999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088186" y="1186031"/>
              <a:ext cx="7298690" cy="4218940"/>
            </a:xfrm>
            <a:custGeom>
              <a:avLst/>
              <a:gdLst/>
              <a:ahLst/>
              <a:cxnLst/>
              <a:rect l="l" t="t" r="r" b="b"/>
              <a:pathLst>
                <a:path w="7298690" h="4218940">
                  <a:moveTo>
                    <a:pt x="5708618" y="918750"/>
                  </a:moveTo>
                  <a:lnTo>
                    <a:pt x="5674373" y="938543"/>
                  </a:lnTo>
                  <a:lnTo>
                    <a:pt x="5691581" y="929406"/>
                  </a:lnTo>
                  <a:lnTo>
                    <a:pt x="5700725" y="924834"/>
                  </a:lnTo>
                  <a:lnTo>
                    <a:pt x="5708618" y="918750"/>
                  </a:lnTo>
                  <a:close/>
                </a:path>
                <a:path w="7298690" h="4218940">
                  <a:moveTo>
                    <a:pt x="4330436" y="1715326"/>
                  </a:moveTo>
                  <a:lnTo>
                    <a:pt x="4287098" y="1740375"/>
                  </a:lnTo>
                  <a:lnTo>
                    <a:pt x="4310812" y="1728102"/>
                  </a:lnTo>
                  <a:lnTo>
                    <a:pt x="4321070" y="1722177"/>
                  </a:lnTo>
                  <a:lnTo>
                    <a:pt x="4326077" y="1718838"/>
                  </a:lnTo>
                  <a:lnTo>
                    <a:pt x="4330436" y="1715326"/>
                  </a:lnTo>
                  <a:close/>
                </a:path>
                <a:path w="7298690" h="4218940">
                  <a:moveTo>
                    <a:pt x="333223" y="4025678"/>
                  </a:moveTo>
                  <a:lnTo>
                    <a:pt x="319461" y="4033633"/>
                  </a:lnTo>
                  <a:lnTo>
                    <a:pt x="319548" y="4033784"/>
                  </a:lnTo>
                  <a:lnTo>
                    <a:pt x="332153" y="4026503"/>
                  </a:lnTo>
                  <a:lnTo>
                    <a:pt x="333223" y="4025678"/>
                  </a:lnTo>
                  <a:close/>
                </a:path>
                <a:path w="7298690" h="4218940">
                  <a:moveTo>
                    <a:pt x="2229005" y="2929934"/>
                  </a:moveTo>
                  <a:lnTo>
                    <a:pt x="2222504" y="2933691"/>
                  </a:lnTo>
                  <a:lnTo>
                    <a:pt x="2222733" y="2934348"/>
                  </a:lnTo>
                  <a:lnTo>
                    <a:pt x="2225942" y="2932494"/>
                  </a:lnTo>
                  <a:lnTo>
                    <a:pt x="2229005" y="2929934"/>
                  </a:lnTo>
                  <a:close/>
                </a:path>
                <a:path w="7298690" h="4218940">
                  <a:moveTo>
                    <a:pt x="2152968" y="2973883"/>
                  </a:moveTo>
                  <a:lnTo>
                    <a:pt x="2139327" y="2981767"/>
                  </a:lnTo>
                  <a:lnTo>
                    <a:pt x="2145729" y="2978832"/>
                  </a:lnTo>
                  <a:lnTo>
                    <a:pt x="2149611" y="2976590"/>
                  </a:lnTo>
                  <a:lnTo>
                    <a:pt x="2152968" y="2973883"/>
                  </a:lnTo>
                  <a:close/>
                </a:path>
                <a:path w="7298690" h="4218940">
                  <a:moveTo>
                    <a:pt x="13277" y="4210604"/>
                  </a:moveTo>
                  <a:lnTo>
                    <a:pt x="0" y="4218382"/>
                  </a:lnTo>
                  <a:lnTo>
                    <a:pt x="12900" y="4210930"/>
                  </a:lnTo>
                  <a:lnTo>
                    <a:pt x="13277" y="4210604"/>
                  </a:lnTo>
                  <a:close/>
                </a:path>
                <a:path w="7298690" h="4218940">
                  <a:moveTo>
                    <a:pt x="7298178" y="0"/>
                  </a:moveTo>
                  <a:lnTo>
                    <a:pt x="7287120" y="6390"/>
                  </a:lnTo>
                  <a:lnTo>
                    <a:pt x="7288823" y="7758"/>
                  </a:lnTo>
                  <a:lnTo>
                    <a:pt x="7293876" y="4839"/>
                  </a:lnTo>
                  <a:lnTo>
                    <a:pt x="7298178" y="0"/>
                  </a:lnTo>
                  <a:close/>
                </a:path>
                <a:path w="7298690" h="4218940">
                  <a:moveTo>
                    <a:pt x="6806284" y="284310"/>
                  </a:moveTo>
                  <a:lnTo>
                    <a:pt x="6780976" y="298937"/>
                  </a:lnTo>
                  <a:lnTo>
                    <a:pt x="6794957" y="292374"/>
                  </a:lnTo>
                  <a:lnTo>
                    <a:pt x="6806284" y="284310"/>
                  </a:lnTo>
                  <a:close/>
                </a:path>
                <a:path w="7298690" h="4218940">
                  <a:moveTo>
                    <a:pt x="6117237" y="682572"/>
                  </a:moveTo>
                  <a:lnTo>
                    <a:pt x="6105984" y="689077"/>
                  </a:lnTo>
                  <a:lnTo>
                    <a:pt x="6107410" y="690239"/>
                  </a:lnTo>
                  <a:lnTo>
                    <a:pt x="6113600" y="686663"/>
                  </a:lnTo>
                  <a:lnTo>
                    <a:pt x="6117237" y="682572"/>
                  </a:lnTo>
                  <a:close/>
                </a:path>
                <a:path w="7298690" h="4218940">
                  <a:moveTo>
                    <a:pt x="4843501" y="1418780"/>
                  </a:moveTo>
                  <a:lnTo>
                    <a:pt x="4837497" y="1422250"/>
                  </a:lnTo>
                  <a:lnTo>
                    <a:pt x="4838141" y="1423182"/>
                  </a:lnTo>
                  <a:lnTo>
                    <a:pt x="4843501" y="1418780"/>
                  </a:lnTo>
                  <a:close/>
                </a:path>
                <a:path w="7298690" h="4218940">
                  <a:moveTo>
                    <a:pt x="4628847" y="1542848"/>
                  </a:moveTo>
                  <a:lnTo>
                    <a:pt x="4598782" y="1560225"/>
                  </a:lnTo>
                  <a:lnTo>
                    <a:pt x="4611065" y="1554246"/>
                  </a:lnTo>
                  <a:lnTo>
                    <a:pt x="4628847" y="1542848"/>
                  </a:lnTo>
                  <a:close/>
                </a:path>
                <a:path w="7298690" h="4218940">
                  <a:moveTo>
                    <a:pt x="3322728" y="2297772"/>
                  </a:moveTo>
                  <a:lnTo>
                    <a:pt x="3303620" y="2308816"/>
                  </a:lnTo>
                  <a:lnTo>
                    <a:pt x="3312598" y="2304753"/>
                  </a:lnTo>
                  <a:lnTo>
                    <a:pt x="3315395" y="2303137"/>
                  </a:lnTo>
                  <a:lnTo>
                    <a:pt x="3322728" y="2297772"/>
                  </a:lnTo>
                  <a:close/>
                </a:path>
                <a:path w="7298690" h="4218940">
                  <a:moveTo>
                    <a:pt x="1789833" y="3183771"/>
                  </a:moveTo>
                  <a:lnTo>
                    <a:pt x="1776469" y="3191495"/>
                  </a:lnTo>
                  <a:lnTo>
                    <a:pt x="1782241" y="3188813"/>
                  </a:lnTo>
                  <a:lnTo>
                    <a:pt x="1785417" y="3186978"/>
                  </a:lnTo>
                  <a:lnTo>
                    <a:pt x="1789833" y="3183771"/>
                  </a:lnTo>
                  <a:close/>
                </a:path>
                <a:path w="7298690" h="4218940">
                  <a:moveTo>
                    <a:pt x="910357" y="3692100"/>
                  </a:moveTo>
                  <a:lnTo>
                    <a:pt x="894408" y="3701318"/>
                  </a:lnTo>
                  <a:lnTo>
                    <a:pt x="898935" y="3699083"/>
                  </a:lnTo>
                  <a:lnTo>
                    <a:pt x="906623" y="3694642"/>
                  </a:lnTo>
                  <a:lnTo>
                    <a:pt x="910357" y="3692100"/>
                  </a:lnTo>
                  <a:close/>
                </a:path>
              </a:pathLst>
            </a:custGeom>
            <a:solidFill>
              <a:srgbClr val="9B9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088186" y="1190871"/>
              <a:ext cx="7294245" cy="4215765"/>
            </a:xfrm>
            <a:custGeom>
              <a:avLst/>
              <a:gdLst/>
              <a:ahLst/>
              <a:cxnLst/>
              <a:rect l="l" t="t" r="r" b="b"/>
              <a:pathLst>
                <a:path w="7294245" h="4215765">
                  <a:moveTo>
                    <a:pt x="4321070" y="1717337"/>
                  </a:moveTo>
                  <a:lnTo>
                    <a:pt x="4310812" y="1723263"/>
                  </a:lnTo>
                  <a:lnTo>
                    <a:pt x="4316933" y="1720095"/>
                  </a:lnTo>
                  <a:lnTo>
                    <a:pt x="4321070" y="1717337"/>
                  </a:lnTo>
                  <a:close/>
                </a:path>
                <a:path w="7294245" h="4215765">
                  <a:moveTo>
                    <a:pt x="332153" y="4021663"/>
                  </a:moveTo>
                  <a:lnTo>
                    <a:pt x="319548" y="4028944"/>
                  </a:lnTo>
                  <a:lnTo>
                    <a:pt x="328625" y="4024383"/>
                  </a:lnTo>
                  <a:lnTo>
                    <a:pt x="332153" y="4021663"/>
                  </a:lnTo>
                  <a:close/>
                </a:path>
                <a:path w="7294245" h="4215765">
                  <a:moveTo>
                    <a:pt x="2225942" y="2927655"/>
                  </a:moveTo>
                  <a:lnTo>
                    <a:pt x="2222733" y="2929509"/>
                  </a:lnTo>
                  <a:lnTo>
                    <a:pt x="2222957" y="2930151"/>
                  </a:lnTo>
                  <a:lnTo>
                    <a:pt x="2225942" y="2927655"/>
                  </a:lnTo>
                  <a:close/>
                </a:path>
                <a:path w="7294245" h="4215765">
                  <a:moveTo>
                    <a:pt x="2149611" y="2971750"/>
                  </a:moveTo>
                  <a:lnTo>
                    <a:pt x="2145729" y="2973992"/>
                  </a:lnTo>
                  <a:lnTo>
                    <a:pt x="2148281" y="2972823"/>
                  </a:lnTo>
                  <a:lnTo>
                    <a:pt x="2149611" y="2971750"/>
                  </a:lnTo>
                  <a:close/>
                </a:path>
                <a:path w="7294245" h="4215765">
                  <a:moveTo>
                    <a:pt x="12900" y="4206090"/>
                  </a:moveTo>
                  <a:lnTo>
                    <a:pt x="0" y="4213542"/>
                  </a:lnTo>
                  <a:lnTo>
                    <a:pt x="633" y="4215421"/>
                  </a:lnTo>
                  <a:lnTo>
                    <a:pt x="5072" y="4212856"/>
                  </a:lnTo>
                  <a:lnTo>
                    <a:pt x="12900" y="4206090"/>
                  </a:lnTo>
                  <a:close/>
                </a:path>
                <a:path w="7294245" h="4215765">
                  <a:moveTo>
                    <a:pt x="7293876" y="0"/>
                  </a:moveTo>
                  <a:lnTo>
                    <a:pt x="7288823" y="2918"/>
                  </a:lnTo>
                  <a:lnTo>
                    <a:pt x="7289938" y="3815"/>
                  </a:lnTo>
                  <a:lnTo>
                    <a:pt x="7291061" y="3166"/>
                  </a:lnTo>
                  <a:lnTo>
                    <a:pt x="7293876" y="0"/>
                  </a:lnTo>
                  <a:close/>
                </a:path>
                <a:path w="7294245" h="4215765">
                  <a:moveTo>
                    <a:pt x="6113600" y="681823"/>
                  </a:moveTo>
                  <a:lnTo>
                    <a:pt x="6107410" y="685399"/>
                  </a:lnTo>
                  <a:lnTo>
                    <a:pt x="6108599" y="686368"/>
                  </a:lnTo>
                  <a:lnTo>
                    <a:pt x="6110578" y="685224"/>
                  </a:lnTo>
                  <a:lnTo>
                    <a:pt x="6113600" y="681823"/>
                  </a:lnTo>
                  <a:close/>
                </a:path>
                <a:path w="7294245" h="4215765">
                  <a:moveTo>
                    <a:pt x="3315395" y="2298297"/>
                  </a:moveTo>
                  <a:lnTo>
                    <a:pt x="3312598" y="2299913"/>
                  </a:lnTo>
                  <a:lnTo>
                    <a:pt x="3314141" y="2299215"/>
                  </a:lnTo>
                  <a:lnTo>
                    <a:pt x="3315395" y="2298297"/>
                  </a:lnTo>
                  <a:close/>
                </a:path>
                <a:path w="7294245" h="4215765">
                  <a:moveTo>
                    <a:pt x="1785417" y="3182138"/>
                  </a:moveTo>
                  <a:lnTo>
                    <a:pt x="1782241" y="3183973"/>
                  </a:lnTo>
                  <a:lnTo>
                    <a:pt x="1784045" y="3183135"/>
                  </a:lnTo>
                  <a:lnTo>
                    <a:pt x="1785417" y="3182138"/>
                  </a:lnTo>
                  <a:close/>
                </a:path>
                <a:path w="7294245" h="4215765">
                  <a:moveTo>
                    <a:pt x="906623" y="3689802"/>
                  </a:moveTo>
                  <a:lnTo>
                    <a:pt x="898935" y="3694243"/>
                  </a:lnTo>
                  <a:lnTo>
                    <a:pt x="903173" y="3692151"/>
                  </a:lnTo>
                  <a:lnTo>
                    <a:pt x="906623" y="3689802"/>
                  </a:lnTo>
                  <a:close/>
                </a:path>
              </a:pathLst>
            </a:custGeom>
            <a:solidFill>
              <a:srgbClr val="9B9B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088819" y="1876096"/>
              <a:ext cx="6109970" cy="3531235"/>
            </a:xfrm>
            <a:custGeom>
              <a:avLst/>
              <a:gdLst/>
              <a:ahLst/>
              <a:cxnLst/>
              <a:rect l="l" t="t" r="r" b="b"/>
              <a:pathLst>
                <a:path w="6109970" h="3531235">
                  <a:moveTo>
                    <a:pt x="4439" y="3527632"/>
                  </a:moveTo>
                  <a:lnTo>
                    <a:pt x="0" y="3530196"/>
                  </a:lnTo>
                  <a:lnTo>
                    <a:pt x="332" y="3531182"/>
                  </a:lnTo>
                  <a:lnTo>
                    <a:pt x="4439" y="3527632"/>
                  </a:lnTo>
                  <a:close/>
                </a:path>
                <a:path w="6109970" h="3531235">
                  <a:moveTo>
                    <a:pt x="6109944" y="0"/>
                  </a:moveTo>
                  <a:lnTo>
                    <a:pt x="6107965" y="1143"/>
                  </a:lnTo>
                  <a:lnTo>
                    <a:pt x="6108928" y="1143"/>
                  </a:lnTo>
                  <a:lnTo>
                    <a:pt x="6109944" y="0"/>
                  </a:lnTo>
                  <a:close/>
                </a:path>
              </a:pathLst>
            </a:custGeom>
            <a:solidFill>
              <a:srgbClr val="9E9E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816" y="796416"/>
              <a:ext cx="7721981" cy="4781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</TotalTime>
  <Words>1419</Words>
  <Application>Microsoft Office PowerPoint</Application>
  <PresentationFormat>Affichage à l'écran (4:3)</PresentationFormat>
  <Paragraphs>257</Paragraphs>
  <Slides>39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5" baseType="lpstr">
      <vt:lpstr>Arial</vt:lpstr>
      <vt:lpstr>Arial MT</vt:lpstr>
      <vt:lpstr>Calibri</vt:lpstr>
      <vt:lpstr>Comic Sans MS</vt:lpstr>
      <vt:lpstr>Wingdings</vt:lpstr>
      <vt:lpstr>Office Theme</vt:lpstr>
      <vt:lpstr>CONDUITE A TENIR DEVANT</vt:lpstr>
      <vt:lpstr>Plan du cours</vt:lpstr>
      <vt:lpstr>Introduction</vt:lpstr>
      <vt:lpstr>B. Intérêt de la question</vt:lpstr>
      <vt:lpstr>PHYSIOPATHOLOGIE</vt:lpstr>
      <vt:lpstr>Présentation PowerPoint</vt:lpstr>
      <vt:lpstr>Reconnaitre les vomissements</vt:lpstr>
      <vt:lpstr>Diagnostic différentiel</vt:lpstr>
      <vt:lpstr>Complications</vt:lpstr>
      <vt:lpstr>1)Complications hydro-électrolytiques:</vt:lpstr>
      <vt:lpstr>2) Complications mécaniques</vt:lpstr>
      <vt:lpstr>Présentation PowerPoint</vt:lpstr>
      <vt:lpstr>Présentation PowerPoint</vt:lpstr>
      <vt:lpstr>Présentation PowerPoint</vt:lpstr>
      <vt:lpstr>3)Complications respiratoires</vt:lpstr>
      <vt:lpstr>Diagnostic étiologique</vt:lpstr>
      <vt:lpstr>1)Vomissements aigus</vt:lpstr>
      <vt:lpstr>L’examen clinique: doit rechercher  </vt:lpstr>
      <vt:lpstr>Présentation PowerPoint</vt:lpstr>
      <vt:lpstr>B. Etiologies</vt:lpstr>
      <vt:lpstr>Présentation PowerPoint</vt:lpstr>
      <vt:lpstr>2)Causes extradigestives :</vt:lpstr>
      <vt:lpstr>Causes neurologiques -Méningite</vt:lpstr>
      <vt:lpstr>Causes métaboliques et endocriniennes: -Acidocétose diabétique:</vt:lpstr>
      <vt:lpstr>Causes cardiaques -IDM</vt:lpstr>
      <vt:lpstr>2)Vomissements Chroniques</vt:lpstr>
      <vt:lpstr>B. Etiologies</vt:lpstr>
      <vt:lpstr>Présentation PowerPoint</vt:lpstr>
      <vt:lpstr>Présentation PowerPoint</vt:lpstr>
      <vt:lpstr>Présentation PowerPoint</vt:lpstr>
      <vt:lpstr>Cas particuliers: Grossesse</vt:lpstr>
      <vt:lpstr>2)La stéatose hépatique aigue gravidique</vt:lpstr>
      <vt:lpstr>3)Pré éclampsie</vt:lpstr>
      <vt:lpstr>Traitement des vomissements</vt:lpstr>
      <vt:lpstr>Présentation PowerPoint</vt:lpstr>
      <vt:lpstr>1)Traitement symptomatique</vt:lpstr>
      <vt:lpstr>Conclusion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CAT_devant-vomissement [Mode de compatibilité]</dc:title>
  <dc:creator>user</dc:creator>
  <cp:lastModifiedBy>Nassim N'as</cp:lastModifiedBy>
  <cp:revision>20</cp:revision>
  <dcterms:created xsi:type="dcterms:W3CDTF">2025-09-29T17:53:50Z</dcterms:created>
  <dcterms:modified xsi:type="dcterms:W3CDTF">2026-04-15T10:53:02Z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2014-08-11T00:00:00Z</vt:filetime>
  </property>
  <property fmtid="{D5CDD505-2E9C-101B-9397-08002B2CF9AE}" pid="3" name="Creator">
    <vt:lpwstr>Microsoft PowerPoint - CAT_devant-vomissement [Mode de compatibilité]</vt:lpwstr>
  </property>
  <property fmtid="{D5CDD505-2E9C-101B-9397-08002B2CF9AE}" pid="4" name="LastSaved">
    <vt:filetime>2025-09-29T00:00:00Z</vt:filetime>
  </property>
  <property fmtid="{D5CDD505-2E9C-101B-9397-08002B2CF9AE}" pid="5" name="Producer">
    <vt:lpwstr>ScanSoft PDF Create! 7</vt:lpwstr>
  </property>
</Properties>
</file>