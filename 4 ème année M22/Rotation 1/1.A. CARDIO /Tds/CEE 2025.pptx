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3" r:id="rId4"/>
    <p:sldId id="258" r:id="rId5"/>
    <p:sldId id="259" r:id="rId6"/>
    <p:sldId id="271" r:id="rId7"/>
    <p:sldId id="260" r:id="rId8"/>
    <p:sldId id="265" r:id="rId9"/>
    <p:sldId id="267" r:id="rId10"/>
    <p:sldId id="261" r:id="rId11"/>
    <p:sldId id="262" r:id="rId12"/>
    <p:sldId id="274" r:id="rId13"/>
    <p:sldId id="269" r:id="rId14"/>
    <p:sldId id="268" r:id="rId15"/>
    <p:sldId id="263"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3866AD-1418-446C-87E4-313D269B1DAB}" v="259" dt="2025-02-01T20:41:53.6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987"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ED73C8-A20B-4A24-8256-37657572979A}"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FCA33BAE-288A-43A6-9D16-837ABC8D0BEE}">
      <dgm:prSet/>
      <dgm:spPr/>
      <dgm:t>
        <a:bodyPr/>
        <a:lstStyle/>
        <a:p>
          <a:r>
            <a:rPr lang="en-US"/>
            <a:t>- Unité principale : écran et interface de commande</a:t>
          </a:r>
        </a:p>
      </dgm:t>
    </dgm:pt>
    <dgm:pt modelId="{497949FE-772B-498C-B882-EF76F129D32C}" type="parTrans" cxnId="{A980F408-C642-47A3-8C62-E04DFDBA829A}">
      <dgm:prSet/>
      <dgm:spPr/>
      <dgm:t>
        <a:bodyPr/>
        <a:lstStyle/>
        <a:p>
          <a:endParaRPr lang="en-US"/>
        </a:p>
      </dgm:t>
    </dgm:pt>
    <dgm:pt modelId="{65DD8761-84EB-4044-8601-3A5EBBF0958E}" type="sibTrans" cxnId="{A980F408-C642-47A3-8C62-E04DFDBA829A}">
      <dgm:prSet/>
      <dgm:spPr/>
      <dgm:t>
        <a:bodyPr/>
        <a:lstStyle/>
        <a:p>
          <a:endParaRPr lang="en-US"/>
        </a:p>
      </dgm:t>
    </dgm:pt>
    <dgm:pt modelId="{FE1EE001-B5B8-4918-B993-29707264E2FA}">
      <dgm:prSet/>
      <dgm:spPr/>
      <dgm:t>
        <a:bodyPr/>
        <a:lstStyle/>
        <a:p>
          <a:r>
            <a:rPr lang="en-US"/>
            <a:t>- Électrodes : placées sur le thorax pour délivrer le choc</a:t>
          </a:r>
        </a:p>
      </dgm:t>
    </dgm:pt>
    <dgm:pt modelId="{FD1E3B75-FBBC-4C87-B176-12DB43F790A3}" type="parTrans" cxnId="{27A34E55-974E-42C1-A7BA-F253AF6F054D}">
      <dgm:prSet/>
      <dgm:spPr/>
      <dgm:t>
        <a:bodyPr/>
        <a:lstStyle/>
        <a:p>
          <a:endParaRPr lang="en-US"/>
        </a:p>
      </dgm:t>
    </dgm:pt>
    <dgm:pt modelId="{0DC2384A-AFFC-4D4C-AFCF-71CFEEA91727}" type="sibTrans" cxnId="{27A34E55-974E-42C1-A7BA-F253AF6F054D}">
      <dgm:prSet/>
      <dgm:spPr/>
      <dgm:t>
        <a:bodyPr/>
        <a:lstStyle/>
        <a:p>
          <a:endParaRPr lang="en-US"/>
        </a:p>
      </dgm:t>
    </dgm:pt>
    <dgm:pt modelId="{E28F54EB-50C3-4D2E-A71E-EB42861C70FA}">
      <dgm:prSet/>
      <dgm:spPr/>
      <dgm:t>
        <a:bodyPr/>
        <a:lstStyle/>
        <a:p>
          <a:r>
            <a:rPr lang="en-US"/>
            <a:t>- Source d’énergie : batterie ou alimentation électrique</a:t>
          </a:r>
        </a:p>
      </dgm:t>
    </dgm:pt>
    <dgm:pt modelId="{57DDACA6-E40D-4CCC-90E3-B7C05EABCD6F}" type="parTrans" cxnId="{157B6D7A-A2F8-4F49-8554-7EB367419E80}">
      <dgm:prSet/>
      <dgm:spPr/>
      <dgm:t>
        <a:bodyPr/>
        <a:lstStyle/>
        <a:p>
          <a:endParaRPr lang="en-US"/>
        </a:p>
      </dgm:t>
    </dgm:pt>
    <dgm:pt modelId="{958B2922-7AB9-43C0-9EEF-380A527A5928}" type="sibTrans" cxnId="{157B6D7A-A2F8-4F49-8554-7EB367419E80}">
      <dgm:prSet/>
      <dgm:spPr/>
      <dgm:t>
        <a:bodyPr/>
        <a:lstStyle/>
        <a:p>
          <a:endParaRPr lang="en-US"/>
        </a:p>
      </dgm:t>
    </dgm:pt>
    <dgm:pt modelId="{D1E5F8FD-134E-41C8-A4E5-62A098F62E50}">
      <dgm:prSet/>
      <dgm:spPr/>
      <dgm:t>
        <a:bodyPr/>
        <a:lstStyle/>
        <a:p>
          <a:r>
            <a:rPr lang="en-US"/>
            <a:t>- Système d’analyse du rythme cardiaque</a:t>
          </a:r>
        </a:p>
      </dgm:t>
    </dgm:pt>
    <dgm:pt modelId="{DF557E48-85BE-4AA5-802F-3BAA99BDA192}" type="parTrans" cxnId="{771BFCC9-FEC2-43D6-85B9-913AE56127E9}">
      <dgm:prSet/>
      <dgm:spPr/>
      <dgm:t>
        <a:bodyPr/>
        <a:lstStyle/>
        <a:p>
          <a:endParaRPr lang="en-US"/>
        </a:p>
      </dgm:t>
    </dgm:pt>
    <dgm:pt modelId="{BEF49590-BBFE-4232-A1AC-1BAA1AC7F2A5}" type="sibTrans" cxnId="{771BFCC9-FEC2-43D6-85B9-913AE56127E9}">
      <dgm:prSet/>
      <dgm:spPr/>
      <dgm:t>
        <a:bodyPr/>
        <a:lstStyle/>
        <a:p>
          <a:endParaRPr lang="en-US"/>
        </a:p>
      </dgm:t>
    </dgm:pt>
    <dgm:pt modelId="{77C8A3E5-6985-40F8-AF68-0D3A1671D7D5}" type="pres">
      <dgm:prSet presAssocID="{FEED73C8-A20B-4A24-8256-37657572979A}" presName="linear" presStyleCnt="0">
        <dgm:presLayoutVars>
          <dgm:animLvl val="lvl"/>
          <dgm:resizeHandles val="exact"/>
        </dgm:presLayoutVars>
      </dgm:prSet>
      <dgm:spPr/>
    </dgm:pt>
    <dgm:pt modelId="{70773AB2-E56C-4BFC-96E9-3DCA4F0A314B}" type="pres">
      <dgm:prSet presAssocID="{FCA33BAE-288A-43A6-9D16-837ABC8D0BEE}" presName="parentText" presStyleLbl="node1" presStyleIdx="0" presStyleCnt="4">
        <dgm:presLayoutVars>
          <dgm:chMax val="0"/>
          <dgm:bulletEnabled val="1"/>
        </dgm:presLayoutVars>
      </dgm:prSet>
      <dgm:spPr/>
    </dgm:pt>
    <dgm:pt modelId="{B3D36ECC-56C2-4D8F-B87B-242203D3E8D4}" type="pres">
      <dgm:prSet presAssocID="{65DD8761-84EB-4044-8601-3A5EBBF0958E}" presName="spacer" presStyleCnt="0"/>
      <dgm:spPr/>
    </dgm:pt>
    <dgm:pt modelId="{4C711761-5AFF-45A4-9549-5776D222F442}" type="pres">
      <dgm:prSet presAssocID="{FE1EE001-B5B8-4918-B993-29707264E2FA}" presName="parentText" presStyleLbl="node1" presStyleIdx="1" presStyleCnt="4">
        <dgm:presLayoutVars>
          <dgm:chMax val="0"/>
          <dgm:bulletEnabled val="1"/>
        </dgm:presLayoutVars>
      </dgm:prSet>
      <dgm:spPr/>
    </dgm:pt>
    <dgm:pt modelId="{CB6BFDEB-71B2-4C72-AE92-52FAD3A73E58}" type="pres">
      <dgm:prSet presAssocID="{0DC2384A-AFFC-4D4C-AFCF-71CFEEA91727}" presName="spacer" presStyleCnt="0"/>
      <dgm:spPr/>
    </dgm:pt>
    <dgm:pt modelId="{6A3E1777-F494-4524-AF91-CA131BB20979}" type="pres">
      <dgm:prSet presAssocID="{E28F54EB-50C3-4D2E-A71E-EB42861C70FA}" presName="parentText" presStyleLbl="node1" presStyleIdx="2" presStyleCnt="4">
        <dgm:presLayoutVars>
          <dgm:chMax val="0"/>
          <dgm:bulletEnabled val="1"/>
        </dgm:presLayoutVars>
      </dgm:prSet>
      <dgm:spPr/>
    </dgm:pt>
    <dgm:pt modelId="{A87BE0E1-8010-4BAC-8218-D90C8496277F}" type="pres">
      <dgm:prSet presAssocID="{958B2922-7AB9-43C0-9EEF-380A527A5928}" presName="spacer" presStyleCnt="0"/>
      <dgm:spPr/>
    </dgm:pt>
    <dgm:pt modelId="{9F38DF9E-66E3-4D98-8879-20A5A1286D38}" type="pres">
      <dgm:prSet presAssocID="{D1E5F8FD-134E-41C8-A4E5-62A098F62E50}" presName="parentText" presStyleLbl="node1" presStyleIdx="3" presStyleCnt="4">
        <dgm:presLayoutVars>
          <dgm:chMax val="0"/>
          <dgm:bulletEnabled val="1"/>
        </dgm:presLayoutVars>
      </dgm:prSet>
      <dgm:spPr/>
    </dgm:pt>
  </dgm:ptLst>
  <dgm:cxnLst>
    <dgm:cxn modelId="{F9E25E02-B922-4D31-A3D7-CE8D6A2F04E4}" type="presOf" srcId="{FE1EE001-B5B8-4918-B993-29707264E2FA}" destId="{4C711761-5AFF-45A4-9549-5776D222F442}" srcOrd="0" destOrd="0" presId="urn:microsoft.com/office/officeart/2005/8/layout/vList2"/>
    <dgm:cxn modelId="{A980F408-C642-47A3-8C62-E04DFDBA829A}" srcId="{FEED73C8-A20B-4A24-8256-37657572979A}" destId="{FCA33BAE-288A-43A6-9D16-837ABC8D0BEE}" srcOrd="0" destOrd="0" parTransId="{497949FE-772B-498C-B882-EF76F129D32C}" sibTransId="{65DD8761-84EB-4044-8601-3A5EBBF0958E}"/>
    <dgm:cxn modelId="{2ACF2A4F-FF2E-494E-9D94-8B1B96FEA70B}" type="presOf" srcId="{FCA33BAE-288A-43A6-9D16-837ABC8D0BEE}" destId="{70773AB2-E56C-4BFC-96E9-3DCA4F0A314B}" srcOrd="0" destOrd="0" presId="urn:microsoft.com/office/officeart/2005/8/layout/vList2"/>
    <dgm:cxn modelId="{27A34E55-974E-42C1-A7BA-F253AF6F054D}" srcId="{FEED73C8-A20B-4A24-8256-37657572979A}" destId="{FE1EE001-B5B8-4918-B993-29707264E2FA}" srcOrd="1" destOrd="0" parTransId="{FD1E3B75-FBBC-4C87-B176-12DB43F790A3}" sibTransId="{0DC2384A-AFFC-4D4C-AFCF-71CFEEA91727}"/>
    <dgm:cxn modelId="{157B6D7A-A2F8-4F49-8554-7EB367419E80}" srcId="{FEED73C8-A20B-4A24-8256-37657572979A}" destId="{E28F54EB-50C3-4D2E-A71E-EB42861C70FA}" srcOrd="2" destOrd="0" parTransId="{57DDACA6-E40D-4CCC-90E3-B7C05EABCD6F}" sibTransId="{958B2922-7AB9-43C0-9EEF-380A527A5928}"/>
    <dgm:cxn modelId="{76CEAA92-BD83-4C8C-A07C-D50F5248A01A}" type="presOf" srcId="{E28F54EB-50C3-4D2E-A71E-EB42861C70FA}" destId="{6A3E1777-F494-4524-AF91-CA131BB20979}" srcOrd="0" destOrd="0" presId="urn:microsoft.com/office/officeart/2005/8/layout/vList2"/>
    <dgm:cxn modelId="{18B6D1B1-51DF-4908-B209-5C8F73990566}" type="presOf" srcId="{FEED73C8-A20B-4A24-8256-37657572979A}" destId="{77C8A3E5-6985-40F8-AF68-0D3A1671D7D5}" srcOrd="0" destOrd="0" presId="urn:microsoft.com/office/officeart/2005/8/layout/vList2"/>
    <dgm:cxn modelId="{771BFCC9-FEC2-43D6-85B9-913AE56127E9}" srcId="{FEED73C8-A20B-4A24-8256-37657572979A}" destId="{D1E5F8FD-134E-41C8-A4E5-62A098F62E50}" srcOrd="3" destOrd="0" parTransId="{DF557E48-85BE-4AA5-802F-3BAA99BDA192}" sibTransId="{BEF49590-BBFE-4232-A1AC-1BAA1AC7F2A5}"/>
    <dgm:cxn modelId="{E721CBE4-37B4-4ABC-86CE-F5E6FB4B912E}" type="presOf" srcId="{D1E5F8FD-134E-41C8-A4E5-62A098F62E50}" destId="{9F38DF9E-66E3-4D98-8879-20A5A1286D38}" srcOrd="0" destOrd="0" presId="urn:microsoft.com/office/officeart/2005/8/layout/vList2"/>
    <dgm:cxn modelId="{D3B9060B-46ED-4289-B17C-A03F831D0FF6}" type="presParOf" srcId="{77C8A3E5-6985-40F8-AF68-0D3A1671D7D5}" destId="{70773AB2-E56C-4BFC-96E9-3DCA4F0A314B}" srcOrd="0" destOrd="0" presId="urn:microsoft.com/office/officeart/2005/8/layout/vList2"/>
    <dgm:cxn modelId="{8BF5C7D6-E87D-433F-B406-13A179D033AC}" type="presParOf" srcId="{77C8A3E5-6985-40F8-AF68-0D3A1671D7D5}" destId="{B3D36ECC-56C2-4D8F-B87B-242203D3E8D4}" srcOrd="1" destOrd="0" presId="urn:microsoft.com/office/officeart/2005/8/layout/vList2"/>
    <dgm:cxn modelId="{3E76C2C0-B00C-4C77-9BF6-598A5949E54A}" type="presParOf" srcId="{77C8A3E5-6985-40F8-AF68-0D3A1671D7D5}" destId="{4C711761-5AFF-45A4-9549-5776D222F442}" srcOrd="2" destOrd="0" presId="urn:microsoft.com/office/officeart/2005/8/layout/vList2"/>
    <dgm:cxn modelId="{DDA155EF-F978-45B3-8C82-9D2BCB9371FF}" type="presParOf" srcId="{77C8A3E5-6985-40F8-AF68-0D3A1671D7D5}" destId="{CB6BFDEB-71B2-4C72-AE92-52FAD3A73E58}" srcOrd="3" destOrd="0" presId="urn:microsoft.com/office/officeart/2005/8/layout/vList2"/>
    <dgm:cxn modelId="{AE100556-B08E-4AB7-8FBB-ABD042DA4872}" type="presParOf" srcId="{77C8A3E5-6985-40F8-AF68-0D3A1671D7D5}" destId="{6A3E1777-F494-4524-AF91-CA131BB20979}" srcOrd="4" destOrd="0" presId="urn:microsoft.com/office/officeart/2005/8/layout/vList2"/>
    <dgm:cxn modelId="{CF91AEA5-0C6D-42B5-9481-5F8A00F9F205}" type="presParOf" srcId="{77C8A3E5-6985-40F8-AF68-0D3A1671D7D5}" destId="{A87BE0E1-8010-4BAC-8218-D90C8496277F}" srcOrd="5" destOrd="0" presId="urn:microsoft.com/office/officeart/2005/8/layout/vList2"/>
    <dgm:cxn modelId="{55D8E38E-3F65-40DE-A4C2-09E89467C753}" type="presParOf" srcId="{77C8A3E5-6985-40F8-AF68-0D3A1671D7D5}" destId="{9F38DF9E-66E3-4D98-8879-20A5A1286D3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DF5DE9-3614-4304-A244-54E046F91BF1}"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688A6C9B-466D-468B-96A9-7A0C9232C066}">
      <dgm:prSet/>
      <dgm:spPr/>
      <dgm:t>
        <a:bodyPr/>
        <a:lstStyle/>
        <a:p>
          <a:r>
            <a:rPr lang="en-US"/>
            <a:t>- Défibrillateur Semi-Automatique (DSA)</a:t>
          </a:r>
        </a:p>
      </dgm:t>
    </dgm:pt>
    <dgm:pt modelId="{9622B5E5-12EB-41A4-B3CB-80A6C8CDFF76}" type="parTrans" cxnId="{CCACFEDC-9937-45D6-80A0-1AA9F9EFA7CD}">
      <dgm:prSet/>
      <dgm:spPr/>
      <dgm:t>
        <a:bodyPr/>
        <a:lstStyle/>
        <a:p>
          <a:endParaRPr lang="en-US"/>
        </a:p>
      </dgm:t>
    </dgm:pt>
    <dgm:pt modelId="{BEAA396D-5AA3-4E51-B97E-550795407AEE}" type="sibTrans" cxnId="{CCACFEDC-9937-45D6-80A0-1AA9F9EFA7CD}">
      <dgm:prSet/>
      <dgm:spPr/>
      <dgm:t>
        <a:bodyPr/>
        <a:lstStyle/>
        <a:p>
          <a:endParaRPr lang="en-US"/>
        </a:p>
      </dgm:t>
    </dgm:pt>
    <dgm:pt modelId="{54E9B6A3-EECF-4047-B518-9086C28DC1A2}">
      <dgm:prSet/>
      <dgm:spPr/>
      <dgm:t>
        <a:bodyPr/>
        <a:lstStyle/>
        <a:p>
          <a:r>
            <a:rPr lang="en-US"/>
            <a:t>- Défibrillateur Entièrement Automatique (DEA)</a:t>
          </a:r>
        </a:p>
      </dgm:t>
    </dgm:pt>
    <dgm:pt modelId="{AF3FF61C-C3A8-4C42-8B47-6A591D1CD228}" type="parTrans" cxnId="{3E384E16-9A43-455E-BDF9-F826046C27A2}">
      <dgm:prSet/>
      <dgm:spPr/>
      <dgm:t>
        <a:bodyPr/>
        <a:lstStyle/>
        <a:p>
          <a:endParaRPr lang="en-US"/>
        </a:p>
      </dgm:t>
    </dgm:pt>
    <dgm:pt modelId="{4811C0D5-6F5C-44E1-82A6-160A9361F1C2}" type="sibTrans" cxnId="{3E384E16-9A43-455E-BDF9-F826046C27A2}">
      <dgm:prSet/>
      <dgm:spPr/>
      <dgm:t>
        <a:bodyPr/>
        <a:lstStyle/>
        <a:p>
          <a:endParaRPr lang="en-US"/>
        </a:p>
      </dgm:t>
    </dgm:pt>
    <dgm:pt modelId="{BB60B9FC-94EE-4670-B53C-5C0BB08F7384}">
      <dgm:prSet/>
      <dgm:spPr/>
      <dgm:t>
        <a:bodyPr/>
        <a:lstStyle/>
        <a:p>
          <a:r>
            <a:rPr lang="en-US"/>
            <a:t>- Défibrillateur Manuel</a:t>
          </a:r>
        </a:p>
      </dgm:t>
    </dgm:pt>
    <dgm:pt modelId="{08BC0134-190B-415D-A821-A69131E826DE}" type="parTrans" cxnId="{0878CE97-1984-4135-9AB1-73DCF51B6B33}">
      <dgm:prSet/>
      <dgm:spPr/>
      <dgm:t>
        <a:bodyPr/>
        <a:lstStyle/>
        <a:p>
          <a:endParaRPr lang="en-US"/>
        </a:p>
      </dgm:t>
    </dgm:pt>
    <dgm:pt modelId="{C06161F4-D11D-4359-B104-68447660FDAD}" type="sibTrans" cxnId="{0878CE97-1984-4135-9AB1-73DCF51B6B33}">
      <dgm:prSet/>
      <dgm:spPr/>
      <dgm:t>
        <a:bodyPr/>
        <a:lstStyle/>
        <a:p>
          <a:endParaRPr lang="en-US"/>
        </a:p>
      </dgm:t>
    </dgm:pt>
    <dgm:pt modelId="{4FBF0909-E3CC-4405-836D-253D0F2A419C}">
      <dgm:prSet/>
      <dgm:spPr/>
      <dgm:t>
        <a:bodyPr/>
        <a:lstStyle/>
        <a:p>
          <a:r>
            <a:rPr lang="en-US"/>
            <a:t>- Défibrillateur Implantable (DAI)</a:t>
          </a:r>
        </a:p>
      </dgm:t>
    </dgm:pt>
    <dgm:pt modelId="{93ECD0BE-9260-4668-82FB-A084CCADB1DB}" type="parTrans" cxnId="{C5C1AB25-3C83-4A09-8A1A-80A980539511}">
      <dgm:prSet/>
      <dgm:spPr/>
      <dgm:t>
        <a:bodyPr/>
        <a:lstStyle/>
        <a:p>
          <a:endParaRPr lang="en-US"/>
        </a:p>
      </dgm:t>
    </dgm:pt>
    <dgm:pt modelId="{9AB8D353-8D29-4D54-874F-54E7375B1A14}" type="sibTrans" cxnId="{C5C1AB25-3C83-4A09-8A1A-80A980539511}">
      <dgm:prSet/>
      <dgm:spPr/>
      <dgm:t>
        <a:bodyPr/>
        <a:lstStyle/>
        <a:p>
          <a:endParaRPr lang="en-US"/>
        </a:p>
      </dgm:t>
    </dgm:pt>
    <dgm:pt modelId="{0E4EC6DA-A4EC-4D76-8448-7F058ED42412}" type="pres">
      <dgm:prSet presAssocID="{1BDF5DE9-3614-4304-A244-54E046F91BF1}" presName="diagram" presStyleCnt="0">
        <dgm:presLayoutVars>
          <dgm:dir/>
          <dgm:resizeHandles val="exact"/>
        </dgm:presLayoutVars>
      </dgm:prSet>
      <dgm:spPr/>
    </dgm:pt>
    <dgm:pt modelId="{DC18778F-42A1-42B6-8949-980B870A8BFC}" type="pres">
      <dgm:prSet presAssocID="{688A6C9B-466D-468B-96A9-7A0C9232C066}" presName="node" presStyleLbl="node1" presStyleIdx="0" presStyleCnt="4">
        <dgm:presLayoutVars>
          <dgm:bulletEnabled val="1"/>
        </dgm:presLayoutVars>
      </dgm:prSet>
      <dgm:spPr/>
    </dgm:pt>
    <dgm:pt modelId="{38E4FE8C-CA64-4BAD-B996-31084C4B0E60}" type="pres">
      <dgm:prSet presAssocID="{BEAA396D-5AA3-4E51-B97E-550795407AEE}" presName="sibTrans" presStyleCnt="0"/>
      <dgm:spPr/>
    </dgm:pt>
    <dgm:pt modelId="{E8F00FFD-6BD7-4F8A-AE59-88413AF8A5BE}" type="pres">
      <dgm:prSet presAssocID="{54E9B6A3-EECF-4047-B518-9086C28DC1A2}" presName="node" presStyleLbl="node1" presStyleIdx="1" presStyleCnt="4">
        <dgm:presLayoutVars>
          <dgm:bulletEnabled val="1"/>
        </dgm:presLayoutVars>
      </dgm:prSet>
      <dgm:spPr/>
    </dgm:pt>
    <dgm:pt modelId="{8159A1C6-4670-4CAF-B473-2FB1C558A8AD}" type="pres">
      <dgm:prSet presAssocID="{4811C0D5-6F5C-44E1-82A6-160A9361F1C2}" presName="sibTrans" presStyleCnt="0"/>
      <dgm:spPr/>
    </dgm:pt>
    <dgm:pt modelId="{7018A7B9-CC93-4D83-9EDF-22EAA77CE6B6}" type="pres">
      <dgm:prSet presAssocID="{BB60B9FC-94EE-4670-B53C-5C0BB08F7384}" presName="node" presStyleLbl="node1" presStyleIdx="2" presStyleCnt="4">
        <dgm:presLayoutVars>
          <dgm:bulletEnabled val="1"/>
        </dgm:presLayoutVars>
      </dgm:prSet>
      <dgm:spPr/>
    </dgm:pt>
    <dgm:pt modelId="{7B7D7FD6-83B8-489E-A2D1-196204349ACB}" type="pres">
      <dgm:prSet presAssocID="{C06161F4-D11D-4359-B104-68447660FDAD}" presName="sibTrans" presStyleCnt="0"/>
      <dgm:spPr/>
    </dgm:pt>
    <dgm:pt modelId="{FE8B8A8E-286E-426D-85A5-350D1C57531C}" type="pres">
      <dgm:prSet presAssocID="{4FBF0909-E3CC-4405-836D-253D0F2A419C}" presName="node" presStyleLbl="node1" presStyleIdx="3" presStyleCnt="4">
        <dgm:presLayoutVars>
          <dgm:bulletEnabled val="1"/>
        </dgm:presLayoutVars>
      </dgm:prSet>
      <dgm:spPr/>
    </dgm:pt>
  </dgm:ptLst>
  <dgm:cxnLst>
    <dgm:cxn modelId="{8A65170F-4273-4BA2-807B-E30C0318F839}" type="presOf" srcId="{BB60B9FC-94EE-4670-B53C-5C0BB08F7384}" destId="{7018A7B9-CC93-4D83-9EDF-22EAA77CE6B6}" srcOrd="0" destOrd="0" presId="urn:microsoft.com/office/officeart/2005/8/layout/default"/>
    <dgm:cxn modelId="{3E384E16-9A43-455E-BDF9-F826046C27A2}" srcId="{1BDF5DE9-3614-4304-A244-54E046F91BF1}" destId="{54E9B6A3-EECF-4047-B518-9086C28DC1A2}" srcOrd="1" destOrd="0" parTransId="{AF3FF61C-C3A8-4C42-8B47-6A591D1CD228}" sibTransId="{4811C0D5-6F5C-44E1-82A6-160A9361F1C2}"/>
    <dgm:cxn modelId="{C5C1AB25-3C83-4A09-8A1A-80A980539511}" srcId="{1BDF5DE9-3614-4304-A244-54E046F91BF1}" destId="{4FBF0909-E3CC-4405-836D-253D0F2A419C}" srcOrd="3" destOrd="0" parTransId="{93ECD0BE-9260-4668-82FB-A084CCADB1DB}" sibTransId="{9AB8D353-8D29-4D54-874F-54E7375B1A14}"/>
    <dgm:cxn modelId="{F42B6627-2B4B-4D4E-8CDD-ED43D4A02BC5}" type="presOf" srcId="{54E9B6A3-EECF-4047-B518-9086C28DC1A2}" destId="{E8F00FFD-6BD7-4F8A-AE59-88413AF8A5BE}" srcOrd="0" destOrd="0" presId="urn:microsoft.com/office/officeart/2005/8/layout/default"/>
    <dgm:cxn modelId="{58EC0E31-DDD1-400F-9AD1-C56F4FEA7C80}" type="presOf" srcId="{4FBF0909-E3CC-4405-836D-253D0F2A419C}" destId="{FE8B8A8E-286E-426D-85A5-350D1C57531C}" srcOrd="0" destOrd="0" presId="urn:microsoft.com/office/officeart/2005/8/layout/default"/>
    <dgm:cxn modelId="{09BEA047-E83B-4D38-8DC8-E6FE50336D67}" type="presOf" srcId="{1BDF5DE9-3614-4304-A244-54E046F91BF1}" destId="{0E4EC6DA-A4EC-4D76-8448-7F058ED42412}" srcOrd="0" destOrd="0" presId="urn:microsoft.com/office/officeart/2005/8/layout/default"/>
    <dgm:cxn modelId="{0878CE97-1984-4135-9AB1-73DCF51B6B33}" srcId="{1BDF5DE9-3614-4304-A244-54E046F91BF1}" destId="{BB60B9FC-94EE-4670-B53C-5C0BB08F7384}" srcOrd="2" destOrd="0" parTransId="{08BC0134-190B-415D-A821-A69131E826DE}" sibTransId="{C06161F4-D11D-4359-B104-68447660FDAD}"/>
    <dgm:cxn modelId="{54DEF89C-CD1D-48C6-A907-8297AC9DE730}" type="presOf" srcId="{688A6C9B-466D-468B-96A9-7A0C9232C066}" destId="{DC18778F-42A1-42B6-8949-980B870A8BFC}" srcOrd="0" destOrd="0" presId="urn:microsoft.com/office/officeart/2005/8/layout/default"/>
    <dgm:cxn modelId="{CCACFEDC-9937-45D6-80A0-1AA9F9EFA7CD}" srcId="{1BDF5DE9-3614-4304-A244-54E046F91BF1}" destId="{688A6C9B-466D-468B-96A9-7A0C9232C066}" srcOrd="0" destOrd="0" parTransId="{9622B5E5-12EB-41A4-B3CB-80A6C8CDFF76}" sibTransId="{BEAA396D-5AA3-4E51-B97E-550795407AEE}"/>
    <dgm:cxn modelId="{81715F57-2FF7-4E14-A106-3EC13E54BC51}" type="presParOf" srcId="{0E4EC6DA-A4EC-4D76-8448-7F058ED42412}" destId="{DC18778F-42A1-42B6-8949-980B870A8BFC}" srcOrd="0" destOrd="0" presId="urn:microsoft.com/office/officeart/2005/8/layout/default"/>
    <dgm:cxn modelId="{1DB68075-00D9-4318-8F2A-2738557512D6}" type="presParOf" srcId="{0E4EC6DA-A4EC-4D76-8448-7F058ED42412}" destId="{38E4FE8C-CA64-4BAD-B996-31084C4B0E60}" srcOrd="1" destOrd="0" presId="urn:microsoft.com/office/officeart/2005/8/layout/default"/>
    <dgm:cxn modelId="{691ECD03-6B3D-4DD6-A7FC-BCE02C2CD7F7}" type="presParOf" srcId="{0E4EC6DA-A4EC-4D76-8448-7F058ED42412}" destId="{E8F00FFD-6BD7-4F8A-AE59-88413AF8A5BE}" srcOrd="2" destOrd="0" presId="urn:microsoft.com/office/officeart/2005/8/layout/default"/>
    <dgm:cxn modelId="{5485BBE1-2B33-4756-85F4-37A5461E73AA}" type="presParOf" srcId="{0E4EC6DA-A4EC-4D76-8448-7F058ED42412}" destId="{8159A1C6-4670-4CAF-B473-2FB1C558A8AD}" srcOrd="3" destOrd="0" presId="urn:microsoft.com/office/officeart/2005/8/layout/default"/>
    <dgm:cxn modelId="{250A75E9-657E-4EF8-AC9F-4DE73AF921C4}" type="presParOf" srcId="{0E4EC6DA-A4EC-4D76-8448-7F058ED42412}" destId="{7018A7B9-CC93-4D83-9EDF-22EAA77CE6B6}" srcOrd="4" destOrd="0" presId="urn:microsoft.com/office/officeart/2005/8/layout/default"/>
    <dgm:cxn modelId="{714F7DB0-9486-4344-9220-46270BD32C87}" type="presParOf" srcId="{0E4EC6DA-A4EC-4D76-8448-7F058ED42412}" destId="{7B7D7FD6-83B8-489E-A2D1-196204349ACB}" srcOrd="5" destOrd="0" presId="urn:microsoft.com/office/officeart/2005/8/layout/default"/>
    <dgm:cxn modelId="{58C6F13A-9AED-4F83-83F4-44B6884EBB6A}" type="presParOf" srcId="{0E4EC6DA-A4EC-4D76-8448-7F058ED42412}" destId="{FE8B8A8E-286E-426D-85A5-350D1C57531C}"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EFD474-56CD-4A34-A78B-BD26640238DC}"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E3115C0D-9948-4039-B26F-094EF068D586}">
      <dgm:prSet/>
      <dgm:spPr/>
      <dgm:t>
        <a:bodyPr/>
        <a:lstStyle/>
        <a:p>
          <a:r>
            <a:rPr lang="en-US"/>
            <a:t>- Position Antero-Apicale : sous la clavicule droite et sur l’hémithorax gauche</a:t>
          </a:r>
        </a:p>
      </dgm:t>
    </dgm:pt>
    <dgm:pt modelId="{55086B83-4E95-4AE9-B15A-61EC7E60C641}" type="parTrans" cxnId="{AB77E3E4-AD66-41E5-AAA1-11854FF837AC}">
      <dgm:prSet/>
      <dgm:spPr/>
      <dgm:t>
        <a:bodyPr/>
        <a:lstStyle/>
        <a:p>
          <a:endParaRPr lang="en-US"/>
        </a:p>
      </dgm:t>
    </dgm:pt>
    <dgm:pt modelId="{00A6C8ED-D470-4752-BE24-DC13BC86430B}" type="sibTrans" cxnId="{AB77E3E4-AD66-41E5-AAA1-11854FF837AC}">
      <dgm:prSet/>
      <dgm:spPr/>
      <dgm:t>
        <a:bodyPr/>
        <a:lstStyle/>
        <a:p>
          <a:endParaRPr lang="en-US"/>
        </a:p>
      </dgm:t>
    </dgm:pt>
    <dgm:pt modelId="{294F5848-5024-47E9-BDDC-904EFA5EBBCA}">
      <dgm:prSet/>
      <dgm:spPr/>
      <dgm:t>
        <a:bodyPr/>
        <a:lstStyle/>
        <a:p>
          <a:r>
            <a:rPr lang="en-US"/>
            <a:t>- Position Antéro-Postérieure : région précordiale et dos entre les omoplates</a:t>
          </a:r>
        </a:p>
      </dgm:t>
    </dgm:pt>
    <dgm:pt modelId="{B5506230-E24D-4EBE-9D78-FD962D738C91}" type="parTrans" cxnId="{88639AD4-787C-47E2-A07D-D280ED90BE4B}">
      <dgm:prSet/>
      <dgm:spPr/>
      <dgm:t>
        <a:bodyPr/>
        <a:lstStyle/>
        <a:p>
          <a:endParaRPr lang="en-US"/>
        </a:p>
      </dgm:t>
    </dgm:pt>
    <dgm:pt modelId="{2C118AD2-C1EE-4FF4-96A3-42FD0DAE9C23}" type="sibTrans" cxnId="{88639AD4-787C-47E2-A07D-D280ED90BE4B}">
      <dgm:prSet/>
      <dgm:spPr/>
      <dgm:t>
        <a:bodyPr/>
        <a:lstStyle/>
        <a:p>
          <a:endParaRPr lang="en-US"/>
        </a:p>
      </dgm:t>
    </dgm:pt>
    <dgm:pt modelId="{350751C6-BDA7-4343-B17F-D001620D0479}" type="pres">
      <dgm:prSet presAssocID="{ECEFD474-56CD-4A34-A78B-BD26640238DC}" presName="linear" presStyleCnt="0">
        <dgm:presLayoutVars>
          <dgm:animLvl val="lvl"/>
          <dgm:resizeHandles val="exact"/>
        </dgm:presLayoutVars>
      </dgm:prSet>
      <dgm:spPr/>
    </dgm:pt>
    <dgm:pt modelId="{E6FFBC71-8BCF-42DF-B6F5-45BF6AD6CAFC}" type="pres">
      <dgm:prSet presAssocID="{E3115C0D-9948-4039-B26F-094EF068D586}" presName="parentText" presStyleLbl="node1" presStyleIdx="0" presStyleCnt="2">
        <dgm:presLayoutVars>
          <dgm:chMax val="0"/>
          <dgm:bulletEnabled val="1"/>
        </dgm:presLayoutVars>
      </dgm:prSet>
      <dgm:spPr/>
    </dgm:pt>
    <dgm:pt modelId="{4F9AC064-C576-4AB1-B621-ACC5B191E188}" type="pres">
      <dgm:prSet presAssocID="{00A6C8ED-D470-4752-BE24-DC13BC86430B}" presName="spacer" presStyleCnt="0"/>
      <dgm:spPr/>
    </dgm:pt>
    <dgm:pt modelId="{4376086E-0892-4318-ACE2-CC0539E9A9F1}" type="pres">
      <dgm:prSet presAssocID="{294F5848-5024-47E9-BDDC-904EFA5EBBCA}" presName="parentText" presStyleLbl="node1" presStyleIdx="1" presStyleCnt="2">
        <dgm:presLayoutVars>
          <dgm:chMax val="0"/>
          <dgm:bulletEnabled val="1"/>
        </dgm:presLayoutVars>
      </dgm:prSet>
      <dgm:spPr/>
    </dgm:pt>
  </dgm:ptLst>
  <dgm:cxnLst>
    <dgm:cxn modelId="{BE957F9D-C15F-4FAF-ACCD-BDF1ED8A075A}" type="presOf" srcId="{E3115C0D-9948-4039-B26F-094EF068D586}" destId="{E6FFBC71-8BCF-42DF-B6F5-45BF6AD6CAFC}" srcOrd="0" destOrd="0" presId="urn:microsoft.com/office/officeart/2005/8/layout/vList2"/>
    <dgm:cxn modelId="{88639AD4-787C-47E2-A07D-D280ED90BE4B}" srcId="{ECEFD474-56CD-4A34-A78B-BD26640238DC}" destId="{294F5848-5024-47E9-BDDC-904EFA5EBBCA}" srcOrd="1" destOrd="0" parTransId="{B5506230-E24D-4EBE-9D78-FD962D738C91}" sibTransId="{2C118AD2-C1EE-4FF4-96A3-42FD0DAE9C23}"/>
    <dgm:cxn modelId="{AB77E3E4-AD66-41E5-AAA1-11854FF837AC}" srcId="{ECEFD474-56CD-4A34-A78B-BD26640238DC}" destId="{E3115C0D-9948-4039-B26F-094EF068D586}" srcOrd="0" destOrd="0" parTransId="{55086B83-4E95-4AE9-B15A-61EC7E60C641}" sibTransId="{00A6C8ED-D470-4752-BE24-DC13BC86430B}"/>
    <dgm:cxn modelId="{02C9E7EB-54BD-4080-8A96-14E83C1FABD7}" type="presOf" srcId="{294F5848-5024-47E9-BDDC-904EFA5EBBCA}" destId="{4376086E-0892-4318-ACE2-CC0539E9A9F1}" srcOrd="0" destOrd="0" presId="urn:microsoft.com/office/officeart/2005/8/layout/vList2"/>
    <dgm:cxn modelId="{CCCC03FF-929D-4979-9D11-11CB5009A51E}" type="presOf" srcId="{ECEFD474-56CD-4A34-A78B-BD26640238DC}" destId="{350751C6-BDA7-4343-B17F-D001620D0479}" srcOrd="0" destOrd="0" presId="urn:microsoft.com/office/officeart/2005/8/layout/vList2"/>
    <dgm:cxn modelId="{67C89774-0E59-471E-A5A7-3FBFE6366F42}" type="presParOf" srcId="{350751C6-BDA7-4343-B17F-D001620D0479}" destId="{E6FFBC71-8BCF-42DF-B6F5-45BF6AD6CAFC}" srcOrd="0" destOrd="0" presId="urn:microsoft.com/office/officeart/2005/8/layout/vList2"/>
    <dgm:cxn modelId="{94A5D80E-4369-4BF2-ACEA-DFBE2C18B750}" type="presParOf" srcId="{350751C6-BDA7-4343-B17F-D001620D0479}" destId="{4F9AC064-C576-4AB1-B621-ACC5B191E188}" srcOrd="1" destOrd="0" presId="urn:microsoft.com/office/officeart/2005/8/layout/vList2"/>
    <dgm:cxn modelId="{22004C20-E865-4A82-8134-11D0FC88AC35}" type="presParOf" srcId="{350751C6-BDA7-4343-B17F-D001620D0479}" destId="{4376086E-0892-4318-ACE2-CC0539E9A9F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1A1FBFD-CAE3-430C-9BC0-54A66865C7DC}"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9A370C3E-E53E-4B06-A86C-717847C471B9}">
      <dgm:prSet/>
      <dgm:spPr/>
      <dgm:t>
        <a:bodyPr/>
        <a:lstStyle/>
        <a:p>
          <a:r>
            <a:rPr lang="en-US"/>
            <a:t>- Défibrillateur Biphasique : 150-200 J (1er choc), 150-360 J (suivants)</a:t>
          </a:r>
        </a:p>
      </dgm:t>
    </dgm:pt>
    <dgm:pt modelId="{9DEBDBD0-B114-4AF5-BE97-5FBBBB828B6F}" type="parTrans" cxnId="{632A492F-A505-49BC-9427-8289A864AA0C}">
      <dgm:prSet/>
      <dgm:spPr/>
      <dgm:t>
        <a:bodyPr/>
        <a:lstStyle/>
        <a:p>
          <a:endParaRPr lang="en-US"/>
        </a:p>
      </dgm:t>
    </dgm:pt>
    <dgm:pt modelId="{10485DDF-65B8-4B29-87BC-9C5E6EBF62E1}" type="sibTrans" cxnId="{632A492F-A505-49BC-9427-8289A864AA0C}">
      <dgm:prSet/>
      <dgm:spPr/>
      <dgm:t>
        <a:bodyPr/>
        <a:lstStyle/>
        <a:p>
          <a:endParaRPr lang="en-US"/>
        </a:p>
      </dgm:t>
    </dgm:pt>
    <dgm:pt modelId="{A7B6B18E-75CF-4994-A53E-373A2A02AEEF}">
      <dgm:prSet/>
      <dgm:spPr/>
      <dgm:t>
        <a:bodyPr/>
        <a:lstStyle/>
        <a:p>
          <a:r>
            <a:rPr lang="en-US"/>
            <a:t>- Défibrillateur Monophasique : 360 J</a:t>
          </a:r>
        </a:p>
      </dgm:t>
    </dgm:pt>
    <dgm:pt modelId="{32836DF2-239D-41CB-A61B-1A67363712B2}" type="parTrans" cxnId="{F361DD86-C960-446A-B615-713DA07BB291}">
      <dgm:prSet/>
      <dgm:spPr/>
      <dgm:t>
        <a:bodyPr/>
        <a:lstStyle/>
        <a:p>
          <a:endParaRPr lang="en-US"/>
        </a:p>
      </dgm:t>
    </dgm:pt>
    <dgm:pt modelId="{A2428E84-F326-414B-9B41-9569AD3225DF}" type="sibTrans" cxnId="{F361DD86-C960-446A-B615-713DA07BB291}">
      <dgm:prSet/>
      <dgm:spPr/>
      <dgm:t>
        <a:bodyPr/>
        <a:lstStyle/>
        <a:p>
          <a:endParaRPr lang="en-US"/>
        </a:p>
      </dgm:t>
    </dgm:pt>
    <dgm:pt modelId="{70BA132C-F952-4A79-9883-70CD638AA088}">
      <dgm:prSet/>
      <dgm:spPr/>
      <dgm:t>
        <a:bodyPr/>
        <a:lstStyle/>
        <a:p>
          <a:r>
            <a:rPr lang="en-US"/>
            <a:t>- Enfant : 4 J/kg (max 10 J/kg)</a:t>
          </a:r>
        </a:p>
      </dgm:t>
    </dgm:pt>
    <dgm:pt modelId="{5ADD4A32-6BBB-49C1-8433-41859A7350C3}" type="parTrans" cxnId="{98B55C45-BA59-4CFC-ADD6-F392A1190F3E}">
      <dgm:prSet/>
      <dgm:spPr/>
      <dgm:t>
        <a:bodyPr/>
        <a:lstStyle/>
        <a:p>
          <a:endParaRPr lang="en-US"/>
        </a:p>
      </dgm:t>
    </dgm:pt>
    <dgm:pt modelId="{63778BDD-5696-49A0-8DE3-46133B441202}" type="sibTrans" cxnId="{98B55C45-BA59-4CFC-ADD6-F392A1190F3E}">
      <dgm:prSet/>
      <dgm:spPr/>
      <dgm:t>
        <a:bodyPr/>
        <a:lstStyle/>
        <a:p>
          <a:endParaRPr lang="en-US"/>
        </a:p>
      </dgm:t>
    </dgm:pt>
    <dgm:pt modelId="{2C7DC593-1206-4FBF-8CA2-9D3900758805}" type="pres">
      <dgm:prSet presAssocID="{81A1FBFD-CAE3-430C-9BC0-54A66865C7DC}" presName="diagram" presStyleCnt="0">
        <dgm:presLayoutVars>
          <dgm:dir/>
          <dgm:resizeHandles val="exact"/>
        </dgm:presLayoutVars>
      </dgm:prSet>
      <dgm:spPr/>
    </dgm:pt>
    <dgm:pt modelId="{2ACD63DD-C4F7-4699-9B4F-EEFDDCBFB8A3}" type="pres">
      <dgm:prSet presAssocID="{9A370C3E-E53E-4B06-A86C-717847C471B9}" presName="node" presStyleLbl="node1" presStyleIdx="0" presStyleCnt="3">
        <dgm:presLayoutVars>
          <dgm:bulletEnabled val="1"/>
        </dgm:presLayoutVars>
      </dgm:prSet>
      <dgm:spPr/>
    </dgm:pt>
    <dgm:pt modelId="{A206D107-ED17-4B34-ABCE-4CFAE4F09B2A}" type="pres">
      <dgm:prSet presAssocID="{10485DDF-65B8-4B29-87BC-9C5E6EBF62E1}" presName="sibTrans" presStyleCnt="0"/>
      <dgm:spPr/>
    </dgm:pt>
    <dgm:pt modelId="{9F471F13-D442-4311-859E-FD53036D0144}" type="pres">
      <dgm:prSet presAssocID="{A7B6B18E-75CF-4994-A53E-373A2A02AEEF}" presName="node" presStyleLbl="node1" presStyleIdx="1" presStyleCnt="3">
        <dgm:presLayoutVars>
          <dgm:bulletEnabled val="1"/>
        </dgm:presLayoutVars>
      </dgm:prSet>
      <dgm:spPr/>
    </dgm:pt>
    <dgm:pt modelId="{09089CE4-2213-405A-9A1A-03C1484A390E}" type="pres">
      <dgm:prSet presAssocID="{A2428E84-F326-414B-9B41-9569AD3225DF}" presName="sibTrans" presStyleCnt="0"/>
      <dgm:spPr/>
    </dgm:pt>
    <dgm:pt modelId="{91C739C4-7428-4FA6-83B2-8CB385163300}" type="pres">
      <dgm:prSet presAssocID="{70BA132C-F952-4A79-9883-70CD638AA088}" presName="node" presStyleLbl="node1" presStyleIdx="2" presStyleCnt="3">
        <dgm:presLayoutVars>
          <dgm:bulletEnabled val="1"/>
        </dgm:presLayoutVars>
      </dgm:prSet>
      <dgm:spPr/>
    </dgm:pt>
  </dgm:ptLst>
  <dgm:cxnLst>
    <dgm:cxn modelId="{824ECE0C-C738-4ED5-8496-3DED41459224}" type="presOf" srcId="{81A1FBFD-CAE3-430C-9BC0-54A66865C7DC}" destId="{2C7DC593-1206-4FBF-8CA2-9D3900758805}" srcOrd="0" destOrd="0" presId="urn:microsoft.com/office/officeart/2005/8/layout/default"/>
    <dgm:cxn modelId="{632A492F-A505-49BC-9427-8289A864AA0C}" srcId="{81A1FBFD-CAE3-430C-9BC0-54A66865C7DC}" destId="{9A370C3E-E53E-4B06-A86C-717847C471B9}" srcOrd="0" destOrd="0" parTransId="{9DEBDBD0-B114-4AF5-BE97-5FBBBB828B6F}" sibTransId="{10485DDF-65B8-4B29-87BC-9C5E6EBF62E1}"/>
    <dgm:cxn modelId="{FB4E5042-0B07-4D04-86B1-A51A94EA97B8}" type="presOf" srcId="{9A370C3E-E53E-4B06-A86C-717847C471B9}" destId="{2ACD63DD-C4F7-4699-9B4F-EEFDDCBFB8A3}" srcOrd="0" destOrd="0" presId="urn:microsoft.com/office/officeart/2005/8/layout/default"/>
    <dgm:cxn modelId="{98B55C45-BA59-4CFC-ADD6-F392A1190F3E}" srcId="{81A1FBFD-CAE3-430C-9BC0-54A66865C7DC}" destId="{70BA132C-F952-4A79-9883-70CD638AA088}" srcOrd="2" destOrd="0" parTransId="{5ADD4A32-6BBB-49C1-8433-41859A7350C3}" sibTransId="{63778BDD-5696-49A0-8DE3-46133B441202}"/>
    <dgm:cxn modelId="{25B49945-0157-48CB-83B6-C984376F8253}" type="presOf" srcId="{A7B6B18E-75CF-4994-A53E-373A2A02AEEF}" destId="{9F471F13-D442-4311-859E-FD53036D0144}" srcOrd="0" destOrd="0" presId="urn:microsoft.com/office/officeart/2005/8/layout/default"/>
    <dgm:cxn modelId="{E0FC6585-6FC5-402E-ACED-0BF4A180450F}" type="presOf" srcId="{70BA132C-F952-4A79-9883-70CD638AA088}" destId="{91C739C4-7428-4FA6-83B2-8CB385163300}" srcOrd="0" destOrd="0" presId="urn:microsoft.com/office/officeart/2005/8/layout/default"/>
    <dgm:cxn modelId="{F361DD86-C960-446A-B615-713DA07BB291}" srcId="{81A1FBFD-CAE3-430C-9BC0-54A66865C7DC}" destId="{A7B6B18E-75CF-4994-A53E-373A2A02AEEF}" srcOrd="1" destOrd="0" parTransId="{32836DF2-239D-41CB-A61B-1A67363712B2}" sibTransId="{A2428E84-F326-414B-9B41-9569AD3225DF}"/>
    <dgm:cxn modelId="{BCF1B852-8C13-4185-92B0-BCCD92DAF389}" type="presParOf" srcId="{2C7DC593-1206-4FBF-8CA2-9D3900758805}" destId="{2ACD63DD-C4F7-4699-9B4F-EEFDDCBFB8A3}" srcOrd="0" destOrd="0" presId="urn:microsoft.com/office/officeart/2005/8/layout/default"/>
    <dgm:cxn modelId="{9B00B677-DE02-4D95-BB5C-8E50913F7AE2}" type="presParOf" srcId="{2C7DC593-1206-4FBF-8CA2-9D3900758805}" destId="{A206D107-ED17-4B34-ABCE-4CFAE4F09B2A}" srcOrd="1" destOrd="0" presId="urn:microsoft.com/office/officeart/2005/8/layout/default"/>
    <dgm:cxn modelId="{8D58996E-2135-434B-A410-4EC00637F9B0}" type="presParOf" srcId="{2C7DC593-1206-4FBF-8CA2-9D3900758805}" destId="{9F471F13-D442-4311-859E-FD53036D0144}" srcOrd="2" destOrd="0" presId="urn:microsoft.com/office/officeart/2005/8/layout/default"/>
    <dgm:cxn modelId="{E31044B1-EAFC-4E6F-AE47-E5912761567C}" type="presParOf" srcId="{2C7DC593-1206-4FBF-8CA2-9D3900758805}" destId="{09089CE4-2213-405A-9A1A-03C1484A390E}" srcOrd="3" destOrd="0" presId="urn:microsoft.com/office/officeart/2005/8/layout/default"/>
    <dgm:cxn modelId="{37C8629E-FF87-48F5-8AFD-D4C13F430538}" type="presParOf" srcId="{2C7DC593-1206-4FBF-8CA2-9D3900758805}" destId="{91C739C4-7428-4FA6-83B2-8CB385163300}"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1A1FBFD-CAE3-430C-9BC0-54A66865C7DC}"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9A370C3E-E53E-4B06-A86C-717847C471B9}">
      <dgm:prSet/>
      <dgm:spPr/>
      <dgm:t>
        <a:bodyPr/>
        <a:lstStyle/>
        <a:p>
          <a:r>
            <a:rPr lang="en-US"/>
            <a:t>- Défibrillateur Biphasique : 150-200 J (1er choc), 150-360 J (suivants)</a:t>
          </a:r>
        </a:p>
      </dgm:t>
    </dgm:pt>
    <dgm:pt modelId="{9DEBDBD0-B114-4AF5-BE97-5FBBBB828B6F}" type="parTrans" cxnId="{632A492F-A505-49BC-9427-8289A864AA0C}">
      <dgm:prSet/>
      <dgm:spPr/>
      <dgm:t>
        <a:bodyPr/>
        <a:lstStyle/>
        <a:p>
          <a:endParaRPr lang="en-US"/>
        </a:p>
      </dgm:t>
    </dgm:pt>
    <dgm:pt modelId="{10485DDF-65B8-4B29-87BC-9C5E6EBF62E1}" type="sibTrans" cxnId="{632A492F-A505-49BC-9427-8289A864AA0C}">
      <dgm:prSet/>
      <dgm:spPr/>
      <dgm:t>
        <a:bodyPr/>
        <a:lstStyle/>
        <a:p>
          <a:endParaRPr lang="en-US"/>
        </a:p>
      </dgm:t>
    </dgm:pt>
    <dgm:pt modelId="{A7B6B18E-75CF-4994-A53E-373A2A02AEEF}">
      <dgm:prSet/>
      <dgm:spPr/>
      <dgm:t>
        <a:bodyPr/>
        <a:lstStyle/>
        <a:p>
          <a:r>
            <a:rPr lang="en-US"/>
            <a:t>- Défibrillateur Monophasique : 360 J</a:t>
          </a:r>
        </a:p>
      </dgm:t>
    </dgm:pt>
    <dgm:pt modelId="{32836DF2-239D-41CB-A61B-1A67363712B2}" type="parTrans" cxnId="{F361DD86-C960-446A-B615-713DA07BB291}">
      <dgm:prSet/>
      <dgm:spPr/>
      <dgm:t>
        <a:bodyPr/>
        <a:lstStyle/>
        <a:p>
          <a:endParaRPr lang="en-US"/>
        </a:p>
      </dgm:t>
    </dgm:pt>
    <dgm:pt modelId="{A2428E84-F326-414B-9B41-9569AD3225DF}" type="sibTrans" cxnId="{F361DD86-C960-446A-B615-713DA07BB291}">
      <dgm:prSet/>
      <dgm:spPr/>
      <dgm:t>
        <a:bodyPr/>
        <a:lstStyle/>
        <a:p>
          <a:endParaRPr lang="en-US"/>
        </a:p>
      </dgm:t>
    </dgm:pt>
    <dgm:pt modelId="{70BA132C-F952-4A79-9883-70CD638AA088}">
      <dgm:prSet/>
      <dgm:spPr/>
      <dgm:t>
        <a:bodyPr/>
        <a:lstStyle/>
        <a:p>
          <a:r>
            <a:rPr lang="en-US"/>
            <a:t>- Enfant : 4 J/kg (max 10 J/kg)</a:t>
          </a:r>
        </a:p>
      </dgm:t>
    </dgm:pt>
    <dgm:pt modelId="{5ADD4A32-6BBB-49C1-8433-41859A7350C3}" type="parTrans" cxnId="{98B55C45-BA59-4CFC-ADD6-F392A1190F3E}">
      <dgm:prSet/>
      <dgm:spPr/>
      <dgm:t>
        <a:bodyPr/>
        <a:lstStyle/>
        <a:p>
          <a:endParaRPr lang="en-US"/>
        </a:p>
      </dgm:t>
    </dgm:pt>
    <dgm:pt modelId="{63778BDD-5696-49A0-8DE3-46133B441202}" type="sibTrans" cxnId="{98B55C45-BA59-4CFC-ADD6-F392A1190F3E}">
      <dgm:prSet/>
      <dgm:spPr/>
      <dgm:t>
        <a:bodyPr/>
        <a:lstStyle/>
        <a:p>
          <a:endParaRPr lang="en-US"/>
        </a:p>
      </dgm:t>
    </dgm:pt>
    <dgm:pt modelId="{2C7DC593-1206-4FBF-8CA2-9D3900758805}" type="pres">
      <dgm:prSet presAssocID="{81A1FBFD-CAE3-430C-9BC0-54A66865C7DC}" presName="diagram" presStyleCnt="0">
        <dgm:presLayoutVars>
          <dgm:dir/>
          <dgm:resizeHandles val="exact"/>
        </dgm:presLayoutVars>
      </dgm:prSet>
      <dgm:spPr/>
    </dgm:pt>
    <dgm:pt modelId="{2ACD63DD-C4F7-4699-9B4F-EEFDDCBFB8A3}" type="pres">
      <dgm:prSet presAssocID="{9A370C3E-E53E-4B06-A86C-717847C471B9}" presName="node" presStyleLbl="node1" presStyleIdx="0" presStyleCnt="3">
        <dgm:presLayoutVars>
          <dgm:bulletEnabled val="1"/>
        </dgm:presLayoutVars>
      </dgm:prSet>
      <dgm:spPr/>
    </dgm:pt>
    <dgm:pt modelId="{A206D107-ED17-4B34-ABCE-4CFAE4F09B2A}" type="pres">
      <dgm:prSet presAssocID="{10485DDF-65B8-4B29-87BC-9C5E6EBF62E1}" presName="sibTrans" presStyleCnt="0"/>
      <dgm:spPr/>
    </dgm:pt>
    <dgm:pt modelId="{9F471F13-D442-4311-859E-FD53036D0144}" type="pres">
      <dgm:prSet presAssocID="{A7B6B18E-75CF-4994-A53E-373A2A02AEEF}" presName="node" presStyleLbl="node1" presStyleIdx="1" presStyleCnt="3">
        <dgm:presLayoutVars>
          <dgm:bulletEnabled val="1"/>
        </dgm:presLayoutVars>
      </dgm:prSet>
      <dgm:spPr/>
    </dgm:pt>
    <dgm:pt modelId="{09089CE4-2213-405A-9A1A-03C1484A390E}" type="pres">
      <dgm:prSet presAssocID="{A2428E84-F326-414B-9B41-9569AD3225DF}" presName="sibTrans" presStyleCnt="0"/>
      <dgm:spPr/>
    </dgm:pt>
    <dgm:pt modelId="{91C739C4-7428-4FA6-83B2-8CB385163300}" type="pres">
      <dgm:prSet presAssocID="{70BA132C-F952-4A79-9883-70CD638AA088}" presName="node" presStyleLbl="node1" presStyleIdx="2" presStyleCnt="3">
        <dgm:presLayoutVars>
          <dgm:bulletEnabled val="1"/>
        </dgm:presLayoutVars>
      </dgm:prSet>
      <dgm:spPr/>
    </dgm:pt>
  </dgm:ptLst>
  <dgm:cxnLst>
    <dgm:cxn modelId="{824ECE0C-C738-4ED5-8496-3DED41459224}" type="presOf" srcId="{81A1FBFD-CAE3-430C-9BC0-54A66865C7DC}" destId="{2C7DC593-1206-4FBF-8CA2-9D3900758805}" srcOrd="0" destOrd="0" presId="urn:microsoft.com/office/officeart/2005/8/layout/default"/>
    <dgm:cxn modelId="{632A492F-A505-49BC-9427-8289A864AA0C}" srcId="{81A1FBFD-CAE3-430C-9BC0-54A66865C7DC}" destId="{9A370C3E-E53E-4B06-A86C-717847C471B9}" srcOrd="0" destOrd="0" parTransId="{9DEBDBD0-B114-4AF5-BE97-5FBBBB828B6F}" sibTransId="{10485DDF-65B8-4B29-87BC-9C5E6EBF62E1}"/>
    <dgm:cxn modelId="{FB4E5042-0B07-4D04-86B1-A51A94EA97B8}" type="presOf" srcId="{9A370C3E-E53E-4B06-A86C-717847C471B9}" destId="{2ACD63DD-C4F7-4699-9B4F-EEFDDCBFB8A3}" srcOrd="0" destOrd="0" presId="urn:microsoft.com/office/officeart/2005/8/layout/default"/>
    <dgm:cxn modelId="{98B55C45-BA59-4CFC-ADD6-F392A1190F3E}" srcId="{81A1FBFD-CAE3-430C-9BC0-54A66865C7DC}" destId="{70BA132C-F952-4A79-9883-70CD638AA088}" srcOrd="2" destOrd="0" parTransId="{5ADD4A32-6BBB-49C1-8433-41859A7350C3}" sibTransId="{63778BDD-5696-49A0-8DE3-46133B441202}"/>
    <dgm:cxn modelId="{25B49945-0157-48CB-83B6-C984376F8253}" type="presOf" srcId="{A7B6B18E-75CF-4994-A53E-373A2A02AEEF}" destId="{9F471F13-D442-4311-859E-FD53036D0144}" srcOrd="0" destOrd="0" presId="urn:microsoft.com/office/officeart/2005/8/layout/default"/>
    <dgm:cxn modelId="{E0FC6585-6FC5-402E-ACED-0BF4A180450F}" type="presOf" srcId="{70BA132C-F952-4A79-9883-70CD638AA088}" destId="{91C739C4-7428-4FA6-83B2-8CB385163300}" srcOrd="0" destOrd="0" presId="urn:microsoft.com/office/officeart/2005/8/layout/default"/>
    <dgm:cxn modelId="{F361DD86-C960-446A-B615-713DA07BB291}" srcId="{81A1FBFD-CAE3-430C-9BC0-54A66865C7DC}" destId="{A7B6B18E-75CF-4994-A53E-373A2A02AEEF}" srcOrd="1" destOrd="0" parTransId="{32836DF2-239D-41CB-A61B-1A67363712B2}" sibTransId="{A2428E84-F326-414B-9B41-9569AD3225DF}"/>
    <dgm:cxn modelId="{BCF1B852-8C13-4185-92B0-BCCD92DAF389}" type="presParOf" srcId="{2C7DC593-1206-4FBF-8CA2-9D3900758805}" destId="{2ACD63DD-C4F7-4699-9B4F-EEFDDCBFB8A3}" srcOrd="0" destOrd="0" presId="urn:microsoft.com/office/officeart/2005/8/layout/default"/>
    <dgm:cxn modelId="{9B00B677-DE02-4D95-BB5C-8E50913F7AE2}" type="presParOf" srcId="{2C7DC593-1206-4FBF-8CA2-9D3900758805}" destId="{A206D107-ED17-4B34-ABCE-4CFAE4F09B2A}" srcOrd="1" destOrd="0" presId="urn:microsoft.com/office/officeart/2005/8/layout/default"/>
    <dgm:cxn modelId="{8D58996E-2135-434B-A410-4EC00637F9B0}" type="presParOf" srcId="{2C7DC593-1206-4FBF-8CA2-9D3900758805}" destId="{9F471F13-D442-4311-859E-FD53036D0144}" srcOrd="2" destOrd="0" presId="urn:microsoft.com/office/officeart/2005/8/layout/default"/>
    <dgm:cxn modelId="{E31044B1-EAFC-4E6F-AE47-E5912761567C}" type="presParOf" srcId="{2C7DC593-1206-4FBF-8CA2-9D3900758805}" destId="{09089CE4-2213-405A-9A1A-03C1484A390E}" srcOrd="3" destOrd="0" presId="urn:microsoft.com/office/officeart/2005/8/layout/default"/>
    <dgm:cxn modelId="{37C8629E-FF87-48F5-8AFD-D4C13F430538}" type="presParOf" srcId="{2C7DC593-1206-4FBF-8CA2-9D3900758805}" destId="{91C739C4-7428-4FA6-83B2-8CB385163300}"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763ADDF-01C6-4A6A-9B80-93A4E4B61930}"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3EC25258-6B8A-411F-B2D4-450919D3E5B3}">
      <dgm:prSet/>
      <dgm:spPr/>
      <dgm:t>
        <a:bodyPr/>
        <a:lstStyle/>
        <a:p>
          <a:r>
            <a:rPr lang="en-US"/>
            <a:t>- Défibrillation : FV, TV sans pouls</a:t>
          </a:r>
        </a:p>
      </dgm:t>
    </dgm:pt>
    <dgm:pt modelId="{45BBED03-5886-4D1B-89C8-BC2FF1D1973A}" type="parTrans" cxnId="{B41B65E0-D867-43EE-9ABE-398DFF97D1E1}">
      <dgm:prSet/>
      <dgm:spPr/>
      <dgm:t>
        <a:bodyPr/>
        <a:lstStyle/>
        <a:p>
          <a:endParaRPr lang="en-US"/>
        </a:p>
      </dgm:t>
    </dgm:pt>
    <dgm:pt modelId="{9DBCF528-1F0E-49D6-AB74-C0C225A702B2}" type="sibTrans" cxnId="{B41B65E0-D867-43EE-9ABE-398DFF97D1E1}">
      <dgm:prSet/>
      <dgm:spPr/>
      <dgm:t>
        <a:bodyPr/>
        <a:lstStyle/>
        <a:p>
          <a:endParaRPr lang="en-US"/>
        </a:p>
      </dgm:t>
    </dgm:pt>
    <dgm:pt modelId="{DCDF8B07-FC09-4DC9-9F14-4B0DFDCE95FB}">
      <dgm:prSet/>
      <dgm:spPr/>
      <dgm:t>
        <a:bodyPr/>
        <a:lstStyle/>
        <a:p>
          <a:r>
            <a:rPr lang="en-US"/>
            <a:t>- Cardioversion : TSV, Flutter, FA instable, TV avec pouls</a:t>
          </a:r>
        </a:p>
      </dgm:t>
    </dgm:pt>
    <dgm:pt modelId="{B111B0E4-A084-4AC9-A682-1C24D3C7DADE}" type="parTrans" cxnId="{BCD76C3A-D602-4DB1-AF07-18FEB05495CA}">
      <dgm:prSet/>
      <dgm:spPr/>
      <dgm:t>
        <a:bodyPr/>
        <a:lstStyle/>
        <a:p>
          <a:endParaRPr lang="en-US"/>
        </a:p>
      </dgm:t>
    </dgm:pt>
    <dgm:pt modelId="{EBFDA658-9C90-49B4-A880-CB141BD6E441}" type="sibTrans" cxnId="{BCD76C3A-D602-4DB1-AF07-18FEB05495CA}">
      <dgm:prSet/>
      <dgm:spPr/>
      <dgm:t>
        <a:bodyPr/>
        <a:lstStyle/>
        <a:p>
          <a:endParaRPr lang="en-US"/>
        </a:p>
      </dgm:t>
    </dgm:pt>
    <dgm:pt modelId="{C7C06FA3-FAF5-462F-9018-6D4C930CF846}" type="pres">
      <dgm:prSet presAssocID="{F763ADDF-01C6-4A6A-9B80-93A4E4B61930}" presName="linear" presStyleCnt="0">
        <dgm:presLayoutVars>
          <dgm:animLvl val="lvl"/>
          <dgm:resizeHandles val="exact"/>
        </dgm:presLayoutVars>
      </dgm:prSet>
      <dgm:spPr/>
    </dgm:pt>
    <dgm:pt modelId="{6390DF6A-480C-49AC-A57A-30D109BE4100}" type="pres">
      <dgm:prSet presAssocID="{3EC25258-6B8A-411F-B2D4-450919D3E5B3}" presName="parentText" presStyleLbl="node1" presStyleIdx="0" presStyleCnt="2">
        <dgm:presLayoutVars>
          <dgm:chMax val="0"/>
          <dgm:bulletEnabled val="1"/>
        </dgm:presLayoutVars>
      </dgm:prSet>
      <dgm:spPr/>
    </dgm:pt>
    <dgm:pt modelId="{9AD8F16D-B4D1-4BDB-BBF7-4C98A5A86F0E}" type="pres">
      <dgm:prSet presAssocID="{9DBCF528-1F0E-49D6-AB74-C0C225A702B2}" presName="spacer" presStyleCnt="0"/>
      <dgm:spPr/>
    </dgm:pt>
    <dgm:pt modelId="{25A9D186-1190-4E90-A443-BA038B364612}" type="pres">
      <dgm:prSet presAssocID="{DCDF8B07-FC09-4DC9-9F14-4B0DFDCE95FB}" presName="parentText" presStyleLbl="node1" presStyleIdx="1" presStyleCnt="2">
        <dgm:presLayoutVars>
          <dgm:chMax val="0"/>
          <dgm:bulletEnabled val="1"/>
        </dgm:presLayoutVars>
      </dgm:prSet>
      <dgm:spPr/>
    </dgm:pt>
  </dgm:ptLst>
  <dgm:cxnLst>
    <dgm:cxn modelId="{96311D2F-D612-4A4E-8AD9-E0976A8D6C3D}" type="presOf" srcId="{F763ADDF-01C6-4A6A-9B80-93A4E4B61930}" destId="{C7C06FA3-FAF5-462F-9018-6D4C930CF846}" srcOrd="0" destOrd="0" presId="urn:microsoft.com/office/officeart/2005/8/layout/vList2"/>
    <dgm:cxn modelId="{BCD76C3A-D602-4DB1-AF07-18FEB05495CA}" srcId="{F763ADDF-01C6-4A6A-9B80-93A4E4B61930}" destId="{DCDF8B07-FC09-4DC9-9F14-4B0DFDCE95FB}" srcOrd="1" destOrd="0" parTransId="{B111B0E4-A084-4AC9-A682-1C24D3C7DADE}" sibTransId="{EBFDA658-9C90-49B4-A880-CB141BD6E441}"/>
    <dgm:cxn modelId="{A9445CB0-638F-48FF-86F8-765FC36593E9}" type="presOf" srcId="{3EC25258-6B8A-411F-B2D4-450919D3E5B3}" destId="{6390DF6A-480C-49AC-A57A-30D109BE4100}" srcOrd="0" destOrd="0" presId="urn:microsoft.com/office/officeart/2005/8/layout/vList2"/>
    <dgm:cxn modelId="{3FF7ACCD-9EFF-414A-BB80-FA44463B1B9F}" type="presOf" srcId="{DCDF8B07-FC09-4DC9-9F14-4B0DFDCE95FB}" destId="{25A9D186-1190-4E90-A443-BA038B364612}" srcOrd="0" destOrd="0" presId="urn:microsoft.com/office/officeart/2005/8/layout/vList2"/>
    <dgm:cxn modelId="{B41B65E0-D867-43EE-9ABE-398DFF97D1E1}" srcId="{F763ADDF-01C6-4A6A-9B80-93A4E4B61930}" destId="{3EC25258-6B8A-411F-B2D4-450919D3E5B3}" srcOrd="0" destOrd="0" parTransId="{45BBED03-5886-4D1B-89C8-BC2FF1D1973A}" sibTransId="{9DBCF528-1F0E-49D6-AB74-C0C225A702B2}"/>
    <dgm:cxn modelId="{7E213BDA-83AB-4A94-877A-C77A558DF566}" type="presParOf" srcId="{C7C06FA3-FAF5-462F-9018-6D4C930CF846}" destId="{6390DF6A-480C-49AC-A57A-30D109BE4100}" srcOrd="0" destOrd="0" presId="urn:microsoft.com/office/officeart/2005/8/layout/vList2"/>
    <dgm:cxn modelId="{CC752A54-2522-4E92-A14B-CD187864386D}" type="presParOf" srcId="{C7C06FA3-FAF5-462F-9018-6D4C930CF846}" destId="{9AD8F16D-B4D1-4BDB-BBF7-4C98A5A86F0E}" srcOrd="1" destOrd="0" presId="urn:microsoft.com/office/officeart/2005/8/layout/vList2"/>
    <dgm:cxn modelId="{A4D623EB-92F1-4A8D-80A3-382B889F9320}" type="presParOf" srcId="{C7C06FA3-FAF5-462F-9018-6D4C930CF846}" destId="{25A9D186-1190-4E90-A443-BA038B364612}"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36AB84B-345C-4EF5-922C-FBC648163C41}"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91F40D64-AEAF-4A51-8D92-C001DDBEA63F}">
      <dgm:prSet/>
      <dgm:spPr/>
      <dgm:t>
        <a:bodyPr/>
        <a:lstStyle/>
        <a:p>
          <a:r>
            <a:rPr lang="en-US" dirty="0"/>
            <a:t>- Ne pas </a:t>
          </a:r>
          <a:r>
            <a:rPr lang="en-US" dirty="0" err="1"/>
            <a:t>choquer</a:t>
          </a:r>
          <a:r>
            <a:rPr lang="en-US" dirty="0"/>
            <a:t> </a:t>
          </a:r>
          <a:r>
            <a:rPr lang="en-US" dirty="0" err="1"/>
            <a:t>en</a:t>
          </a:r>
          <a:r>
            <a:rPr lang="en-US" dirty="0"/>
            <a:t> </a:t>
          </a:r>
          <a:r>
            <a:rPr lang="en-US" dirty="0" err="1"/>
            <a:t>cas</a:t>
          </a:r>
          <a:r>
            <a:rPr lang="en-US" dirty="0"/>
            <a:t> </a:t>
          </a:r>
          <a:r>
            <a:rPr lang="en-US" dirty="0" err="1"/>
            <a:t>d’asystolie</a:t>
          </a:r>
          <a:endParaRPr lang="en-US" dirty="0"/>
        </a:p>
      </dgm:t>
    </dgm:pt>
    <dgm:pt modelId="{A217BB62-66B6-4275-BB74-08E5EDA443D7}" type="parTrans" cxnId="{92B1CAA4-658A-406B-8F09-2592E5CA60EA}">
      <dgm:prSet/>
      <dgm:spPr/>
      <dgm:t>
        <a:bodyPr/>
        <a:lstStyle/>
        <a:p>
          <a:endParaRPr lang="en-US"/>
        </a:p>
      </dgm:t>
    </dgm:pt>
    <dgm:pt modelId="{EF5A65E8-0DA6-41EA-9FCE-E31B5EE86222}" type="sibTrans" cxnId="{92B1CAA4-658A-406B-8F09-2592E5CA60EA}">
      <dgm:prSet/>
      <dgm:spPr/>
      <dgm:t>
        <a:bodyPr/>
        <a:lstStyle/>
        <a:p>
          <a:endParaRPr lang="en-US"/>
        </a:p>
      </dgm:t>
    </dgm:pt>
    <dgm:pt modelId="{3783F4A9-3CAF-4735-8FB6-414D72AC0E01}">
      <dgm:prSet/>
      <dgm:spPr/>
      <dgm:t>
        <a:bodyPr/>
        <a:lstStyle/>
        <a:p>
          <a:r>
            <a:rPr lang="en-US" dirty="0"/>
            <a:t>- </a:t>
          </a:r>
          <a:r>
            <a:rPr lang="en-US" dirty="0" err="1"/>
            <a:t>Éviter</a:t>
          </a:r>
          <a:r>
            <a:rPr lang="en-US" dirty="0"/>
            <a:t> les zones </a:t>
          </a:r>
          <a:r>
            <a:rPr lang="en-US" dirty="0" err="1"/>
            <a:t>humides</a:t>
          </a:r>
          <a:r>
            <a:rPr lang="en-US" dirty="0"/>
            <a:t> et </a:t>
          </a:r>
          <a:r>
            <a:rPr lang="en-US" dirty="0" err="1"/>
            <a:t>métalliques</a:t>
          </a:r>
          <a:endParaRPr lang="en-US" dirty="0"/>
        </a:p>
      </dgm:t>
    </dgm:pt>
    <dgm:pt modelId="{92203F51-5933-490B-8AF0-CFE308FD9EF8}" type="parTrans" cxnId="{5993C827-E4F2-420E-8BA3-19CCD17C4EE4}">
      <dgm:prSet/>
      <dgm:spPr/>
      <dgm:t>
        <a:bodyPr/>
        <a:lstStyle/>
        <a:p>
          <a:endParaRPr lang="en-US"/>
        </a:p>
      </dgm:t>
    </dgm:pt>
    <dgm:pt modelId="{EC37E350-499B-4960-9099-F640A0ECABAF}" type="sibTrans" cxnId="{5993C827-E4F2-420E-8BA3-19CCD17C4EE4}">
      <dgm:prSet/>
      <dgm:spPr/>
      <dgm:t>
        <a:bodyPr/>
        <a:lstStyle/>
        <a:p>
          <a:endParaRPr lang="en-US"/>
        </a:p>
      </dgm:t>
    </dgm:pt>
    <dgm:pt modelId="{D6D304CF-B47E-40B1-B499-E1804D9EB54E}">
      <dgm:prSet/>
      <dgm:spPr/>
      <dgm:t>
        <a:bodyPr/>
        <a:lstStyle/>
        <a:p>
          <a:r>
            <a:rPr lang="en-US" dirty="0"/>
            <a:t>- </a:t>
          </a:r>
          <a:r>
            <a:rPr lang="en-US" dirty="0" err="1"/>
            <a:t>Vérifier</a:t>
          </a:r>
          <a:r>
            <a:rPr lang="en-US" dirty="0"/>
            <a:t> </a:t>
          </a:r>
          <a:r>
            <a:rPr lang="en-US" dirty="0" err="1"/>
            <a:t>l'absence</a:t>
          </a:r>
          <a:r>
            <a:rPr lang="en-US" dirty="0"/>
            <a:t> de contact avec le patient </a:t>
          </a:r>
          <a:r>
            <a:rPr lang="en-US" dirty="0" err="1"/>
            <a:t>avant</a:t>
          </a:r>
          <a:r>
            <a:rPr lang="en-US" dirty="0"/>
            <a:t> de </a:t>
          </a:r>
          <a:r>
            <a:rPr lang="en-US" dirty="0" err="1"/>
            <a:t>délivrer</a:t>
          </a:r>
          <a:r>
            <a:rPr lang="en-US" dirty="0"/>
            <a:t> le choc</a:t>
          </a:r>
        </a:p>
      </dgm:t>
    </dgm:pt>
    <dgm:pt modelId="{B6D638F6-A076-4380-93D3-94F6721D6EB8}" type="parTrans" cxnId="{0331D993-EF4B-428D-8FC7-F00672C98BD7}">
      <dgm:prSet/>
      <dgm:spPr/>
      <dgm:t>
        <a:bodyPr/>
        <a:lstStyle/>
        <a:p>
          <a:endParaRPr lang="en-US"/>
        </a:p>
      </dgm:t>
    </dgm:pt>
    <dgm:pt modelId="{FB31D164-27C7-4E61-B8F9-9369AA449C05}" type="sibTrans" cxnId="{0331D993-EF4B-428D-8FC7-F00672C98BD7}">
      <dgm:prSet/>
      <dgm:spPr/>
      <dgm:t>
        <a:bodyPr/>
        <a:lstStyle/>
        <a:p>
          <a:endParaRPr lang="en-US"/>
        </a:p>
      </dgm:t>
    </dgm:pt>
    <dgm:pt modelId="{8F87153D-33E3-4EFA-8304-72815BB03428}">
      <dgm:prSet phldr="0"/>
      <dgm:spPr/>
      <dgm:t>
        <a:bodyPr/>
        <a:lstStyle/>
        <a:p>
          <a:pPr rtl="0"/>
          <a:r>
            <a:rPr lang="en-US" dirty="0" err="1">
              <a:latin typeface="Calibri"/>
            </a:rPr>
            <a:t>Tachycardie</a:t>
          </a:r>
          <a:r>
            <a:rPr lang="en-US" dirty="0">
              <a:latin typeface="Calibri"/>
            </a:rPr>
            <a:t> </a:t>
          </a:r>
          <a:r>
            <a:rPr lang="en-US" dirty="0" err="1">
              <a:latin typeface="Calibri"/>
            </a:rPr>
            <a:t>ventriculaire</a:t>
          </a:r>
          <a:r>
            <a:rPr lang="en-US" dirty="0">
              <a:latin typeface="Calibri"/>
            </a:rPr>
            <a:t> </a:t>
          </a:r>
          <a:r>
            <a:rPr lang="en-US" dirty="0" err="1">
              <a:latin typeface="Calibri"/>
            </a:rPr>
            <a:t>liée</a:t>
          </a:r>
          <a:r>
            <a:rPr lang="en-US" dirty="0">
              <a:latin typeface="Calibri"/>
            </a:rPr>
            <a:t> a </a:t>
          </a:r>
          <a:r>
            <a:rPr lang="en-US" dirty="0" err="1">
              <a:latin typeface="Calibri"/>
            </a:rPr>
            <a:t>une</a:t>
          </a:r>
          <a:r>
            <a:rPr lang="en-US" dirty="0">
              <a:latin typeface="Calibri"/>
            </a:rPr>
            <a:t> intoxication a la digoxine</a:t>
          </a:r>
        </a:p>
      </dgm:t>
    </dgm:pt>
    <dgm:pt modelId="{B0805858-4FB1-4FC4-AA35-C4CF9920C874}" type="parTrans" cxnId="{9D9321A4-B71C-46EF-A798-F114FB4FC05C}">
      <dgm:prSet/>
      <dgm:spPr/>
    </dgm:pt>
    <dgm:pt modelId="{D59ACE3A-25F9-441B-96FB-59F872251426}" type="sibTrans" cxnId="{9D9321A4-B71C-46EF-A798-F114FB4FC05C}">
      <dgm:prSet/>
      <dgm:spPr/>
    </dgm:pt>
    <dgm:pt modelId="{009FB1E9-8BB2-47BD-BE68-B30F6158E69E}">
      <dgm:prSet phldr="0"/>
      <dgm:spPr/>
      <dgm:t>
        <a:bodyPr/>
        <a:lstStyle/>
        <a:p>
          <a:pPr rtl="0"/>
          <a:r>
            <a:rPr lang="en-US" dirty="0">
              <a:latin typeface="Calibri"/>
            </a:rPr>
            <a:t>Presence de thrombus dans l'OG</a:t>
          </a:r>
        </a:p>
      </dgm:t>
    </dgm:pt>
    <dgm:pt modelId="{279EA7F4-4B59-4697-A6B1-067D77345EC7}" type="parTrans" cxnId="{6406D5BD-9D0C-4430-9421-97F1A3924D83}">
      <dgm:prSet/>
      <dgm:spPr/>
    </dgm:pt>
    <dgm:pt modelId="{DCBF7798-4611-4A24-A0BC-C1056F369459}" type="sibTrans" cxnId="{6406D5BD-9D0C-4430-9421-97F1A3924D83}">
      <dgm:prSet/>
      <dgm:spPr/>
    </dgm:pt>
    <dgm:pt modelId="{0C6F8343-4DC4-476D-A03F-5C69C21E81EB}">
      <dgm:prSet phldr="0"/>
      <dgm:spPr/>
      <dgm:t>
        <a:bodyPr/>
        <a:lstStyle/>
        <a:p>
          <a:pPr rtl="0"/>
          <a:r>
            <a:rPr lang="en-US" dirty="0" err="1">
              <a:latin typeface="Calibri"/>
            </a:rPr>
            <a:t>Tachycardie</a:t>
          </a:r>
          <a:r>
            <a:rPr lang="en-US" dirty="0">
              <a:latin typeface="Calibri"/>
            </a:rPr>
            <a:t> </a:t>
          </a:r>
          <a:r>
            <a:rPr lang="en-US" dirty="0" err="1">
              <a:latin typeface="Calibri"/>
            </a:rPr>
            <a:t>sinusale</a:t>
          </a:r>
          <a:r>
            <a:rPr lang="en-US" dirty="0">
              <a:latin typeface="Calibri"/>
            </a:rPr>
            <a:t> </a:t>
          </a:r>
          <a:r>
            <a:rPr lang="en-US" dirty="0" err="1">
              <a:latin typeface="Calibri"/>
            </a:rPr>
            <a:t>ou</a:t>
          </a:r>
          <a:r>
            <a:rPr lang="en-US" dirty="0">
              <a:latin typeface="Calibri"/>
            </a:rPr>
            <a:t> </a:t>
          </a:r>
          <a:r>
            <a:rPr lang="en-US" dirty="0" err="1">
              <a:latin typeface="Calibri"/>
            </a:rPr>
            <a:t>arythmie</a:t>
          </a:r>
          <a:r>
            <a:rPr lang="en-US" dirty="0">
              <a:latin typeface="Calibri"/>
            </a:rPr>
            <a:t> </a:t>
          </a:r>
          <a:r>
            <a:rPr lang="en-US" dirty="0" err="1">
              <a:latin typeface="Calibri"/>
            </a:rPr>
            <a:t>médiée</a:t>
          </a:r>
          <a:r>
            <a:rPr lang="en-US" dirty="0">
              <a:latin typeface="Calibri"/>
            </a:rPr>
            <a:t> par les cathecolamine</a:t>
          </a:r>
        </a:p>
      </dgm:t>
    </dgm:pt>
    <dgm:pt modelId="{C4744BD4-70D7-4C52-8719-6F9A77CEBF51}" type="parTrans" cxnId="{1D6522CF-6511-4A53-97F2-081DEA5E970A}">
      <dgm:prSet/>
      <dgm:spPr/>
    </dgm:pt>
    <dgm:pt modelId="{8BF607CC-3FD6-499D-AC92-743B57E8295A}" type="sibTrans" cxnId="{1D6522CF-6511-4A53-97F2-081DEA5E970A}">
      <dgm:prSet/>
      <dgm:spPr/>
    </dgm:pt>
    <dgm:pt modelId="{B52B5B28-FF8F-490B-BED3-F7854E446FFA}" type="pres">
      <dgm:prSet presAssocID="{B36AB84B-345C-4EF5-922C-FBC648163C41}" presName="linear" presStyleCnt="0">
        <dgm:presLayoutVars>
          <dgm:animLvl val="lvl"/>
          <dgm:resizeHandles val="exact"/>
        </dgm:presLayoutVars>
      </dgm:prSet>
      <dgm:spPr/>
    </dgm:pt>
    <dgm:pt modelId="{1BDCC900-BA21-4B30-AB0E-E5B9180F8B49}" type="pres">
      <dgm:prSet presAssocID="{91F40D64-AEAF-4A51-8D92-C001DDBEA63F}" presName="parentText" presStyleLbl="node1" presStyleIdx="0" presStyleCnt="6">
        <dgm:presLayoutVars>
          <dgm:chMax val="0"/>
          <dgm:bulletEnabled val="1"/>
        </dgm:presLayoutVars>
      </dgm:prSet>
      <dgm:spPr/>
    </dgm:pt>
    <dgm:pt modelId="{C6906E38-C981-46B1-8077-6EB71AC904C9}" type="pres">
      <dgm:prSet presAssocID="{EF5A65E8-0DA6-41EA-9FCE-E31B5EE86222}" presName="spacer" presStyleCnt="0"/>
      <dgm:spPr/>
    </dgm:pt>
    <dgm:pt modelId="{C5E77C79-F391-4082-8036-D3FD228F0AFA}" type="pres">
      <dgm:prSet presAssocID="{3783F4A9-3CAF-4735-8FB6-414D72AC0E01}" presName="parentText" presStyleLbl="node1" presStyleIdx="1" presStyleCnt="6">
        <dgm:presLayoutVars>
          <dgm:chMax val="0"/>
          <dgm:bulletEnabled val="1"/>
        </dgm:presLayoutVars>
      </dgm:prSet>
      <dgm:spPr/>
    </dgm:pt>
    <dgm:pt modelId="{706F3602-1BA9-4941-85C9-02B110B39F18}" type="pres">
      <dgm:prSet presAssocID="{EC37E350-499B-4960-9099-F640A0ECABAF}" presName="spacer" presStyleCnt="0"/>
      <dgm:spPr/>
    </dgm:pt>
    <dgm:pt modelId="{4A0FDB24-AF7B-4E41-92AD-EDF01AC59E9B}" type="pres">
      <dgm:prSet presAssocID="{D6D304CF-B47E-40B1-B499-E1804D9EB54E}" presName="parentText" presStyleLbl="node1" presStyleIdx="2" presStyleCnt="6">
        <dgm:presLayoutVars>
          <dgm:chMax val="0"/>
          <dgm:bulletEnabled val="1"/>
        </dgm:presLayoutVars>
      </dgm:prSet>
      <dgm:spPr/>
    </dgm:pt>
    <dgm:pt modelId="{0980E144-AC15-484D-9B6C-40A4BE6F7C05}" type="pres">
      <dgm:prSet presAssocID="{FB31D164-27C7-4E61-B8F9-9369AA449C05}" presName="spacer" presStyleCnt="0"/>
      <dgm:spPr/>
    </dgm:pt>
    <dgm:pt modelId="{3422A29E-98BB-486A-AF69-E59F79D090B6}" type="pres">
      <dgm:prSet presAssocID="{8F87153D-33E3-4EFA-8304-72815BB03428}" presName="parentText" presStyleLbl="node1" presStyleIdx="3" presStyleCnt="6">
        <dgm:presLayoutVars>
          <dgm:chMax val="0"/>
          <dgm:bulletEnabled val="1"/>
        </dgm:presLayoutVars>
      </dgm:prSet>
      <dgm:spPr/>
    </dgm:pt>
    <dgm:pt modelId="{F39D3F96-FEB4-43B4-9ED7-59E5E5BDBCB0}" type="pres">
      <dgm:prSet presAssocID="{D59ACE3A-25F9-441B-96FB-59F872251426}" presName="spacer" presStyleCnt="0"/>
      <dgm:spPr/>
    </dgm:pt>
    <dgm:pt modelId="{460F352C-59CB-4210-A49B-2C0F91547574}" type="pres">
      <dgm:prSet presAssocID="{009FB1E9-8BB2-47BD-BE68-B30F6158E69E}" presName="parentText" presStyleLbl="node1" presStyleIdx="4" presStyleCnt="6">
        <dgm:presLayoutVars>
          <dgm:chMax val="0"/>
          <dgm:bulletEnabled val="1"/>
        </dgm:presLayoutVars>
      </dgm:prSet>
      <dgm:spPr/>
    </dgm:pt>
    <dgm:pt modelId="{4811658B-1932-465E-A74E-B415AF07F258}" type="pres">
      <dgm:prSet presAssocID="{DCBF7798-4611-4A24-A0BC-C1056F369459}" presName="spacer" presStyleCnt="0"/>
      <dgm:spPr/>
    </dgm:pt>
    <dgm:pt modelId="{04D18F4A-9D9D-4A2F-8778-F7A943ABCF5D}" type="pres">
      <dgm:prSet presAssocID="{0C6F8343-4DC4-476D-A03F-5C69C21E81EB}" presName="parentText" presStyleLbl="node1" presStyleIdx="5" presStyleCnt="6">
        <dgm:presLayoutVars>
          <dgm:chMax val="0"/>
          <dgm:bulletEnabled val="1"/>
        </dgm:presLayoutVars>
      </dgm:prSet>
      <dgm:spPr/>
    </dgm:pt>
  </dgm:ptLst>
  <dgm:cxnLst>
    <dgm:cxn modelId="{64330707-6B2B-46FA-89C3-0E82FD759B73}" type="presOf" srcId="{3783F4A9-3CAF-4735-8FB6-414D72AC0E01}" destId="{C5E77C79-F391-4082-8036-D3FD228F0AFA}" srcOrd="0" destOrd="0" presId="urn:microsoft.com/office/officeart/2005/8/layout/vList2"/>
    <dgm:cxn modelId="{5993C827-E4F2-420E-8BA3-19CCD17C4EE4}" srcId="{B36AB84B-345C-4EF5-922C-FBC648163C41}" destId="{3783F4A9-3CAF-4735-8FB6-414D72AC0E01}" srcOrd="1" destOrd="0" parTransId="{92203F51-5933-490B-8AF0-CFE308FD9EF8}" sibTransId="{EC37E350-499B-4960-9099-F640A0ECABAF}"/>
    <dgm:cxn modelId="{8511E948-9DFA-4482-9730-0A3E5515597B}" type="presOf" srcId="{B36AB84B-345C-4EF5-922C-FBC648163C41}" destId="{B52B5B28-FF8F-490B-BED3-F7854E446FFA}" srcOrd="0" destOrd="0" presId="urn:microsoft.com/office/officeart/2005/8/layout/vList2"/>
    <dgm:cxn modelId="{9A77CE4A-BAB6-4A2E-BA2A-95F09114CC84}" type="presOf" srcId="{009FB1E9-8BB2-47BD-BE68-B30F6158E69E}" destId="{460F352C-59CB-4210-A49B-2C0F91547574}" srcOrd="0" destOrd="0" presId="urn:microsoft.com/office/officeart/2005/8/layout/vList2"/>
    <dgm:cxn modelId="{0331D993-EF4B-428D-8FC7-F00672C98BD7}" srcId="{B36AB84B-345C-4EF5-922C-FBC648163C41}" destId="{D6D304CF-B47E-40B1-B499-E1804D9EB54E}" srcOrd="2" destOrd="0" parTransId="{B6D638F6-A076-4380-93D3-94F6721D6EB8}" sibTransId="{FB31D164-27C7-4E61-B8F9-9369AA449C05}"/>
    <dgm:cxn modelId="{1C61E497-78D0-4B1F-9F1A-B2D80F535124}" type="presOf" srcId="{91F40D64-AEAF-4A51-8D92-C001DDBEA63F}" destId="{1BDCC900-BA21-4B30-AB0E-E5B9180F8B49}" srcOrd="0" destOrd="0" presId="urn:microsoft.com/office/officeart/2005/8/layout/vList2"/>
    <dgm:cxn modelId="{9D9321A4-B71C-46EF-A798-F114FB4FC05C}" srcId="{B36AB84B-345C-4EF5-922C-FBC648163C41}" destId="{8F87153D-33E3-4EFA-8304-72815BB03428}" srcOrd="3" destOrd="0" parTransId="{B0805858-4FB1-4FC4-AA35-C4CF9920C874}" sibTransId="{D59ACE3A-25F9-441B-96FB-59F872251426}"/>
    <dgm:cxn modelId="{92B1CAA4-658A-406B-8F09-2592E5CA60EA}" srcId="{B36AB84B-345C-4EF5-922C-FBC648163C41}" destId="{91F40D64-AEAF-4A51-8D92-C001DDBEA63F}" srcOrd="0" destOrd="0" parTransId="{A217BB62-66B6-4275-BB74-08E5EDA443D7}" sibTransId="{EF5A65E8-0DA6-41EA-9FCE-E31B5EE86222}"/>
    <dgm:cxn modelId="{F6B636A5-FCFE-4A73-8B5D-4EB4716CA8A0}" type="presOf" srcId="{0C6F8343-4DC4-476D-A03F-5C69C21E81EB}" destId="{04D18F4A-9D9D-4A2F-8778-F7A943ABCF5D}" srcOrd="0" destOrd="0" presId="urn:microsoft.com/office/officeart/2005/8/layout/vList2"/>
    <dgm:cxn modelId="{14A34BB7-55E1-473E-B888-EA68C062B2BB}" type="presOf" srcId="{8F87153D-33E3-4EFA-8304-72815BB03428}" destId="{3422A29E-98BB-486A-AF69-E59F79D090B6}" srcOrd="0" destOrd="0" presId="urn:microsoft.com/office/officeart/2005/8/layout/vList2"/>
    <dgm:cxn modelId="{6406D5BD-9D0C-4430-9421-97F1A3924D83}" srcId="{B36AB84B-345C-4EF5-922C-FBC648163C41}" destId="{009FB1E9-8BB2-47BD-BE68-B30F6158E69E}" srcOrd="4" destOrd="0" parTransId="{279EA7F4-4B59-4697-A6B1-067D77345EC7}" sibTransId="{DCBF7798-4611-4A24-A0BC-C1056F369459}"/>
    <dgm:cxn modelId="{1D6522CF-6511-4A53-97F2-081DEA5E970A}" srcId="{B36AB84B-345C-4EF5-922C-FBC648163C41}" destId="{0C6F8343-4DC4-476D-A03F-5C69C21E81EB}" srcOrd="5" destOrd="0" parTransId="{C4744BD4-70D7-4C52-8719-6F9A77CEBF51}" sibTransId="{8BF607CC-3FD6-499D-AC92-743B57E8295A}"/>
    <dgm:cxn modelId="{201FFDE8-DBEB-4CA2-9A01-A1D08E8B0473}" type="presOf" srcId="{D6D304CF-B47E-40B1-B499-E1804D9EB54E}" destId="{4A0FDB24-AF7B-4E41-92AD-EDF01AC59E9B}" srcOrd="0" destOrd="0" presId="urn:microsoft.com/office/officeart/2005/8/layout/vList2"/>
    <dgm:cxn modelId="{473E4E7D-AB0B-4DD5-A580-3AF961A31535}" type="presParOf" srcId="{B52B5B28-FF8F-490B-BED3-F7854E446FFA}" destId="{1BDCC900-BA21-4B30-AB0E-E5B9180F8B49}" srcOrd="0" destOrd="0" presId="urn:microsoft.com/office/officeart/2005/8/layout/vList2"/>
    <dgm:cxn modelId="{188A1D92-A530-4EB8-88AA-1572B62974D9}" type="presParOf" srcId="{B52B5B28-FF8F-490B-BED3-F7854E446FFA}" destId="{C6906E38-C981-46B1-8077-6EB71AC904C9}" srcOrd="1" destOrd="0" presId="urn:microsoft.com/office/officeart/2005/8/layout/vList2"/>
    <dgm:cxn modelId="{59E33621-3362-4002-AF93-00D49FE83D20}" type="presParOf" srcId="{B52B5B28-FF8F-490B-BED3-F7854E446FFA}" destId="{C5E77C79-F391-4082-8036-D3FD228F0AFA}" srcOrd="2" destOrd="0" presId="urn:microsoft.com/office/officeart/2005/8/layout/vList2"/>
    <dgm:cxn modelId="{C116A0AC-A931-4CEA-96DA-13A9D0652898}" type="presParOf" srcId="{B52B5B28-FF8F-490B-BED3-F7854E446FFA}" destId="{706F3602-1BA9-4941-85C9-02B110B39F18}" srcOrd="3" destOrd="0" presId="urn:microsoft.com/office/officeart/2005/8/layout/vList2"/>
    <dgm:cxn modelId="{2C022248-C495-4ACF-B96F-218C89FAAAA4}" type="presParOf" srcId="{B52B5B28-FF8F-490B-BED3-F7854E446FFA}" destId="{4A0FDB24-AF7B-4E41-92AD-EDF01AC59E9B}" srcOrd="4" destOrd="0" presId="urn:microsoft.com/office/officeart/2005/8/layout/vList2"/>
    <dgm:cxn modelId="{57F50D6C-5E9B-43F1-ABD8-470B9CB95389}" type="presParOf" srcId="{B52B5B28-FF8F-490B-BED3-F7854E446FFA}" destId="{0980E144-AC15-484D-9B6C-40A4BE6F7C05}" srcOrd="5" destOrd="0" presId="urn:microsoft.com/office/officeart/2005/8/layout/vList2"/>
    <dgm:cxn modelId="{A50769BB-6B31-455B-9000-E92CFA191FBF}" type="presParOf" srcId="{B52B5B28-FF8F-490B-BED3-F7854E446FFA}" destId="{3422A29E-98BB-486A-AF69-E59F79D090B6}" srcOrd="6" destOrd="0" presId="urn:microsoft.com/office/officeart/2005/8/layout/vList2"/>
    <dgm:cxn modelId="{78258073-852D-4617-9C3A-42368A71BAA2}" type="presParOf" srcId="{B52B5B28-FF8F-490B-BED3-F7854E446FFA}" destId="{F39D3F96-FEB4-43B4-9ED7-59E5E5BDBCB0}" srcOrd="7" destOrd="0" presId="urn:microsoft.com/office/officeart/2005/8/layout/vList2"/>
    <dgm:cxn modelId="{40068166-803C-4BDC-A46D-F404F6245087}" type="presParOf" srcId="{B52B5B28-FF8F-490B-BED3-F7854E446FFA}" destId="{460F352C-59CB-4210-A49B-2C0F91547574}" srcOrd="8" destOrd="0" presId="urn:microsoft.com/office/officeart/2005/8/layout/vList2"/>
    <dgm:cxn modelId="{CB8C95BC-18FC-4D82-9AF5-B989D416E016}" type="presParOf" srcId="{B52B5B28-FF8F-490B-BED3-F7854E446FFA}" destId="{4811658B-1932-465E-A74E-B415AF07F258}" srcOrd="9" destOrd="0" presId="urn:microsoft.com/office/officeart/2005/8/layout/vList2"/>
    <dgm:cxn modelId="{56FAC55F-AD3D-4F0E-AD07-9D5CB75FA65D}" type="presParOf" srcId="{B52B5B28-FF8F-490B-BED3-F7854E446FFA}" destId="{04D18F4A-9D9D-4A2F-8778-F7A943ABCF5D}"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773AB2-E56C-4BFC-96E9-3DCA4F0A314B}">
      <dsp:nvSpPr>
        <dsp:cNvPr id="0" name=""/>
        <dsp:cNvSpPr/>
      </dsp:nvSpPr>
      <dsp:spPr>
        <a:xfrm>
          <a:off x="0" y="42799"/>
          <a:ext cx="5000124" cy="127296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 Unité principale : écran et interface de commande</a:t>
          </a:r>
        </a:p>
      </dsp:txBody>
      <dsp:txXfrm>
        <a:off x="62141" y="104940"/>
        <a:ext cx="4875842" cy="1148678"/>
      </dsp:txXfrm>
    </dsp:sp>
    <dsp:sp modelId="{4C711761-5AFF-45A4-9549-5776D222F442}">
      <dsp:nvSpPr>
        <dsp:cNvPr id="0" name=""/>
        <dsp:cNvSpPr/>
      </dsp:nvSpPr>
      <dsp:spPr>
        <a:xfrm>
          <a:off x="0" y="1407919"/>
          <a:ext cx="5000124" cy="1272960"/>
        </a:xfrm>
        <a:prstGeom prst="roundRect">
          <a:avLst/>
        </a:prstGeom>
        <a:gradFill rotWithShape="0">
          <a:gsLst>
            <a:gs pos="0">
              <a:schemeClr val="accent5">
                <a:hueOff val="-3311292"/>
                <a:satOff val="13270"/>
                <a:lumOff val="2876"/>
                <a:alphaOff val="0"/>
                <a:tint val="100000"/>
                <a:shade val="100000"/>
                <a:satMod val="130000"/>
              </a:schemeClr>
            </a:gs>
            <a:gs pos="100000">
              <a:schemeClr val="accent5">
                <a:hueOff val="-3311292"/>
                <a:satOff val="13270"/>
                <a:lumOff val="287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 Électrodes : placées sur le thorax pour délivrer le choc</a:t>
          </a:r>
        </a:p>
      </dsp:txBody>
      <dsp:txXfrm>
        <a:off x="62141" y="1470060"/>
        <a:ext cx="4875842" cy="1148678"/>
      </dsp:txXfrm>
    </dsp:sp>
    <dsp:sp modelId="{6A3E1777-F494-4524-AF91-CA131BB20979}">
      <dsp:nvSpPr>
        <dsp:cNvPr id="0" name=""/>
        <dsp:cNvSpPr/>
      </dsp:nvSpPr>
      <dsp:spPr>
        <a:xfrm>
          <a:off x="0" y="2773040"/>
          <a:ext cx="5000124" cy="1272960"/>
        </a:xfrm>
        <a:prstGeom prst="roundRect">
          <a:avLst/>
        </a:prstGeom>
        <a:gradFill rotWithShape="0">
          <a:gsLst>
            <a:gs pos="0">
              <a:schemeClr val="accent5">
                <a:hueOff val="-6622584"/>
                <a:satOff val="26541"/>
                <a:lumOff val="5752"/>
                <a:alphaOff val="0"/>
                <a:tint val="100000"/>
                <a:shade val="100000"/>
                <a:satMod val="130000"/>
              </a:schemeClr>
            </a:gs>
            <a:gs pos="100000">
              <a:schemeClr val="accent5">
                <a:hueOff val="-6622584"/>
                <a:satOff val="26541"/>
                <a:lumOff val="575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 Source d’énergie : batterie ou alimentation électrique</a:t>
          </a:r>
        </a:p>
      </dsp:txBody>
      <dsp:txXfrm>
        <a:off x="62141" y="2835181"/>
        <a:ext cx="4875842" cy="1148678"/>
      </dsp:txXfrm>
    </dsp:sp>
    <dsp:sp modelId="{9F38DF9E-66E3-4D98-8879-20A5A1286D38}">
      <dsp:nvSpPr>
        <dsp:cNvPr id="0" name=""/>
        <dsp:cNvSpPr/>
      </dsp:nvSpPr>
      <dsp:spPr>
        <a:xfrm>
          <a:off x="0" y="4138160"/>
          <a:ext cx="5000124" cy="127296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 Système d’analyse du rythme cardiaque</a:t>
          </a:r>
        </a:p>
      </dsp:txBody>
      <dsp:txXfrm>
        <a:off x="62141" y="4200301"/>
        <a:ext cx="4875842" cy="11486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18778F-42A1-42B6-8949-980B870A8BFC}">
      <dsp:nvSpPr>
        <dsp:cNvPr id="0" name=""/>
        <dsp:cNvSpPr/>
      </dsp:nvSpPr>
      <dsp:spPr>
        <a:xfrm>
          <a:off x="610" y="1179680"/>
          <a:ext cx="2380430" cy="1428258"/>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Défibrillateur Semi-Automatique (DSA)</a:t>
          </a:r>
        </a:p>
      </dsp:txBody>
      <dsp:txXfrm>
        <a:off x="610" y="1179680"/>
        <a:ext cx="2380430" cy="1428258"/>
      </dsp:txXfrm>
    </dsp:sp>
    <dsp:sp modelId="{E8F00FFD-6BD7-4F8A-AE59-88413AF8A5BE}">
      <dsp:nvSpPr>
        <dsp:cNvPr id="0" name=""/>
        <dsp:cNvSpPr/>
      </dsp:nvSpPr>
      <dsp:spPr>
        <a:xfrm>
          <a:off x="2619083" y="1179680"/>
          <a:ext cx="2380430" cy="1428258"/>
        </a:xfrm>
        <a:prstGeom prst="rect">
          <a:avLst/>
        </a:prstGeom>
        <a:gradFill rotWithShape="0">
          <a:gsLst>
            <a:gs pos="0">
              <a:schemeClr val="accent5">
                <a:hueOff val="-3311292"/>
                <a:satOff val="13270"/>
                <a:lumOff val="2876"/>
                <a:alphaOff val="0"/>
                <a:tint val="100000"/>
                <a:shade val="100000"/>
                <a:satMod val="130000"/>
              </a:schemeClr>
            </a:gs>
            <a:gs pos="100000">
              <a:schemeClr val="accent5">
                <a:hueOff val="-3311292"/>
                <a:satOff val="13270"/>
                <a:lumOff val="287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Défibrillateur Entièrement Automatique (DEA)</a:t>
          </a:r>
        </a:p>
      </dsp:txBody>
      <dsp:txXfrm>
        <a:off x="2619083" y="1179680"/>
        <a:ext cx="2380430" cy="1428258"/>
      </dsp:txXfrm>
    </dsp:sp>
    <dsp:sp modelId="{7018A7B9-CC93-4D83-9EDF-22EAA77CE6B6}">
      <dsp:nvSpPr>
        <dsp:cNvPr id="0" name=""/>
        <dsp:cNvSpPr/>
      </dsp:nvSpPr>
      <dsp:spPr>
        <a:xfrm>
          <a:off x="610" y="2845981"/>
          <a:ext cx="2380430" cy="1428258"/>
        </a:xfrm>
        <a:prstGeom prst="rect">
          <a:avLst/>
        </a:prstGeom>
        <a:gradFill rotWithShape="0">
          <a:gsLst>
            <a:gs pos="0">
              <a:schemeClr val="accent5">
                <a:hueOff val="-6622584"/>
                <a:satOff val="26541"/>
                <a:lumOff val="5752"/>
                <a:alphaOff val="0"/>
                <a:tint val="100000"/>
                <a:shade val="100000"/>
                <a:satMod val="130000"/>
              </a:schemeClr>
            </a:gs>
            <a:gs pos="100000">
              <a:schemeClr val="accent5">
                <a:hueOff val="-6622584"/>
                <a:satOff val="26541"/>
                <a:lumOff val="575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Défibrillateur Manuel</a:t>
          </a:r>
        </a:p>
      </dsp:txBody>
      <dsp:txXfrm>
        <a:off x="610" y="2845981"/>
        <a:ext cx="2380430" cy="1428258"/>
      </dsp:txXfrm>
    </dsp:sp>
    <dsp:sp modelId="{FE8B8A8E-286E-426D-85A5-350D1C57531C}">
      <dsp:nvSpPr>
        <dsp:cNvPr id="0" name=""/>
        <dsp:cNvSpPr/>
      </dsp:nvSpPr>
      <dsp:spPr>
        <a:xfrm>
          <a:off x="2619083" y="2845981"/>
          <a:ext cx="2380430" cy="1428258"/>
        </a:xfrm>
        <a:prstGeom prst="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Défibrillateur Implantable (DAI)</a:t>
          </a:r>
        </a:p>
      </dsp:txBody>
      <dsp:txXfrm>
        <a:off x="2619083" y="2845981"/>
        <a:ext cx="2380430" cy="14282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FFBC71-8BCF-42DF-B6F5-45BF6AD6CAFC}">
      <dsp:nvSpPr>
        <dsp:cNvPr id="0" name=""/>
        <dsp:cNvSpPr/>
      </dsp:nvSpPr>
      <dsp:spPr>
        <a:xfrm>
          <a:off x="0" y="32989"/>
          <a:ext cx="5000124" cy="264069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 Position Antero-Apicale : sous la clavicule droite et sur l’hémithorax gauche</a:t>
          </a:r>
        </a:p>
      </dsp:txBody>
      <dsp:txXfrm>
        <a:off x="128908" y="161897"/>
        <a:ext cx="4742308" cy="2382874"/>
      </dsp:txXfrm>
    </dsp:sp>
    <dsp:sp modelId="{4376086E-0892-4318-ACE2-CC0539E9A9F1}">
      <dsp:nvSpPr>
        <dsp:cNvPr id="0" name=""/>
        <dsp:cNvSpPr/>
      </dsp:nvSpPr>
      <dsp:spPr>
        <a:xfrm>
          <a:off x="0" y="2780239"/>
          <a:ext cx="5000124" cy="264069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 Position Antéro-Postérieure : région précordiale et dos entre les omoplates</a:t>
          </a:r>
        </a:p>
      </dsp:txBody>
      <dsp:txXfrm>
        <a:off x="128908" y="2909147"/>
        <a:ext cx="4742308" cy="23828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CD63DD-C4F7-4699-9B4F-EEFDDCBFB8A3}">
      <dsp:nvSpPr>
        <dsp:cNvPr id="0" name=""/>
        <dsp:cNvSpPr/>
      </dsp:nvSpPr>
      <dsp:spPr>
        <a:xfrm>
          <a:off x="429570" y="472"/>
          <a:ext cx="3346456" cy="2007873"/>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 Défibrillateur Biphasique : 150-200 J (1er choc), 150-360 J (suivants)</a:t>
          </a:r>
        </a:p>
      </dsp:txBody>
      <dsp:txXfrm>
        <a:off x="429570" y="472"/>
        <a:ext cx="3346456" cy="2007873"/>
      </dsp:txXfrm>
    </dsp:sp>
    <dsp:sp modelId="{9F471F13-D442-4311-859E-FD53036D0144}">
      <dsp:nvSpPr>
        <dsp:cNvPr id="0" name=""/>
        <dsp:cNvSpPr/>
      </dsp:nvSpPr>
      <dsp:spPr>
        <a:xfrm>
          <a:off x="4110672" y="472"/>
          <a:ext cx="3346456" cy="2007873"/>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 Défibrillateur Monophasique : 360 J</a:t>
          </a:r>
        </a:p>
      </dsp:txBody>
      <dsp:txXfrm>
        <a:off x="4110672" y="472"/>
        <a:ext cx="3346456" cy="2007873"/>
      </dsp:txXfrm>
    </dsp:sp>
    <dsp:sp modelId="{91C739C4-7428-4FA6-83B2-8CB385163300}">
      <dsp:nvSpPr>
        <dsp:cNvPr id="0" name=""/>
        <dsp:cNvSpPr/>
      </dsp:nvSpPr>
      <dsp:spPr>
        <a:xfrm>
          <a:off x="2270121" y="2342991"/>
          <a:ext cx="3346456" cy="2007873"/>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 Enfant : 4 J/kg (max 10 J/kg)</a:t>
          </a:r>
        </a:p>
      </dsp:txBody>
      <dsp:txXfrm>
        <a:off x="2270121" y="2342991"/>
        <a:ext cx="3346456" cy="200787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CD63DD-C4F7-4699-9B4F-EEFDDCBFB8A3}">
      <dsp:nvSpPr>
        <dsp:cNvPr id="0" name=""/>
        <dsp:cNvSpPr/>
      </dsp:nvSpPr>
      <dsp:spPr>
        <a:xfrm>
          <a:off x="429570" y="472"/>
          <a:ext cx="3346456" cy="2007873"/>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 Défibrillateur Biphasique : 150-200 J (1er choc), 150-360 J (suivants)</a:t>
          </a:r>
        </a:p>
      </dsp:txBody>
      <dsp:txXfrm>
        <a:off x="429570" y="472"/>
        <a:ext cx="3346456" cy="2007873"/>
      </dsp:txXfrm>
    </dsp:sp>
    <dsp:sp modelId="{9F471F13-D442-4311-859E-FD53036D0144}">
      <dsp:nvSpPr>
        <dsp:cNvPr id="0" name=""/>
        <dsp:cNvSpPr/>
      </dsp:nvSpPr>
      <dsp:spPr>
        <a:xfrm>
          <a:off x="4110672" y="472"/>
          <a:ext cx="3346456" cy="2007873"/>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 Défibrillateur Monophasique : 360 J</a:t>
          </a:r>
        </a:p>
      </dsp:txBody>
      <dsp:txXfrm>
        <a:off x="4110672" y="472"/>
        <a:ext cx="3346456" cy="2007873"/>
      </dsp:txXfrm>
    </dsp:sp>
    <dsp:sp modelId="{91C739C4-7428-4FA6-83B2-8CB385163300}">
      <dsp:nvSpPr>
        <dsp:cNvPr id="0" name=""/>
        <dsp:cNvSpPr/>
      </dsp:nvSpPr>
      <dsp:spPr>
        <a:xfrm>
          <a:off x="2270121" y="2342991"/>
          <a:ext cx="3346456" cy="2007873"/>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 Enfant : 4 J/kg (max 10 J/kg)</a:t>
          </a:r>
        </a:p>
      </dsp:txBody>
      <dsp:txXfrm>
        <a:off x="2270121" y="2342991"/>
        <a:ext cx="3346456" cy="200787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0DF6A-480C-49AC-A57A-30D109BE4100}">
      <dsp:nvSpPr>
        <dsp:cNvPr id="0" name=""/>
        <dsp:cNvSpPr/>
      </dsp:nvSpPr>
      <dsp:spPr>
        <a:xfrm>
          <a:off x="0" y="374354"/>
          <a:ext cx="5000124" cy="2293565"/>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 Défibrillation : FV, TV sans pouls</a:t>
          </a:r>
        </a:p>
      </dsp:txBody>
      <dsp:txXfrm>
        <a:off x="111963" y="486317"/>
        <a:ext cx="4776198" cy="2069639"/>
      </dsp:txXfrm>
    </dsp:sp>
    <dsp:sp modelId="{25A9D186-1190-4E90-A443-BA038B364612}">
      <dsp:nvSpPr>
        <dsp:cNvPr id="0" name=""/>
        <dsp:cNvSpPr/>
      </dsp:nvSpPr>
      <dsp:spPr>
        <a:xfrm>
          <a:off x="0" y="2786000"/>
          <a:ext cx="5000124" cy="2293565"/>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 Cardioversion : TSV, Flutter, FA instable, TV avec pouls</a:t>
          </a:r>
        </a:p>
      </dsp:txBody>
      <dsp:txXfrm>
        <a:off x="111963" y="2897963"/>
        <a:ext cx="4776198" cy="20696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DCC900-BA21-4B30-AB0E-E5B9180F8B49}">
      <dsp:nvSpPr>
        <dsp:cNvPr id="0" name=""/>
        <dsp:cNvSpPr/>
      </dsp:nvSpPr>
      <dsp:spPr>
        <a:xfrm>
          <a:off x="0" y="95708"/>
          <a:ext cx="5000124" cy="834228"/>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 Ne pas </a:t>
          </a:r>
          <a:r>
            <a:rPr lang="en-US" sz="2100" kern="1200" dirty="0" err="1"/>
            <a:t>choquer</a:t>
          </a:r>
          <a:r>
            <a:rPr lang="en-US" sz="2100" kern="1200" dirty="0"/>
            <a:t> </a:t>
          </a:r>
          <a:r>
            <a:rPr lang="en-US" sz="2100" kern="1200" dirty="0" err="1"/>
            <a:t>en</a:t>
          </a:r>
          <a:r>
            <a:rPr lang="en-US" sz="2100" kern="1200" dirty="0"/>
            <a:t> </a:t>
          </a:r>
          <a:r>
            <a:rPr lang="en-US" sz="2100" kern="1200" dirty="0" err="1"/>
            <a:t>cas</a:t>
          </a:r>
          <a:r>
            <a:rPr lang="en-US" sz="2100" kern="1200" dirty="0"/>
            <a:t> </a:t>
          </a:r>
          <a:r>
            <a:rPr lang="en-US" sz="2100" kern="1200" dirty="0" err="1"/>
            <a:t>d’asystolie</a:t>
          </a:r>
          <a:endParaRPr lang="en-US" sz="2100" kern="1200" dirty="0"/>
        </a:p>
      </dsp:txBody>
      <dsp:txXfrm>
        <a:off x="40724" y="136432"/>
        <a:ext cx="4918676" cy="752780"/>
      </dsp:txXfrm>
    </dsp:sp>
    <dsp:sp modelId="{C5E77C79-F391-4082-8036-D3FD228F0AFA}">
      <dsp:nvSpPr>
        <dsp:cNvPr id="0" name=""/>
        <dsp:cNvSpPr/>
      </dsp:nvSpPr>
      <dsp:spPr>
        <a:xfrm>
          <a:off x="0" y="990416"/>
          <a:ext cx="5000124" cy="834228"/>
        </a:xfrm>
        <a:prstGeom prst="roundRect">
          <a:avLst/>
        </a:prstGeom>
        <a:gradFill rotWithShape="0">
          <a:gsLst>
            <a:gs pos="0">
              <a:schemeClr val="accent5">
                <a:hueOff val="-1986775"/>
                <a:satOff val="7962"/>
                <a:lumOff val="1726"/>
                <a:alphaOff val="0"/>
                <a:tint val="100000"/>
                <a:shade val="100000"/>
                <a:satMod val="130000"/>
              </a:schemeClr>
            </a:gs>
            <a:gs pos="100000">
              <a:schemeClr val="accent5">
                <a:hueOff val="-1986775"/>
                <a:satOff val="7962"/>
                <a:lumOff val="172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 </a:t>
          </a:r>
          <a:r>
            <a:rPr lang="en-US" sz="2100" kern="1200" dirty="0" err="1"/>
            <a:t>Éviter</a:t>
          </a:r>
          <a:r>
            <a:rPr lang="en-US" sz="2100" kern="1200" dirty="0"/>
            <a:t> les zones </a:t>
          </a:r>
          <a:r>
            <a:rPr lang="en-US" sz="2100" kern="1200" dirty="0" err="1"/>
            <a:t>humides</a:t>
          </a:r>
          <a:r>
            <a:rPr lang="en-US" sz="2100" kern="1200" dirty="0"/>
            <a:t> et </a:t>
          </a:r>
          <a:r>
            <a:rPr lang="en-US" sz="2100" kern="1200" dirty="0" err="1"/>
            <a:t>métalliques</a:t>
          </a:r>
          <a:endParaRPr lang="en-US" sz="2100" kern="1200" dirty="0"/>
        </a:p>
      </dsp:txBody>
      <dsp:txXfrm>
        <a:off x="40724" y="1031140"/>
        <a:ext cx="4918676" cy="752780"/>
      </dsp:txXfrm>
    </dsp:sp>
    <dsp:sp modelId="{4A0FDB24-AF7B-4E41-92AD-EDF01AC59E9B}">
      <dsp:nvSpPr>
        <dsp:cNvPr id="0" name=""/>
        <dsp:cNvSpPr/>
      </dsp:nvSpPr>
      <dsp:spPr>
        <a:xfrm>
          <a:off x="0" y="1885124"/>
          <a:ext cx="5000124" cy="834228"/>
        </a:xfrm>
        <a:prstGeom prst="roundRect">
          <a:avLst/>
        </a:prstGeom>
        <a:gradFill rotWithShape="0">
          <a:gsLst>
            <a:gs pos="0">
              <a:schemeClr val="accent5">
                <a:hueOff val="-3973551"/>
                <a:satOff val="15924"/>
                <a:lumOff val="3451"/>
                <a:alphaOff val="0"/>
                <a:tint val="100000"/>
                <a:shade val="100000"/>
                <a:satMod val="130000"/>
              </a:schemeClr>
            </a:gs>
            <a:gs pos="100000">
              <a:schemeClr val="accent5">
                <a:hueOff val="-3973551"/>
                <a:satOff val="15924"/>
                <a:lumOff val="3451"/>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 </a:t>
          </a:r>
          <a:r>
            <a:rPr lang="en-US" sz="2100" kern="1200" dirty="0" err="1"/>
            <a:t>Vérifier</a:t>
          </a:r>
          <a:r>
            <a:rPr lang="en-US" sz="2100" kern="1200" dirty="0"/>
            <a:t> </a:t>
          </a:r>
          <a:r>
            <a:rPr lang="en-US" sz="2100" kern="1200" dirty="0" err="1"/>
            <a:t>l'absence</a:t>
          </a:r>
          <a:r>
            <a:rPr lang="en-US" sz="2100" kern="1200" dirty="0"/>
            <a:t> de contact avec le patient </a:t>
          </a:r>
          <a:r>
            <a:rPr lang="en-US" sz="2100" kern="1200" dirty="0" err="1"/>
            <a:t>avant</a:t>
          </a:r>
          <a:r>
            <a:rPr lang="en-US" sz="2100" kern="1200" dirty="0"/>
            <a:t> de </a:t>
          </a:r>
          <a:r>
            <a:rPr lang="en-US" sz="2100" kern="1200" dirty="0" err="1"/>
            <a:t>délivrer</a:t>
          </a:r>
          <a:r>
            <a:rPr lang="en-US" sz="2100" kern="1200" dirty="0"/>
            <a:t> le choc</a:t>
          </a:r>
        </a:p>
      </dsp:txBody>
      <dsp:txXfrm>
        <a:off x="40724" y="1925848"/>
        <a:ext cx="4918676" cy="752780"/>
      </dsp:txXfrm>
    </dsp:sp>
    <dsp:sp modelId="{3422A29E-98BB-486A-AF69-E59F79D090B6}">
      <dsp:nvSpPr>
        <dsp:cNvPr id="0" name=""/>
        <dsp:cNvSpPr/>
      </dsp:nvSpPr>
      <dsp:spPr>
        <a:xfrm>
          <a:off x="0" y="2779833"/>
          <a:ext cx="5000124" cy="834228"/>
        </a:xfrm>
        <a:prstGeom prst="roundRect">
          <a:avLst/>
        </a:prstGeom>
        <a:gradFill rotWithShape="0">
          <a:gsLst>
            <a:gs pos="0">
              <a:schemeClr val="accent5">
                <a:hueOff val="-5960326"/>
                <a:satOff val="23887"/>
                <a:lumOff val="5177"/>
                <a:alphaOff val="0"/>
                <a:tint val="100000"/>
                <a:shade val="100000"/>
                <a:satMod val="130000"/>
              </a:schemeClr>
            </a:gs>
            <a:gs pos="100000">
              <a:schemeClr val="accent5">
                <a:hueOff val="-5960326"/>
                <a:satOff val="23887"/>
                <a:lumOff val="5177"/>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dirty="0" err="1">
              <a:latin typeface="Calibri"/>
            </a:rPr>
            <a:t>Tachycardie</a:t>
          </a:r>
          <a:r>
            <a:rPr lang="en-US" sz="2100" kern="1200" dirty="0">
              <a:latin typeface="Calibri"/>
            </a:rPr>
            <a:t> </a:t>
          </a:r>
          <a:r>
            <a:rPr lang="en-US" sz="2100" kern="1200" dirty="0" err="1">
              <a:latin typeface="Calibri"/>
            </a:rPr>
            <a:t>ventriculaire</a:t>
          </a:r>
          <a:r>
            <a:rPr lang="en-US" sz="2100" kern="1200" dirty="0">
              <a:latin typeface="Calibri"/>
            </a:rPr>
            <a:t> </a:t>
          </a:r>
          <a:r>
            <a:rPr lang="en-US" sz="2100" kern="1200" dirty="0" err="1">
              <a:latin typeface="Calibri"/>
            </a:rPr>
            <a:t>liée</a:t>
          </a:r>
          <a:r>
            <a:rPr lang="en-US" sz="2100" kern="1200" dirty="0">
              <a:latin typeface="Calibri"/>
            </a:rPr>
            <a:t> a </a:t>
          </a:r>
          <a:r>
            <a:rPr lang="en-US" sz="2100" kern="1200" dirty="0" err="1">
              <a:latin typeface="Calibri"/>
            </a:rPr>
            <a:t>une</a:t>
          </a:r>
          <a:r>
            <a:rPr lang="en-US" sz="2100" kern="1200" dirty="0">
              <a:latin typeface="Calibri"/>
            </a:rPr>
            <a:t> intoxication a la digoxine</a:t>
          </a:r>
        </a:p>
      </dsp:txBody>
      <dsp:txXfrm>
        <a:off x="40724" y="2820557"/>
        <a:ext cx="4918676" cy="752780"/>
      </dsp:txXfrm>
    </dsp:sp>
    <dsp:sp modelId="{460F352C-59CB-4210-A49B-2C0F91547574}">
      <dsp:nvSpPr>
        <dsp:cNvPr id="0" name=""/>
        <dsp:cNvSpPr/>
      </dsp:nvSpPr>
      <dsp:spPr>
        <a:xfrm>
          <a:off x="0" y="3674541"/>
          <a:ext cx="5000124" cy="834228"/>
        </a:xfrm>
        <a:prstGeom prst="roundRect">
          <a:avLst/>
        </a:prstGeom>
        <a:gradFill rotWithShape="0">
          <a:gsLst>
            <a:gs pos="0">
              <a:schemeClr val="accent5">
                <a:hueOff val="-7947101"/>
                <a:satOff val="31849"/>
                <a:lumOff val="6902"/>
                <a:alphaOff val="0"/>
                <a:tint val="100000"/>
                <a:shade val="100000"/>
                <a:satMod val="130000"/>
              </a:schemeClr>
            </a:gs>
            <a:gs pos="100000">
              <a:schemeClr val="accent5">
                <a:hueOff val="-7947101"/>
                <a:satOff val="31849"/>
                <a:lumOff val="690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dirty="0">
              <a:latin typeface="Calibri"/>
            </a:rPr>
            <a:t>Presence de thrombus dans l'OG</a:t>
          </a:r>
        </a:p>
      </dsp:txBody>
      <dsp:txXfrm>
        <a:off x="40724" y="3715265"/>
        <a:ext cx="4918676" cy="752780"/>
      </dsp:txXfrm>
    </dsp:sp>
    <dsp:sp modelId="{04D18F4A-9D9D-4A2F-8778-F7A943ABCF5D}">
      <dsp:nvSpPr>
        <dsp:cNvPr id="0" name=""/>
        <dsp:cNvSpPr/>
      </dsp:nvSpPr>
      <dsp:spPr>
        <a:xfrm>
          <a:off x="0" y="4569249"/>
          <a:ext cx="5000124" cy="834228"/>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dirty="0" err="1">
              <a:latin typeface="Calibri"/>
            </a:rPr>
            <a:t>Tachycardie</a:t>
          </a:r>
          <a:r>
            <a:rPr lang="en-US" sz="2100" kern="1200" dirty="0">
              <a:latin typeface="Calibri"/>
            </a:rPr>
            <a:t> </a:t>
          </a:r>
          <a:r>
            <a:rPr lang="en-US" sz="2100" kern="1200" dirty="0" err="1">
              <a:latin typeface="Calibri"/>
            </a:rPr>
            <a:t>sinusale</a:t>
          </a:r>
          <a:r>
            <a:rPr lang="en-US" sz="2100" kern="1200" dirty="0">
              <a:latin typeface="Calibri"/>
            </a:rPr>
            <a:t> </a:t>
          </a:r>
          <a:r>
            <a:rPr lang="en-US" sz="2100" kern="1200" dirty="0" err="1">
              <a:latin typeface="Calibri"/>
            </a:rPr>
            <a:t>ou</a:t>
          </a:r>
          <a:r>
            <a:rPr lang="en-US" sz="2100" kern="1200" dirty="0">
              <a:latin typeface="Calibri"/>
            </a:rPr>
            <a:t> </a:t>
          </a:r>
          <a:r>
            <a:rPr lang="en-US" sz="2100" kern="1200" dirty="0" err="1">
              <a:latin typeface="Calibri"/>
            </a:rPr>
            <a:t>arythmie</a:t>
          </a:r>
          <a:r>
            <a:rPr lang="en-US" sz="2100" kern="1200" dirty="0">
              <a:latin typeface="Calibri"/>
            </a:rPr>
            <a:t> </a:t>
          </a:r>
          <a:r>
            <a:rPr lang="en-US" sz="2100" kern="1200" dirty="0" err="1">
              <a:latin typeface="Calibri"/>
            </a:rPr>
            <a:t>médiée</a:t>
          </a:r>
          <a:r>
            <a:rPr lang="en-US" sz="2100" kern="1200" dirty="0">
              <a:latin typeface="Calibri"/>
            </a:rPr>
            <a:t> par les cathecolamine</a:t>
          </a:r>
        </a:p>
      </dsp:txBody>
      <dsp:txXfrm>
        <a:off x="40724" y="4609973"/>
        <a:ext cx="4918676" cy="7527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6B5DFD-DDB4-482F-9BBD-03E727B2C65C}" type="datetimeFigureOut">
              <a:t>27/10/2025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1391D8-BF1B-4EE7-ADE7-AE353BD4BAC8}" type="slidenum">
              <a:t>‹#›</a:t>
            </a:fld>
            <a:endParaRPr lang="fr-FR"/>
          </a:p>
        </p:txBody>
      </p:sp>
    </p:spTree>
    <p:extLst>
      <p:ext uri="{BB962C8B-B14F-4D97-AF65-F5344CB8AC3E}">
        <p14:creationId xmlns:p14="http://schemas.microsoft.com/office/powerpoint/2010/main" val="1529825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err="1">
                <a:ea typeface="Calibri"/>
                <a:cs typeface="Calibri"/>
              </a:rPr>
              <a:t>Tachycardie</a:t>
            </a:r>
            <a:r>
              <a:rPr lang="en-US" dirty="0">
                <a:ea typeface="Calibri"/>
                <a:cs typeface="Calibri"/>
              </a:rPr>
              <a:t> </a:t>
            </a:r>
            <a:r>
              <a:rPr lang="en-US" dirty="0" err="1">
                <a:ea typeface="Calibri"/>
                <a:cs typeface="Calibri"/>
              </a:rPr>
              <a:t>ventriculaire</a:t>
            </a:r>
            <a:r>
              <a:rPr lang="en-US" dirty="0">
                <a:ea typeface="Calibri"/>
                <a:cs typeface="Calibri"/>
              </a:rPr>
              <a:t> </a:t>
            </a:r>
            <a:r>
              <a:rPr lang="en-US" dirty="0" err="1">
                <a:ea typeface="Calibri"/>
                <a:cs typeface="Calibri"/>
              </a:rPr>
              <a:t>liée</a:t>
            </a:r>
            <a:r>
              <a:rPr lang="en-US" dirty="0">
                <a:ea typeface="Calibri"/>
                <a:cs typeface="Calibri"/>
              </a:rPr>
              <a:t> a </a:t>
            </a:r>
            <a:r>
              <a:rPr lang="en-US" dirty="0" err="1">
                <a:ea typeface="Calibri"/>
                <a:cs typeface="Calibri"/>
              </a:rPr>
              <a:t>une</a:t>
            </a:r>
            <a:r>
              <a:rPr lang="en-US" dirty="0">
                <a:ea typeface="Calibri"/>
                <a:cs typeface="Calibri"/>
              </a:rPr>
              <a:t> intoxication a la </a:t>
            </a:r>
            <a:r>
              <a:rPr lang="en-US" dirty="0" err="1">
                <a:ea typeface="Calibri"/>
                <a:cs typeface="Calibri"/>
              </a:rPr>
              <a:t>digoxine</a:t>
            </a:r>
          </a:p>
        </p:txBody>
      </p:sp>
      <p:sp>
        <p:nvSpPr>
          <p:cNvPr id="4" name="Espace réservé du numéro de diapositive 3"/>
          <p:cNvSpPr>
            <a:spLocks noGrp="1"/>
          </p:cNvSpPr>
          <p:nvPr>
            <p:ph type="sldNum" sz="quarter" idx="5"/>
          </p:nvPr>
        </p:nvSpPr>
        <p:spPr/>
        <p:txBody>
          <a:bodyPr/>
          <a:lstStyle/>
          <a:p>
            <a:fld id="{B21391D8-BF1B-4EE7-ADE7-AE353BD4BAC8}" type="slidenum">
              <a:t>15</a:t>
            </a:fld>
            <a:endParaRPr lang="fr-FR"/>
          </a:p>
        </p:txBody>
      </p:sp>
    </p:spTree>
    <p:extLst>
      <p:ext uri="{BB962C8B-B14F-4D97-AF65-F5344CB8AC3E}">
        <p14:creationId xmlns:p14="http://schemas.microsoft.com/office/powerpoint/2010/main" val="1470019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973321" y="640080"/>
            <a:ext cx="4688333" cy="3566160"/>
          </a:xfrm>
        </p:spPr>
        <p:txBody>
          <a:bodyPr anchor="b">
            <a:normAutofit/>
          </a:bodyPr>
          <a:lstStyle/>
          <a:p>
            <a:pPr algn="l"/>
            <a:r>
              <a:rPr lang="fr-FR" sz="4700"/>
              <a:t>Cours sur le Choc Électrique Externe</a:t>
            </a:r>
          </a:p>
        </p:txBody>
      </p:sp>
      <p:sp>
        <p:nvSpPr>
          <p:cNvPr id="3" name="Subtitle 2"/>
          <p:cNvSpPr>
            <a:spLocks noGrp="1"/>
          </p:cNvSpPr>
          <p:nvPr>
            <p:ph type="subTitle" idx="1"/>
          </p:nvPr>
        </p:nvSpPr>
        <p:spPr>
          <a:xfrm>
            <a:off x="3973320" y="4636008"/>
            <a:ext cx="4688333" cy="1572768"/>
          </a:xfrm>
        </p:spPr>
        <p:txBody>
          <a:bodyPr>
            <a:normAutofit/>
          </a:bodyPr>
          <a:lstStyle/>
          <a:p>
            <a:pPr algn="l">
              <a:lnSpc>
                <a:spcPct val="90000"/>
              </a:lnSpc>
            </a:pPr>
            <a:r>
              <a:t>Défibrillation et Cardioversion</a:t>
            </a:r>
            <a:endParaRPr lang="fr-FR"/>
          </a:p>
          <a:p>
            <a:pPr algn="l">
              <a:lnSpc>
                <a:spcPct val="90000"/>
              </a:lnSpc>
            </a:pPr>
            <a:r>
              <a:t>Illustrations et Explications</a:t>
            </a:r>
            <a:endParaRPr lang="fr-FR"/>
          </a:p>
        </p:txBody>
      </p:sp>
      <p:pic>
        <p:nvPicPr>
          <p:cNvPr id="5" name="Picture 4" descr="Boîte électrique blanche avec fils">
            <a:extLst>
              <a:ext uri="{FF2B5EF4-FFF2-40B4-BE49-F238E27FC236}">
                <a16:creationId xmlns:a16="http://schemas.microsoft.com/office/drawing/2014/main" id="{46F8894E-E67B-9537-4C2E-50FB2D326A1C}"/>
              </a:ext>
            </a:extLst>
          </p:cNvPr>
          <p:cNvPicPr>
            <a:picLocks noChangeAspect="1"/>
          </p:cNvPicPr>
          <p:nvPr/>
        </p:nvPicPr>
        <p:blipFill>
          <a:blip r:embed="rId2"/>
          <a:srcRect l="19507" r="42294" b="4"/>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fr-FR" sz="3400">
                <a:solidFill>
                  <a:srgbClr val="FFFFFF"/>
                </a:solidFill>
              </a:rPr>
              <a:t>Introduction</a:t>
            </a:r>
          </a:p>
        </p:txBody>
      </p:sp>
      <p:sp>
        <p:nvSpPr>
          <p:cNvPr id="25" name="Arc 2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r>
              <a:rPr lang="fr-FR"/>
              <a:t>Le choc électrique externe est une technique médicale utilisée pour restaurer un rythme cardiaque normal en cas d’arythmie maligne. Il repose sur l'utilisation d'un défibrillateur qui délivre un choc électrique pour restaurer un rythme cardiaque organisé.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92F9E3-20A3-3B1E-663E-DD8943961F0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95AD6C6-5B17-6D85-E7EE-C6C3256E0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9">
            <a:extLst>
              <a:ext uri="{FF2B5EF4-FFF2-40B4-BE49-F238E27FC236}">
                <a16:creationId xmlns:a16="http://schemas.microsoft.com/office/drawing/2014/main" id="{B42B806A-FDBA-440E-FB96-EF5D19E6D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03F005-2E13-94D3-90C9-B90E51F9175F}"/>
              </a:ext>
            </a:extLst>
          </p:cNvPr>
          <p:cNvSpPr>
            <a:spLocks noGrp="1"/>
          </p:cNvSpPr>
          <p:nvPr>
            <p:ph type="title"/>
          </p:nvPr>
        </p:nvSpPr>
        <p:spPr>
          <a:xfrm>
            <a:off x="515125" y="1153572"/>
            <a:ext cx="2400300" cy="4461163"/>
          </a:xfrm>
        </p:spPr>
        <p:txBody>
          <a:bodyPr>
            <a:normAutofit/>
          </a:bodyPr>
          <a:lstStyle/>
          <a:p>
            <a:r>
              <a:rPr lang="fr-FR" sz="3400">
                <a:solidFill>
                  <a:srgbClr val="FFFFFF"/>
                </a:solidFill>
              </a:rPr>
              <a:t>Introduction</a:t>
            </a:r>
          </a:p>
        </p:txBody>
      </p:sp>
      <p:sp>
        <p:nvSpPr>
          <p:cNvPr id="25" name="Arc 24">
            <a:extLst>
              <a:ext uri="{FF2B5EF4-FFF2-40B4-BE49-F238E27FC236}">
                <a16:creationId xmlns:a16="http://schemas.microsoft.com/office/drawing/2014/main" id="{3EE84976-9D7A-752E-9CA7-623772B12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Espace réservé du contenu 4">
            <a:extLst>
              <a:ext uri="{FF2B5EF4-FFF2-40B4-BE49-F238E27FC236}">
                <a16:creationId xmlns:a16="http://schemas.microsoft.com/office/drawing/2014/main" id="{766CE597-F785-9922-29A7-2F4F4712D58C}"/>
              </a:ext>
            </a:extLst>
          </p:cNvPr>
          <p:cNvSpPr>
            <a:spLocks noGrp="1"/>
          </p:cNvSpPr>
          <p:nvPr>
            <p:ph idx="1"/>
          </p:nvPr>
        </p:nvSpPr>
        <p:spPr>
          <a:xfrm>
            <a:off x="3580645" y="664676"/>
            <a:ext cx="5128788" cy="5461487"/>
          </a:xfrm>
        </p:spPr>
        <p:txBody>
          <a:bodyPr vert="horz" lIns="91440" tIns="45720" rIns="91440" bIns="45720" rtlCol="0" anchor="t">
            <a:normAutofit/>
          </a:bodyPr>
          <a:lstStyle/>
          <a:p>
            <a:r>
              <a:rPr lang="fr-FR" b="1" dirty="0">
                <a:solidFill>
                  <a:srgbClr val="FF0000"/>
                </a:solidFill>
                <a:ea typeface="Calibri"/>
                <a:cs typeface="Calibri"/>
              </a:rPr>
              <a:t>Défibrillation</a:t>
            </a:r>
            <a:r>
              <a:rPr lang="fr-FR" dirty="0">
                <a:ea typeface="Calibri"/>
                <a:cs typeface="Calibri"/>
              </a:rPr>
              <a:t>: délivrer un choc asynchrone a </a:t>
            </a:r>
            <a:r>
              <a:rPr lang="fr-FR" err="1">
                <a:ea typeface="Calibri"/>
                <a:cs typeface="Calibri"/>
              </a:rPr>
              <a:t>nimporte</a:t>
            </a:r>
            <a:r>
              <a:rPr lang="fr-FR" dirty="0">
                <a:ea typeface="Calibri"/>
                <a:cs typeface="Calibri"/>
              </a:rPr>
              <a:t> quel moment du cycle cardiaque</a:t>
            </a:r>
          </a:p>
          <a:p>
            <a:r>
              <a:rPr lang="fr-FR" b="1" dirty="0">
                <a:solidFill>
                  <a:srgbClr val="FF0000"/>
                </a:solidFill>
                <a:ea typeface="Calibri"/>
                <a:cs typeface="Calibri"/>
              </a:rPr>
              <a:t>Cardioversion</a:t>
            </a:r>
            <a:r>
              <a:rPr lang="fr-FR" dirty="0">
                <a:ea typeface="Calibri"/>
                <a:cs typeface="Calibri"/>
              </a:rPr>
              <a:t>: délivrer un </a:t>
            </a:r>
            <a:r>
              <a:rPr lang="fr-FR" err="1">
                <a:ea typeface="Calibri"/>
                <a:cs typeface="Calibri"/>
              </a:rPr>
              <a:t>chox</a:t>
            </a:r>
            <a:r>
              <a:rPr lang="fr-FR" dirty="0">
                <a:ea typeface="Calibri"/>
                <a:cs typeface="Calibri"/>
              </a:rPr>
              <a:t> synchrone avec le complexe QRS</a:t>
            </a:r>
          </a:p>
        </p:txBody>
      </p:sp>
    </p:spTree>
    <p:extLst>
      <p:ext uri="{BB962C8B-B14F-4D97-AF65-F5344CB8AC3E}">
        <p14:creationId xmlns:p14="http://schemas.microsoft.com/office/powerpoint/2010/main" val="3906556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fr-FR" sz="3000">
                <a:solidFill>
                  <a:srgbClr val="FFFFFF"/>
                </a:solidFill>
              </a:rPr>
              <a:t>Éléments du Défibrillateur</a:t>
            </a:r>
          </a:p>
        </p:txBody>
      </p:sp>
      <p:graphicFrame>
        <p:nvGraphicFramePr>
          <p:cNvPr id="5" name="Content Placeholder 2">
            <a:extLst>
              <a:ext uri="{FF2B5EF4-FFF2-40B4-BE49-F238E27FC236}">
                <a16:creationId xmlns:a16="http://schemas.microsoft.com/office/drawing/2014/main" id="{BB5F9501-9FB7-7296-AC2B-C8885D9B9470}"/>
              </a:ext>
            </a:extLst>
          </p:cNvPr>
          <p:cNvGraphicFramePr>
            <a:graphicFrameLocks noGrp="1"/>
          </p:cNvGraphicFramePr>
          <p:nvPr>
            <p:ph idx="1"/>
            <p:extLst>
              <p:ext uri="{D42A27DB-BD31-4B8C-83A1-F6EECF244321}">
                <p14:modId xmlns:p14="http://schemas.microsoft.com/office/powerpoint/2010/main" val="3362935595"/>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fr-FR" sz="2700">
                <a:solidFill>
                  <a:srgbClr val="FFFFFF"/>
                </a:solidFill>
              </a:rPr>
              <a:t>Types de Défibrillateurs</a:t>
            </a:r>
          </a:p>
        </p:txBody>
      </p:sp>
      <p:graphicFrame>
        <p:nvGraphicFramePr>
          <p:cNvPr id="5" name="Content Placeholder 2">
            <a:extLst>
              <a:ext uri="{FF2B5EF4-FFF2-40B4-BE49-F238E27FC236}">
                <a16:creationId xmlns:a16="http://schemas.microsoft.com/office/drawing/2014/main" id="{96E86591-02BD-04CA-4C56-F7A959B25528}"/>
              </a:ext>
            </a:extLst>
          </p:cNvPr>
          <p:cNvGraphicFramePr>
            <a:graphicFrameLocks noGrp="1"/>
          </p:cNvGraphicFramePr>
          <p:nvPr>
            <p:ph idx="1"/>
            <p:extLst>
              <p:ext uri="{D42A27DB-BD31-4B8C-83A1-F6EECF244321}">
                <p14:modId xmlns:p14="http://schemas.microsoft.com/office/powerpoint/2010/main" val="1179864087"/>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1A931A-0CCC-7906-39B2-962BA8BCB77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03632E6-DB2D-4454-38A0-697F07C6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F8CB3B-9552-CB2C-F74E-C5EEB2C494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487EB35-A787-3374-9E83-927F3DB93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04BA3EC-5FE9-B8AF-EDE4-FB2B7FA9E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022BE0F5-661E-9535-180D-3ADB64D42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F9C84962-CCC6-A21B-79D7-D1B49DAF7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CBB1CC-F74E-D4CB-AAF0-4D2A395ADA47}"/>
              </a:ext>
            </a:extLst>
          </p:cNvPr>
          <p:cNvSpPr>
            <a:spLocks noGrp="1"/>
          </p:cNvSpPr>
          <p:nvPr>
            <p:ph type="title"/>
          </p:nvPr>
        </p:nvSpPr>
        <p:spPr>
          <a:xfrm>
            <a:off x="439858" y="1683756"/>
            <a:ext cx="2336449" cy="2396359"/>
          </a:xfrm>
        </p:spPr>
        <p:txBody>
          <a:bodyPr anchor="b">
            <a:normAutofit/>
          </a:bodyPr>
          <a:lstStyle/>
          <a:p>
            <a:pPr algn="r"/>
            <a:r>
              <a:rPr lang="fr-FR" sz="2700">
                <a:solidFill>
                  <a:srgbClr val="FFFFFF"/>
                </a:solidFill>
              </a:rPr>
              <a:t>Types de Défibrillateurs</a:t>
            </a:r>
          </a:p>
        </p:txBody>
      </p:sp>
      <p:pic>
        <p:nvPicPr>
          <p:cNvPr id="22" name="Espace réservé du contenu 21" descr="Une image contenant Équipement médical, gadget, Appareils électroniques, machine&#10;&#10;Le contenu généré par l’IA peut être incorrect.">
            <a:extLst>
              <a:ext uri="{FF2B5EF4-FFF2-40B4-BE49-F238E27FC236}">
                <a16:creationId xmlns:a16="http://schemas.microsoft.com/office/drawing/2014/main" id="{85E7003F-BAED-B955-00A0-78AFED091074}"/>
              </a:ext>
            </a:extLst>
          </p:cNvPr>
          <p:cNvPicPr>
            <a:picLocks noGrp="1" noChangeAspect="1"/>
          </p:cNvPicPr>
          <p:nvPr>
            <p:ph idx="1"/>
          </p:nvPr>
        </p:nvPicPr>
        <p:blipFill>
          <a:blip r:embed="rId2"/>
          <a:stretch>
            <a:fillRect/>
          </a:stretch>
        </p:blipFill>
        <p:spPr>
          <a:xfrm>
            <a:off x="3032395" y="322065"/>
            <a:ext cx="5609581" cy="3496351"/>
          </a:xfrm>
        </p:spPr>
      </p:pic>
      <p:pic>
        <p:nvPicPr>
          <p:cNvPr id="23" name="Image 22" descr="Défibrillateur cardiaque implantable Lyon | CCJJ - Centre ...">
            <a:extLst>
              <a:ext uri="{FF2B5EF4-FFF2-40B4-BE49-F238E27FC236}">
                <a16:creationId xmlns:a16="http://schemas.microsoft.com/office/drawing/2014/main" id="{E327C0CA-FB12-7C76-038C-8A83D5B78DE0}"/>
              </a:ext>
            </a:extLst>
          </p:cNvPr>
          <p:cNvPicPr>
            <a:picLocks noChangeAspect="1"/>
          </p:cNvPicPr>
          <p:nvPr/>
        </p:nvPicPr>
        <p:blipFill>
          <a:blip r:embed="rId3"/>
          <a:stretch>
            <a:fillRect/>
          </a:stretch>
        </p:blipFill>
        <p:spPr>
          <a:xfrm>
            <a:off x="3078737" y="3839861"/>
            <a:ext cx="2762409" cy="2917840"/>
          </a:xfrm>
          <a:prstGeom prst="rect">
            <a:avLst/>
          </a:prstGeom>
        </p:spPr>
      </p:pic>
      <p:pic>
        <p:nvPicPr>
          <p:cNvPr id="3" name="Image 2" descr="Défibrillateur semi automatique - SCRIM">
            <a:extLst>
              <a:ext uri="{FF2B5EF4-FFF2-40B4-BE49-F238E27FC236}">
                <a16:creationId xmlns:a16="http://schemas.microsoft.com/office/drawing/2014/main" id="{1B1C7161-C70A-D24B-C16B-B68D58B11DB5}"/>
              </a:ext>
            </a:extLst>
          </p:cNvPr>
          <p:cNvPicPr>
            <a:picLocks noChangeAspect="1"/>
          </p:cNvPicPr>
          <p:nvPr/>
        </p:nvPicPr>
        <p:blipFill>
          <a:blip r:embed="rId4"/>
          <a:stretch>
            <a:fillRect/>
          </a:stretch>
        </p:blipFill>
        <p:spPr>
          <a:xfrm>
            <a:off x="6140617" y="4263502"/>
            <a:ext cx="2743200" cy="2421731"/>
          </a:xfrm>
          <a:prstGeom prst="rect">
            <a:avLst/>
          </a:prstGeom>
        </p:spPr>
      </p:pic>
    </p:spTree>
    <p:extLst>
      <p:ext uri="{BB962C8B-B14F-4D97-AF65-F5344CB8AC3E}">
        <p14:creationId xmlns:p14="http://schemas.microsoft.com/office/powerpoint/2010/main" val="1366687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fr-FR" sz="3500">
                <a:solidFill>
                  <a:srgbClr val="FFFFFF"/>
                </a:solidFill>
              </a:rPr>
              <a:t>Position des Électrodes</a:t>
            </a:r>
          </a:p>
        </p:txBody>
      </p:sp>
      <p:graphicFrame>
        <p:nvGraphicFramePr>
          <p:cNvPr id="5" name="Content Placeholder 2">
            <a:extLst>
              <a:ext uri="{FF2B5EF4-FFF2-40B4-BE49-F238E27FC236}">
                <a16:creationId xmlns:a16="http://schemas.microsoft.com/office/drawing/2014/main" id="{73400C04-A6EB-2B88-93D5-34776280AF6C}"/>
              </a:ext>
            </a:extLst>
          </p:cNvPr>
          <p:cNvGraphicFramePr>
            <a:graphicFrameLocks noGrp="1"/>
          </p:cNvGraphicFramePr>
          <p:nvPr>
            <p:ph idx="1"/>
            <p:extLst>
              <p:ext uri="{D42A27DB-BD31-4B8C-83A1-F6EECF244321}">
                <p14:modId xmlns:p14="http://schemas.microsoft.com/office/powerpoint/2010/main" val="1063912579"/>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0A850D-56C4-9EDA-C22C-D775CB56EBE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35160C2-F23A-A0EC-DF93-904A3D110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E53C73B-D306-1DED-DE4A-B58C62240B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E3DD1D5-C515-253A-8379-AD01C4DC4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2AA279-6673-0B94-3CF3-2B578D988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A0583707-CBC5-40CF-6387-816ACF0B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67AF16C6-D4D9-B9FE-8023-3BAF6115BB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474DBF-AD43-B992-F433-1F5466E69512}"/>
              </a:ext>
            </a:extLst>
          </p:cNvPr>
          <p:cNvSpPr>
            <a:spLocks noGrp="1"/>
          </p:cNvSpPr>
          <p:nvPr>
            <p:ph type="title"/>
          </p:nvPr>
        </p:nvSpPr>
        <p:spPr>
          <a:xfrm>
            <a:off x="439858" y="1683756"/>
            <a:ext cx="2336449" cy="2396359"/>
          </a:xfrm>
        </p:spPr>
        <p:txBody>
          <a:bodyPr anchor="b">
            <a:normAutofit/>
          </a:bodyPr>
          <a:lstStyle/>
          <a:p>
            <a:pPr algn="r"/>
            <a:r>
              <a:rPr lang="fr-FR" sz="3500">
                <a:solidFill>
                  <a:srgbClr val="FFFFFF"/>
                </a:solidFill>
              </a:rPr>
              <a:t>Position des Électrodes</a:t>
            </a:r>
          </a:p>
        </p:txBody>
      </p:sp>
      <p:pic>
        <p:nvPicPr>
          <p:cNvPr id="3" name="Image 2" descr="Une image contenant croquis, capture d’écran, art&#10;&#10;Le contenu généré par l’IA peut être incorrect.">
            <a:extLst>
              <a:ext uri="{FF2B5EF4-FFF2-40B4-BE49-F238E27FC236}">
                <a16:creationId xmlns:a16="http://schemas.microsoft.com/office/drawing/2014/main" id="{67E23000-04BA-96ED-8F96-21F40CA646EC}"/>
              </a:ext>
            </a:extLst>
          </p:cNvPr>
          <p:cNvPicPr>
            <a:picLocks noChangeAspect="1"/>
          </p:cNvPicPr>
          <p:nvPr/>
        </p:nvPicPr>
        <p:blipFill>
          <a:blip r:embed="rId2"/>
          <a:stretch>
            <a:fillRect/>
          </a:stretch>
        </p:blipFill>
        <p:spPr>
          <a:xfrm>
            <a:off x="3782274" y="154098"/>
            <a:ext cx="4838700" cy="5448300"/>
          </a:xfrm>
          <a:prstGeom prst="rect">
            <a:avLst/>
          </a:prstGeom>
        </p:spPr>
      </p:pic>
    </p:spTree>
    <p:extLst>
      <p:ext uri="{BB962C8B-B14F-4D97-AF65-F5344CB8AC3E}">
        <p14:creationId xmlns:p14="http://schemas.microsoft.com/office/powerpoint/2010/main" val="3820742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5BA404-25F7-8F7F-3E2C-F28145482C4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E9679E5-AFB3-0325-52E6-8DDB258C8CBE}"/>
              </a:ext>
            </a:extLst>
          </p:cNvPr>
          <p:cNvPicPr>
            <a:picLocks noChangeAspect="1"/>
          </p:cNvPicPr>
          <p:nvPr/>
        </p:nvPicPr>
        <p:blipFill>
          <a:blip r:embed="rId2">
            <a:duotone>
              <a:schemeClr val="bg2">
                <a:shade val="45000"/>
                <a:satMod val="135000"/>
              </a:schemeClr>
              <a:prstClr val="white"/>
            </a:duotone>
          </a:blip>
          <a:srcRect l="2402" t="1914" r="10428" b="-3"/>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7FFAB248-E488-0C00-8F3E-24117E5FD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3B0D3C-5095-FC8B-967E-8997FDBEA0E0}"/>
              </a:ext>
            </a:extLst>
          </p:cNvPr>
          <p:cNvSpPr>
            <a:spLocks noGrp="1"/>
          </p:cNvSpPr>
          <p:nvPr>
            <p:ph type="title"/>
          </p:nvPr>
        </p:nvSpPr>
        <p:spPr>
          <a:xfrm>
            <a:off x="628650" y="365125"/>
            <a:ext cx="7886700" cy="1325563"/>
          </a:xfrm>
        </p:spPr>
        <p:txBody>
          <a:bodyPr>
            <a:normAutofit/>
          </a:bodyPr>
          <a:lstStyle/>
          <a:p>
            <a:r>
              <a:t>Énergie de Choc en Joules</a:t>
            </a:r>
          </a:p>
        </p:txBody>
      </p:sp>
      <p:graphicFrame>
        <p:nvGraphicFramePr>
          <p:cNvPr id="5" name="Content Placeholder 2">
            <a:extLst>
              <a:ext uri="{FF2B5EF4-FFF2-40B4-BE49-F238E27FC236}">
                <a16:creationId xmlns:a16="http://schemas.microsoft.com/office/drawing/2014/main" id="{A72AA29E-4659-9BA3-71B2-E0E5C619CF77}"/>
              </a:ext>
            </a:extLst>
          </p:cNvPr>
          <p:cNvGraphicFramePr>
            <a:graphicFrameLocks noGrp="1"/>
          </p:cNvGraphicFramePr>
          <p:nvPr>
            <p:ph idx="1"/>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Image 13" descr="Une image contenant texte, capture d’écran, diagramme, croquis&#10;&#10;Le contenu généré par l’IA peut être incorrect.">
            <a:extLst>
              <a:ext uri="{FF2B5EF4-FFF2-40B4-BE49-F238E27FC236}">
                <a16:creationId xmlns:a16="http://schemas.microsoft.com/office/drawing/2014/main" id="{B9F0B155-D054-27EA-A1EF-05A95875A6BF}"/>
              </a:ext>
            </a:extLst>
          </p:cNvPr>
          <p:cNvPicPr>
            <a:picLocks noChangeAspect="1"/>
          </p:cNvPicPr>
          <p:nvPr/>
        </p:nvPicPr>
        <p:blipFill>
          <a:blip r:embed="rId8"/>
          <a:stretch>
            <a:fillRect/>
          </a:stretch>
        </p:blipFill>
        <p:spPr>
          <a:xfrm>
            <a:off x="0" y="1536806"/>
            <a:ext cx="9144000" cy="4860151"/>
          </a:xfrm>
          <a:prstGeom prst="rect">
            <a:avLst/>
          </a:prstGeom>
        </p:spPr>
      </p:pic>
    </p:spTree>
    <p:extLst>
      <p:ext uri="{BB962C8B-B14F-4D97-AF65-F5344CB8AC3E}">
        <p14:creationId xmlns:p14="http://schemas.microsoft.com/office/powerpoint/2010/main" val="2203347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288317-2B92-FCB7-EE06-AAC25A23C34E}"/>
              </a:ext>
            </a:extLst>
          </p:cNvPr>
          <p:cNvPicPr>
            <a:picLocks noChangeAspect="1"/>
          </p:cNvPicPr>
          <p:nvPr/>
        </p:nvPicPr>
        <p:blipFill>
          <a:blip r:embed="rId2">
            <a:duotone>
              <a:schemeClr val="bg2">
                <a:shade val="45000"/>
                <a:satMod val="135000"/>
              </a:schemeClr>
              <a:prstClr val="white"/>
            </a:duotone>
          </a:blip>
          <a:srcRect l="2402" t="1914" r="10428" b="-3"/>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t>Énergie de Choc en Joules</a:t>
            </a:r>
          </a:p>
        </p:txBody>
      </p:sp>
      <p:graphicFrame>
        <p:nvGraphicFramePr>
          <p:cNvPr id="5" name="Content Placeholder 2">
            <a:extLst>
              <a:ext uri="{FF2B5EF4-FFF2-40B4-BE49-F238E27FC236}">
                <a16:creationId xmlns:a16="http://schemas.microsoft.com/office/drawing/2014/main" id="{F70B0A0E-9D7C-66A0-C458-7A18F6BDF614}"/>
              </a:ext>
            </a:extLst>
          </p:cNvPr>
          <p:cNvGraphicFramePr>
            <a:graphicFrameLocks noGrp="1"/>
          </p:cNvGraphicFramePr>
          <p:nvPr>
            <p:ph idx="1"/>
            <p:extLst>
              <p:ext uri="{D42A27DB-BD31-4B8C-83A1-F6EECF244321}">
                <p14:modId xmlns:p14="http://schemas.microsoft.com/office/powerpoint/2010/main" val="390813997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fr-FR" sz="3500">
                <a:solidFill>
                  <a:srgbClr val="FFFFFF"/>
                </a:solidFill>
              </a:rPr>
              <a:t>Indications du Choc Électrique</a:t>
            </a:r>
          </a:p>
        </p:txBody>
      </p:sp>
      <p:graphicFrame>
        <p:nvGraphicFramePr>
          <p:cNvPr id="5" name="Content Placeholder 2">
            <a:extLst>
              <a:ext uri="{FF2B5EF4-FFF2-40B4-BE49-F238E27FC236}">
                <a16:creationId xmlns:a16="http://schemas.microsoft.com/office/drawing/2014/main" id="{E6AFE576-BC0E-F469-A4D5-BBFE4BD97F09}"/>
              </a:ext>
            </a:extLst>
          </p:cNvPr>
          <p:cNvGraphicFramePr>
            <a:graphicFrameLocks noGrp="1"/>
          </p:cNvGraphicFramePr>
          <p:nvPr>
            <p:ph idx="1"/>
            <p:extLst>
              <p:ext uri="{D42A27DB-BD31-4B8C-83A1-F6EECF244321}">
                <p14:modId xmlns:p14="http://schemas.microsoft.com/office/powerpoint/2010/main" val="2254167127"/>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3A6B2F-03AE-C6B7-72D3-CAEE23D59DF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CF5A85-2585-886F-DF22-87B4DD512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04E98A-1404-C6CE-A114-5D961E114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9130F4-E084-2375-66FE-A0A1995AB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19B100-E339-C590-5201-99E3837F5B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8487523-03B5-92B5-4031-6C74CBC69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EDC290C1-8811-A3CB-CCE8-0DB8F39D5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D5A918-24F0-9124-9BBA-77CF7C77FA8F}"/>
              </a:ext>
            </a:extLst>
          </p:cNvPr>
          <p:cNvSpPr>
            <a:spLocks noGrp="1"/>
          </p:cNvSpPr>
          <p:nvPr>
            <p:ph type="title"/>
          </p:nvPr>
        </p:nvSpPr>
        <p:spPr>
          <a:xfrm>
            <a:off x="439858" y="1683756"/>
            <a:ext cx="2336449" cy="2396359"/>
          </a:xfrm>
        </p:spPr>
        <p:txBody>
          <a:bodyPr anchor="b">
            <a:normAutofit/>
          </a:bodyPr>
          <a:lstStyle/>
          <a:p>
            <a:pPr algn="r"/>
            <a:r>
              <a:rPr lang="fr-FR" sz="3500">
                <a:solidFill>
                  <a:srgbClr val="FFFFFF"/>
                </a:solidFill>
              </a:rPr>
              <a:t>Indications du Choc Électrique</a:t>
            </a:r>
          </a:p>
        </p:txBody>
      </p:sp>
      <p:pic>
        <p:nvPicPr>
          <p:cNvPr id="16" name="Espace réservé du contenu 15" descr="Une image contenant texte, capture d’écran&#10;&#10;Le contenu généré par l’IA peut être incorrect.">
            <a:extLst>
              <a:ext uri="{FF2B5EF4-FFF2-40B4-BE49-F238E27FC236}">
                <a16:creationId xmlns:a16="http://schemas.microsoft.com/office/drawing/2014/main" id="{B77EAEE9-FB14-9D43-3B50-152C1863B919}"/>
              </a:ext>
            </a:extLst>
          </p:cNvPr>
          <p:cNvPicPr>
            <a:picLocks noGrp="1" noChangeAspect="1"/>
          </p:cNvPicPr>
          <p:nvPr>
            <p:ph idx="1"/>
          </p:nvPr>
        </p:nvPicPr>
        <p:blipFill>
          <a:blip r:embed="rId2"/>
          <a:stretch>
            <a:fillRect/>
          </a:stretch>
        </p:blipFill>
        <p:spPr>
          <a:xfrm>
            <a:off x="3075162" y="253595"/>
            <a:ext cx="6064311" cy="6027133"/>
          </a:xfrm>
        </p:spPr>
      </p:pic>
    </p:spTree>
    <p:extLst>
      <p:ext uri="{BB962C8B-B14F-4D97-AF65-F5344CB8AC3E}">
        <p14:creationId xmlns:p14="http://schemas.microsoft.com/office/powerpoint/2010/main" val="1269120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CF18B8-D7C7-8565-45A3-867402EF29C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AC7968-D1FB-AA15-2D07-E2D40885B0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5EAAC5F-48EB-CBC8-D6FB-9CFF0964B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19A67FF-9FD2-14C5-D66D-17C2B77495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43206E2-9267-35D7-0874-66C1F4972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558ECA1-AF04-71EF-936E-1671DEC89E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9A593FC1-5F3D-A3D1-F6D3-F30E94E5FE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851B21-FEEC-F8AD-1221-20A45390655A}"/>
              </a:ext>
            </a:extLst>
          </p:cNvPr>
          <p:cNvSpPr>
            <a:spLocks noGrp="1"/>
          </p:cNvSpPr>
          <p:nvPr>
            <p:ph type="title"/>
          </p:nvPr>
        </p:nvSpPr>
        <p:spPr>
          <a:xfrm>
            <a:off x="439858" y="1683756"/>
            <a:ext cx="2336449" cy="2396359"/>
          </a:xfrm>
        </p:spPr>
        <p:txBody>
          <a:bodyPr anchor="b">
            <a:normAutofit/>
          </a:bodyPr>
          <a:lstStyle/>
          <a:p>
            <a:pPr algn="r"/>
            <a:r>
              <a:rPr lang="fr-FR" sz="3500">
                <a:solidFill>
                  <a:srgbClr val="FFFFFF"/>
                </a:solidFill>
              </a:rPr>
              <a:t>Indications du Choc Électrique</a:t>
            </a:r>
          </a:p>
        </p:txBody>
      </p:sp>
      <p:pic>
        <p:nvPicPr>
          <p:cNvPr id="16" name="Espace réservé du contenu 15" descr="Une image contenant texte, capture d’écran, Police, nombre&#10;&#10;Le contenu généré par l’IA peut être incorrect.">
            <a:extLst>
              <a:ext uri="{FF2B5EF4-FFF2-40B4-BE49-F238E27FC236}">
                <a16:creationId xmlns:a16="http://schemas.microsoft.com/office/drawing/2014/main" id="{310EDFF4-7BDC-5ADC-7CE6-03877578545F}"/>
              </a:ext>
            </a:extLst>
          </p:cNvPr>
          <p:cNvPicPr>
            <a:picLocks noGrp="1" noChangeAspect="1"/>
          </p:cNvPicPr>
          <p:nvPr>
            <p:ph idx="1"/>
          </p:nvPr>
        </p:nvPicPr>
        <p:blipFill>
          <a:blip r:embed="rId2"/>
          <a:stretch>
            <a:fillRect/>
          </a:stretch>
        </p:blipFill>
        <p:spPr>
          <a:xfrm>
            <a:off x="3069578" y="307246"/>
            <a:ext cx="5958584" cy="6080928"/>
          </a:xfrm>
        </p:spPr>
      </p:pic>
    </p:spTree>
    <p:extLst>
      <p:ext uri="{BB962C8B-B14F-4D97-AF65-F5344CB8AC3E}">
        <p14:creationId xmlns:p14="http://schemas.microsoft.com/office/powerpoint/2010/main" val="2915867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8098D0F-4368-18F8-E502-A764BD922077}"/>
              </a:ext>
            </a:extLst>
          </p:cNvPr>
          <p:cNvSpPr>
            <a:spLocks noGrp="1"/>
          </p:cNvSpPr>
          <p:nvPr>
            <p:ph type="title"/>
          </p:nvPr>
        </p:nvSpPr>
        <p:spPr>
          <a:xfrm>
            <a:off x="350041" y="586855"/>
            <a:ext cx="2401025" cy="3387497"/>
          </a:xfrm>
        </p:spPr>
        <p:txBody>
          <a:bodyPr anchor="b">
            <a:normAutofit/>
          </a:bodyPr>
          <a:lstStyle/>
          <a:p>
            <a:pPr algn="r"/>
            <a:r>
              <a:rPr lang="fr-FR" sz="3500" dirty="0">
                <a:solidFill>
                  <a:srgbClr val="FFFFFF"/>
                </a:solidFill>
                <a:ea typeface="Calibri"/>
                <a:cs typeface="Calibri"/>
              </a:rPr>
              <a:t>Effets indésirables          </a:t>
            </a:r>
            <a:br>
              <a:rPr lang="fr-FR" sz="3500" dirty="0">
                <a:solidFill>
                  <a:srgbClr val="FFFFFF"/>
                </a:solidFill>
                <a:ea typeface="Calibri"/>
                <a:cs typeface="Calibri"/>
              </a:rPr>
            </a:br>
            <a:endParaRPr lang="fr-FR" sz="3500" dirty="0">
              <a:solidFill>
                <a:srgbClr val="FFFFFF"/>
              </a:solidFill>
              <a:ea typeface="Calibri"/>
              <a:cs typeface="Calibri"/>
            </a:endParaRPr>
          </a:p>
        </p:txBody>
      </p:sp>
      <p:sp>
        <p:nvSpPr>
          <p:cNvPr id="3" name="Espace réservé du contenu 2">
            <a:extLst>
              <a:ext uri="{FF2B5EF4-FFF2-40B4-BE49-F238E27FC236}">
                <a16:creationId xmlns:a16="http://schemas.microsoft.com/office/drawing/2014/main" id="{3A2EEDC3-779F-38C8-CB6C-B84ECDBA1D2A}"/>
              </a:ext>
            </a:extLst>
          </p:cNvPr>
          <p:cNvSpPr>
            <a:spLocks noGrp="1"/>
          </p:cNvSpPr>
          <p:nvPr>
            <p:ph idx="1"/>
          </p:nvPr>
        </p:nvSpPr>
        <p:spPr>
          <a:xfrm>
            <a:off x="3607694" y="649480"/>
            <a:ext cx="4916510" cy="5546047"/>
          </a:xfrm>
        </p:spPr>
        <p:txBody>
          <a:bodyPr anchor="ctr">
            <a:normAutofit fontScale="92500" lnSpcReduction="10000"/>
          </a:bodyPr>
          <a:lstStyle/>
          <a:p>
            <a:pPr marL="0" indent="0">
              <a:buNone/>
            </a:pPr>
            <a:r>
              <a:rPr lang="en-US" sz="2800" b="1" dirty="0">
                <a:latin typeface="tahoma"/>
                <a:ea typeface="tahoma"/>
                <a:cs typeface="tahoma"/>
              </a:rPr>
              <a:t>1. </a:t>
            </a:r>
            <a:r>
              <a:rPr lang="en-US" sz="2800" b="1" dirty="0" err="1">
                <a:latin typeface="tahoma"/>
                <a:ea typeface="tahoma"/>
                <a:cs typeface="tahoma"/>
              </a:rPr>
              <a:t>embolisation</a:t>
            </a:r>
            <a:r>
              <a:rPr lang="en-US" sz="2800" b="1" dirty="0">
                <a:latin typeface="tahoma"/>
                <a:ea typeface="tahoma"/>
                <a:cs typeface="tahoma"/>
              </a:rPr>
              <a:t> </a:t>
            </a:r>
            <a:br>
              <a:rPr lang="en-US" sz="2800" dirty="0">
                <a:latin typeface="tahoma"/>
                <a:ea typeface="tahoma"/>
                <a:cs typeface="tahoma"/>
              </a:rPr>
            </a:br>
            <a:endParaRPr lang="en-US" sz="2800">
              <a:latin typeface="tahoma"/>
              <a:ea typeface="tahoma"/>
              <a:cs typeface="tahoma"/>
            </a:endParaRPr>
          </a:p>
          <a:p>
            <a:pPr marL="0" indent="0">
              <a:buNone/>
            </a:pPr>
            <a:r>
              <a:rPr lang="en-US" sz="2800" b="1" dirty="0">
                <a:latin typeface="tahoma"/>
                <a:ea typeface="tahoma"/>
                <a:cs typeface="tahoma"/>
              </a:rPr>
              <a:t>2. </a:t>
            </a:r>
            <a:r>
              <a:rPr lang="en-US" sz="2800" b="1" err="1">
                <a:latin typeface="tahoma"/>
                <a:ea typeface="tahoma"/>
                <a:cs typeface="tahoma"/>
              </a:rPr>
              <a:t>Brulures</a:t>
            </a:r>
            <a:r>
              <a:rPr lang="en-US" sz="2800" b="1" dirty="0">
                <a:latin typeface="tahoma"/>
                <a:ea typeface="tahoma"/>
                <a:cs typeface="tahoma"/>
              </a:rPr>
              <a:t> </a:t>
            </a:r>
            <a:r>
              <a:rPr lang="en-US" sz="2800" b="1" err="1">
                <a:latin typeface="tahoma"/>
                <a:ea typeface="tahoma"/>
                <a:cs typeface="tahoma"/>
              </a:rPr>
              <a:t>cutanées</a:t>
            </a:r>
            <a:r>
              <a:rPr lang="en-US" sz="2800" b="1" dirty="0">
                <a:latin typeface="tahoma"/>
                <a:ea typeface="tahoma"/>
                <a:cs typeface="tahoma"/>
              </a:rPr>
              <a:t> </a:t>
            </a:r>
            <a:endParaRPr lang="en-US" sz="2800">
              <a:latin typeface="tahoma"/>
              <a:ea typeface="tahoma"/>
              <a:cs typeface="tahoma"/>
            </a:endParaRPr>
          </a:p>
          <a:p>
            <a:pPr marL="0" indent="0">
              <a:buNone/>
            </a:pPr>
            <a:br>
              <a:rPr lang="en-US" sz="2800" dirty="0">
                <a:latin typeface="tahoma"/>
                <a:ea typeface="tahoma"/>
                <a:cs typeface="tahoma"/>
              </a:rPr>
            </a:br>
            <a:r>
              <a:rPr lang="en-US" sz="2800" b="1" dirty="0">
                <a:latin typeface="tahoma"/>
                <a:ea typeface="tahoma"/>
                <a:cs typeface="tahoma"/>
              </a:rPr>
              <a:t>3. </a:t>
            </a:r>
            <a:r>
              <a:rPr lang="en-US" sz="2800" b="1" err="1">
                <a:latin typeface="tahoma"/>
                <a:ea typeface="tahoma"/>
                <a:cs typeface="tahoma"/>
              </a:rPr>
              <a:t>Rythme</a:t>
            </a:r>
            <a:r>
              <a:rPr lang="en-US" sz="2800" b="1" dirty="0">
                <a:latin typeface="tahoma"/>
                <a:ea typeface="tahoma"/>
                <a:cs typeface="tahoma"/>
              </a:rPr>
              <a:t> </a:t>
            </a:r>
            <a:r>
              <a:rPr lang="en-US" sz="2800" b="1" err="1">
                <a:latin typeface="tahoma"/>
                <a:ea typeface="tahoma"/>
                <a:cs typeface="tahoma"/>
              </a:rPr>
              <a:t>cardiaque</a:t>
            </a:r>
            <a:r>
              <a:rPr lang="en-US" sz="2800" b="1" dirty="0">
                <a:latin typeface="tahoma"/>
                <a:ea typeface="tahoma"/>
                <a:cs typeface="tahoma"/>
              </a:rPr>
              <a:t> anormal </a:t>
            </a:r>
            <a:br>
              <a:rPr lang="en-US" sz="2800" dirty="0">
                <a:latin typeface="tahoma"/>
                <a:ea typeface="tahoma"/>
                <a:cs typeface="tahoma"/>
              </a:rPr>
            </a:br>
            <a:endParaRPr lang="en-US" sz="2800" dirty="0">
              <a:latin typeface="tahoma"/>
              <a:ea typeface="tahoma"/>
              <a:cs typeface="tahoma"/>
            </a:endParaRPr>
          </a:p>
          <a:p>
            <a:pPr marL="0" indent="0">
              <a:buNone/>
            </a:pPr>
            <a:r>
              <a:rPr lang="en-US" sz="2800" b="1" dirty="0">
                <a:latin typeface="tahoma"/>
                <a:ea typeface="tahoma"/>
                <a:cs typeface="tahoma"/>
              </a:rPr>
              <a:t>4. </a:t>
            </a:r>
            <a:r>
              <a:rPr lang="en-US" sz="2800" b="1" err="1">
                <a:latin typeface="tahoma"/>
                <a:ea typeface="tahoma"/>
                <a:cs typeface="tahoma"/>
              </a:rPr>
              <a:t>Électrocution</a:t>
            </a:r>
            <a:r>
              <a:rPr lang="en-US" sz="2800" b="1" dirty="0">
                <a:latin typeface="tahoma"/>
                <a:ea typeface="tahoma"/>
                <a:cs typeface="tahoma"/>
              </a:rPr>
              <a:t> de </a:t>
            </a:r>
            <a:r>
              <a:rPr lang="en-US" sz="2800" b="1" err="1">
                <a:latin typeface="tahoma"/>
                <a:ea typeface="tahoma"/>
                <a:cs typeface="tahoma"/>
              </a:rPr>
              <a:t>l'opérateur</a:t>
            </a:r>
            <a:r>
              <a:rPr lang="en-US" sz="2800" b="1" dirty="0">
                <a:latin typeface="tahoma"/>
                <a:ea typeface="tahoma"/>
                <a:cs typeface="tahoma"/>
              </a:rPr>
              <a:t> </a:t>
            </a:r>
            <a:endParaRPr lang="en-US" sz="2800">
              <a:latin typeface="tahoma"/>
              <a:ea typeface="tahoma"/>
              <a:cs typeface="tahoma"/>
            </a:endParaRPr>
          </a:p>
          <a:p>
            <a:pPr marL="0" indent="0">
              <a:buNone/>
            </a:pPr>
            <a:br>
              <a:rPr lang="en-US" sz="2800" dirty="0">
                <a:latin typeface="tahoma"/>
                <a:ea typeface="tahoma"/>
                <a:cs typeface="tahoma"/>
              </a:rPr>
            </a:br>
            <a:r>
              <a:rPr lang="en-US" sz="2800" b="1" dirty="0">
                <a:latin typeface="tahoma"/>
                <a:ea typeface="tahoma"/>
                <a:cs typeface="tahoma"/>
              </a:rPr>
              <a:t>5. Risque </a:t>
            </a:r>
            <a:r>
              <a:rPr lang="en-US" sz="2800" b="1" err="1">
                <a:latin typeface="tahoma"/>
                <a:ea typeface="tahoma"/>
                <a:cs typeface="tahoma"/>
              </a:rPr>
              <a:t>d'étincelles</a:t>
            </a:r>
            <a:r>
              <a:rPr lang="en-US" sz="2800" b="1" dirty="0">
                <a:latin typeface="tahoma"/>
                <a:ea typeface="tahoma"/>
                <a:cs typeface="tahoma"/>
              </a:rPr>
              <a:t> et </a:t>
            </a:r>
            <a:r>
              <a:rPr lang="en-US" sz="2800" b="1" err="1">
                <a:latin typeface="tahoma"/>
                <a:ea typeface="tahoma"/>
                <a:cs typeface="tahoma"/>
              </a:rPr>
              <a:t>d'incendie</a:t>
            </a:r>
            <a:r>
              <a:rPr lang="en-US" sz="2800" b="1" dirty="0">
                <a:latin typeface="tahoma"/>
                <a:ea typeface="tahoma"/>
                <a:cs typeface="tahoma"/>
              </a:rPr>
              <a:t> </a:t>
            </a:r>
            <a:br>
              <a:rPr lang="en-US" sz="2800" dirty="0">
                <a:latin typeface="tahoma"/>
                <a:ea typeface="tahoma"/>
                <a:cs typeface="tahoma"/>
              </a:rPr>
            </a:br>
            <a:endParaRPr lang="en-US" sz="2800">
              <a:latin typeface="tahoma"/>
              <a:ea typeface="tahoma"/>
              <a:cs typeface="tahoma"/>
            </a:endParaRPr>
          </a:p>
        </p:txBody>
      </p:sp>
    </p:spTree>
    <p:extLst>
      <p:ext uri="{BB962C8B-B14F-4D97-AF65-F5344CB8AC3E}">
        <p14:creationId xmlns:p14="http://schemas.microsoft.com/office/powerpoint/2010/main" val="961327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fr-FR" sz="3500">
                <a:solidFill>
                  <a:srgbClr val="FFFFFF"/>
                </a:solidFill>
              </a:rPr>
              <a:t>Contre-indications et Précautions</a:t>
            </a:r>
          </a:p>
        </p:txBody>
      </p:sp>
      <p:graphicFrame>
        <p:nvGraphicFramePr>
          <p:cNvPr id="5" name="Content Placeholder 2">
            <a:extLst>
              <a:ext uri="{FF2B5EF4-FFF2-40B4-BE49-F238E27FC236}">
                <a16:creationId xmlns:a16="http://schemas.microsoft.com/office/drawing/2014/main" id="{510D6DE0-38E6-9754-0674-FCCEBF87ABA6}"/>
              </a:ext>
            </a:extLst>
          </p:cNvPr>
          <p:cNvGraphicFramePr>
            <a:graphicFrameLocks noGrp="1"/>
          </p:cNvGraphicFramePr>
          <p:nvPr>
            <p:ph idx="1"/>
            <p:extLst>
              <p:ext uri="{D42A27DB-BD31-4B8C-83A1-F6EECF244321}">
                <p14:modId xmlns:p14="http://schemas.microsoft.com/office/powerpoint/2010/main" val="4260986700"/>
              </p:ext>
            </p:extLst>
          </p:nvPr>
        </p:nvGraphicFramePr>
        <p:xfrm>
          <a:off x="3678789" y="750440"/>
          <a:ext cx="5000124" cy="54991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41211</TotalTime>
  <Words>375</Words>
  <Application>Microsoft Office PowerPoint</Application>
  <PresentationFormat>On-screen Show (4:3)</PresentationFormat>
  <Paragraphs>51</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tahoma</vt:lpstr>
      <vt:lpstr>Office Theme</vt:lpstr>
      <vt:lpstr>Cours sur le Choc Électrique Externe</vt:lpstr>
      <vt:lpstr>Introduction</vt:lpstr>
      <vt:lpstr>Introduction</vt:lpstr>
      <vt:lpstr>Éléments du Défibrillateur</vt:lpstr>
      <vt:lpstr>Types de Défibrillateurs</vt:lpstr>
      <vt:lpstr>Types de Défibrillateurs</vt:lpstr>
      <vt:lpstr>Position des Électrodes</vt:lpstr>
      <vt:lpstr>Position des Électrodes</vt:lpstr>
      <vt:lpstr>Énergie de Choc en Joules</vt:lpstr>
      <vt:lpstr>Énergie de Choc en Joules</vt:lpstr>
      <vt:lpstr>Indications du Choc Électrique</vt:lpstr>
      <vt:lpstr>Indications du Choc Électrique</vt:lpstr>
      <vt:lpstr>Indications du Choc Électrique</vt:lpstr>
      <vt:lpstr>Effets indésirables           </vt:lpstr>
      <vt:lpstr>Contre-indications et Précautions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TRETEC</dc:creator>
  <cp:keywords/>
  <dc:description>generated using python-pptx</dc:description>
  <cp:lastModifiedBy>atef boudaoudi</cp:lastModifiedBy>
  <cp:revision>138</cp:revision>
  <dcterms:created xsi:type="dcterms:W3CDTF">2013-01-27T09:14:16Z</dcterms:created>
  <dcterms:modified xsi:type="dcterms:W3CDTF">2025-10-27T12:37:37Z</dcterms:modified>
  <cp:category/>
</cp:coreProperties>
</file>