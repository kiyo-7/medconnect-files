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87AADEB-D4BD-48EC-8B47-F39144B5FD2F}" type="datetimeFigureOut">
              <a:rPr lang="fr-FR" smtClean="0"/>
              <a:pPr/>
              <a:t>26/05/2025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DFADA778-B4F8-4C1D-ABF8-7A6C1FF910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Les sulfamides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ATB bactériostatiques</a:t>
            </a:r>
          </a:p>
          <a:p>
            <a:r>
              <a:rPr lang="fr-FR" dirty="0" smtClean="0"/>
              <a:t>Structure </a:t>
            </a:r>
          </a:p>
          <a:p>
            <a:endParaRPr lang="fr-FR" dirty="0" smtClean="0"/>
          </a:p>
          <a:p>
            <a:r>
              <a:rPr lang="fr-FR" dirty="0" smtClean="0"/>
              <a:t>Molécules nombreuses  , mais souvent abandonnées</a:t>
            </a:r>
          </a:p>
          <a:p>
            <a:endParaRPr lang="fr-FR" dirty="0" smtClean="0"/>
          </a:p>
          <a:p>
            <a:r>
              <a:rPr lang="fr-FR" dirty="0" smtClean="0"/>
              <a:t>Généralement associés à un  2,4-</a:t>
            </a:r>
            <a:r>
              <a:rPr lang="fr-FR" dirty="0" err="1" smtClean="0"/>
              <a:t>diaminopyridines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7166"/>
            <a:ext cx="9143999" cy="650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2,4-</a:t>
            </a:r>
            <a:r>
              <a:rPr lang="fr-FR" dirty="0" err="1" smtClean="0"/>
              <a:t>diaminopyridines</a:t>
            </a:r>
            <a:endParaRPr lang="fr-F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85860"/>
            <a:ext cx="8858279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BACTRIM® : </a:t>
            </a:r>
            <a:r>
              <a:rPr lang="fr-FR" dirty="0" err="1" smtClean="0"/>
              <a:t>sulfaméthoxazole</a:t>
            </a:r>
            <a:r>
              <a:rPr lang="fr-FR" dirty="0" smtClean="0"/>
              <a:t>  + </a:t>
            </a:r>
            <a:r>
              <a:rPr lang="fr-FR" dirty="0" err="1" smtClean="0"/>
              <a:t>triméthoprime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Rapport 1 / 5</a:t>
            </a: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Mécanisme d’action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Inhibition  de certaines étapes de la synthèse de l’acide folique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14290"/>
            <a:ext cx="8929718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Acide folique</a:t>
            </a:r>
            <a:endParaRPr lang="fr-FR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5" y="1700808"/>
            <a:ext cx="9001155" cy="515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T ½  Elimination moyens</a:t>
            </a:r>
          </a:p>
          <a:p>
            <a:endParaRPr lang="fr-FR" dirty="0" smtClean="0"/>
          </a:p>
          <a:p>
            <a:r>
              <a:rPr lang="fr-FR" dirty="0" smtClean="0"/>
              <a:t>Respectivement  de 9 11 H  et 10 à 12H</a:t>
            </a:r>
          </a:p>
          <a:p>
            <a:endParaRPr lang="fr-FR" dirty="0" smtClean="0"/>
          </a:p>
          <a:p>
            <a:r>
              <a:rPr lang="fr-FR" dirty="0" smtClean="0"/>
              <a:t>Diffusion dans le LCR ( mais sans intérêt) 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Spectre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staphylocoques,</a:t>
            </a:r>
          </a:p>
          <a:p>
            <a:r>
              <a:rPr lang="fr-FR" dirty="0" smtClean="0"/>
              <a:t>streptocoques, Listeria, entérobactéries (inconstamment sensibles),</a:t>
            </a:r>
          </a:p>
          <a:p>
            <a:r>
              <a:rPr lang="fr-FR" dirty="0" err="1" smtClean="0"/>
              <a:t>Nocardia</a:t>
            </a:r>
            <a:r>
              <a:rPr lang="fr-FR" dirty="0" smtClean="0"/>
              <a:t>, </a:t>
            </a:r>
            <a:r>
              <a:rPr lang="fr-FR" dirty="0" err="1" smtClean="0"/>
              <a:t>Pneumocystis</a:t>
            </a:r>
            <a:r>
              <a:rPr lang="fr-FR" dirty="0" smtClean="0"/>
              <a:t> </a:t>
            </a:r>
            <a:r>
              <a:rPr lang="fr-FR" dirty="0" err="1" smtClean="0"/>
              <a:t>jirovecii</a:t>
            </a:r>
            <a:r>
              <a:rPr lang="fr-FR" dirty="0" smtClean="0"/>
              <a:t>, </a:t>
            </a:r>
            <a:r>
              <a:rPr lang="fr-FR" dirty="0" err="1" smtClean="0"/>
              <a:t>Toxoplasma</a:t>
            </a:r>
            <a:r>
              <a:rPr lang="fr-FR" dirty="0" smtClean="0"/>
              <a:t> </a:t>
            </a:r>
            <a:r>
              <a:rPr lang="fr-FR" dirty="0" err="1" smtClean="0"/>
              <a:t>gondii</a:t>
            </a:r>
            <a:r>
              <a:rPr lang="fr-FR" dirty="0" smtClean="0"/>
              <a:t>,</a:t>
            </a:r>
          </a:p>
          <a:p>
            <a:r>
              <a:rPr lang="fr-FR" dirty="0" err="1" smtClean="0"/>
              <a:t>Haemophilus</a:t>
            </a:r>
            <a:r>
              <a:rPr lang="fr-FR" dirty="0" smtClean="0"/>
              <a:t> </a:t>
            </a:r>
            <a:r>
              <a:rPr lang="fr-FR" dirty="0" err="1" smtClean="0"/>
              <a:t>influenzae</a:t>
            </a:r>
            <a:r>
              <a:rPr lang="fr-FR" dirty="0" smtClean="0"/>
              <a:t>, </a:t>
            </a:r>
            <a:r>
              <a:rPr lang="fr-FR" dirty="0" err="1" smtClean="0"/>
              <a:t>Actinomyces</a:t>
            </a:r>
            <a:r>
              <a:rPr lang="fr-FR" dirty="0" smtClean="0"/>
              <a:t>, Chlamydia </a:t>
            </a:r>
            <a:r>
              <a:rPr lang="fr-FR" dirty="0" err="1" smtClean="0"/>
              <a:t>trachomatis</a:t>
            </a:r>
            <a:endParaRPr lang="fr-FR" dirty="0" smtClean="0"/>
          </a:p>
          <a:p>
            <a:r>
              <a:rPr lang="fr-FR" dirty="0" smtClean="0"/>
              <a:t>et certaines souches de Plasmodium.</a:t>
            </a: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Mécanisme de résistance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hyperproduction d’acide </a:t>
            </a:r>
            <a:r>
              <a:rPr lang="fr-FR" dirty="0" err="1" smtClean="0"/>
              <a:t>para-aminobenzoïque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réduction de la perméabilité bactérienne aux sulfamides</a:t>
            </a:r>
          </a:p>
          <a:p>
            <a:r>
              <a:rPr lang="fr-FR" dirty="0" smtClean="0"/>
              <a:t>Modification des cibles</a:t>
            </a:r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Indications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d’infections non compliquées des voies urinaires ou prostatiques.</a:t>
            </a:r>
          </a:p>
          <a:p>
            <a:endParaRPr lang="fr-FR" dirty="0" smtClean="0"/>
          </a:p>
          <a:p>
            <a:r>
              <a:rPr lang="fr-FR" dirty="0" smtClean="0"/>
              <a:t>Antiparasitaires (pneumonies à </a:t>
            </a:r>
            <a:r>
              <a:rPr lang="fr-FR" dirty="0" err="1" smtClean="0"/>
              <a:t>Pneumocystis</a:t>
            </a:r>
            <a:r>
              <a:rPr lang="fr-FR" dirty="0" smtClean="0"/>
              <a:t>  ou toxoplasmose) chez les patients immunodéprimés.</a:t>
            </a:r>
          </a:p>
          <a:p>
            <a:endParaRPr lang="fr-FR" dirty="0" smtClean="0"/>
          </a:p>
          <a:p>
            <a:r>
              <a:rPr lang="fr-FR" dirty="0" smtClean="0"/>
              <a:t>la méningite à Listeria, en cas d’allergie à l’</a:t>
            </a:r>
            <a:r>
              <a:rPr lang="fr-FR" dirty="0" err="1" smtClean="0"/>
              <a:t>amoxicilline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E.I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Anémie hémolytique chez les patients déficients en glucose-6-P-déshydrogénase.</a:t>
            </a:r>
          </a:p>
          <a:p>
            <a:endParaRPr lang="fr-FR" dirty="0" smtClean="0"/>
          </a:p>
          <a:p>
            <a:r>
              <a:rPr lang="fr-FR" dirty="0" smtClean="0"/>
              <a:t>Troubles digestifs</a:t>
            </a:r>
          </a:p>
          <a:p>
            <a:endParaRPr lang="fr-FR" dirty="0" smtClean="0"/>
          </a:p>
          <a:p>
            <a:r>
              <a:rPr lang="fr-FR" dirty="0" smtClean="0"/>
              <a:t> Troubles hématologiques </a:t>
            </a:r>
          </a:p>
          <a:p>
            <a:endParaRPr lang="fr-FR" dirty="0" smtClean="0"/>
          </a:p>
          <a:p>
            <a:r>
              <a:rPr lang="fr-FR" dirty="0" smtClean="0"/>
              <a:t>Allergies  croisées </a:t>
            </a:r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517</TotalTime>
  <Words>166</Words>
  <Application>Microsoft Office PowerPoint</Application>
  <PresentationFormat>Affichage à l'écran (4:3)</PresentationFormat>
  <Paragraphs>47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Book Antiqua</vt:lpstr>
      <vt:lpstr>Lucida Sans</vt:lpstr>
      <vt:lpstr>Wingdings</vt:lpstr>
      <vt:lpstr>Wingdings 2</vt:lpstr>
      <vt:lpstr>Wingdings 3</vt:lpstr>
      <vt:lpstr>Apex</vt:lpstr>
      <vt:lpstr>Les sulfamides</vt:lpstr>
      <vt:lpstr>Introduction </vt:lpstr>
      <vt:lpstr>Présentation PowerPoint</vt:lpstr>
      <vt:lpstr>2,4-diaminopyridines</vt:lpstr>
      <vt:lpstr>exemple</vt:lpstr>
      <vt:lpstr>Mécanisme d’action </vt:lpstr>
      <vt:lpstr>Présentation PowerPoint</vt:lpstr>
      <vt:lpstr>Acide folique</vt:lpstr>
      <vt:lpstr>PK</vt:lpstr>
      <vt:lpstr>Spectre  </vt:lpstr>
      <vt:lpstr>Mécanisme de résistance </vt:lpstr>
      <vt:lpstr>Indications </vt:lpstr>
      <vt:lpstr>E.I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sulfamides</dc:title>
  <dc:creator>taha taha</dc:creator>
  <cp:lastModifiedBy>DELL</cp:lastModifiedBy>
  <cp:revision>4</cp:revision>
  <dcterms:created xsi:type="dcterms:W3CDTF">2011-07-27T04:40:44Z</dcterms:created>
  <dcterms:modified xsi:type="dcterms:W3CDTF">2025-05-26T10:22:23Z</dcterms:modified>
</cp:coreProperties>
</file>