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fr-FR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Cliquez sur l'icône pour ajouter une image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E02B92CA-92C5-44BD-838E-5AB8B606010C}" type="datetimeFigureOut">
              <a:rPr lang="fr-FR" smtClean="0"/>
              <a:pPr/>
              <a:t>18/05/2025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8E38BBA-4D37-4D03-ACA3-FCAD039F8EA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Les </a:t>
            </a:r>
            <a:r>
              <a:rPr lang="fr-FR" dirty="0" err="1" smtClean="0"/>
              <a:t>fluoroquinolones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Structure</a:t>
            </a:r>
          </a:p>
          <a:p>
            <a:r>
              <a:rPr lang="fr-FR" dirty="0" smtClean="0"/>
              <a:t>d'acides carboxyliques hétérocycliques</a:t>
            </a:r>
          </a:p>
          <a:p>
            <a:pPr>
              <a:buNone/>
            </a:pPr>
            <a:r>
              <a:rPr lang="fr-FR" dirty="0" smtClean="0"/>
              <a:t>diversement substitués</a:t>
            </a:r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 Les quinolones comportant un atome de fluor en position 6 sont appelées </a:t>
            </a:r>
            <a:r>
              <a:rPr lang="fr-FR" b="1" dirty="0" err="1" smtClean="0"/>
              <a:t>fluoroquinolones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85728"/>
            <a:ext cx="8929718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Classification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On distingue trois génération de quinolones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Première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Spectre étroit</a:t>
            </a:r>
          </a:p>
          <a:p>
            <a:endParaRPr lang="fr-FR" dirty="0" smtClean="0"/>
          </a:p>
          <a:p>
            <a:r>
              <a:rPr lang="fr-FR" dirty="0" smtClean="0"/>
              <a:t>Infections urinaires basses à G </a:t>
            </a:r>
            <a:r>
              <a:rPr lang="fr-FR" dirty="0" err="1" smtClean="0"/>
              <a:t>neg</a:t>
            </a:r>
            <a:r>
              <a:rPr lang="fr-FR" dirty="0" smtClean="0"/>
              <a:t> sensible</a:t>
            </a:r>
          </a:p>
          <a:p>
            <a:endParaRPr lang="fr-FR" dirty="0" smtClean="0"/>
          </a:p>
          <a:p>
            <a:r>
              <a:rPr lang="fr-FR" dirty="0" smtClean="0"/>
              <a:t>Ex </a:t>
            </a:r>
            <a:r>
              <a:rPr lang="fr-FR" dirty="0" err="1" smtClean="0"/>
              <a:t>Ac</a:t>
            </a:r>
            <a:r>
              <a:rPr lang="fr-FR" dirty="0" smtClean="0"/>
              <a:t> </a:t>
            </a:r>
            <a:r>
              <a:rPr lang="fr-FR" dirty="0" err="1" smtClean="0"/>
              <a:t>Nadilixique</a:t>
            </a:r>
            <a:r>
              <a:rPr lang="fr-FR" dirty="0" smtClean="0"/>
              <a:t> NEGRAM®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Deuxième génération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Ciprofloxacine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err="1" smtClean="0"/>
              <a:t>Norfloxacine</a:t>
            </a:r>
            <a:r>
              <a:rPr lang="fr-FR" dirty="0" smtClean="0"/>
              <a:t>.</a:t>
            </a:r>
          </a:p>
          <a:p>
            <a:endParaRPr lang="fr-FR" dirty="0" smtClean="0"/>
          </a:p>
          <a:p>
            <a:r>
              <a:rPr lang="fr-FR" dirty="0" err="1" smtClean="0"/>
              <a:t>Ofloxacine</a:t>
            </a:r>
            <a:r>
              <a:rPr lang="fr-FR" dirty="0" smtClean="0"/>
              <a:t>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Deuxième génération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Bonne diffusion</a:t>
            </a:r>
          </a:p>
          <a:p>
            <a:r>
              <a:rPr lang="fr-FR" dirty="0" smtClean="0"/>
              <a:t>Élimination plus lente</a:t>
            </a:r>
          </a:p>
          <a:p>
            <a:r>
              <a:rPr lang="fr-FR" dirty="0" smtClean="0"/>
              <a:t>inhibiteurs du cytochrome P450  1A2</a:t>
            </a:r>
          </a:p>
          <a:p>
            <a:pPr lvl="1">
              <a:buNone/>
            </a:pPr>
            <a:r>
              <a:rPr lang="fr-FR" dirty="0" smtClean="0"/>
              <a:t>  </a:t>
            </a:r>
          </a:p>
          <a:p>
            <a:pPr>
              <a:buNone/>
            </a:pPr>
            <a:endParaRPr lang="fr-FR" dirty="0" smtClean="0"/>
          </a:p>
          <a:p>
            <a:r>
              <a:rPr lang="fr-FR" dirty="0" smtClean="0"/>
              <a:t>Spectre large </a:t>
            </a:r>
          </a:p>
          <a:p>
            <a:endParaRPr lang="fr-FR" dirty="0" smtClean="0"/>
          </a:p>
          <a:p>
            <a:r>
              <a:rPr lang="fr-FR" dirty="0" smtClean="0"/>
              <a:t>Infection urinaire principalement 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Troisième génération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 smtClean="0"/>
              <a:t>Moxifloxacine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Activité anti pneumocoque supplémentaire</a:t>
            </a:r>
          </a:p>
          <a:p>
            <a:endParaRPr lang="fr-FR" dirty="0" smtClean="0"/>
          </a:p>
          <a:p>
            <a:r>
              <a:rPr lang="fr-FR" dirty="0" smtClean="0"/>
              <a:t>Moins d’interactions en phase métabolique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Mecanisme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Inhibe en stabilisant  l’ADN </a:t>
            </a:r>
            <a:r>
              <a:rPr lang="fr-FR" dirty="0" err="1" smtClean="0"/>
              <a:t>gyrase</a:t>
            </a:r>
            <a:r>
              <a:rPr lang="fr-FR" dirty="0" smtClean="0"/>
              <a:t>  et la topo isomérase IV</a:t>
            </a:r>
          </a:p>
          <a:p>
            <a:endParaRPr lang="fr-FR" dirty="0" smtClean="0"/>
          </a:p>
          <a:p>
            <a:r>
              <a:rPr lang="fr-FR" dirty="0" smtClean="0"/>
              <a:t>Formation de complexe   ATB ADN topo isomérase  </a:t>
            </a:r>
          </a:p>
          <a:p>
            <a:r>
              <a:rPr lang="fr-FR" dirty="0" smtClean="0"/>
              <a:t>Bactéricide</a:t>
            </a:r>
          </a:p>
          <a:p>
            <a:r>
              <a:rPr lang="fr-FR" dirty="0" smtClean="0"/>
              <a:t>Bonne pénétration intracellulaire (</a:t>
            </a:r>
            <a:r>
              <a:rPr lang="fr-FR" dirty="0" err="1" smtClean="0"/>
              <a:t>porines</a:t>
            </a:r>
            <a:r>
              <a:rPr lang="fr-FR" dirty="0" smtClean="0"/>
              <a:t>)</a:t>
            </a:r>
          </a:p>
          <a:p>
            <a:r>
              <a:rPr lang="fr-FR" dirty="0" smtClean="0"/>
              <a:t>effet </a:t>
            </a:r>
            <a:r>
              <a:rPr lang="fr-FR" dirty="0" err="1" smtClean="0"/>
              <a:t>postantibiotique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E.I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Principalement digestif</a:t>
            </a:r>
          </a:p>
          <a:p>
            <a:endParaRPr lang="fr-FR" dirty="0" smtClean="0"/>
          </a:p>
          <a:p>
            <a:r>
              <a:rPr lang="fr-FR" dirty="0" smtClean="0"/>
              <a:t>Syndrome </a:t>
            </a:r>
            <a:r>
              <a:rPr lang="fr-FR" dirty="0" err="1" smtClean="0"/>
              <a:t>hemolytiques</a:t>
            </a:r>
            <a:endParaRPr lang="fr-FR" dirty="0" smtClean="0"/>
          </a:p>
          <a:p>
            <a:endParaRPr lang="fr-FR" dirty="0" smtClean="0"/>
          </a:p>
          <a:p>
            <a:r>
              <a:rPr lang="fr-FR" dirty="0" smtClean="0"/>
              <a:t>capacité à se lier aux cartilages, les </a:t>
            </a:r>
            <a:r>
              <a:rPr lang="fr-FR" dirty="0" err="1" smtClean="0"/>
              <a:t>fluoroquinolones</a:t>
            </a:r>
            <a:r>
              <a:rPr lang="fr-FR" dirty="0" smtClean="0"/>
              <a:t> sont</a:t>
            </a:r>
          </a:p>
          <a:p>
            <a:pPr>
              <a:buNone/>
            </a:pPr>
            <a:r>
              <a:rPr lang="fr-FR" dirty="0" smtClean="0"/>
              <a:t>contre-indiquées chez les femmes enceintes et jeunes enfants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Interactions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Les antiacides</a:t>
            </a:r>
          </a:p>
          <a:p>
            <a:endParaRPr lang="fr-FR" dirty="0" smtClean="0"/>
          </a:p>
          <a:p>
            <a:r>
              <a:rPr lang="fr-FR" dirty="0" smtClean="0"/>
              <a:t>Sels </a:t>
            </a:r>
            <a:r>
              <a:rPr lang="fr-FR" smtClean="0"/>
              <a:t>divalents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11287</TotalTime>
  <Words>140</Words>
  <Application>Microsoft Office PowerPoint</Application>
  <PresentationFormat>Affichage à l'écran (4:3)</PresentationFormat>
  <Paragraphs>55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Book Antiqua</vt:lpstr>
      <vt:lpstr>Lucida Sans</vt:lpstr>
      <vt:lpstr>Wingdings</vt:lpstr>
      <vt:lpstr>Wingdings 2</vt:lpstr>
      <vt:lpstr>Wingdings 3</vt:lpstr>
      <vt:lpstr>Apex</vt:lpstr>
      <vt:lpstr>Les fluoroquinolones</vt:lpstr>
      <vt:lpstr>Introduction </vt:lpstr>
      <vt:lpstr>Présentation PowerPoint</vt:lpstr>
      <vt:lpstr>Classification </vt:lpstr>
      <vt:lpstr>Première génération </vt:lpstr>
      <vt:lpstr>Deuxième génération</vt:lpstr>
      <vt:lpstr>Deuxième génération</vt:lpstr>
      <vt:lpstr>Troisième génération </vt:lpstr>
      <vt:lpstr>Mecanisme </vt:lpstr>
      <vt:lpstr>E.I</vt:lpstr>
      <vt:lpstr>Interactions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fluoroquinolones</dc:title>
  <dc:creator>taha taha</dc:creator>
  <cp:lastModifiedBy>DELL</cp:lastModifiedBy>
  <cp:revision>13</cp:revision>
  <dcterms:created xsi:type="dcterms:W3CDTF">2011-07-27T05:08:57Z</dcterms:created>
  <dcterms:modified xsi:type="dcterms:W3CDTF">2025-05-26T10:20:52Z</dcterms:modified>
</cp:coreProperties>
</file>