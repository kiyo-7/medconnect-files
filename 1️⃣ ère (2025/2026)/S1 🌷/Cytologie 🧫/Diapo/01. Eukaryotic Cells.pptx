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webextensions/webextension4.xml" ContentType="application/vnd.ms-office.webextension+xml"/>
  <Override PartName="/ppt/webextensions/webextension5.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theme/theme4.xml" ContentType="application/vnd.openxmlformats-officedocument.theme+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49" r:id="rId2"/>
    <p:sldMasterId id="2147483651" r:id="rId3"/>
    <p:sldMasterId id="2147483652" r:id="rId4"/>
    <p:sldMasterId id="2147483653" r:id="rId5"/>
    <p:sldMasterId id="2147483654" r:id="rId6"/>
  </p:sldMasterIdLst>
  <p:notesMasterIdLst>
    <p:notesMasterId r:id="rId15"/>
  </p:notesMasterIdLst>
  <p:sldIdLst>
    <p:sldId id="257" r:id="rId7"/>
    <p:sldId id="259" r:id="rId8"/>
    <p:sldId id="260" r:id="rId9"/>
    <p:sldId id="261" r:id="rId10"/>
    <p:sldId id="262" r:id="rId11"/>
    <p:sldId id="271" r:id="rId12"/>
    <p:sldId id="272" r:id="rId13"/>
    <p:sldId id="270" r:id="rId14"/>
  </p:sldIdLst>
  <p:sldSz cx="12192000" cy="6858000"/>
  <p:notesSz cx="6858000" cy="9144000"/>
  <p:custDataLst>
    <p:tags r:id="rId16"/>
  </p:custData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viewProps" Target="viewProps.xml"/><Relationship Id="rId3" Type="http://schemas.openxmlformats.org/officeDocument/2006/relationships/slideMaster" Target="slideMasters/slideMaster3.xml"/><Relationship Id="rId34" Type="http://schemas.microsoft.com/office/2016/11/relationships/changesInfo" Target="changesInfos/changesInfo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5" Type="http://schemas.openxmlformats.org/officeDocument/2006/relationships/slideMaster" Target="slideMasters/slideMaster5.xml"/><Relationship Id="rId15"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fwane ben" userId="fe21a884b36ce720" providerId="LiveId" clId="{3C3DAF03-25CD-4077-9CEA-44D08B1EF6D7}"/>
    <pc:docChg chg="custSel addSld modSld addMainMaster modMainMaster">
      <pc:chgData name="safwane ben" userId="fe21a884b36ce720" providerId="LiveId" clId="{3C3DAF03-25CD-4077-9CEA-44D08B1EF6D7}" dt="2025-09-19T21:41:40.603" v="3" actId="27636"/>
      <pc:docMkLst>
        <pc:docMk/>
      </pc:docMkLst>
      <pc:sldChg chg="addSp modSp new">
        <pc:chgData name="safwane ben" userId="fe21a884b36ce720" providerId="LiveId" clId="{3C3DAF03-25CD-4077-9CEA-44D08B1EF6D7}" dt="2025-09-19T21:27:22.577" v="1"/>
        <pc:sldMkLst>
          <pc:docMk/>
          <pc:sldMk cId="2839437978" sldId="256"/>
        </pc:sldMkLst>
        <pc:spChg chg="add mod">
          <ac:chgData name="safwane ben" userId="fe21a884b36ce720" providerId="LiveId" clId="{3C3DAF03-25CD-4077-9CEA-44D08B1EF6D7}" dt="2025-09-19T21:27:22.577" v="1"/>
          <ac:spMkLst>
            <pc:docMk/>
            <pc:sldMk cId="2839437978" sldId="256"/>
            <ac:spMk id="4" creationId="{F8F51327-D59E-B20E-85A9-6BD6CF8A24AF}"/>
          </ac:spMkLst>
        </pc:spChg>
      </pc:sldChg>
      <pc:sldChg chg="add">
        <pc:chgData name="safwane ben" userId="fe21a884b36ce720" providerId="LiveId" clId="{3C3DAF03-25CD-4077-9CEA-44D08B1EF6D7}" dt="2025-09-19T21:41:40.398" v="2"/>
        <pc:sldMkLst>
          <pc:docMk/>
          <pc:sldMk cId="3427299547" sldId="257"/>
        </pc:sldMkLst>
      </pc:sldChg>
      <pc:sldChg chg="add">
        <pc:chgData name="safwane ben" userId="fe21a884b36ce720" providerId="LiveId" clId="{3C3DAF03-25CD-4077-9CEA-44D08B1EF6D7}" dt="2025-09-19T21:41:40.398" v="2"/>
        <pc:sldMkLst>
          <pc:docMk/>
          <pc:sldMk cId="2454873442" sldId="258"/>
        </pc:sldMkLst>
      </pc:sldChg>
      <pc:sldChg chg="add">
        <pc:chgData name="safwane ben" userId="fe21a884b36ce720" providerId="LiveId" clId="{3C3DAF03-25CD-4077-9CEA-44D08B1EF6D7}" dt="2025-09-19T21:41:40.398" v="2"/>
        <pc:sldMkLst>
          <pc:docMk/>
          <pc:sldMk cId="1113072302" sldId="259"/>
        </pc:sldMkLst>
      </pc:sldChg>
      <pc:sldChg chg="add">
        <pc:chgData name="safwane ben" userId="fe21a884b36ce720" providerId="LiveId" clId="{3C3DAF03-25CD-4077-9CEA-44D08B1EF6D7}" dt="2025-09-19T21:41:40.398" v="2"/>
        <pc:sldMkLst>
          <pc:docMk/>
          <pc:sldMk cId="30641957" sldId="260"/>
        </pc:sldMkLst>
      </pc:sldChg>
      <pc:sldChg chg="add">
        <pc:chgData name="safwane ben" userId="fe21a884b36ce720" providerId="LiveId" clId="{3C3DAF03-25CD-4077-9CEA-44D08B1EF6D7}" dt="2025-09-19T21:41:40.398" v="2"/>
        <pc:sldMkLst>
          <pc:docMk/>
          <pc:sldMk cId="170694257" sldId="261"/>
        </pc:sldMkLst>
      </pc:sldChg>
      <pc:sldChg chg="add">
        <pc:chgData name="safwane ben" userId="fe21a884b36ce720" providerId="LiveId" clId="{3C3DAF03-25CD-4077-9CEA-44D08B1EF6D7}" dt="2025-09-19T21:41:40.398" v="2"/>
        <pc:sldMkLst>
          <pc:docMk/>
          <pc:sldMk cId="834557963" sldId="262"/>
        </pc:sldMkLst>
      </pc:sldChg>
      <pc:sldChg chg="add">
        <pc:chgData name="safwane ben" userId="fe21a884b36ce720" providerId="LiveId" clId="{3C3DAF03-25CD-4077-9CEA-44D08B1EF6D7}" dt="2025-09-19T21:41:40.398" v="2"/>
        <pc:sldMkLst>
          <pc:docMk/>
          <pc:sldMk cId="2192075043" sldId="263"/>
        </pc:sldMkLst>
      </pc:sldChg>
      <pc:sldChg chg="add">
        <pc:chgData name="safwane ben" userId="fe21a884b36ce720" providerId="LiveId" clId="{3C3DAF03-25CD-4077-9CEA-44D08B1EF6D7}" dt="2025-09-19T21:41:40.398" v="2"/>
        <pc:sldMkLst>
          <pc:docMk/>
          <pc:sldMk cId="834557963" sldId="264"/>
        </pc:sldMkLst>
      </pc:sldChg>
      <pc:sldChg chg="add">
        <pc:chgData name="safwane ben" userId="fe21a884b36ce720" providerId="LiveId" clId="{3C3DAF03-25CD-4077-9CEA-44D08B1EF6D7}" dt="2025-09-19T21:41:40.398" v="2"/>
        <pc:sldMkLst>
          <pc:docMk/>
          <pc:sldMk cId="3483836248" sldId="265"/>
        </pc:sldMkLst>
      </pc:sldChg>
      <pc:sldChg chg="modSp add mod">
        <pc:chgData name="safwane ben" userId="fe21a884b36ce720" providerId="LiveId" clId="{3C3DAF03-25CD-4077-9CEA-44D08B1EF6D7}" dt="2025-09-19T21:41:40.603" v="3" actId="27636"/>
        <pc:sldMkLst>
          <pc:docMk/>
          <pc:sldMk cId="2743263883" sldId="266"/>
        </pc:sldMkLst>
        <pc:spChg chg="mod">
          <ac:chgData name="safwane ben" userId="fe21a884b36ce720" providerId="LiveId" clId="{3C3DAF03-25CD-4077-9CEA-44D08B1EF6D7}" dt="2025-09-19T21:41:40.603" v="3" actId="27636"/>
          <ac:spMkLst>
            <pc:docMk/>
            <pc:sldMk cId="2743263883" sldId="266"/>
            <ac:spMk id="8" creationId="{C39EF8AA-D03F-16B2-301C-4457E28BCAFB}"/>
          </ac:spMkLst>
        </pc:spChg>
      </pc:sldChg>
      <pc:sldChg chg="add">
        <pc:chgData name="safwane ben" userId="fe21a884b36ce720" providerId="LiveId" clId="{3C3DAF03-25CD-4077-9CEA-44D08B1EF6D7}" dt="2025-09-19T21:41:40.398" v="2"/>
        <pc:sldMkLst>
          <pc:docMk/>
          <pc:sldMk cId="1841985991" sldId="267"/>
        </pc:sldMkLst>
      </pc:sldChg>
      <pc:sldChg chg="add">
        <pc:chgData name="safwane ben" userId="fe21a884b36ce720" providerId="LiveId" clId="{3C3DAF03-25CD-4077-9CEA-44D08B1EF6D7}" dt="2025-09-19T21:41:40.398" v="2"/>
        <pc:sldMkLst>
          <pc:docMk/>
          <pc:sldMk cId="1103696173" sldId="268"/>
        </pc:sldMkLst>
      </pc:sldChg>
      <pc:sldChg chg="add">
        <pc:chgData name="safwane ben" userId="fe21a884b36ce720" providerId="LiveId" clId="{3C3DAF03-25CD-4077-9CEA-44D08B1EF6D7}" dt="2025-09-19T21:41:40.398" v="2"/>
        <pc:sldMkLst>
          <pc:docMk/>
          <pc:sldMk cId="4258441672" sldId="269"/>
        </pc:sldMkLst>
      </pc:sldChg>
      <pc:sldMasterChg chg="modSldLayout">
        <pc:chgData name="safwane ben" userId="fe21a884b36ce720" providerId="LiveId" clId="{3C3DAF03-25CD-4077-9CEA-44D08B1EF6D7}" dt="2025-09-19T21:41:40.398" v="2"/>
        <pc:sldMasterMkLst>
          <pc:docMk/>
          <pc:sldMasterMk cId="1678156860" sldId="2147483648"/>
        </pc:sldMasterMkLst>
        <pc:sldLayoutChg chg="replId">
          <pc:chgData name="safwane ben" userId="fe21a884b36ce720" providerId="LiveId" clId="{3C3DAF03-25CD-4077-9CEA-44D08B1EF6D7}" dt="2025-09-19T21:41:40.398" v="2"/>
          <pc:sldLayoutMkLst>
            <pc:docMk/>
            <pc:sldMasterMk cId="1678156860" sldId="2147483648"/>
            <pc:sldLayoutMk cId="1919864564" sldId="2147483686"/>
          </pc:sldLayoutMkLst>
        </pc:sldLayoutChg>
        <pc:sldLayoutChg chg="replId">
          <pc:chgData name="safwane ben" userId="fe21a884b36ce720" providerId="LiveId" clId="{3C3DAF03-25CD-4077-9CEA-44D08B1EF6D7}" dt="2025-09-19T21:41:40.398" v="2"/>
          <pc:sldLayoutMkLst>
            <pc:docMk/>
            <pc:sldMasterMk cId="1678156860" sldId="2147483648"/>
            <pc:sldLayoutMk cId="3645837457" sldId="2147483687"/>
          </pc:sldLayoutMkLst>
        </pc:sldLayoutChg>
        <pc:sldLayoutChg chg="replId">
          <pc:chgData name="safwane ben" userId="fe21a884b36ce720" providerId="LiveId" clId="{3C3DAF03-25CD-4077-9CEA-44D08B1EF6D7}" dt="2025-09-19T21:41:40.398" v="2"/>
          <pc:sldLayoutMkLst>
            <pc:docMk/>
            <pc:sldMasterMk cId="1678156860" sldId="2147483648"/>
            <pc:sldLayoutMk cId="681895068" sldId="2147483688"/>
          </pc:sldLayoutMkLst>
        </pc:sldLayoutChg>
        <pc:sldLayoutChg chg="replId">
          <pc:chgData name="safwane ben" userId="fe21a884b36ce720" providerId="LiveId" clId="{3C3DAF03-25CD-4077-9CEA-44D08B1EF6D7}" dt="2025-09-19T21:41:40.398" v="2"/>
          <pc:sldLayoutMkLst>
            <pc:docMk/>
            <pc:sldMasterMk cId="1678156860" sldId="2147483648"/>
            <pc:sldLayoutMk cId="1693612904" sldId="2147483689"/>
          </pc:sldLayoutMkLst>
        </pc:sldLayoutChg>
        <pc:sldLayoutChg chg="replId">
          <pc:chgData name="safwane ben" userId="fe21a884b36ce720" providerId="LiveId" clId="{3C3DAF03-25CD-4077-9CEA-44D08B1EF6D7}" dt="2025-09-19T21:41:40.398" v="2"/>
          <pc:sldLayoutMkLst>
            <pc:docMk/>
            <pc:sldMasterMk cId="1678156860" sldId="2147483648"/>
            <pc:sldLayoutMk cId="90056548" sldId="2147483690"/>
          </pc:sldLayoutMkLst>
        </pc:sldLayoutChg>
        <pc:sldLayoutChg chg="replId">
          <pc:chgData name="safwane ben" userId="fe21a884b36ce720" providerId="LiveId" clId="{3C3DAF03-25CD-4077-9CEA-44D08B1EF6D7}" dt="2025-09-19T21:41:40.398" v="2"/>
          <pc:sldLayoutMkLst>
            <pc:docMk/>
            <pc:sldMasterMk cId="1678156860" sldId="2147483648"/>
            <pc:sldLayoutMk cId="734637445" sldId="2147483691"/>
          </pc:sldLayoutMkLst>
        </pc:sldLayoutChg>
        <pc:sldLayoutChg chg="replId">
          <pc:chgData name="safwane ben" userId="fe21a884b36ce720" providerId="LiveId" clId="{3C3DAF03-25CD-4077-9CEA-44D08B1EF6D7}" dt="2025-09-19T21:41:40.398" v="2"/>
          <pc:sldLayoutMkLst>
            <pc:docMk/>
            <pc:sldMasterMk cId="1678156860" sldId="2147483648"/>
            <pc:sldLayoutMk cId="1346906516" sldId="2147483692"/>
          </pc:sldLayoutMkLst>
        </pc:sldLayoutChg>
        <pc:sldLayoutChg chg="replId">
          <pc:chgData name="safwane ben" userId="fe21a884b36ce720" providerId="LiveId" clId="{3C3DAF03-25CD-4077-9CEA-44D08B1EF6D7}" dt="2025-09-19T21:41:40.398" v="2"/>
          <pc:sldLayoutMkLst>
            <pc:docMk/>
            <pc:sldMasterMk cId="1678156860" sldId="2147483648"/>
            <pc:sldLayoutMk cId="2119597769" sldId="2147483693"/>
          </pc:sldLayoutMkLst>
        </pc:sldLayoutChg>
        <pc:sldLayoutChg chg="replId">
          <pc:chgData name="safwane ben" userId="fe21a884b36ce720" providerId="LiveId" clId="{3C3DAF03-25CD-4077-9CEA-44D08B1EF6D7}" dt="2025-09-19T21:41:40.398" v="2"/>
          <pc:sldLayoutMkLst>
            <pc:docMk/>
            <pc:sldMasterMk cId="1678156860" sldId="2147483648"/>
            <pc:sldLayoutMk cId="2637017133" sldId="2147483694"/>
          </pc:sldLayoutMkLst>
        </pc:sldLayoutChg>
        <pc:sldLayoutChg chg="replId">
          <pc:chgData name="safwane ben" userId="fe21a884b36ce720" providerId="LiveId" clId="{3C3DAF03-25CD-4077-9CEA-44D08B1EF6D7}" dt="2025-09-19T21:41:40.398" v="2"/>
          <pc:sldLayoutMkLst>
            <pc:docMk/>
            <pc:sldMasterMk cId="1678156860" sldId="2147483648"/>
            <pc:sldLayoutMk cId="2607225184" sldId="2147483695"/>
          </pc:sldLayoutMkLst>
        </pc:sldLayoutChg>
        <pc:sldLayoutChg chg="replId">
          <pc:chgData name="safwane ben" userId="fe21a884b36ce720" providerId="LiveId" clId="{3C3DAF03-25CD-4077-9CEA-44D08B1EF6D7}" dt="2025-09-19T21:41:40.398" v="2"/>
          <pc:sldLayoutMkLst>
            <pc:docMk/>
            <pc:sldMasterMk cId="1678156860" sldId="2147483648"/>
            <pc:sldLayoutMk cId="3792732936" sldId="2147483696"/>
          </pc:sldLayoutMkLst>
        </pc:sldLayoutChg>
      </pc:sldMasterChg>
      <pc:sldMasterChg chg="add addSldLayout">
        <pc:chgData name="safwane ben" userId="fe21a884b36ce720" providerId="LiveId" clId="{3C3DAF03-25CD-4077-9CEA-44D08B1EF6D7}" dt="2025-09-19T21:41:40.398" v="2"/>
        <pc:sldMasterMkLst>
          <pc:docMk/>
          <pc:sldMasterMk cId="4110171325" sldId="2147483649"/>
        </pc:sldMasterMkLst>
        <pc:sldLayoutChg chg="add">
          <pc:chgData name="safwane ben" userId="fe21a884b36ce720" providerId="LiveId" clId="{3C3DAF03-25CD-4077-9CEA-44D08B1EF6D7}" dt="2025-09-19T21:41:40.398" v="2"/>
          <pc:sldLayoutMkLst>
            <pc:docMk/>
            <pc:sldMasterMk cId="4110171325" sldId="2147483649"/>
            <pc:sldLayoutMk cId="2574837703" sldId="2147483673"/>
          </pc:sldLayoutMkLst>
        </pc:sldLayoutChg>
      </pc:sldMasterChg>
      <pc:sldMasterChg chg="add addSldLayout">
        <pc:chgData name="safwane ben" userId="fe21a884b36ce720" providerId="LiveId" clId="{3C3DAF03-25CD-4077-9CEA-44D08B1EF6D7}" dt="2025-09-19T21:41:40.398" v="2"/>
        <pc:sldMasterMkLst>
          <pc:docMk/>
          <pc:sldMasterMk cId="4110171325" sldId="2147483650"/>
        </pc:sldMasterMkLst>
        <pc:sldLayoutChg chg="add">
          <pc:chgData name="safwane ben" userId="fe21a884b36ce720" providerId="LiveId" clId="{3C3DAF03-25CD-4077-9CEA-44D08B1EF6D7}" dt="2025-09-19T21:41:40.398" v="2"/>
          <pc:sldLayoutMkLst>
            <pc:docMk/>
            <pc:sldMasterMk cId="4110171325" sldId="2147483650"/>
            <pc:sldLayoutMk cId="2173432954" sldId="2147483674"/>
          </pc:sldLayoutMkLst>
        </pc:sldLayoutChg>
      </pc:sldMasterChg>
      <pc:sldMasterChg chg="add addSldLayout">
        <pc:chgData name="safwane ben" userId="fe21a884b36ce720" providerId="LiveId" clId="{3C3DAF03-25CD-4077-9CEA-44D08B1EF6D7}" dt="2025-09-19T21:41:40.398" v="2"/>
        <pc:sldMasterMkLst>
          <pc:docMk/>
          <pc:sldMasterMk cId="563671588" sldId="2147483651"/>
        </pc:sldMasterMkLst>
        <pc:sldLayoutChg chg="add">
          <pc:chgData name="safwane ben" userId="fe21a884b36ce720" providerId="LiveId" clId="{3C3DAF03-25CD-4077-9CEA-44D08B1EF6D7}" dt="2025-09-19T21:41:40.398" v="2"/>
          <pc:sldLayoutMkLst>
            <pc:docMk/>
            <pc:sldMasterMk cId="563671588" sldId="2147483651"/>
            <pc:sldLayoutMk cId="1480292579" sldId="2147483675"/>
          </pc:sldLayoutMkLst>
        </pc:sldLayoutChg>
      </pc:sldMasterChg>
      <pc:sldMasterChg chg="add addSldLayout">
        <pc:chgData name="safwane ben" userId="fe21a884b36ce720" providerId="LiveId" clId="{3C3DAF03-25CD-4077-9CEA-44D08B1EF6D7}" dt="2025-09-19T21:41:40.398" v="2"/>
        <pc:sldMasterMkLst>
          <pc:docMk/>
          <pc:sldMasterMk cId="472058283" sldId="2147483652"/>
        </pc:sldMasterMkLst>
        <pc:sldLayoutChg chg="add">
          <pc:chgData name="safwane ben" userId="fe21a884b36ce720" providerId="LiveId" clId="{3C3DAF03-25CD-4077-9CEA-44D08B1EF6D7}" dt="2025-09-19T21:41:40.398" v="2"/>
          <pc:sldLayoutMkLst>
            <pc:docMk/>
            <pc:sldMasterMk cId="472058283" sldId="2147483652"/>
            <pc:sldLayoutMk cId="2326998856" sldId="2147483676"/>
          </pc:sldLayoutMkLst>
        </pc:sldLayoutChg>
      </pc:sldMasterChg>
      <pc:sldMasterChg chg="add addSldLayout">
        <pc:chgData name="safwane ben" userId="fe21a884b36ce720" providerId="LiveId" clId="{3C3DAF03-25CD-4077-9CEA-44D08B1EF6D7}" dt="2025-09-19T21:41:40.398" v="2"/>
        <pc:sldMasterMkLst>
          <pc:docMk/>
          <pc:sldMasterMk cId="2083937239" sldId="2147483653"/>
        </pc:sldMasterMkLst>
        <pc:sldLayoutChg chg="add">
          <pc:chgData name="safwane ben" userId="fe21a884b36ce720" providerId="LiveId" clId="{3C3DAF03-25CD-4077-9CEA-44D08B1EF6D7}" dt="2025-09-19T21:41:40.398" v="2"/>
          <pc:sldLayoutMkLst>
            <pc:docMk/>
            <pc:sldMasterMk cId="2083937239" sldId="2147483653"/>
            <pc:sldLayoutMk cId="607492451" sldId="2147483677"/>
          </pc:sldLayoutMkLst>
        </pc:sldLayoutChg>
      </pc:sldMasterChg>
      <pc:sldMasterChg chg="add addSldLayout">
        <pc:chgData name="safwane ben" userId="fe21a884b36ce720" providerId="LiveId" clId="{3C3DAF03-25CD-4077-9CEA-44D08B1EF6D7}" dt="2025-09-19T21:41:40.398" v="2"/>
        <pc:sldMasterMkLst>
          <pc:docMk/>
          <pc:sldMasterMk cId="2083937239" sldId="2147483654"/>
        </pc:sldMasterMkLst>
        <pc:sldLayoutChg chg="add">
          <pc:chgData name="safwane ben" userId="fe21a884b36ce720" providerId="LiveId" clId="{3C3DAF03-25CD-4077-9CEA-44D08B1EF6D7}" dt="2025-09-19T21:41:40.398" v="2"/>
          <pc:sldLayoutMkLst>
            <pc:docMk/>
            <pc:sldMasterMk cId="2083937239" sldId="2147483654"/>
            <pc:sldLayoutMk cId="1055987592" sldId="2147483678"/>
          </pc:sldLayoutMkLst>
        </pc:sldLayoutChg>
      </pc:sldMasterChg>
      <pc:sldMasterChg chg="add addSldLayout">
        <pc:chgData name="safwane ben" userId="fe21a884b36ce720" providerId="LiveId" clId="{3C3DAF03-25CD-4077-9CEA-44D08B1EF6D7}" dt="2025-09-19T21:41:40.398" v="2"/>
        <pc:sldMasterMkLst>
          <pc:docMk/>
          <pc:sldMasterMk cId="1369763552" sldId="2147483655"/>
        </pc:sldMasterMkLst>
        <pc:sldLayoutChg chg="add">
          <pc:chgData name="safwane ben" userId="fe21a884b36ce720" providerId="LiveId" clId="{3C3DAF03-25CD-4077-9CEA-44D08B1EF6D7}" dt="2025-09-19T21:41:40.398" v="2"/>
          <pc:sldLayoutMkLst>
            <pc:docMk/>
            <pc:sldMasterMk cId="1369763552" sldId="2147483655"/>
            <pc:sldLayoutMk cId="145046096" sldId="2147483679"/>
          </pc:sldLayoutMkLst>
        </pc:sldLayoutChg>
      </pc:sldMasterChg>
      <pc:sldMasterChg chg="add addSldLayout">
        <pc:chgData name="safwane ben" userId="fe21a884b36ce720" providerId="LiveId" clId="{3C3DAF03-25CD-4077-9CEA-44D08B1EF6D7}" dt="2025-09-19T21:41:40.398" v="2"/>
        <pc:sldMasterMkLst>
          <pc:docMk/>
          <pc:sldMasterMk cId="2083937239" sldId="2147483656"/>
        </pc:sldMasterMkLst>
        <pc:sldLayoutChg chg="add">
          <pc:chgData name="safwane ben" userId="fe21a884b36ce720" providerId="LiveId" clId="{3C3DAF03-25CD-4077-9CEA-44D08B1EF6D7}" dt="2025-09-19T21:41:40.398" v="2"/>
          <pc:sldLayoutMkLst>
            <pc:docMk/>
            <pc:sldMasterMk cId="2083937239" sldId="2147483656"/>
            <pc:sldLayoutMk cId="1055987592" sldId="2147483680"/>
          </pc:sldLayoutMkLst>
        </pc:sldLayoutChg>
      </pc:sldMasterChg>
      <pc:sldMasterChg chg="add addSldLayout">
        <pc:chgData name="safwane ben" userId="fe21a884b36ce720" providerId="LiveId" clId="{3C3DAF03-25CD-4077-9CEA-44D08B1EF6D7}" dt="2025-09-19T21:41:40.398" v="2"/>
        <pc:sldMasterMkLst>
          <pc:docMk/>
          <pc:sldMasterMk cId="2083937239" sldId="2147483657"/>
        </pc:sldMasterMkLst>
        <pc:sldLayoutChg chg="add">
          <pc:chgData name="safwane ben" userId="fe21a884b36ce720" providerId="LiveId" clId="{3C3DAF03-25CD-4077-9CEA-44D08B1EF6D7}" dt="2025-09-19T21:41:40.398" v="2"/>
          <pc:sldLayoutMkLst>
            <pc:docMk/>
            <pc:sldMasterMk cId="2083937239" sldId="2147483657"/>
            <pc:sldLayoutMk cId="1055987592" sldId="2147483681"/>
          </pc:sldLayoutMkLst>
        </pc:sldLayoutChg>
      </pc:sldMasterChg>
      <pc:sldMasterChg chg="add addSldLayout">
        <pc:chgData name="safwane ben" userId="fe21a884b36ce720" providerId="LiveId" clId="{3C3DAF03-25CD-4077-9CEA-44D08B1EF6D7}" dt="2025-09-19T21:41:40.398" v="2"/>
        <pc:sldMasterMkLst>
          <pc:docMk/>
          <pc:sldMasterMk cId="1413076918" sldId="2147483658"/>
        </pc:sldMasterMkLst>
        <pc:sldLayoutChg chg="add">
          <pc:chgData name="safwane ben" userId="fe21a884b36ce720" providerId="LiveId" clId="{3C3DAF03-25CD-4077-9CEA-44D08B1EF6D7}" dt="2025-09-19T21:41:40.398" v="2"/>
          <pc:sldLayoutMkLst>
            <pc:docMk/>
            <pc:sldMasterMk cId="1413076918" sldId="2147483658"/>
            <pc:sldLayoutMk cId="2586163665" sldId="2147483682"/>
          </pc:sldLayoutMkLst>
        </pc:sldLayoutChg>
      </pc:sldMasterChg>
      <pc:sldMasterChg chg="add addSldLayout">
        <pc:chgData name="safwane ben" userId="fe21a884b36ce720" providerId="LiveId" clId="{3C3DAF03-25CD-4077-9CEA-44D08B1EF6D7}" dt="2025-09-19T21:41:40.398" v="2"/>
        <pc:sldMasterMkLst>
          <pc:docMk/>
          <pc:sldMasterMk cId="3369236946" sldId="2147483659"/>
        </pc:sldMasterMkLst>
        <pc:sldLayoutChg chg="add">
          <pc:chgData name="safwane ben" userId="fe21a884b36ce720" providerId="LiveId" clId="{3C3DAF03-25CD-4077-9CEA-44D08B1EF6D7}" dt="2025-09-19T21:41:40.398" v="2"/>
          <pc:sldLayoutMkLst>
            <pc:docMk/>
            <pc:sldMasterMk cId="3369236946" sldId="2147483659"/>
            <pc:sldLayoutMk cId="167203400" sldId="2147483683"/>
          </pc:sldLayoutMkLst>
        </pc:sldLayoutChg>
      </pc:sldMasterChg>
      <pc:sldMasterChg chg="add addSldLayout">
        <pc:chgData name="safwane ben" userId="fe21a884b36ce720" providerId="LiveId" clId="{3C3DAF03-25CD-4077-9CEA-44D08B1EF6D7}" dt="2025-09-19T21:41:40.398" v="2"/>
        <pc:sldMasterMkLst>
          <pc:docMk/>
          <pc:sldMasterMk cId="1266058122" sldId="2147483660"/>
        </pc:sldMasterMkLst>
        <pc:sldLayoutChg chg="add">
          <pc:chgData name="safwane ben" userId="fe21a884b36ce720" providerId="LiveId" clId="{3C3DAF03-25CD-4077-9CEA-44D08B1EF6D7}" dt="2025-09-19T21:41:40.398" v="2"/>
          <pc:sldLayoutMkLst>
            <pc:docMk/>
            <pc:sldMasterMk cId="1266058122" sldId="2147483660"/>
            <pc:sldLayoutMk cId="1598490781" sldId="2147483684"/>
          </pc:sldLayoutMkLst>
        </pc:sldLayoutChg>
      </pc:sldMasterChg>
      <pc:sldMasterChg chg="add addSldLayout">
        <pc:chgData name="safwane ben" userId="fe21a884b36ce720" providerId="LiveId" clId="{3C3DAF03-25CD-4077-9CEA-44D08B1EF6D7}" dt="2025-09-19T21:41:40.398" v="2"/>
        <pc:sldMasterMkLst>
          <pc:docMk/>
          <pc:sldMasterMk cId="4091388224" sldId="2147483661"/>
        </pc:sldMasterMkLst>
        <pc:sldLayoutChg chg="add">
          <pc:chgData name="safwane ben" userId="fe21a884b36ce720" providerId="LiveId" clId="{3C3DAF03-25CD-4077-9CEA-44D08B1EF6D7}" dt="2025-09-19T21:41:40.398" v="2"/>
          <pc:sldLayoutMkLst>
            <pc:docMk/>
            <pc:sldMasterMk cId="4091388224" sldId="2147483661"/>
            <pc:sldLayoutMk cId="2760974179" sldId="214748368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2F5E59-DA01-4F4C-AE2E-E8D4468C0762}" type="datetimeFigureOut">
              <a:rPr lang="fr-FR" smtClean="0"/>
              <a:t>04/10/2025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ED6159-192C-4047-8CDD-BC174FBB4721}" type="slidenum">
              <a:rPr lang="fr-FR" smtClean="0"/>
              <a:t>‹N°›</a:t>
            </a:fld>
            <a:endParaRPr lang="fr-FR"/>
          </a:p>
        </p:txBody>
      </p:sp>
    </p:spTree>
    <p:extLst>
      <p:ext uri="{BB962C8B-B14F-4D97-AF65-F5344CB8AC3E}">
        <p14:creationId xmlns:p14="http://schemas.microsoft.com/office/powerpoint/2010/main" val="8772812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86ED6159-192C-4047-8CDD-BC174FBB4721}" type="slidenum">
              <a:rPr lang="fr-FR" smtClean="0"/>
              <a:t>2</a:t>
            </a:fld>
            <a:endParaRPr lang="fr-FR"/>
          </a:p>
        </p:txBody>
      </p:sp>
    </p:spTree>
    <p:extLst>
      <p:ext uri="{BB962C8B-B14F-4D97-AF65-F5344CB8AC3E}">
        <p14:creationId xmlns:p14="http://schemas.microsoft.com/office/powerpoint/2010/main" val="105777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48695671-17DE-B2A3-0FD6-69F567FD09E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xmlns="" id="{8F632ECE-D3EE-3C78-AEAF-BCBB9D8E43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xmlns="" id="{E523F1FB-ACDE-D921-40D5-0EDC142129A0}"/>
              </a:ext>
            </a:extLst>
          </p:cNvPr>
          <p:cNvSpPr>
            <a:spLocks noGrp="1"/>
          </p:cNvSpPr>
          <p:nvPr>
            <p:ph type="dt" sz="half" idx="10"/>
          </p:nvPr>
        </p:nvSpPr>
        <p:spPr/>
        <p:txBody>
          <a:bodyPr/>
          <a:lstStyle/>
          <a:p>
            <a:fld id="{283145C4-12FE-41BC-B588-9B072D4329E5}" type="datetimeFigureOut">
              <a:rPr lang="fr-FR" smtClean="0"/>
              <a:t>04/10/2025</a:t>
            </a:fld>
            <a:endParaRPr lang="fr-FR"/>
          </a:p>
        </p:txBody>
      </p:sp>
      <p:sp>
        <p:nvSpPr>
          <p:cNvPr id="5" name="Espace réservé du pied de page 4">
            <a:extLst>
              <a:ext uri="{FF2B5EF4-FFF2-40B4-BE49-F238E27FC236}">
                <a16:creationId xmlns:a16="http://schemas.microsoft.com/office/drawing/2014/main" xmlns="" id="{42327C89-9F01-8555-6BFF-0E88BBA4651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xmlns="" id="{F1765A5F-9D17-B1F7-66B5-8C70046A8DF2}"/>
              </a:ext>
            </a:extLst>
          </p:cNvPr>
          <p:cNvSpPr>
            <a:spLocks noGrp="1"/>
          </p:cNvSpPr>
          <p:nvPr>
            <p:ph type="sldNum" sz="quarter" idx="12"/>
          </p:nvPr>
        </p:nvSpPr>
        <p:spPr/>
        <p:txBody>
          <a:bodyPr/>
          <a:lstStyle/>
          <a:p>
            <a:fld id="{A4C1BBDD-D682-4132-BD2F-9705A959DEEC}" type="slidenum">
              <a:rPr lang="fr-FR" smtClean="0"/>
              <a:t>‹N°›</a:t>
            </a:fld>
            <a:endParaRPr lang="fr-FR"/>
          </a:p>
        </p:txBody>
      </p:sp>
    </p:spTree>
    <p:extLst>
      <p:ext uri="{BB962C8B-B14F-4D97-AF65-F5344CB8AC3E}">
        <p14:creationId xmlns:p14="http://schemas.microsoft.com/office/powerpoint/2010/main" val="1919864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2F60E942-328E-7B4F-DC73-270AF528D21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xmlns="" id="{53D0A4EC-C9F8-274E-D2A3-0DF990548799}"/>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xmlns="" id="{EC8FDA2D-AF74-DDF6-B6C2-847C4D97A506}"/>
              </a:ext>
            </a:extLst>
          </p:cNvPr>
          <p:cNvSpPr>
            <a:spLocks noGrp="1"/>
          </p:cNvSpPr>
          <p:nvPr>
            <p:ph type="dt" sz="half" idx="10"/>
          </p:nvPr>
        </p:nvSpPr>
        <p:spPr/>
        <p:txBody>
          <a:bodyPr/>
          <a:lstStyle/>
          <a:p>
            <a:fld id="{283145C4-12FE-41BC-B588-9B072D4329E5}" type="datetimeFigureOut">
              <a:rPr lang="fr-FR" smtClean="0"/>
              <a:t>04/10/2025</a:t>
            </a:fld>
            <a:endParaRPr lang="fr-FR"/>
          </a:p>
        </p:txBody>
      </p:sp>
      <p:sp>
        <p:nvSpPr>
          <p:cNvPr id="5" name="Espace réservé du pied de page 4">
            <a:extLst>
              <a:ext uri="{FF2B5EF4-FFF2-40B4-BE49-F238E27FC236}">
                <a16:creationId xmlns:a16="http://schemas.microsoft.com/office/drawing/2014/main" xmlns="" id="{80AF9608-BDE2-378A-B935-BE322EC43B4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xmlns="" id="{ADDA5CE1-F0BA-B051-D874-B267A84C2F52}"/>
              </a:ext>
            </a:extLst>
          </p:cNvPr>
          <p:cNvSpPr>
            <a:spLocks noGrp="1"/>
          </p:cNvSpPr>
          <p:nvPr>
            <p:ph type="sldNum" sz="quarter" idx="12"/>
          </p:nvPr>
        </p:nvSpPr>
        <p:spPr/>
        <p:txBody>
          <a:bodyPr/>
          <a:lstStyle/>
          <a:p>
            <a:fld id="{A4C1BBDD-D682-4132-BD2F-9705A959DEEC}" type="slidenum">
              <a:rPr lang="fr-FR" smtClean="0"/>
              <a:t>‹N°›</a:t>
            </a:fld>
            <a:endParaRPr lang="fr-FR"/>
          </a:p>
        </p:txBody>
      </p:sp>
    </p:spTree>
    <p:extLst>
      <p:ext uri="{BB962C8B-B14F-4D97-AF65-F5344CB8AC3E}">
        <p14:creationId xmlns:p14="http://schemas.microsoft.com/office/powerpoint/2010/main" val="364583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FF67D9BB-ACE8-7D92-6709-6A28104EDB6F}"/>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xmlns="" id="{35BC8781-7F5F-9968-1599-86840FE657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xmlns="" id="{BC09BC9F-149C-2B9F-5EA7-0F0825B2E1C6}"/>
              </a:ext>
            </a:extLst>
          </p:cNvPr>
          <p:cNvSpPr>
            <a:spLocks noGrp="1"/>
          </p:cNvSpPr>
          <p:nvPr>
            <p:ph type="dt" sz="half" idx="10"/>
          </p:nvPr>
        </p:nvSpPr>
        <p:spPr/>
        <p:txBody>
          <a:bodyPr/>
          <a:lstStyle/>
          <a:p>
            <a:fld id="{283145C4-12FE-41BC-B588-9B072D4329E5}" type="datetimeFigureOut">
              <a:rPr lang="fr-FR" smtClean="0"/>
              <a:t>04/10/2025</a:t>
            </a:fld>
            <a:endParaRPr lang="fr-FR"/>
          </a:p>
        </p:txBody>
      </p:sp>
      <p:sp>
        <p:nvSpPr>
          <p:cNvPr id="5" name="Espace réservé du pied de page 4">
            <a:extLst>
              <a:ext uri="{FF2B5EF4-FFF2-40B4-BE49-F238E27FC236}">
                <a16:creationId xmlns:a16="http://schemas.microsoft.com/office/drawing/2014/main" xmlns="" id="{909778CF-1F8D-6BF1-ED20-E1CD53F4E50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xmlns="" id="{F31DE692-0949-4CA7-B529-9274BB3950FF}"/>
              </a:ext>
            </a:extLst>
          </p:cNvPr>
          <p:cNvSpPr>
            <a:spLocks noGrp="1"/>
          </p:cNvSpPr>
          <p:nvPr>
            <p:ph type="sldNum" sz="quarter" idx="12"/>
          </p:nvPr>
        </p:nvSpPr>
        <p:spPr/>
        <p:txBody>
          <a:bodyPr/>
          <a:lstStyle/>
          <a:p>
            <a:fld id="{A4C1BBDD-D682-4132-BD2F-9705A959DEEC}" type="slidenum">
              <a:rPr lang="fr-FR" smtClean="0"/>
              <a:t>‹N°›</a:t>
            </a:fld>
            <a:endParaRPr lang="fr-FR"/>
          </a:p>
        </p:txBody>
      </p:sp>
    </p:spTree>
    <p:extLst>
      <p:ext uri="{BB962C8B-B14F-4D97-AF65-F5344CB8AC3E}">
        <p14:creationId xmlns:p14="http://schemas.microsoft.com/office/powerpoint/2010/main" val="681895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FB8D09DC-4801-FC55-9E71-21DEEF32C04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xmlns="" id="{DDFE548C-D4EE-0732-6596-5AE41186750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xmlns="" id="{98F62657-8FF5-6832-DF6D-E60122706B2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xmlns="" id="{A3134ED8-2C1D-216E-E0DF-396B29C8C2D9}"/>
              </a:ext>
            </a:extLst>
          </p:cNvPr>
          <p:cNvSpPr>
            <a:spLocks noGrp="1"/>
          </p:cNvSpPr>
          <p:nvPr>
            <p:ph type="dt" sz="half" idx="10"/>
          </p:nvPr>
        </p:nvSpPr>
        <p:spPr/>
        <p:txBody>
          <a:bodyPr/>
          <a:lstStyle/>
          <a:p>
            <a:fld id="{283145C4-12FE-41BC-B588-9B072D4329E5}" type="datetimeFigureOut">
              <a:rPr lang="fr-FR" smtClean="0"/>
              <a:t>04/10/2025</a:t>
            </a:fld>
            <a:endParaRPr lang="fr-FR"/>
          </a:p>
        </p:txBody>
      </p:sp>
      <p:sp>
        <p:nvSpPr>
          <p:cNvPr id="6" name="Espace réservé du pied de page 5">
            <a:extLst>
              <a:ext uri="{FF2B5EF4-FFF2-40B4-BE49-F238E27FC236}">
                <a16:creationId xmlns:a16="http://schemas.microsoft.com/office/drawing/2014/main" xmlns="" id="{91E8D3E1-E819-3627-94B7-E3CA271AD3A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xmlns="" id="{84F17A15-F441-3195-0CF7-B74FD75B5F0C}"/>
              </a:ext>
            </a:extLst>
          </p:cNvPr>
          <p:cNvSpPr>
            <a:spLocks noGrp="1"/>
          </p:cNvSpPr>
          <p:nvPr>
            <p:ph type="sldNum" sz="quarter" idx="12"/>
          </p:nvPr>
        </p:nvSpPr>
        <p:spPr/>
        <p:txBody>
          <a:bodyPr/>
          <a:lstStyle/>
          <a:p>
            <a:fld id="{A4C1BBDD-D682-4132-BD2F-9705A959DEEC}" type="slidenum">
              <a:rPr lang="fr-FR" smtClean="0"/>
              <a:t>‹N°›</a:t>
            </a:fld>
            <a:endParaRPr lang="fr-FR"/>
          </a:p>
        </p:txBody>
      </p:sp>
    </p:spTree>
    <p:extLst>
      <p:ext uri="{BB962C8B-B14F-4D97-AF65-F5344CB8AC3E}">
        <p14:creationId xmlns:p14="http://schemas.microsoft.com/office/powerpoint/2010/main" val="1693612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5973E3A2-A164-D820-A13D-BE922DD8A927}"/>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xmlns="" id="{3DC2F99A-724C-96AB-51BC-97C91DFCB0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xmlns="" id="{5E324C4A-7DE6-E767-0687-6DBD2FA9E02B}"/>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xmlns="" id="{673DD6BC-DC9C-9AA6-8836-33A7493D7F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xmlns="" id="{67FCCE87-B822-4FFC-36CA-F2DD0BF84A1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xmlns="" id="{073E0CA4-21A2-E347-5EAE-19884801142C}"/>
              </a:ext>
            </a:extLst>
          </p:cNvPr>
          <p:cNvSpPr>
            <a:spLocks noGrp="1"/>
          </p:cNvSpPr>
          <p:nvPr>
            <p:ph type="dt" sz="half" idx="10"/>
          </p:nvPr>
        </p:nvSpPr>
        <p:spPr/>
        <p:txBody>
          <a:bodyPr/>
          <a:lstStyle/>
          <a:p>
            <a:fld id="{283145C4-12FE-41BC-B588-9B072D4329E5}" type="datetimeFigureOut">
              <a:rPr lang="fr-FR" smtClean="0"/>
              <a:t>04/10/2025</a:t>
            </a:fld>
            <a:endParaRPr lang="fr-FR"/>
          </a:p>
        </p:txBody>
      </p:sp>
      <p:sp>
        <p:nvSpPr>
          <p:cNvPr id="8" name="Espace réservé du pied de page 7">
            <a:extLst>
              <a:ext uri="{FF2B5EF4-FFF2-40B4-BE49-F238E27FC236}">
                <a16:creationId xmlns:a16="http://schemas.microsoft.com/office/drawing/2014/main" xmlns="" id="{B9719DF0-1F42-3D17-E172-89D8F431030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xmlns="" id="{6323CC69-4E14-8023-D271-1A6F065E102F}"/>
              </a:ext>
            </a:extLst>
          </p:cNvPr>
          <p:cNvSpPr>
            <a:spLocks noGrp="1"/>
          </p:cNvSpPr>
          <p:nvPr>
            <p:ph type="sldNum" sz="quarter" idx="12"/>
          </p:nvPr>
        </p:nvSpPr>
        <p:spPr/>
        <p:txBody>
          <a:bodyPr/>
          <a:lstStyle/>
          <a:p>
            <a:fld id="{A4C1BBDD-D682-4132-BD2F-9705A959DEEC}" type="slidenum">
              <a:rPr lang="fr-FR" smtClean="0"/>
              <a:t>‹N°›</a:t>
            </a:fld>
            <a:endParaRPr lang="fr-FR"/>
          </a:p>
        </p:txBody>
      </p:sp>
    </p:spTree>
    <p:extLst>
      <p:ext uri="{BB962C8B-B14F-4D97-AF65-F5344CB8AC3E}">
        <p14:creationId xmlns:p14="http://schemas.microsoft.com/office/powerpoint/2010/main" val="90056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FDF58B1E-5A90-57D7-E28E-6F144026C0A4}"/>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xmlns="" id="{65CEDF91-9950-7B8A-E5AA-5B864B472A41}"/>
              </a:ext>
            </a:extLst>
          </p:cNvPr>
          <p:cNvSpPr>
            <a:spLocks noGrp="1"/>
          </p:cNvSpPr>
          <p:nvPr>
            <p:ph type="dt" sz="half" idx="10"/>
          </p:nvPr>
        </p:nvSpPr>
        <p:spPr/>
        <p:txBody>
          <a:bodyPr/>
          <a:lstStyle/>
          <a:p>
            <a:fld id="{283145C4-12FE-41BC-B588-9B072D4329E5}" type="datetimeFigureOut">
              <a:rPr lang="fr-FR" smtClean="0"/>
              <a:t>04/10/2025</a:t>
            </a:fld>
            <a:endParaRPr lang="fr-FR"/>
          </a:p>
        </p:txBody>
      </p:sp>
      <p:sp>
        <p:nvSpPr>
          <p:cNvPr id="4" name="Espace réservé du pied de page 3">
            <a:extLst>
              <a:ext uri="{FF2B5EF4-FFF2-40B4-BE49-F238E27FC236}">
                <a16:creationId xmlns:a16="http://schemas.microsoft.com/office/drawing/2014/main" xmlns="" id="{A9C77720-40FC-46F5-BB58-C02987630EE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xmlns="" id="{28198C03-F85E-5F65-DA94-A92676CD5DC7}"/>
              </a:ext>
            </a:extLst>
          </p:cNvPr>
          <p:cNvSpPr>
            <a:spLocks noGrp="1"/>
          </p:cNvSpPr>
          <p:nvPr>
            <p:ph type="sldNum" sz="quarter" idx="12"/>
          </p:nvPr>
        </p:nvSpPr>
        <p:spPr/>
        <p:txBody>
          <a:bodyPr/>
          <a:lstStyle/>
          <a:p>
            <a:fld id="{A4C1BBDD-D682-4132-BD2F-9705A959DEEC}" type="slidenum">
              <a:rPr lang="fr-FR" smtClean="0"/>
              <a:t>‹N°›</a:t>
            </a:fld>
            <a:endParaRPr lang="fr-FR"/>
          </a:p>
        </p:txBody>
      </p:sp>
    </p:spTree>
    <p:extLst>
      <p:ext uri="{BB962C8B-B14F-4D97-AF65-F5344CB8AC3E}">
        <p14:creationId xmlns:p14="http://schemas.microsoft.com/office/powerpoint/2010/main" val="734637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xmlns="" id="{104F92E8-E5D8-1733-C8B7-71EEC0EB08F9}"/>
              </a:ext>
            </a:extLst>
          </p:cNvPr>
          <p:cNvSpPr>
            <a:spLocks noGrp="1"/>
          </p:cNvSpPr>
          <p:nvPr>
            <p:ph type="dt" sz="half" idx="10"/>
          </p:nvPr>
        </p:nvSpPr>
        <p:spPr/>
        <p:txBody>
          <a:bodyPr/>
          <a:lstStyle/>
          <a:p>
            <a:fld id="{283145C4-12FE-41BC-B588-9B072D4329E5}" type="datetimeFigureOut">
              <a:rPr lang="fr-FR" smtClean="0"/>
              <a:t>04/10/2025</a:t>
            </a:fld>
            <a:endParaRPr lang="fr-FR"/>
          </a:p>
        </p:txBody>
      </p:sp>
      <p:sp>
        <p:nvSpPr>
          <p:cNvPr id="3" name="Espace réservé du pied de page 2">
            <a:extLst>
              <a:ext uri="{FF2B5EF4-FFF2-40B4-BE49-F238E27FC236}">
                <a16:creationId xmlns:a16="http://schemas.microsoft.com/office/drawing/2014/main" xmlns="" id="{2A588E31-F505-073E-2838-9519C0FA83D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xmlns="" id="{D0042DDB-64E1-B701-3FB2-269DB8842EF5}"/>
              </a:ext>
            </a:extLst>
          </p:cNvPr>
          <p:cNvSpPr>
            <a:spLocks noGrp="1"/>
          </p:cNvSpPr>
          <p:nvPr>
            <p:ph type="sldNum" sz="quarter" idx="12"/>
          </p:nvPr>
        </p:nvSpPr>
        <p:spPr/>
        <p:txBody>
          <a:bodyPr/>
          <a:lstStyle/>
          <a:p>
            <a:fld id="{A4C1BBDD-D682-4132-BD2F-9705A959DEEC}" type="slidenum">
              <a:rPr lang="fr-FR" smtClean="0"/>
              <a:t>‹N°›</a:t>
            </a:fld>
            <a:endParaRPr lang="fr-FR"/>
          </a:p>
        </p:txBody>
      </p:sp>
    </p:spTree>
    <p:extLst>
      <p:ext uri="{BB962C8B-B14F-4D97-AF65-F5344CB8AC3E}">
        <p14:creationId xmlns:p14="http://schemas.microsoft.com/office/powerpoint/2010/main" val="1346906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D8F847C6-1999-157D-E190-C3E7B09BD0C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xmlns="" id="{F472624B-9813-03F4-4FDD-8F75A00DBF6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xmlns="" id="{A304D8CE-6B0A-7810-EC6C-18F8A3C82C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xmlns="" id="{32320539-7C8E-F205-AD40-0AB2EC8C8CEB}"/>
              </a:ext>
            </a:extLst>
          </p:cNvPr>
          <p:cNvSpPr>
            <a:spLocks noGrp="1"/>
          </p:cNvSpPr>
          <p:nvPr>
            <p:ph type="dt" sz="half" idx="10"/>
          </p:nvPr>
        </p:nvSpPr>
        <p:spPr/>
        <p:txBody>
          <a:bodyPr/>
          <a:lstStyle/>
          <a:p>
            <a:fld id="{283145C4-12FE-41BC-B588-9B072D4329E5}" type="datetimeFigureOut">
              <a:rPr lang="fr-FR" smtClean="0"/>
              <a:t>04/10/2025</a:t>
            </a:fld>
            <a:endParaRPr lang="fr-FR"/>
          </a:p>
        </p:txBody>
      </p:sp>
      <p:sp>
        <p:nvSpPr>
          <p:cNvPr id="6" name="Espace réservé du pied de page 5">
            <a:extLst>
              <a:ext uri="{FF2B5EF4-FFF2-40B4-BE49-F238E27FC236}">
                <a16:creationId xmlns:a16="http://schemas.microsoft.com/office/drawing/2014/main" xmlns="" id="{531A734A-8D1F-550E-9F07-39589F1370B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xmlns="" id="{25C31AFC-3A27-5B45-FC66-6432C26A62CF}"/>
              </a:ext>
            </a:extLst>
          </p:cNvPr>
          <p:cNvSpPr>
            <a:spLocks noGrp="1"/>
          </p:cNvSpPr>
          <p:nvPr>
            <p:ph type="sldNum" sz="quarter" idx="12"/>
          </p:nvPr>
        </p:nvSpPr>
        <p:spPr/>
        <p:txBody>
          <a:bodyPr/>
          <a:lstStyle/>
          <a:p>
            <a:fld id="{A4C1BBDD-D682-4132-BD2F-9705A959DEEC}" type="slidenum">
              <a:rPr lang="fr-FR" smtClean="0"/>
              <a:t>‹N°›</a:t>
            </a:fld>
            <a:endParaRPr lang="fr-FR"/>
          </a:p>
        </p:txBody>
      </p:sp>
    </p:spTree>
    <p:extLst>
      <p:ext uri="{BB962C8B-B14F-4D97-AF65-F5344CB8AC3E}">
        <p14:creationId xmlns:p14="http://schemas.microsoft.com/office/powerpoint/2010/main" val="21195977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5DC9BF67-208E-4369-1985-1FD0FC43F69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xmlns="" id="{29FC6669-B17C-1A39-8149-783ED0C92C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xmlns="" id="{6F1A2B23-1899-2833-23B0-64896E557F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xmlns="" id="{1FAC5FA1-50F9-A93E-2D76-E2552EF1904E}"/>
              </a:ext>
            </a:extLst>
          </p:cNvPr>
          <p:cNvSpPr>
            <a:spLocks noGrp="1"/>
          </p:cNvSpPr>
          <p:nvPr>
            <p:ph type="dt" sz="half" idx="10"/>
          </p:nvPr>
        </p:nvSpPr>
        <p:spPr/>
        <p:txBody>
          <a:bodyPr/>
          <a:lstStyle/>
          <a:p>
            <a:fld id="{283145C4-12FE-41BC-B588-9B072D4329E5}" type="datetimeFigureOut">
              <a:rPr lang="fr-FR" smtClean="0"/>
              <a:t>04/10/2025</a:t>
            </a:fld>
            <a:endParaRPr lang="fr-FR"/>
          </a:p>
        </p:txBody>
      </p:sp>
      <p:sp>
        <p:nvSpPr>
          <p:cNvPr id="6" name="Espace réservé du pied de page 5">
            <a:extLst>
              <a:ext uri="{FF2B5EF4-FFF2-40B4-BE49-F238E27FC236}">
                <a16:creationId xmlns:a16="http://schemas.microsoft.com/office/drawing/2014/main" xmlns="" id="{610424DC-4B6B-16A9-6C41-6E56A8D3D2A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xmlns="" id="{69DBB10E-CEFD-E350-9868-516C29EC15E1}"/>
              </a:ext>
            </a:extLst>
          </p:cNvPr>
          <p:cNvSpPr>
            <a:spLocks noGrp="1"/>
          </p:cNvSpPr>
          <p:nvPr>
            <p:ph type="sldNum" sz="quarter" idx="12"/>
          </p:nvPr>
        </p:nvSpPr>
        <p:spPr/>
        <p:txBody>
          <a:bodyPr/>
          <a:lstStyle/>
          <a:p>
            <a:fld id="{A4C1BBDD-D682-4132-BD2F-9705A959DEEC}" type="slidenum">
              <a:rPr lang="fr-FR" smtClean="0"/>
              <a:t>‹N°›</a:t>
            </a:fld>
            <a:endParaRPr lang="fr-FR"/>
          </a:p>
        </p:txBody>
      </p:sp>
    </p:spTree>
    <p:extLst>
      <p:ext uri="{BB962C8B-B14F-4D97-AF65-F5344CB8AC3E}">
        <p14:creationId xmlns:p14="http://schemas.microsoft.com/office/powerpoint/2010/main" val="2637017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xmlns="" id="{189C0270-AA6D-9500-A035-1A6BC5953A59}"/>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xmlns="" id="{A0D2FAD3-55E4-C066-BBB8-A24CC4ADF770}"/>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xmlns="" id="{5F864C1D-DD1A-22EE-11CA-6D5D1AF568C0}"/>
              </a:ext>
            </a:extLst>
          </p:cNvPr>
          <p:cNvSpPr>
            <a:spLocks noGrp="1"/>
          </p:cNvSpPr>
          <p:nvPr>
            <p:ph type="dt" sz="half" idx="10"/>
          </p:nvPr>
        </p:nvSpPr>
        <p:spPr/>
        <p:txBody>
          <a:bodyPr/>
          <a:lstStyle/>
          <a:p>
            <a:fld id="{283145C4-12FE-41BC-B588-9B072D4329E5}" type="datetimeFigureOut">
              <a:rPr lang="fr-FR" smtClean="0"/>
              <a:t>04/10/2025</a:t>
            </a:fld>
            <a:endParaRPr lang="fr-FR"/>
          </a:p>
        </p:txBody>
      </p:sp>
      <p:sp>
        <p:nvSpPr>
          <p:cNvPr id="5" name="Espace réservé du pied de page 4">
            <a:extLst>
              <a:ext uri="{FF2B5EF4-FFF2-40B4-BE49-F238E27FC236}">
                <a16:creationId xmlns:a16="http://schemas.microsoft.com/office/drawing/2014/main" xmlns="" id="{86784E95-04F4-4523-FF98-32E930B1248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xmlns="" id="{F4A6CF71-B8BB-A8E7-5A95-80B5E32EC404}"/>
              </a:ext>
            </a:extLst>
          </p:cNvPr>
          <p:cNvSpPr>
            <a:spLocks noGrp="1"/>
          </p:cNvSpPr>
          <p:nvPr>
            <p:ph type="sldNum" sz="quarter" idx="12"/>
          </p:nvPr>
        </p:nvSpPr>
        <p:spPr/>
        <p:txBody>
          <a:bodyPr/>
          <a:lstStyle/>
          <a:p>
            <a:fld id="{A4C1BBDD-D682-4132-BD2F-9705A959DEEC}" type="slidenum">
              <a:rPr lang="fr-FR" smtClean="0"/>
              <a:t>‹N°›</a:t>
            </a:fld>
            <a:endParaRPr lang="fr-FR"/>
          </a:p>
        </p:txBody>
      </p:sp>
    </p:spTree>
    <p:extLst>
      <p:ext uri="{BB962C8B-B14F-4D97-AF65-F5344CB8AC3E}">
        <p14:creationId xmlns:p14="http://schemas.microsoft.com/office/powerpoint/2010/main" val="2607225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xmlns="" id="{D303A526-5736-0F16-D30B-32CF1CE200CB}"/>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xmlns="" id="{7268C9E0-4D62-66BB-6AC0-CB2BC8C90F6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xmlns="" id="{7E2241E4-1BF6-EEFD-37B1-14F57E7E6C53}"/>
              </a:ext>
            </a:extLst>
          </p:cNvPr>
          <p:cNvSpPr>
            <a:spLocks noGrp="1"/>
          </p:cNvSpPr>
          <p:nvPr>
            <p:ph type="dt" sz="half" idx="10"/>
          </p:nvPr>
        </p:nvSpPr>
        <p:spPr/>
        <p:txBody>
          <a:bodyPr/>
          <a:lstStyle/>
          <a:p>
            <a:fld id="{283145C4-12FE-41BC-B588-9B072D4329E5}" type="datetimeFigureOut">
              <a:rPr lang="fr-FR" smtClean="0"/>
              <a:t>04/10/2025</a:t>
            </a:fld>
            <a:endParaRPr lang="fr-FR"/>
          </a:p>
        </p:txBody>
      </p:sp>
      <p:sp>
        <p:nvSpPr>
          <p:cNvPr id="5" name="Espace réservé du pied de page 4">
            <a:extLst>
              <a:ext uri="{FF2B5EF4-FFF2-40B4-BE49-F238E27FC236}">
                <a16:creationId xmlns:a16="http://schemas.microsoft.com/office/drawing/2014/main" xmlns="" id="{1EA41D1E-86F0-4A3B-C28E-BA7C7E4B9E4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xmlns="" id="{AC9C47BE-2F0B-8CFC-72BF-B78E87C8736A}"/>
              </a:ext>
            </a:extLst>
          </p:cNvPr>
          <p:cNvSpPr>
            <a:spLocks noGrp="1"/>
          </p:cNvSpPr>
          <p:nvPr>
            <p:ph type="sldNum" sz="quarter" idx="12"/>
          </p:nvPr>
        </p:nvSpPr>
        <p:spPr/>
        <p:txBody>
          <a:bodyPr/>
          <a:lstStyle/>
          <a:p>
            <a:fld id="{A4C1BBDD-D682-4132-BD2F-9705A959DEEC}" type="slidenum">
              <a:rPr lang="fr-FR" smtClean="0"/>
              <a:t>‹N°›</a:t>
            </a:fld>
            <a:endParaRPr lang="fr-FR"/>
          </a:p>
        </p:txBody>
      </p:sp>
    </p:spTree>
    <p:extLst>
      <p:ext uri="{BB962C8B-B14F-4D97-AF65-F5344CB8AC3E}">
        <p14:creationId xmlns:p14="http://schemas.microsoft.com/office/powerpoint/2010/main" val="3792732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605281"/>
            <a:ext cx="6400800" cy="3190240"/>
          </a:xfrm>
        </p:spPr>
        <p:txBody>
          <a:bodyPr anchor="b"/>
          <a:lstStyle>
            <a:lvl1pPr algn="l">
              <a:defRPr sz="6000"/>
            </a:lvl1pPr>
          </a:lstStyle>
          <a:p>
            <a:r>
              <a:rPr lang="en-US"/>
              <a:t>Click to edit Master title style</a:t>
            </a:r>
          </a:p>
        </p:txBody>
      </p:sp>
      <p:sp>
        <p:nvSpPr>
          <p:cNvPr id="3" name="Subtitle 2"/>
          <p:cNvSpPr>
            <a:spLocks noGrp="1"/>
          </p:cNvSpPr>
          <p:nvPr>
            <p:ph type="subTitle" idx="1"/>
          </p:nvPr>
        </p:nvSpPr>
        <p:spPr>
          <a:xfrm>
            <a:off x="1526540" y="5181601"/>
            <a:ext cx="6400800" cy="695960"/>
          </a:xfrm>
        </p:spPr>
        <p:txBody>
          <a:bodyPr anchor="ctr"/>
          <a:lstStyle>
            <a:lvl1pPr marL="0" indent="0" algn="l">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E405B87-0B1C-464B-928F-AA5E9D282D70}"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‹N°›</a:t>
            </a:fld>
            <a:endParaRPr lang="en-US"/>
          </a:p>
        </p:txBody>
      </p:sp>
      <p:sp>
        <p:nvSpPr>
          <p:cNvPr id="8" name="Picture Placeholder 7">
            <a:extLst>
              <a:ext uri="{FF2B5EF4-FFF2-40B4-BE49-F238E27FC236}">
                <a16:creationId xmlns:a16="http://schemas.microsoft.com/office/drawing/2014/main" xmlns="" id="{3CB9B453-B113-191E-39AE-5F46524E587E}"/>
              </a:ext>
            </a:extLst>
          </p:cNvPr>
          <p:cNvSpPr>
            <a:spLocks noGrp="1"/>
          </p:cNvSpPr>
          <p:nvPr>
            <p:ph type="pic" sz="quarter" idx="13" hasCustomPrompt="1"/>
          </p:nvPr>
        </p:nvSpPr>
        <p:spPr>
          <a:xfrm>
            <a:off x="1524000" y="1082043"/>
            <a:ext cx="1391920" cy="467195"/>
          </a:xfrm>
        </p:spPr>
        <p:txBody>
          <a:bodyPr anchor="ctr"/>
          <a:lstStyle>
            <a:lvl1pPr marL="120648" indent="0" algn="ctr">
              <a:buNone/>
              <a:defRPr/>
            </a:lvl1pPr>
          </a:lstStyle>
          <a:p>
            <a:r>
              <a:rPr lang="en-US"/>
              <a:t>Logo</a:t>
            </a:r>
          </a:p>
        </p:txBody>
      </p:sp>
    </p:spTree>
    <p:extLst>
      <p:ext uri="{BB962C8B-B14F-4D97-AF65-F5344CB8AC3E}">
        <p14:creationId xmlns:p14="http://schemas.microsoft.com/office/powerpoint/2010/main" val="25748377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9099" y="629392"/>
            <a:ext cx="3581401" cy="2799608"/>
          </a:xfrm>
        </p:spPr>
        <p:txBody>
          <a:bodyPr lIns="91440" anchor="t"/>
          <a:lstStyle>
            <a:lvl1pPr>
              <a:lnSpc>
                <a:spcPct val="100000"/>
              </a:lnSpc>
              <a:defRPr/>
            </a:lvl1pPr>
          </a:lstStyle>
          <a:p>
            <a:r>
              <a:rPr lang="en-US"/>
              <a:t>Click to edit Master title style</a:t>
            </a:r>
          </a:p>
        </p:txBody>
      </p:sp>
      <p:sp>
        <p:nvSpPr>
          <p:cNvPr id="3" name="Content Placeholder 2"/>
          <p:cNvSpPr>
            <a:spLocks noGrp="1"/>
          </p:cNvSpPr>
          <p:nvPr>
            <p:ph idx="1"/>
          </p:nvPr>
        </p:nvSpPr>
        <p:spPr>
          <a:xfrm>
            <a:off x="5631255" y="1068311"/>
            <a:ext cx="5951145" cy="5078492"/>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‹N°›</a:t>
            </a:fld>
            <a:endParaRPr lang="en-US"/>
          </a:p>
        </p:txBody>
      </p:sp>
    </p:spTree>
    <p:extLst>
      <p:ext uri="{BB962C8B-B14F-4D97-AF65-F5344CB8AC3E}">
        <p14:creationId xmlns:p14="http://schemas.microsoft.com/office/powerpoint/2010/main" val="14802925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CEAFD4-E50F-295A-D7A1-83970B187129}"/>
              </a:ext>
            </a:extLst>
          </p:cNvPr>
          <p:cNvSpPr>
            <a:spLocks noGrp="1"/>
          </p:cNvSpPr>
          <p:nvPr>
            <p:ph type="title"/>
          </p:nvPr>
        </p:nvSpPr>
        <p:spPr/>
        <p:txBody>
          <a:bodyPr lIns="0"/>
          <a:lstStyle/>
          <a:p>
            <a:r>
              <a:rPr lang="en-US" dirty="0"/>
              <a:t>Click to edit Master title style</a:t>
            </a:r>
          </a:p>
        </p:txBody>
      </p:sp>
      <p:sp>
        <p:nvSpPr>
          <p:cNvPr id="3" name="Date Placeholder 2">
            <a:extLst>
              <a:ext uri="{FF2B5EF4-FFF2-40B4-BE49-F238E27FC236}">
                <a16:creationId xmlns:a16="http://schemas.microsoft.com/office/drawing/2014/main" xmlns="" id="{BF4D01AA-7390-4426-75B8-45D202F1A63F}"/>
              </a:ext>
            </a:extLst>
          </p:cNvPr>
          <p:cNvSpPr>
            <a:spLocks noGrp="1"/>
          </p:cNvSpPr>
          <p:nvPr>
            <p:ph type="dt" sz="half" idx="10"/>
          </p:nvPr>
        </p:nvSpPr>
        <p:spPr/>
        <p:txBody>
          <a:bodyPr/>
          <a:lstStyle/>
          <a:p>
            <a:fld id="{2E405B87-0B1C-464B-928F-AA5E9D282D70}" type="datetimeFigureOut">
              <a:rPr lang="en-US" smtClean="0"/>
              <a:t>10/4/2025</a:t>
            </a:fld>
            <a:endParaRPr lang="en-US" dirty="0"/>
          </a:p>
        </p:txBody>
      </p:sp>
      <p:sp>
        <p:nvSpPr>
          <p:cNvPr id="4" name="Footer Placeholder 3">
            <a:extLst>
              <a:ext uri="{FF2B5EF4-FFF2-40B4-BE49-F238E27FC236}">
                <a16:creationId xmlns:a16="http://schemas.microsoft.com/office/drawing/2014/main" xmlns=""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113E3E41-3F19-D504-3DD1-ED864ECA16FA}"/>
              </a:ext>
            </a:extLst>
          </p:cNvPr>
          <p:cNvSpPr>
            <a:spLocks noGrp="1"/>
          </p:cNvSpPr>
          <p:nvPr>
            <p:ph type="sldNum" sz="quarter" idx="12"/>
          </p:nvPr>
        </p:nvSpPr>
        <p:spPr/>
        <p:txBody>
          <a:bodyPr/>
          <a:lstStyle/>
          <a:p>
            <a:fld id="{D9AD4B2D-25FF-0B46-98A4-87FBB723E472}" type="slidenum">
              <a:rPr lang="en-US" smtClean="0"/>
              <a:t>‹N°›</a:t>
            </a:fld>
            <a:endParaRPr lang="en-US"/>
          </a:p>
        </p:txBody>
      </p:sp>
    </p:spTree>
    <p:extLst>
      <p:ext uri="{BB962C8B-B14F-4D97-AF65-F5344CB8AC3E}">
        <p14:creationId xmlns:p14="http://schemas.microsoft.com/office/powerpoint/2010/main" val="23269988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19099" y="629392"/>
            <a:ext cx="3581401" cy="2799608"/>
          </a:xfrm>
        </p:spPr>
        <p:txBody>
          <a:bodyPr lIns="91440" anchor="t"/>
          <a:lstStyle>
            <a:lvl1pPr>
              <a:lnSpc>
                <a:spcPct val="90000"/>
              </a:lnSpc>
              <a:defRPr/>
            </a:lvl1pPr>
          </a:lstStyle>
          <a:p>
            <a:r>
              <a:rPr lang="en-US"/>
              <a:t>Click to edit Master title style</a:t>
            </a:r>
          </a:p>
        </p:txBody>
      </p:sp>
      <p:sp>
        <p:nvSpPr>
          <p:cNvPr id="3" name="Content Placeholder 2"/>
          <p:cNvSpPr>
            <a:spLocks noGrp="1"/>
          </p:cNvSpPr>
          <p:nvPr>
            <p:ph idx="1"/>
          </p:nvPr>
        </p:nvSpPr>
        <p:spPr>
          <a:xfrm>
            <a:off x="5631255" y="1068311"/>
            <a:ext cx="5951145" cy="5078492"/>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405B87-0B1C-464B-928F-AA5E9D282D70}" type="datetimeFigureOut">
              <a:rPr lang="en-US" smtClean="0"/>
              <a:t>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‹N°›</a:t>
            </a:fld>
            <a:endParaRPr lang="en-US"/>
          </a:p>
        </p:txBody>
      </p:sp>
    </p:spTree>
    <p:extLst>
      <p:ext uri="{BB962C8B-B14F-4D97-AF65-F5344CB8AC3E}">
        <p14:creationId xmlns:p14="http://schemas.microsoft.com/office/powerpoint/2010/main" val="6074924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7CEAFD4-E50F-295A-D7A1-83970B187129}"/>
              </a:ext>
            </a:extLst>
          </p:cNvPr>
          <p:cNvSpPr>
            <a:spLocks noGrp="1"/>
          </p:cNvSpPr>
          <p:nvPr>
            <p:ph type="title"/>
          </p:nvPr>
        </p:nvSpPr>
        <p:spPr/>
        <p:txBody>
          <a:bodyPr lIns="91440"/>
          <a:lstStyle/>
          <a:p>
            <a:r>
              <a:rPr lang="en-US"/>
              <a:t>Click to edit Master title style</a:t>
            </a:r>
          </a:p>
        </p:txBody>
      </p:sp>
      <p:sp>
        <p:nvSpPr>
          <p:cNvPr id="3" name="Date Placeholder 2">
            <a:extLst>
              <a:ext uri="{FF2B5EF4-FFF2-40B4-BE49-F238E27FC236}">
                <a16:creationId xmlns:a16="http://schemas.microsoft.com/office/drawing/2014/main" xmlns="" id="{BF4D01AA-7390-4426-75B8-45D202F1A63F}"/>
              </a:ext>
            </a:extLst>
          </p:cNvPr>
          <p:cNvSpPr>
            <a:spLocks noGrp="1"/>
          </p:cNvSpPr>
          <p:nvPr>
            <p:ph type="dt" sz="half" idx="10"/>
          </p:nvPr>
        </p:nvSpPr>
        <p:spPr/>
        <p:txBody>
          <a:bodyPr/>
          <a:lstStyle/>
          <a:p>
            <a:fld id="{2E405B87-0B1C-464B-928F-AA5E9D282D70}" type="datetimeFigureOut">
              <a:rPr lang="en-US" smtClean="0"/>
              <a:t>10/4/2025</a:t>
            </a:fld>
            <a:endParaRPr lang="en-US" dirty="0"/>
          </a:p>
        </p:txBody>
      </p:sp>
      <p:sp>
        <p:nvSpPr>
          <p:cNvPr id="4" name="Footer Placeholder 3">
            <a:extLst>
              <a:ext uri="{FF2B5EF4-FFF2-40B4-BE49-F238E27FC236}">
                <a16:creationId xmlns:a16="http://schemas.microsoft.com/office/drawing/2014/main" xmlns="" id="{62A50DD9-A59D-E8B9-12E3-93BE32211BE8}"/>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113E3E41-3F19-D504-3DD1-ED864ECA16FA}"/>
              </a:ext>
            </a:extLst>
          </p:cNvPr>
          <p:cNvSpPr>
            <a:spLocks noGrp="1"/>
          </p:cNvSpPr>
          <p:nvPr>
            <p:ph type="sldNum" sz="quarter" idx="12"/>
          </p:nvPr>
        </p:nvSpPr>
        <p:spPr/>
        <p:txBody>
          <a:bodyPr/>
          <a:lstStyle/>
          <a:p>
            <a:fld id="{D9AD4B2D-25FF-0B46-98A4-87FBB723E472}" type="slidenum">
              <a:rPr lang="en-US" smtClean="0"/>
              <a:t>‹N°›</a:t>
            </a:fld>
            <a:endParaRPr lang="en-US"/>
          </a:p>
        </p:txBody>
      </p:sp>
    </p:spTree>
    <p:extLst>
      <p:ext uri="{BB962C8B-B14F-4D97-AF65-F5344CB8AC3E}">
        <p14:creationId xmlns:p14="http://schemas.microsoft.com/office/powerpoint/2010/main" val="1055987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xmlns="" id="{37B4FFA3-58AE-DA6C-2268-84745DC092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xmlns="" id="{E4ACBB3E-9F8B-FC62-6C34-F05930ADF75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xmlns="" id="{3DB71D65-C750-1E05-641F-61953AAE44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3145C4-12FE-41BC-B588-9B072D4329E5}" type="datetimeFigureOut">
              <a:rPr lang="fr-FR" smtClean="0"/>
              <a:t>04/10/2025</a:t>
            </a:fld>
            <a:endParaRPr lang="fr-FR"/>
          </a:p>
        </p:txBody>
      </p:sp>
      <p:sp>
        <p:nvSpPr>
          <p:cNvPr id="5" name="Espace réservé du pied de page 4">
            <a:extLst>
              <a:ext uri="{FF2B5EF4-FFF2-40B4-BE49-F238E27FC236}">
                <a16:creationId xmlns:a16="http://schemas.microsoft.com/office/drawing/2014/main" xmlns="" id="{A06961BC-07B4-C48A-DED0-2B9C37B616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xmlns="" id="{3548BDA4-F974-7452-B02B-E028B87737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C1BBDD-D682-4132-BD2F-9705A959DEEC}" type="slidenum">
              <a:rPr lang="fr-FR" smtClean="0"/>
              <a:t>‹N°›</a:t>
            </a:fld>
            <a:endParaRPr lang="fr-FR"/>
          </a:p>
        </p:txBody>
      </p:sp>
    </p:spTree>
    <p:extLst>
      <p:ext uri="{BB962C8B-B14F-4D97-AF65-F5344CB8AC3E}">
        <p14:creationId xmlns:p14="http://schemas.microsoft.com/office/powerpoint/2010/main" val="1678156860"/>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10/4/2025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‹N°›</a:t>
            </a:fld>
            <a:endParaRPr lang="en-US"/>
          </a:p>
        </p:txBody>
      </p:sp>
    </p:spTree>
    <p:extLst>
      <p:ext uri="{BB962C8B-B14F-4D97-AF65-F5344CB8AC3E}">
        <p14:creationId xmlns:p14="http://schemas.microsoft.com/office/powerpoint/2010/main" val="4110171325"/>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616">
          <p15:clr>
            <a:srgbClr val="F26B43"/>
          </p15:clr>
        </p15:guide>
        <p15:guide id="7" orient="horz" pos="2160">
          <p15:clr>
            <a:srgbClr val="F26B43"/>
          </p15:clr>
        </p15:guide>
        <p15:guide id="9" pos="5064">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68">
          <p15:clr>
            <a:srgbClr val="F26B43"/>
          </p15:clr>
        </p15:guide>
        <p15:guide id="17" pos="2664">
          <p15:clr>
            <a:srgbClr val="F26B43"/>
          </p15:clr>
        </p15:guide>
        <p15:guide id="18" pos="5016">
          <p15:clr>
            <a:srgbClr val="F26B43"/>
          </p15:clr>
        </p15:guide>
        <p15:guide id="19" pos="5112">
          <p15:clr>
            <a:srgbClr val="F26B43"/>
          </p15:clr>
        </p15:guide>
        <p15:guide id="20" orient="horz" pos="792">
          <p15:clr>
            <a:srgbClr val="F26B43"/>
          </p15:clr>
        </p15:guide>
        <p15:guide id="21" orient="horz" pos="936">
          <p15:clr>
            <a:srgbClr val="F26B43"/>
          </p15:clr>
        </p15:guide>
        <p15:guide id="22" pos="312"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10/4/2025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‹N°›</a:t>
            </a:fld>
            <a:endParaRPr lang="en-US"/>
          </a:p>
        </p:txBody>
      </p:sp>
    </p:spTree>
    <p:extLst>
      <p:ext uri="{BB962C8B-B14F-4D97-AF65-F5344CB8AC3E}">
        <p14:creationId xmlns:p14="http://schemas.microsoft.com/office/powerpoint/2010/main" val="563671588"/>
      </p:ext>
    </p:extLst>
  </p:cSld>
  <p:clrMap bg1="lt1" tx1="dk1" bg2="lt2" tx2="dk2" accent1="accent1" accent2="accent2" accent3="accent3" accent4="accent4" accent5="accent5" accent6="accent6" hlink="hlink" folHlink="folHlink"/>
  <p:sldLayoutIdLst>
    <p:sldLayoutId id="2147483675"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userDrawn="1">
          <p15:clr>
            <a:srgbClr val="F26B43"/>
          </p15:clr>
        </p15:guide>
        <p15:guide id="24" orient="horz" pos="312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10/4/2025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‹N°›</a:t>
            </a:fld>
            <a:endParaRPr lang="en-US"/>
          </a:p>
        </p:txBody>
      </p:sp>
    </p:spTree>
    <p:extLst>
      <p:ext uri="{BB962C8B-B14F-4D97-AF65-F5344CB8AC3E}">
        <p14:creationId xmlns:p14="http://schemas.microsoft.com/office/powerpoint/2010/main" val="472058283"/>
      </p:ext>
    </p:extLst>
  </p:cSld>
  <p:clrMap bg1="lt1" tx1="dk1" bg2="lt2" tx2="dk2" accent1="accent1" accent2="accent2" accent3="accent3" accent4="accent4" accent5="accent5" accent6="accent6" hlink="hlink" folHlink="folHlink"/>
  <p:sldLayoutIdLst>
    <p:sldLayoutId id="2147483676"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guide id="23" orient="horz" pos="1200">
          <p15:clr>
            <a:srgbClr val="F26B43"/>
          </p15:clr>
        </p15:guide>
        <p15:guide id="24" orient="horz" pos="312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10/4/2025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‹N°›</a:t>
            </a:fld>
            <a:endParaRPr lang="en-US"/>
          </a:p>
        </p:txBody>
      </p:sp>
    </p:spTree>
    <p:extLst>
      <p:ext uri="{BB962C8B-B14F-4D97-AF65-F5344CB8AC3E}">
        <p14:creationId xmlns:p14="http://schemas.microsoft.com/office/powerpoint/2010/main" val="2083937239"/>
      </p:ext>
    </p:extLst>
  </p:cSld>
  <p:clrMap bg1="lt1" tx1="dk1" bg2="lt2" tx2="dk2" accent1="accent1" accent2="accent2" accent3="accent3" accent4="accent4" accent5="accent5" accent6="accent6" hlink="hlink" folHlink="folHlink"/>
  <p:sldLayoutIdLst>
    <p:sldLayoutId id="2147483677"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9100" y="629392"/>
            <a:ext cx="11353800" cy="627908"/>
          </a:xfrm>
          <a:prstGeom prst="rect">
            <a:avLst/>
          </a:prstGeom>
        </p:spPr>
        <p:txBody>
          <a:bodyPr vert="horz" lIns="91440" tIns="45720" rIns="91440" bIns="45720" rtlCol="0" anchor="t">
            <a:normAutofit/>
          </a:bodyPr>
          <a:lstStyle/>
          <a:p>
            <a:r>
              <a:rPr lang="en-US" dirty="0"/>
              <a:t>Slide title</a:t>
            </a:r>
          </a:p>
        </p:txBody>
      </p:sp>
      <p:sp>
        <p:nvSpPr>
          <p:cNvPr id="3" name="Text Placeholder 2"/>
          <p:cNvSpPr>
            <a:spLocks noGrp="1"/>
          </p:cNvSpPr>
          <p:nvPr>
            <p:ph type="body" idx="1"/>
          </p:nvPr>
        </p:nvSpPr>
        <p:spPr>
          <a:xfrm>
            <a:off x="419100" y="1485900"/>
            <a:ext cx="11353800" cy="466090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19100" y="6400801"/>
            <a:ext cx="36576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10/4/2025</a:t>
            </a:fld>
            <a:endParaRPr lang="en-US" dirty="0"/>
          </a:p>
        </p:txBody>
      </p:sp>
      <p:sp>
        <p:nvSpPr>
          <p:cNvPr id="5" name="Footer Placeholder 4"/>
          <p:cNvSpPr>
            <a:spLocks noGrp="1"/>
          </p:cNvSpPr>
          <p:nvPr>
            <p:ph type="ftr" sz="quarter" idx="3"/>
          </p:nvPr>
        </p:nvSpPr>
        <p:spPr>
          <a:xfrm>
            <a:off x="4229100" y="6400801"/>
            <a:ext cx="373380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115300" y="6400801"/>
            <a:ext cx="365760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‹N°›</a:t>
            </a:fld>
            <a:endParaRPr lang="en-US"/>
          </a:p>
        </p:txBody>
      </p:sp>
    </p:spTree>
    <p:extLst>
      <p:ext uri="{BB962C8B-B14F-4D97-AF65-F5344CB8AC3E}">
        <p14:creationId xmlns:p14="http://schemas.microsoft.com/office/powerpoint/2010/main" val="2083937239"/>
      </p:ext>
    </p:extLst>
  </p:cSld>
  <p:clrMap bg1="lt1" tx1="dk1" bg2="lt2" tx2="dk2" accent1="accent1" accent2="accent2" accent3="accent3" accent4="accent4" accent5="accent5" accent6="accent6" hlink="hlink" folHlink="folHlink"/>
  <p:sldLayoutIdLst>
    <p:sldLayoutId id="2147483678" r:id="rId1"/>
  </p:sldLayoutIdLst>
  <p:txStyles>
    <p:titleStyle>
      <a:lvl1pPr algn="l" defTabSz="914354"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p15:clr>
            <a:srgbClr val="F26B43"/>
          </p15:clr>
        </p15:guide>
        <p15:guide id="2" pos="264">
          <p15:clr>
            <a:srgbClr val="F26B43"/>
          </p15:clr>
        </p15:guide>
        <p15:guide id="3" orient="horz" pos="4032">
          <p15:clr>
            <a:srgbClr val="F26B43"/>
          </p15:clr>
        </p15:guide>
        <p15:guide id="4" pos="7416">
          <p15:clr>
            <a:srgbClr val="F26B43"/>
          </p15:clr>
        </p15:guide>
        <p15:guide id="5" pos="3840">
          <p15:clr>
            <a:srgbClr val="F26B43"/>
          </p15:clr>
        </p15:guide>
        <p15:guide id="6" pos="2592">
          <p15:clr>
            <a:srgbClr val="F26B43"/>
          </p15:clr>
        </p15:guide>
        <p15:guide id="7" orient="horz" pos="2160">
          <p15:clr>
            <a:srgbClr val="F26B43"/>
          </p15:clr>
        </p15:guide>
        <p15:guide id="9" pos="5088">
          <p15:clr>
            <a:srgbClr val="F26B43"/>
          </p15:clr>
        </p15:guide>
        <p15:guide id="10" orient="horz" pos="144">
          <p15:clr>
            <a:srgbClr val="F26B43"/>
          </p15:clr>
        </p15:guide>
        <p15:guide id="11" pos="7536">
          <p15:clr>
            <a:srgbClr val="F26B43"/>
          </p15:clr>
        </p15:guide>
        <p15:guide id="12" orient="horz" pos="4176">
          <p15:clr>
            <a:srgbClr val="F26B43"/>
          </p15:clr>
        </p15:guide>
        <p15:guide id="13" pos="144">
          <p15:clr>
            <a:srgbClr val="F26B43"/>
          </p15:clr>
        </p15:guide>
        <p15:guide id="14" pos="3888">
          <p15:clr>
            <a:srgbClr val="F26B43"/>
          </p15:clr>
        </p15:guide>
        <p15:guide id="15" pos="3792">
          <p15:clr>
            <a:srgbClr val="F26B43"/>
          </p15:clr>
        </p15:guide>
        <p15:guide id="16" pos="2520">
          <p15:clr>
            <a:srgbClr val="F26B43"/>
          </p15:clr>
        </p15:guide>
        <p15:guide id="17" pos="2664">
          <p15:clr>
            <a:srgbClr val="F26B43"/>
          </p15:clr>
        </p15:guide>
        <p15:guide id="18" pos="5016">
          <p15:clr>
            <a:srgbClr val="F26B43"/>
          </p15:clr>
        </p15:guide>
        <p15:guide id="19" pos="5160">
          <p15:clr>
            <a:srgbClr val="F26B43"/>
          </p15:clr>
        </p15:guide>
        <p15:guide id="20" orient="horz" pos="792">
          <p15:clr>
            <a:srgbClr val="F26B43"/>
          </p15:clr>
        </p15:guide>
        <p15:guide id="21" orient="horz" pos="936">
          <p15:clr>
            <a:srgbClr val="F26B43"/>
          </p15:clr>
        </p15:guide>
        <p15:guide id="22" pos="31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image" Target="../media/image1.png"/><Relationship Id="rId4"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3.xml"/><Relationship Id="rId1" Type="http://schemas.openxmlformats.org/officeDocument/2006/relationships/tags" Target="../tags/tag5.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4.xml"/><Relationship Id="rId1" Type="http://schemas.openxmlformats.org/officeDocument/2006/relationships/tags" Target="../tags/tag6.xml"/></Relationships>
</file>

<file path=ppt/slides/_rels/slide4.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4.jpeg"/><Relationship Id="rId4"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5.jpeg"/><Relationship Id="rId4"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424E124-D334-7962-D080-4695418A9ECC}"/>
              </a:ext>
            </a:extLst>
          </p:cNvPr>
          <p:cNvSpPr>
            <a:spLocks noGrp="1"/>
          </p:cNvSpPr>
          <p:nvPr>
            <p:ph type="ctrTitle"/>
            <p:custDataLst>
              <p:tags r:id="rId2"/>
            </p:custDataLst>
          </p:nvPr>
        </p:nvSpPr>
        <p:spPr>
          <a:xfrm>
            <a:off x="132497" y="694756"/>
            <a:ext cx="5600700" cy="1732413"/>
          </a:xfrm>
        </p:spPr>
        <p:txBody>
          <a:bodyPr lIns="0" anchor="b">
            <a:normAutofit/>
          </a:bodyPr>
          <a:lstStyle/>
          <a:p>
            <a:pPr>
              <a:lnSpc>
                <a:spcPct val="80000"/>
              </a:lnSpc>
            </a:pPr>
            <a:r>
              <a:rPr lang="en-US" sz="4800" dirty="0" smtClean="0">
                <a:latin typeface="Century Schoolbook" panose="02040604050505020304" pitchFamily="18" charset="0"/>
              </a:rPr>
              <a:t>Eukaryotic Cells</a:t>
            </a:r>
            <a:endParaRPr lang="en-US" sz="4800" dirty="0">
              <a:latin typeface="Century Schoolbook" panose="02040604050505020304" pitchFamily="18" charset="0"/>
            </a:endParaRPr>
          </a:p>
        </p:txBody>
      </p:sp>
      <p:sp>
        <p:nvSpPr>
          <p:cNvPr id="5" name="Subtitle 2">
            <a:extLst>
              <a:ext uri="{FF2B5EF4-FFF2-40B4-BE49-F238E27FC236}">
                <a16:creationId xmlns:a16="http://schemas.microsoft.com/office/drawing/2014/main" xmlns="" id="{B04F756F-14A4-3FC0-9BC1-A2E8DD458977}"/>
              </a:ext>
            </a:extLst>
          </p:cNvPr>
          <p:cNvSpPr txBox="1">
            <a:spLocks/>
          </p:cNvSpPr>
          <p:nvPr>
            <p:custDataLst>
              <p:tags r:id="rId3"/>
            </p:custDataLst>
          </p:nvPr>
        </p:nvSpPr>
        <p:spPr>
          <a:xfrm>
            <a:off x="1855527" y="4393727"/>
            <a:ext cx="3877670" cy="914400"/>
          </a:xfrm>
          <a:prstGeom prst="rect">
            <a:avLst/>
          </a:prstGeom>
        </p:spPr>
        <p:txBody>
          <a:bodyPr vert="horz" lIns="0" tIns="45720" rIns="91440" bIns="45720" rtlCol="0" anchor="t">
            <a:normAutofit/>
          </a:bodyPr>
          <a:lstStyle>
            <a:lvl1pPr marL="0" indent="0" algn="l" defTabSz="914354" rtl="0" eaLnBrk="1" latinLnBrk="0" hangingPunct="1">
              <a:lnSpc>
                <a:spcPct val="150000"/>
              </a:lnSpc>
              <a:spcBef>
                <a:spcPts val="1200"/>
              </a:spcBef>
              <a:buFont typeface="Arial" panose="020B0604020202020204" pitchFamily="34" charset="0"/>
              <a:buNone/>
              <a:tabLst/>
              <a:defRPr sz="2400" kern="1200">
                <a:solidFill>
                  <a:schemeClr val="tx1"/>
                </a:solidFill>
                <a:latin typeface="+mn-lt"/>
                <a:ea typeface="+mn-ea"/>
                <a:cs typeface="Arial" panose="020B0604020202020204" pitchFamily="34" charset="0"/>
              </a:defRPr>
            </a:lvl1pPr>
            <a:lvl2pPr marL="457178" indent="0" algn="ctr" defTabSz="914354" rtl="0" eaLnBrk="1" latinLnBrk="0" hangingPunct="1">
              <a:lnSpc>
                <a:spcPct val="150000"/>
              </a:lnSpc>
              <a:spcBef>
                <a:spcPts val="1200"/>
              </a:spcBef>
              <a:buFont typeface="Arial" panose="020B0604020202020204" pitchFamily="34" charset="0"/>
              <a:buNone/>
              <a:tabLst/>
              <a:defRPr sz="2000" kern="1200">
                <a:solidFill>
                  <a:schemeClr val="tx1"/>
                </a:solidFill>
                <a:latin typeface="+mn-lt"/>
                <a:ea typeface="+mn-ea"/>
                <a:cs typeface="Arial" panose="020B0604020202020204" pitchFamily="34" charset="0"/>
              </a:defRPr>
            </a:lvl2pPr>
            <a:lvl3pPr marL="914354" indent="0" algn="ctr" defTabSz="914354" rtl="0" eaLnBrk="1" latinLnBrk="0" hangingPunct="1">
              <a:lnSpc>
                <a:spcPct val="150000"/>
              </a:lnSpc>
              <a:spcBef>
                <a:spcPts val="1200"/>
              </a:spcBef>
              <a:buFont typeface="Arial" panose="020B0604020202020204" pitchFamily="34" charset="0"/>
              <a:buNone/>
              <a:tabLst/>
              <a:defRPr sz="1800" kern="1200">
                <a:solidFill>
                  <a:schemeClr val="tx1"/>
                </a:solidFill>
                <a:latin typeface="+mn-lt"/>
                <a:ea typeface="+mn-ea"/>
                <a:cs typeface="Arial" panose="020B0604020202020204" pitchFamily="34" charset="0"/>
              </a:defRPr>
            </a:lvl3pPr>
            <a:lvl4pPr marL="1371532" indent="0" algn="ctr" defTabSz="914354" rtl="0" eaLnBrk="1" latinLnBrk="0" hangingPunct="1">
              <a:lnSpc>
                <a:spcPct val="150000"/>
              </a:lnSpc>
              <a:spcBef>
                <a:spcPts val="1200"/>
              </a:spcBef>
              <a:buFont typeface="Arial" panose="020B0604020202020204" pitchFamily="34" charset="0"/>
              <a:buNone/>
              <a:tabLst/>
              <a:defRPr sz="1600" kern="1200">
                <a:solidFill>
                  <a:schemeClr val="tx1"/>
                </a:solidFill>
                <a:latin typeface="+mn-lt"/>
                <a:ea typeface="+mn-ea"/>
                <a:cs typeface="Arial" panose="020B0604020202020204" pitchFamily="34" charset="0"/>
              </a:defRPr>
            </a:lvl4pPr>
            <a:lvl5pPr marL="1828709" indent="0" algn="ctr" defTabSz="914354" rtl="0" eaLnBrk="1" latinLnBrk="0" hangingPunct="1">
              <a:lnSpc>
                <a:spcPct val="150000"/>
              </a:lnSpc>
              <a:spcBef>
                <a:spcPts val="1200"/>
              </a:spcBef>
              <a:buFont typeface="Arial" panose="020B0604020202020204" pitchFamily="34" charset="0"/>
              <a:buNone/>
              <a:tabLst/>
              <a:defRPr sz="1600" kern="1200">
                <a:solidFill>
                  <a:schemeClr val="tx1"/>
                </a:solidFill>
                <a:latin typeface="+mn-lt"/>
                <a:ea typeface="+mn-ea"/>
                <a:cs typeface="Arial" panose="020B0604020202020204" pitchFamily="34" charset="0"/>
              </a:defRPr>
            </a:lvl5pPr>
            <a:lvl6pPr marL="2285886"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062"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240"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418" indent="0" algn="ctr" defTabSz="914354"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en-US" sz="1800" b="1" dirty="0">
                <a:latin typeface="Century Schoolbook" panose="02040604050505020304" pitchFamily="18" charset="0"/>
              </a:rPr>
              <a:t>Presented by Dr. Aouati Amel</a:t>
            </a:r>
          </a:p>
        </p:txBody>
      </p:sp>
      <p:pic>
        <p:nvPicPr>
          <p:cNvPr id="10" name="Image 9"/>
          <p:cNvPicPr>
            <a:picLocks noChangeAspect="1"/>
          </p:cNvPicPr>
          <p:nvPr/>
        </p:nvPicPr>
        <p:blipFill>
          <a:blip r:embed="rId5"/>
          <a:stretch>
            <a:fillRect/>
          </a:stretch>
        </p:blipFill>
        <p:spPr>
          <a:xfrm>
            <a:off x="5733197" y="1158780"/>
            <a:ext cx="6167651" cy="4491394"/>
          </a:xfrm>
          <a:prstGeom prst="rect">
            <a:avLst/>
          </a:prstGeom>
        </p:spPr>
      </p:pic>
    </p:spTree>
    <p:custDataLst>
      <p:tags r:id="rId1"/>
    </p:custDataLst>
    <p:extLst>
      <p:ext uri="{BB962C8B-B14F-4D97-AF65-F5344CB8AC3E}">
        <p14:creationId xmlns:p14="http://schemas.microsoft.com/office/powerpoint/2010/main" val="34272995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xmlns="" id="{7664DFC7-C861-C967-C0CE-7990949D9E4F}"/>
              </a:ext>
            </a:extLst>
          </p:cNvPr>
          <p:cNvSpPr/>
          <p:nvPr>
            <p:custDataLst>
              <p:tags r:id="rId1"/>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sp>
        <p:nvSpPr>
          <p:cNvPr id="8" name="ZoneTexte 7"/>
          <p:cNvSpPr txBox="1"/>
          <p:nvPr/>
        </p:nvSpPr>
        <p:spPr>
          <a:xfrm>
            <a:off x="7956645" y="121779"/>
            <a:ext cx="4107977" cy="3293209"/>
          </a:xfrm>
          <a:prstGeom prst="rect">
            <a:avLst/>
          </a:prstGeom>
          <a:noFill/>
        </p:spPr>
        <p:txBody>
          <a:bodyPr wrap="square" rtlCol="0">
            <a:spAutoFit/>
          </a:bodyPr>
          <a:lstStyle/>
          <a:p>
            <a:pPr algn="just">
              <a:spcBef>
                <a:spcPct val="0"/>
              </a:spcBef>
              <a:buFontTx/>
              <a:buNone/>
            </a:pPr>
            <a:r>
              <a:rPr lang="en-US" sz="2800" dirty="0">
                <a:latin typeface="Century Schoolbook" panose="02040604050505020304" pitchFamily="18" charset="0"/>
              </a:rPr>
              <a:t>A </a:t>
            </a:r>
            <a:r>
              <a:rPr lang="en-US" sz="2000" dirty="0">
                <a:latin typeface="Century Schoolbook" panose="02040604050505020304" pitchFamily="18" charset="0"/>
              </a:rPr>
              <a:t>eukaryotic cell has a true nucleus bounded by a nuclear envelope containing genetic </a:t>
            </a:r>
            <a:r>
              <a:rPr lang="en-US" sz="2000" dirty="0" smtClean="0">
                <a:latin typeface="Century Schoolbook" panose="02040604050505020304" pitchFamily="18" charset="0"/>
              </a:rPr>
              <a:t>material (DNA), </a:t>
            </a:r>
            <a:r>
              <a:rPr lang="en-US" sz="2000" dirty="0">
                <a:latin typeface="Century Schoolbook" panose="02040604050505020304" pitchFamily="18" charset="0"/>
              </a:rPr>
              <a:t>and a highly structured cytoplasm containing </a:t>
            </a:r>
            <a:r>
              <a:rPr lang="en-US" sz="2000" dirty="0" smtClean="0">
                <a:latin typeface="Century Schoolbook" panose="02040604050505020304" pitchFamily="18" charset="0"/>
              </a:rPr>
              <a:t>specific </a:t>
            </a:r>
            <a:r>
              <a:rPr lang="en-US" sz="2000" dirty="0">
                <a:latin typeface="Century Schoolbook" panose="02040604050505020304" pitchFamily="18" charset="0"/>
              </a:rPr>
              <a:t>organelles.</a:t>
            </a:r>
          </a:p>
          <a:p>
            <a:pPr algn="just">
              <a:spcBef>
                <a:spcPct val="0"/>
              </a:spcBef>
              <a:buFontTx/>
              <a:buNone/>
            </a:pPr>
            <a:r>
              <a:rPr lang="en-US" sz="2000" dirty="0">
                <a:latin typeface="Century Schoolbook" panose="02040604050505020304" pitchFamily="18" charset="0"/>
              </a:rPr>
              <a:t>It is bounded by a plasma membrane that separates it from the external environment and limits the cytoplasm.</a:t>
            </a:r>
          </a:p>
        </p:txBody>
      </p:sp>
      <p:pic>
        <p:nvPicPr>
          <p:cNvPr id="16" name="Image 1"/>
          <p:cNvPicPr>
            <a:picLocks noChangeAspect="1"/>
          </p:cNvPicPr>
          <p:nvPr/>
        </p:nvPicPr>
        <p:blipFill rotWithShape="1">
          <a:blip r:embed="rId4">
            <a:extLst>
              <a:ext uri="{28A0092B-C50C-407E-A947-70E740481C1C}">
                <a14:useLocalDpi xmlns:a14="http://schemas.microsoft.com/office/drawing/2010/main" val="0"/>
              </a:ext>
            </a:extLst>
          </a:blip>
          <a:srcRect r="6271"/>
          <a:stretch/>
        </p:blipFill>
        <p:spPr bwMode="auto">
          <a:xfrm>
            <a:off x="1" y="1132764"/>
            <a:ext cx="7956644" cy="5641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130723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BEE1047-556B-D211-4A07-E495B3ECB245}"/>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xmlns="" id="{BA6A52F7-0842-F397-D856-F423D4374F76}"/>
              </a:ext>
            </a:extLst>
          </p:cNvPr>
          <p:cNvSpPr/>
          <p:nvPr>
            <p:custDataLst>
              <p:tags r:id="rId1"/>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Franklin Gothic Book" panose="020B0503020102020204"/>
              <a:ea typeface="+mn-ea"/>
              <a:cs typeface="+mn-cs"/>
            </a:endParaRPr>
          </a:p>
        </p:txBody>
      </p:sp>
      <p:pic>
        <p:nvPicPr>
          <p:cNvPr id="4" name="Image 3"/>
          <p:cNvPicPr>
            <a:picLocks noChangeAspect="1"/>
          </p:cNvPicPr>
          <p:nvPr/>
        </p:nvPicPr>
        <p:blipFill>
          <a:blip r:embed="rId3"/>
          <a:stretch>
            <a:fillRect/>
          </a:stretch>
        </p:blipFill>
        <p:spPr>
          <a:xfrm>
            <a:off x="2347415" y="1354920"/>
            <a:ext cx="8679976" cy="4876800"/>
          </a:xfrm>
          <a:prstGeom prst="rect">
            <a:avLst/>
          </a:prstGeom>
        </p:spPr>
      </p:pic>
      <p:sp>
        <p:nvSpPr>
          <p:cNvPr id="11" name="Rectangle 10"/>
          <p:cNvSpPr/>
          <p:nvPr/>
        </p:nvSpPr>
        <p:spPr>
          <a:xfrm>
            <a:off x="201138" y="241826"/>
            <a:ext cx="7885492" cy="584775"/>
          </a:xfrm>
          <a:prstGeom prst="rect">
            <a:avLst/>
          </a:prstGeom>
        </p:spPr>
        <p:txBody>
          <a:bodyPr wrap="none">
            <a:spAutoFit/>
          </a:bodyPr>
          <a:lstStyle/>
          <a:p>
            <a:r>
              <a:rPr lang="fr-FR" sz="3200" b="1" dirty="0" err="1" smtClean="0">
                <a:latin typeface="Century Schoolbook" panose="02040604050505020304" pitchFamily="18" charset="0"/>
              </a:rPr>
              <a:t>Eukaryotic</a:t>
            </a:r>
            <a:r>
              <a:rPr lang="fr-FR" sz="3200" b="1" dirty="0" smtClean="0">
                <a:latin typeface="Century Schoolbook" panose="02040604050505020304" pitchFamily="18" charset="0"/>
              </a:rPr>
              <a:t> </a:t>
            </a:r>
            <a:r>
              <a:rPr lang="fr-FR" sz="3200" b="1" dirty="0" err="1" smtClean="0">
                <a:latin typeface="Century Schoolbook" panose="02040604050505020304" pitchFamily="18" charset="0"/>
              </a:rPr>
              <a:t>Cell</a:t>
            </a:r>
            <a:r>
              <a:rPr lang="fr-FR" sz="3200" b="1" dirty="0" smtClean="0">
                <a:latin typeface="Century Schoolbook" panose="02040604050505020304" pitchFamily="18" charset="0"/>
              </a:rPr>
              <a:t> </a:t>
            </a:r>
            <a:r>
              <a:rPr lang="fr-FR" sz="3200" b="1" dirty="0">
                <a:latin typeface="Century Schoolbook" panose="02040604050505020304" pitchFamily="18" charset="0"/>
              </a:rPr>
              <a:t>Structure </a:t>
            </a:r>
            <a:r>
              <a:rPr lang="fr-FR" sz="3200" b="1" dirty="0" err="1">
                <a:latin typeface="Century Schoolbook" panose="02040604050505020304" pitchFamily="18" charset="0"/>
              </a:rPr>
              <a:t>Overview</a:t>
            </a:r>
            <a:endParaRPr lang="fr-FR" sz="3200" b="1" dirty="0">
              <a:latin typeface="Century Schoolbook" panose="02040604050505020304" pitchFamily="18" charset="0"/>
            </a:endParaRPr>
          </a:p>
        </p:txBody>
      </p:sp>
    </p:spTree>
    <p:extLst>
      <p:ext uri="{BB962C8B-B14F-4D97-AF65-F5344CB8AC3E}">
        <p14:creationId xmlns:p14="http://schemas.microsoft.com/office/powerpoint/2010/main" val="306419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14">
            <a:extLst>
              <a:ext uri="{FF2B5EF4-FFF2-40B4-BE49-F238E27FC236}">
                <a16:creationId xmlns:a16="http://schemas.microsoft.com/office/drawing/2014/main" xmlns="" id="{7B84C145-6786-E326-4F18-FD69A976CCA7}"/>
              </a:ext>
            </a:extLst>
          </p:cNvPr>
          <p:cNvPicPr>
            <a:picLocks/>
          </p:cNvPicPr>
          <p:nvPr>
            <p:custDataLst>
              <p:tags r:id="rId1"/>
            </p:custDataLst>
          </p:nvPr>
        </p:nvPicPr>
        <p:blipFill rotWithShape="1">
          <a:blip r:embed="rId5" cstate="screen">
            <a:extLst>
              <a:ext uri="{28A0092B-C50C-407E-A947-70E740481C1C}">
                <a14:useLocalDpi xmlns:a14="http://schemas.microsoft.com/office/drawing/2010/main"/>
              </a:ext>
            </a:extLst>
          </a:blip>
          <a:srcRect t="9951" b="9951"/>
          <a:stretch/>
        </p:blipFill>
        <p:spPr>
          <a:xfrm>
            <a:off x="4039463" y="1270107"/>
            <a:ext cx="3767328" cy="2011680"/>
          </a:xfrm>
          <a:prstGeom prst="roundRect">
            <a:avLst>
              <a:gd name="adj" fmla="val 2038"/>
            </a:avLst>
          </a:prstGeom>
        </p:spPr>
      </p:pic>
      <p:sp>
        <p:nvSpPr>
          <p:cNvPr id="12" name="Rectangle 11">
            <a:extLst>
              <a:ext uri="{FF2B5EF4-FFF2-40B4-BE49-F238E27FC236}">
                <a16:creationId xmlns:a16="http://schemas.microsoft.com/office/drawing/2014/main" xmlns="" id="{153E918D-8224-6F7D-AC82-4D8457E40411}"/>
              </a:ext>
            </a:extLst>
          </p:cNvPr>
          <p:cNvSpPr/>
          <p:nvPr>
            <p:custDataLst>
              <p:tags r:id="rId2"/>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ea typeface="+mn-ea"/>
              <a:cs typeface="+mn-cs"/>
            </a:endParaRPr>
          </a:p>
        </p:txBody>
      </p:sp>
      <p:sp>
        <p:nvSpPr>
          <p:cNvPr id="32" name="Text Placeholder 17">
            <a:extLst>
              <a:ext uri="{FF2B5EF4-FFF2-40B4-BE49-F238E27FC236}">
                <a16:creationId xmlns:a16="http://schemas.microsoft.com/office/drawing/2014/main" xmlns="" id="{7025B526-3BE1-ECF0-F30D-E28CD95309D7}"/>
              </a:ext>
            </a:extLst>
          </p:cNvPr>
          <p:cNvSpPr txBox="1">
            <a:spLocks/>
          </p:cNvSpPr>
          <p:nvPr>
            <p:custDataLst>
              <p:tags r:id="rId3"/>
            </p:custDataLst>
          </p:nvPr>
        </p:nvSpPr>
        <p:spPr>
          <a:xfrm>
            <a:off x="8341625" y="1747778"/>
            <a:ext cx="3581400" cy="365125"/>
          </a:xfrm>
          <a:prstGeom prst="rect">
            <a:avLst/>
          </a:prstGeom>
        </p:spPr>
        <p:txBody>
          <a:bodyPr vert="horz" lIns="0" tIns="45720" rIns="91440" bIns="45720" rtlCol="0" anchor="ctr">
            <a:no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Font typeface="Arial" panose="020B0604020202020204" pitchFamily="34" charset="0"/>
              <a:buNone/>
            </a:pPr>
            <a:r>
              <a:rPr lang="en-US" sz="1800" b="1" noProof="1">
                <a:solidFill>
                  <a:schemeClr val="accent1"/>
                </a:solidFill>
                <a:latin typeface="Century Schoolbook" panose="02040604050505020304" pitchFamily="18" charset="0"/>
              </a:rPr>
              <a:t>Cytoplasm - Cellular Matrix</a:t>
            </a:r>
          </a:p>
        </p:txBody>
      </p:sp>
      <p:sp>
        <p:nvSpPr>
          <p:cNvPr id="3" name="Titre 2"/>
          <p:cNvSpPr>
            <a:spLocks noGrp="1"/>
          </p:cNvSpPr>
          <p:nvPr>
            <p:ph type="title"/>
          </p:nvPr>
        </p:nvSpPr>
        <p:spPr>
          <a:xfrm>
            <a:off x="245659" y="52865"/>
            <a:ext cx="3581401" cy="2799608"/>
          </a:xfrm>
        </p:spPr>
        <p:txBody>
          <a:bodyPr/>
          <a:lstStyle/>
          <a:p>
            <a:r>
              <a:rPr lang="fr-FR" dirty="0">
                <a:latin typeface="Century Schoolbook" panose="02040604050505020304" pitchFamily="18" charset="0"/>
              </a:rPr>
              <a:t>Components of </a:t>
            </a:r>
            <a:r>
              <a:rPr lang="fr-FR" dirty="0" err="1">
                <a:latin typeface="Century Schoolbook" panose="02040604050505020304" pitchFamily="18" charset="0"/>
              </a:rPr>
              <a:t>eukaryotic</a:t>
            </a:r>
            <a:r>
              <a:rPr lang="fr-FR" dirty="0">
                <a:latin typeface="Century Schoolbook" panose="02040604050505020304" pitchFamily="18" charset="0"/>
              </a:rPr>
              <a:t> </a:t>
            </a:r>
            <a:r>
              <a:rPr lang="fr-FR" dirty="0" err="1">
                <a:latin typeface="Century Schoolbook" panose="02040604050505020304" pitchFamily="18" charset="0"/>
              </a:rPr>
              <a:t>cells</a:t>
            </a:r>
            <a:endParaRPr lang="fr-FR" dirty="0">
              <a:latin typeface="Century Schoolbook" panose="02040604050505020304" pitchFamily="18" charset="0"/>
            </a:endParaRPr>
          </a:p>
        </p:txBody>
      </p:sp>
      <p:sp>
        <p:nvSpPr>
          <p:cNvPr id="6" name="Rectangle 2"/>
          <p:cNvSpPr>
            <a:spLocks noChangeArrowheads="1"/>
          </p:cNvSpPr>
          <p:nvPr/>
        </p:nvSpPr>
        <p:spPr bwMode="auto">
          <a:xfrm>
            <a:off x="245659" y="3515579"/>
            <a:ext cx="11354937"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lang="fr-FR" sz="2000" dirty="0">
                <a:latin typeface="Century Schoolbook" panose="02040604050505020304" pitchFamily="18" charset="0"/>
              </a:rPr>
              <a:t>The </a:t>
            </a:r>
            <a:r>
              <a:rPr lang="fr-FR" sz="2000" dirty="0" err="1">
                <a:latin typeface="Century Schoolbook" panose="02040604050505020304" pitchFamily="18" charset="0"/>
              </a:rPr>
              <a:t>eukaryotic</a:t>
            </a:r>
            <a:r>
              <a:rPr lang="fr-FR" sz="2000" dirty="0">
                <a:latin typeface="Century Schoolbook" panose="02040604050505020304" pitchFamily="18" charset="0"/>
              </a:rPr>
              <a:t> </a:t>
            </a:r>
            <a:r>
              <a:rPr lang="fr-FR" sz="2000" dirty="0" err="1">
                <a:latin typeface="Century Schoolbook" panose="02040604050505020304" pitchFamily="18" charset="0"/>
              </a:rPr>
              <a:t>cell</a:t>
            </a:r>
            <a:r>
              <a:rPr lang="fr-FR" sz="2000" dirty="0">
                <a:latin typeface="Century Schoolbook" panose="02040604050505020304" pitchFamily="18" charset="0"/>
              </a:rPr>
              <a:t> is </a:t>
            </a:r>
            <a:r>
              <a:rPr lang="fr-FR" sz="2000" dirty="0" err="1" smtClean="0">
                <a:latin typeface="Century Schoolbook" panose="02040604050505020304" pitchFamily="18" charset="0"/>
              </a:rPr>
              <a:t>bou</a:t>
            </a:r>
            <a:r>
              <a:rPr kumimoji="0" lang="fr-FR" sz="2000" b="0" i="0" u="none" strike="noStrike" cap="none" normalizeH="0" baseline="0" dirty="0" err="1" smtClean="0">
                <a:ln>
                  <a:noFill/>
                </a:ln>
                <a:solidFill>
                  <a:schemeClr val="tx1"/>
                </a:solidFill>
                <a:effectLst/>
                <a:latin typeface="Century Schoolbook" panose="02040604050505020304" pitchFamily="18" charset="0"/>
              </a:rPr>
              <a:t>nded</a:t>
            </a:r>
            <a:r>
              <a:rPr kumimoji="0" lang="fr-FR" sz="2000" b="0" i="0" u="none" strike="noStrike" cap="none" normalizeH="0" baseline="0" dirty="0" smtClean="0">
                <a:ln>
                  <a:noFill/>
                </a:ln>
                <a:solidFill>
                  <a:schemeClr val="tx1"/>
                </a:solidFill>
                <a:effectLst/>
                <a:latin typeface="Century Schoolbook" panose="02040604050505020304" pitchFamily="18" charset="0"/>
              </a:rPr>
              <a:t> by a plasma membrane and </a:t>
            </a:r>
            <a:r>
              <a:rPr kumimoji="0" lang="fr-FR" sz="2000" b="0" i="0" u="none" strike="noStrike" cap="none" normalizeH="0" baseline="0" dirty="0" err="1" smtClean="0">
                <a:ln>
                  <a:noFill/>
                </a:ln>
                <a:solidFill>
                  <a:schemeClr val="tx1"/>
                </a:solidFill>
                <a:effectLst/>
                <a:latin typeface="Century Schoolbook" panose="02040604050505020304" pitchFamily="18" charset="0"/>
              </a:rPr>
              <a:t>contains</a:t>
            </a:r>
            <a:r>
              <a:rPr kumimoji="0" lang="fr-FR" sz="2000" b="0" i="0" u="none" strike="noStrike" cap="none" normalizeH="0" baseline="0" dirty="0" smtClean="0">
                <a:ln>
                  <a:noFill/>
                </a:ln>
                <a:solidFill>
                  <a:schemeClr val="tx1"/>
                </a:solidFill>
                <a:effectLst/>
                <a:latin typeface="Century Schoolbook" panose="02040604050505020304" pitchFamily="18" charset="0"/>
              </a:rPr>
              <a:t> a nucleus and </a:t>
            </a:r>
            <a:r>
              <a:rPr kumimoji="0" lang="fr-FR" sz="2000" b="0" i="0" u="none" strike="noStrike" cap="none" normalizeH="0" baseline="0" dirty="0" err="1" smtClean="0">
                <a:ln>
                  <a:noFill/>
                </a:ln>
                <a:solidFill>
                  <a:schemeClr val="tx1"/>
                </a:solidFill>
                <a:effectLst/>
                <a:latin typeface="Century Schoolbook" panose="02040604050505020304" pitchFamily="18" charset="0"/>
              </a:rPr>
              <a:t>cytoplasmic</a:t>
            </a:r>
            <a:r>
              <a:rPr kumimoji="0" lang="fr-FR" sz="2000" b="0" i="0" u="none" strike="noStrike" cap="none" normalizeH="0" baseline="0" dirty="0" smtClean="0">
                <a:ln>
                  <a:noFill/>
                </a:ln>
                <a:solidFill>
                  <a:schemeClr val="tx1"/>
                </a:solidFill>
                <a:effectLst/>
                <a:latin typeface="Century Schoolbook" panose="02040604050505020304" pitchFamily="18" charset="0"/>
              </a:rPr>
              <a:t> organelles. </a:t>
            </a:r>
          </a:p>
          <a:p>
            <a:pPr algn="just" eaLnBrk="0" fontAlgn="base" hangingPunct="0">
              <a:spcBef>
                <a:spcPct val="0"/>
              </a:spcBef>
              <a:spcAft>
                <a:spcPct val="0"/>
              </a:spcAft>
            </a:pPr>
            <a:endParaRPr kumimoji="0" lang="fr-FR" sz="2000" b="0" i="0" u="none" strike="noStrike" cap="none" normalizeH="0" baseline="0" dirty="0" smtClean="0">
              <a:ln>
                <a:noFill/>
              </a:ln>
              <a:solidFill>
                <a:schemeClr val="tx1"/>
              </a:solidFill>
              <a:effectLst/>
              <a:latin typeface="Century Schoolbook" panose="02040604050505020304" pitchFamily="18" charset="0"/>
            </a:endParaRPr>
          </a:p>
          <a:p>
            <a:pPr algn="just" eaLnBrk="0" fontAlgn="base" hangingPunct="0">
              <a:spcBef>
                <a:spcPct val="0"/>
              </a:spcBef>
              <a:spcAft>
                <a:spcPct val="0"/>
              </a:spcAft>
            </a:pPr>
            <a:r>
              <a:rPr lang="fr-FR" sz="2000" dirty="0" smtClean="0">
                <a:latin typeface="Century Schoolbook" panose="02040604050505020304" pitchFamily="18" charset="0"/>
              </a:rPr>
              <a:t>The </a:t>
            </a:r>
            <a:r>
              <a:rPr lang="fr-FR" sz="2000" dirty="0" err="1">
                <a:latin typeface="Century Schoolbook" panose="02040604050505020304" pitchFamily="18" charset="0"/>
              </a:rPr>
              <a:t>P</a:t>
            </a:r>
            <a:r>
              <a:rPr kumimoji="0" lang="fr-FR" sz="2000" b="0" i="0" u="none" strike="noStrike" cap="none" normalizeH="0" baseline="0" dirty="0" err="1" smtClean="0">
                <a:ln>
                  <a:noFill/>
                </a:ln>
                <a:solidFill>
                  <a:schemeClr val="tx1"/>
                </a:solidFill>
                <a:effectLst/>
                <a:latin typeface="Century Schoolbook" panose="02040604050505020304" pitchFamily="18" charset="0"/>
              </a:rPr>
              <a:t>rotoplasm</a:t>
            </a:r>
            <a:r>
              <a:rPr kumimoji="0" lang="fr-FR" sz="2000" b="0" i="0" u="none" strike="noStrike" cap="none" normalizeH="0" baseline="0" dirty="0" smtClean="0">
                <a:ln>
                  <a:noFill/>
                </a:ln>
                <a:solidFill>
                  <a:schemeClr val="tx1"/>
                </a:solidFill>
                <a:effectLst/>
                <a:latin typeface="Century Schoolbook" panose="02040604050505020304" pitchFamily="18" charset="0"/>
              </a:rPr>
              <a:t> </a:t>
            </a:r>
            <a:r>
              <a:rPr kumimoji="0" lang="fr-FR" sz="2000" b="0" i="0" u="none" strike="noStrike" cap="none" normalizeH="0" baseline="0" dirty="0" err="1" smtClean="0">
                <a:ln>
                  <a:noFill/>
                </a:ln>
                <a:solidFill>
                  <a:schemeClr val="tx1"/>
                </a:solidFill>
                <a:effectLst/>
                <a:latin typeface="Century Schoolbook" panose="02040604050505020304" pitchFamily="18" charset="0"/>
              </a:rPr>
              <a:t>represents</a:t>
            </a:r>
            <a:r>
              <a:rPr kumimoji="0" lang="fr-FR" sz="2000" b="0" i="0" u="none" strike="noStrike" cap="none" normalizeH="0" baseline="0" dirty="0" smtClean="0">
                <a:ln>
                  <a:noFill/>
                </a:ln>
                <a:solidFill>
                  <a:schemeClr val="tx1"/>
                </a:solidFill>
                <a:effectLst/>
                <a:latin typeface="Century Schoolbook" panose="02040604050505020304" pitchFamily="18" charset="0"/>
              </a:rPr>
              <a:t> the contents of a living </a:t>
            </a:r>
            <a:r>
              <a:rPr kumimoji="0" lang="fr-FR" sz="2000" b="0" i="0" u="none" strike="noStrike" cap="none" normalizeH="0" baseline="0" dirty="0" err="1" smtClean="0">
                <a:ln>
                  <a:noFill/>
                </a:ln>
                <a:solidFill>
                  <a:schemeClr val="tx1"/>
                </a:solidFill>
                <a:effectLst/>
                <a:latin typeface="Century Schoolbook" panose="02040604050505020304" pitchFamily="18" charset="0"/>
              </a:rPr>
              <a:t>cell</a:t>
            </a:r>
            <a:r>
              <a:rPr kumimoji="0" lang="fr-FR" sz="2000" b="0" i="0" u="none" strike="noStrike" cap="none" normalizeH="0" baseline="0" dirty="0" smtClean="0">
                <a:ln>
                  <a:noFill/>
                </a:ln>
                <a:solidFill>
                  <a:schemeClr val="tx1"/>
                </a:solidFill>
                <a:effectLst/>
                <a:latin typeface="Century Schoolbook" panose="02040604050505020304" pitchFamily="18" charset="0"/>
              </a:rPr>
              <a:t>, </a:t>
            </a:r>
            <a:r>
              <a:rPr kumimoji="0" lang="fr-FR" sz="2000" b="0" i="0" u="none" strike="noStrike" cap="none" normalizeH="0" baseline="0" dirty="0" err="1" smtClean="0">
                <a:ln>
                  <a:noFill/>
                </a:ln>
                <a:solidFill>
                  <a:schemeClr val="tx1"/>
                </a:solidFill>
                <a:effectLst/>
                <a:latin typeface="Century Schoolbook" panose="02040604050505020304" pitchFamily="18" charset="0"/>
              </a:rPr>
              <a:t>including</a:t>
            </a:r>
            <a:r>
              <a:rPr kumimoji="0" lang="fr-FR" sz="2000" b="0" i="0" u="none" strike="noStrike" cap="none" normalizeH="0" baseline="0" dirty="0" smtClean="0">
                <a:ln>
                  <a:noFill/>
                </a:ln>
                <a:solidFill>
                  <a:schemeClr val="tx1"/>
                </a:solidFill>
                <a:effectLst/>
                <a:latin typeface="Century Schoolbook" panose="02040604050505020304" pitchFamily="18" charset="0"/>
              </a:rPr>
              <a:t> the </a:t>
            </a:r>
            <a:r>
              <a:rPr kumimoji="0" lang="fr-FR" sz="2000" b="0" i="0" u="none" strike="noStrike" cap="none" normalizeH="0" baseline="0" dirty="0" err="1" smtClean="0">
                <a:ln>
                  <a:noFill/>
                </a:ln>
                <a:solidFill>
                  <a:schemeClr val="tx1"/>
                </a:solidFill>
                <a:effectLst/>
                <a:latin typeface="Century Schoolbook" panose="02040604050505020304" pitchFamily="18" charset="0"/>
              </a:rPr>
              <a:t>cytoplasm</a:t>
            </a:r>
            <a:r>
              <a:rPr kumimoji="0" lang="fr-FR" sz="2000" b="0" i="0" u="none" strike="noStrike" cap="none" normalizeH="0" baseline="0" dirty="0" smtClean="0">
                <a:ln>
                  <a:noFill/>
                </a:ln>
                <a:solidFill>
                  <a:schemeClr val="tx1"/>
                </a:solidFill>
                <a:effectLst/>
                <a:latin typeface="Century Schoolbook" panose="02040604050505020304" pitchFamily="18" charset="0"/>
              </a:rPr>
              <a:t> and the nucleus. </a:t>
            </a:r>
          </a:p>
          <a:p>
            <a:pPr algn="just" eaLnBrk="0" fontAlgn="base" hangingPunct="0">
              <a:spcBef>
                <a:spcPct val="0"/>
              </a:spcBef>
              <a:spcAft>
                <a:spcPct val="0"/>
              </a:spcAft>
            </a:pPr>
            <a:r>
              <a:rPr lang="fr-FR" sz="2000" dirty="0" smtClean="0">
                <a:latin typeface="Century Schoolbook" panose="02040604050505020304" pitchFamily="18" charset="0"/>
              </a:rPr>
              <a:t>The </a:t>
            </a:r>
            <a:r>
              <a:rPr kumimoji="0" lang="fr-FR" sz="2000" b="0" i="0" u="none" strike="noStrike" cap="none" normalizeH="0" baseline="0" dirty="0" smtClean="0">
                <a:ln>
                  <a:noFill/>
                </a:ln>
                <a:solidFill>
                  <a:schemeClr val="tx1"/>
                </a:solidFill>
                <a:effectLst/>
                <a:latin typeface="Century Schoolbook" panose="02040604050505020304" pitchFamily="18" charset="0"/>
              </a:rPr>
              <a:t>Cytoplasm </a:t>
            </a:r>
            <a:r>
              <a:rPr kumimoji="0" lang="fr-FR" sz="2000" b="0" i="0" u="none" strike="noStrike" cap="none" normalizeH="0" baseline="0" dirty="0" err="1" smtClean="0">
                <a:ln>
                  <a:noFill/>
                </a:ln>
                <a:solidFill>
                  <a:schemeClr val="tx1"/>
                </a:solidFill>
                <a:effectLst/>
                <a:latin typeface="Century Schoolbook" panose="02040604050505020304" pitchFamily="18" charset="0"/>
              </a:rPr>
              <a:t>includes</a:t>
            </a:r>
            <a:r>
              <a:rPr kumimoji="0" lang="fr-FR" sz="2000" b="0" i="0" u="none" strike="noStrike" cap="none" normalizeH="0" baseline="0" dirty="0" smtClean="0">
                <a:ln>
                  <a:noFill/>
                </a:ln>
                <a:solidFill>
                  <a:schemeClr val="tx1"/>
                </a:solidFill>
                <a:effectLst/>
                <a:latin typeface="Century Schoolbook" panose="02040604050505020304" pitchFamily="18" charset="0"/>
              </a:rPr>
              <a:t> </a:t>
            </a:r>
            <a:r>
              <a:rPr kumimoji="0" lang="fr-FR" sz="2000" b="0" i="0" u="none" strike="noStrike" cap="none" normalizeH="0" baseline="0" dirty="0" err="1" smtClean="0">
                <a:ln>
                  <a:noFill/>
                </a:ln>
                <a:solidFill>
                  <a:schemeClr val="tx1"/>
                </a:solidFill>
                <a:effectLst/>
                <a:latin typeface="Century Schoolbook" panose="02040604050505020304" pitchFamily="18" charset="0"/>
              </a:rPr>
              <a:t>hyaloplasm</a:t>
            </a:r>
            <a:r>
              <a:rPr kumimoji="0" lang="fr-FR" sz="2000" b="0" i="0" u="none" strike="noStrike" cap="none" normalizeH="0" baseline="0" dirty="0" smtClean="0">
                <a:ln>
                  <a:noFill/>
                </a:ln>
                <a:solidFill>
                  <a:schemeClr val="tx1"/>
                </a:solidFill>
                <a:effectLst/>
                <a:latin typeface="Century Schoolbook" panose="02040604050505020304" pitchFamily="18" charset="0"/>
              </a:rPr>
              <a:t> and organelles. </a:t>
            </a:r>
          </a:p>
          <a:p>
            <a:pPr algn="just" eaLnBrk="0" fontAlgn="base" hangingPunct="0">
              <a:spcBef>
                <a:spcPct val="0"/>
              </a:spcBef>
              <a:spcAft>
                <a:spcPct val="0"/>
              </a:spcAft>
            </a:pPr>
            <a:r>
              <a:rPr lang="fr-FR" sz="2000" dirty="0" smtClean="0">
                <a:latin typeface="Century Schoolbook" panose="02040604050505020304" pitchFamily="18" charset="0"/>
              </a:rPr>
              <a:t>The </a:t>
            </a:r>
            <a:r>
              <a:rPr kumimoji="0" lang="fr-FR" sz="2000" b="0" i="0" u="none" strike="noStrike" cap="none" normalizeH="0" baseline="0" dirty="0" err="1" smtClean="0">
                <a:ln>
                  <a:noFill/>
                </a:ln>
                <a:solidFill>
                  <a:schemeClr val="tx1"/>
                </a:solidFill>
                <a:effectLst/>
                <a:latin typeface="Century Schoolbook" panose="02040604050505020304" pitchFamily="18" charset="0"/>
              </a:rPr>
              <a:t>Hyaloplasm</a:t>
            </a:r>
            <a:r>
              <a:rPr kumimoji="0" lang="fr-FR" sz="2000" b="0" i="0" u="none" strike="noStrike" cap="none" normalizeH="0" baseline="0" dirty="0" smtClean="0">
                <a:ln>
                  <a:noFill/>
                </a:ln>
                <a:solidFill>
                  <a:schemeClr val="tx1"/>
                </a:solidFill>
                <a:effectLst/>
                <a:latin typeface="Century Schoolbook" panose="02040604050505020304" pitchFamily="18" charset="0"/>
              </a:rPr>
              <a:t> is a transparent structure </a:t>
            </a:r>
            <a:r>
              <a:rPr kumimoji="0" lang="fr-FR" sz="2000" b="0" i="0" u="none" strike="noStrike" cap="none" normalizeH="0" baseline="0" dirty="0" err="1" smtClean="0">
                <a:ln>
                  <a:noFill/>
                </a:ln>
                <a:solidFill>
                  <a:schemeClr val="tx1"/>
                </a:solidFill>
                <a:effectLst/>
                <a:latin typeface="Century Schoolbook" panose="02040604050505020304" pitchFamily="18" charset="0"/>
              </a:rPr>
              <a:t>that</a:t>
            </a:r>
            <a:r>
              <a:rPr kumimoji="0" lang="fr-FR" sz="2000" b="0" i="0" u="none" strike="noStrike" cap="none" normalizeH="0" baseline="0" dirty="0" smtClean="0">
                <a:ln>
                  <a:noFill/>
                </a:ln>
                <a:solidFill>
                  <a:schemeClr val="tx1"/>
                </a:solidFill>
                <a:effectLst/>
                <a:latin typeface="Century Schoolbook" panose="02040604050505020304" pitchFamily="18" charset="0"/>
              </a:rPr>
              <a:t> supports organelles; </a:t>
            </a:r>
            <a:r>
              <a:rPr kumimoji="0" lang="fr-FR" sz="2000" b="0" i="0" u="none" strike="noStrike" cap="none" normalizeH="0" baseline="0" dirty="0" err="1" smtClean="0">
                <a:ln>
                  <a:noFill/>
                </a:ln>
                <a:solidFill>
                  <a:schemeClr val="tx1"/>
                </a:solidFill>
                <a:effectLst/>
                <a:latin typeface="Century Schoolbook" panose="02040604050505020304" pitchFamily="18" charset="0"/>
              </a:rPr>
              <a:t>it</a:t>
            </a:r>
            <a:r>
              <a:rPr kumimoji="0" lang="fr-FR" sz="2000" b="0" i="0" u="none" strike="noStrike" cap="none" normalizeH="0" baseline="0" dirty="0" smtClean="0">
                <a:ln>
                  <a:noFill/>
                </a:ln>
                <a:solidFill>
                  <a:schemeClr val="tx1"/>
                </a:solidFill>
                <a:effectLst/>
                <a:latin typeface="Century Schoolbook" panose="02040604050505020304" pitchFamily="18" charset="0"/>
              </a:rPr>
              <a:t> </a:t>
            </a:r>
            <a:r>
              <a:rPr kumimoji="0" lang="fr-FR" sz="2000" b="0" i="0" u="none" strike="noStrike" cap="none" normalizeH="0" baseline="0" dirty="0" err="1" smtClean="0">
                <a:ln>
                  <a:noFill/>
                </a:ln>
                <a:solidFill>
                  <a:schemeClr val="tx1"/>
                </a:solidFill>
                <a:effectLst/>
                <a:latin typeface="Century Schoolbook" panose="02040604050505020304" pitchFamily="18" charset="0"/>
              </a:rPr>
              <a:t>includes</a:t>
            </a:r>
            <a:r>
              <a:rPr kumimoji="0" lang="fr-FR" sz="2000" b="0" i="0" u="none" strike="noStrike" cap="none" normalizeH="0" baseline="0" dirty="0" smtClean="0">
                <a:ln>
                  <a:noFill/>
                </a:ln>
                <a:solidFill>
                  <a:schemeClr val="tx1"/>
                </a:solidFill>
                <a:effectLst/>
                <a:latin typeface="Century Schoolbook" panose="02040604050505020304" pitchFamily="18" charset="0"/>
              </a:rPr>
              <a:t> the cytosol and the </a:t>
            </a:r>
            <a:r>
              <a:rPr kumimoji="0" lang="fr-FR" sz="2000" b="0" i="0" u="none" strike="noStrike" cap="none" normalizeH="0" baseline="0" dirty="0" err="1" smtClean="0">
                <a:ln>
                  <a:noFill/>
                </a:ln>
                <a:solidFill>
                  <a:schemeClr val="tx1"/>
                </a:solidFill>
                <a:effectLst/>
                <a:latin typeface="Century Schoolbook" panose="02040604050505020304" pitchFamily="18" charset="0"/>
              </a:rPr>
              <a:t>cytoskeleton</a:t>
            </a:r>
            <a:r>
              <a:rPr kumimoji="0" lang="fr-FR" sz="2000" b="0" i="0" u="none" strike="noStrike" cap="none" normalizeH="0" baseline="0" dirty="0" smtClean="0">
                <a:ln>
                  <a:noFill/>
                </a:ln>
                <a:solidFill>
                  <a:schemeClr val="tx1"/>
                </a:solidFill>
                <a:effectLst/>
                <a:latin typeface="Century Schoolbook" panose="02040604050505020304" pitchFamily="18" charset="0"/>
              </a:rPr>
              <a:t>. </a:t>
            </a:r>
          </a:p>
          <a:p>
            <a:pPr algn="just" eaLnBrk="0" fontAlgn="base" hangingPunct="0">
              <a:spcBef>
                <a:spcPct val="0"/>
              </a:spcBef>
              <a:spcAft>
                <a:spcPct val="0"/>
              </a:spcAft>
            </a:pPr>
            <a:r>
              <a:rPr lang="fr-FR" sz="2000" dirty="0" smtClean="0">
                <a:latin typeface="Century Schoolbook" panose="02040604050505020304" pitchFamily="18" charset="0"/>
              </a:rPr>
              <a:t>The </a:t>
            </a:r>
            <a:r>
              <a:rPr kumimoji="0" lang="fr-FR" sz="2000" b="0" i="0" u="none" strike="noStrike" cap="none" normalizeH="0" baseline="0" dirty="0" smtClean="0">
                <a:ln>
                  <a:noFill/>
                </a:ln>
                <a:solidFill>
                  <a:schemeClr val="tx1"/>
                </a:solidFill>
                <a:effectLst/>
                <a:latin typeface="Century Schoolbook" panose="02040604050505020304" pitchFamily="18" charset="0"/>
              </a:rPr>
              <a:t>Cytosol is a solution, </a:t>
            </a:r>
            <a:r>
              <a:rPr kumimoji="0" lang="fr-FR" sz="2000" b="0" i="0" u="none" strike="noStrike" cap="none" normalizeH="0" baseline="0" dirty="0" err="1" smtClean="0">
                <a:ln>
                  <a:noFill/>
                </a:ln>
                <a:solidFill>
                  <a:schemeClr val="tx1"/>
                </a:solidFill>
                <a:effectLst/>
                <a:latin typeface="Century Schoolbook" panose="02040604050505020304" pitchFamily="18" charset="0"/>
              </a:rPr>
              <a:t>rich</a:t>
            </a:r>
            <a:r>
              <a:rPr kumimoji="0" lang="fr-FR" sz="2000" b="0" i="0" u="none" strike="noStrike" cap="none" normalizeH="0" baseline="0" dirty="0" smtClean="0">
                <a:ln>
                  <a:noFill/>
                </a:ln>
                <a:solidFill>
                  <a:schemeClr val="tx1"/>
                </a:solidFill>
                <a:effectLst/>
                <a:latin typeface="Century Schoolbook" panose="02040604050505020304" pitchFamily="18" charset="0"/>
              </a:rPr>
              <a:t> in water, </a:t>
            </a:r>
            <a:r>
              <a:rPr kumimoji="0" lang="fr-FR" sz="2000" b="0" i="0" u="none" strike="noStrike" cap="none" normalizeH="0" baseline="0" dirty="0" err="1" smtClean="0">
                <a:ln>
                  <a:noFill/>
                </a:ln>
                <a:solidFill>
                  <a:schemeClr val="tx1"/>
                </a:solidFill>
                <a:effectLst/>
                <a:latin typeface="Century Schoolbook" panose="02040604050505020304" pitchFamily="18" charset="0"/>
              </a:rPr>
              <a:t>proteins</a:t>
            </a:r>
            <a:r>
              <a:rPr kumimoji="0" lang="fr-FR" sz="2000" b="0" i="0" u="none" strike="noStrike" cap="none" normalizeH="0" baseline="0" dirty="0" smtClean="0">
                <a:ln>
                  <a:noFill/>
                </a:ln>
                <a:solidFill>
                  <a:schemeClr val="tx1"/>
                </a:solidFill>
                <a:effectLst/>
                <a:latin typeface="Century Schoolbook" panose="02040604050505020304" pitchFamily="18" charset="0"/>
              </a:rPr>
              <a:t>, </a:t>
            </a:r>
            <a:r>
              <a:rPr kumimoji="0" lang="fr-FR" sz="2000" b="0" i="0" u="none" strike="noStrike" cap="none" normalizeH="0" baseline="0" dirty="0" err="1" smtClean="0">
                <a:ln>
                  <a:noFill/>
                </a:ln>
                <a:solidFill>
                  <a:schemeClr val="tx1"/>
                </a:solidFill>
                <a:effectLst/>
                <a:latin typeface="Century Schoolbook" panose="02040604050505020304" pitchFamily="18" charset="0"/>
              </a:rPr>
              <a:t>sugars</a:t>
            </a:r>
            <a:r>
              <a:rPr kumimoji="0" lang="fr-FR" sz="2000" b="0" i="0" u="none" strike="noStrike" cap="none" normalizeH="0" baseline="0" dirty="0" smtClean="0">
                <a:ln>
                  <a:noFill/>
                </a:ln>
                <a:solidFill>
                  <a:schemeClr val="tx1"/>
                </a:solidFill>
                <a:effectLst/>
                <a:latin typeface="Century Schoolbook" panose="02040604050505020304" pitchFamily="18" charset="0"/>
              </a:rPr>
              <a:t>, and ions; </a:t>
            </a:r>
            <a:r>
              <a:rPr kumimoji="0" lang="fr-FR" sz="2000" b="0" i="0" u="none" strike="noStrike" cap="none" normalizeH="0" baseline="0" dirty="0" err="1" smtClean="0">
                <a:ln>
                  <a:noFill/>
                </a:ln>
                <a:solidFill>
                  <a:schemeClr val="tx1"/>
                </a:solidFill>
                <a:effectLst/>
                <a:latin typeface="Century Schoolbook" panose="02040604050505020304" pitchFamily="18" charset="0"/>
              </a:rPr>
              <a:t>it</a:t>
            </a:r>
            <a:r>
              <a:rPr kumimoji="0" lang="fr-FR" sz="2000" b="0" i="0" u="none" strike="noStrike" cap="none" normalizeH="0" baseline="0" dirty="0" smtClean="0">
                <a:ln>
                  <a:noFill/>
                </a:ln>
                <a:solidFill>
                  <a:schemeClr val="tx1"/>
                </a:solidFill>
                <a:effectLst/>
                <a:latin typeface="Century Schoolbook" panose="02040604050505020304" pitchFamily="18" charset="0"/>
              </a:rPr>
              <a:t> has a </a:t>
            </a:r>
            <a:r>
              <a:rPr kumimoji="0" lang="fr-FR" sz="2000" b="0" i="0" u="none" strike="noStrike" cap="none" normalizeH="0" baseline="0" dirty="0" err="1" smtClean="0">
                <a:ln>
                  <a:noFill/>
                </a:ln>
                <a:solidFill>
                  <a:schemeClr val="tx1"/>
                </a:solidFill>
                <a:effectLst/>
                <a:latin typeface="Century Schoolbook" panose="02040604050505020304" pitchFamily="18" charset="0"/>
              </a:rPr>
              <a:t>homogeneous</a:t>
            </a:r>
            <a:r>
              <a:rPr kumimoji="0" lang="fr-FR" sz="2000" b="0" i="0" u="none" strike="noStrike" cap="none" normalizeH="0" baseline="0" dirty="0" smtClean="0">
                <a:ln>
                  <a:noFill/>
                </a:ln>
                <a:solidFill>
                  <a:schemeClr val="tx1"/>
                </a:solidFill>
                <a:effectLst/>
                <a:latin typeface="Century Schoolbook" panose="02040604050505020304" pitchFamily="18" charset="0"/>
              </a:rPr>
              <a:t> and transparent </a:t>
            </a:r>
            <a:r>
              <a:rPr kumimoji="0" lang="fr-FR" sz="2000" b="0" i="0" u="none" strike="noStrike" cap="none" normalizeH="0" baseline="0" dirty="0" err="1" smtClean="0">
                <a:ln>
                  <a:noFill/>
                </a:ln>
                <a:solidFill>
                  <a:schemeClr val="tx1"/>
                </a:solidFill>
                <a:effectLst/>
                <a:latin typeface="Century Schoolbook" panose="02040604050505020304" pitchFamily="18" charset="0"/>
              </a:rPr>
              <a:t>appearance</a:t>
            </a:r>
            <a:r>
              <a:rPr kumimoji="0" lang="fr-FR" sz="2000" b="0" i="0" u="none" strike="noStrike" cap="none" normalizeH="0" baseline="0" dirty="0" smtClean="0">
                <a:ln>
                  <a:noFill/>
                </a:ln>
                <a:solidFill>
                  <a:schemeClr val="tx1"/>
                </a:solidFill>
                <a:effectLst/>
                <a:latin typeface="Century Schoolbook" panose="020406040505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06942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xmlns="" id="{06120FB6-66B6-6CD1-EC65-EC156167B0E3}"/>
              </a:ext>
            </a:extLst>
          </p:cNvPr>
          <p:cNvSpPr/>
          <p:nvPr>
            <p:custDataLst>
              <p:tags r:id="rId1"/>
            </p:custDataLst>
          </p:nvPr>
        </p:nvSpPr>
        <p:spPr>
          <a:xfrm>
            <a:off x="419100" y="6400800"/>
            <a:ext cx="2359913" cy="254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189"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FFFFFF"/>
              </a:solidFill>
              <a:effectLst/>
              <a:uLnTx/>
              <a:uFillTx/>
              <a:ea typeface="+mn-ea"/>
              <a:cs typeface="+mn-cs"/>
            </a:endParaRPr>
          </a:p>
        </p:txBody>
      </p:sp>
      <p:pic>
        <p:nvPicPr>
          <p:cNvPr id="11" name="Picture Placeholder 12">
            <a:extLst>
              <a:ext uri="{FF2B5EF4-FFF2-40B4-BE49-F238E27FC236}">
                <a16:creationId xmlns:a16="http://schemas.microsoft.com/office/drawing/2014/main" xmlns="" id="{A9CE2FB7-85D0-E20D-CE40-1458CF4734A3}"/>
              </a:ext>
            </a:extLst>
          </p:cNvPr>
          <p:cNvPicPr>
            <a:picLocks/>
          </p:cNvPicPr>
          <p:nvPr>
            <p:custDataLst>
              <p:tags r:id="rId2"/>
            </p:custDataLst>
          </p:nvPr>
        </p:nvPicPr>
        <p:blipFill rotWithShape="1">
          <a:blip r:embed="rId5" cstate="screen">
            <a:extLst>
              <a:ext uri="{28A0092B-C50C-407E-A947-70E740481C1C}">
                <a14:useLocalDpi xmlns:a14="http://schemas.microsoft.com/office/drawing/2010/main"/>
              </a:ext>
            </a:extLst>
          </a:blip>
          <a:srcRect t="9951" b="9951"/>
          <a:stretch/>
        </p:blipFill>
        <p:spPr>
          <a:xfrm>
            <a:off x="2779013" y="1311915"/>
            <a:ext cx="3767328" cy="2011680"/>
          </a:xfrm>
          <a:prstGeom prst="roundRect">
            <a:avLst>
              <a:gd name="adj" fmla="val 2038"/>
            </a:avLst>
          </a:prstGeom>
        </p:spPr>
      </p:pic>
      <p:sp>
        <p:nvSpPr>
          <p:cNvPr id="13" name="Text Placeholder 16">
            <a:extLst>
              <a:ext uri="{FF2B5EF4-FFF2-40B4-BE49-F238E27FC236}">
                <a16:creationId xmlns:a16="http://schemas.microsoft.com/office/drawing/2014/main" xmlns="" id="{6159F9D5-47CE-BE89-318F-6AC65817A479}"/>
              </a:ext>
            </a:extLst>
          </p:cNvPr>
          <p:cNvSpPr txBox="1">
            <a:spLocks/>
          </p:cNvSpPr>
          <p:nvPr>
            <p:custDataLst>
              <p:tags r:id="rId3"/>
            </p:custDataLst>
          </p:nvPr>
        </p:nvSpPr>
        <p:spPr>
          <a:xfrm>
            <a:off x="7510249" y="1833895"/>
            <a:ext cx="3581400" cy="365125"/>
          </a:xfrm>
          <a:prstGeom prst="rect">
            <a:avLst/>
          </a:prstGeom>
        </p:spPr>
        <p:txBody>
          <a:bodyPr vert="horz" lIns="0" tIns="45720" rIns="91440" bIns="45720" rtlCol="0" anchor="ctr">
            <a:no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Font typeface="Arial" panose="020B0604020202020204" pitchFamily="34" charset="0"/>
              <a:buNone/>
            </a:pPr>
            <a:r>
              <a:rPr lang="en-US" sz="1800" b="1" noProof="1">
                <a:solidFill>
                  <a:schemeClr val="accent1"/>
                </a:solidFill>
                <a:latin typeface="Century Schoolbook" panose="02040604050505020304" pitchFamily="18" charset="0"/>
              </a:rPr>
              <a:t>Nucleus - The Control Center</a:t>
            </a:r>
          </a:p>
        </p:txBody>
      </p:sp>
      <p:sp>
        <p:nvSpPr>
          <p:cNvPr id="5" name="Rectangle 1"/>
          <p:cNvSpPr>
            <a:spLocks noChangeArrowheads="1"/>
          </p:cNvSpPr>
          <p:nvPr/>
        </p:nvSpPr>
        <p:spPr bwMode="auto">
          <a:xfrm>
            <a:off x="419100" y="3941128"/>
            <a:ext cx="1067254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fr-FR" sz="2400" b="0" i="0" u="none" strike="noStrike" cap="none" normalizeH="0" baseline="0" dirty="0" smtClean="0">
                <a:ln>
                  <a:noFill/>
                </a:ln>
                <a:solidFill>
                  <a:schemeClr val="tx1"/>
                </a:solidFill>
                <a:effectLst/>
                <a:latin typeface="Century Schoolbook" panose="02040604050505020304" pitchFamily="18" charset="0"/>
              </a:rPr>
              <a:t>The Nucleus: is the </a:t>
            </a:r>
            <a:r>
              <a:rPr kumimoji="0" lang="fr-FR" sz="2400" b="0" i="0" u="none" strike="noStrike" cap="none" normalizeH="0" baseline="0" dirty="0" err="1" smtClean="0">
                <a:ln>
                  <a:noFill/>
                </a:ln>
                <a:solidFill>
                  <a:schemeClr val="tx1"/>
                </a:solidFill>
                <a:effectLst/>
                <a:latin typeface="Century Schoolbook" panose="02040604050505020304" pitchFamily="18" charset="0"/>
              </a:rPr>
              <a:t>most</a:t>
            </a:r>
            <a:r>
              <a:rPr kumimoji="0" lang="fr-FR" sz="2400" b="0" i="0" u="none" strike="noStrike" cap="none" normalizeH="0" baseline="0" dirty="0" smtClean="0">
                <a:ln>
                  <a:noFill/>
                </a:ln>
                <a:solidFill>
                  <a:schemeClr val="tx1"/>
                </a:solidFill>
                <a:effectLst/>
                <a:latin typeface="Century Schoolbook" panose="02040604050505020304" pitchFamily="18" charset="0"/>
              </a:rPr>
              <a:t> visible organelle </a:t>
            </a:r>
            <a:r>
              <a:rPr kumimoji="0" lang="fr-FR" sz="2400" b="0" i="0" u="none" strike="noStrike" cap="none" normalizeH="0" baseline="0" dirty="0" err="1" smtClean="0">
                <a:ln>
                  <a:noFill/>
                </a:ln>
                <a:solidFill>
                  <a:schemeClr val="tx1"/>
                </a:solidFill>
                <a:effectLst/>
                <a:latin typeface="Century Schoolbook" panose="02040604050505020304" pitchFamily="18" charset="0"/>
              </a:rPr>
              <a:t>under</a:t>
            </a:r>
            <a:r>
              <a:rPr kumimoji="0" lang="fr-FR" sz="2400" b="0" i="0" u="none" strike="noStrike" cap="none" normalizeH="0" baseline="0" dirty="0" smtClean="0">
                <a:ln>
                  <a:noFill/>
                </a:ln>
                <a:solidFill>
                  <a:schemeClr val="tx1"/>
                </a:solidFill>
                <a:effectLst/>
                <a:latin typeface="Century Schoolbook" panose="02040604050505020304" pitchFamily="18" charset="0"/>
              </a:rPr>
              <a:t> the microscope, </a:t>
            </a:r>
            <a:r>
              <a:rPr kumimoji="0" lang="fr-FR" sz="2400" b="0" i="0" u="none" strike="noStrike" cap="none" normalizeH="0" baseline="0" dirty="0" err="1" smtClean="0">
                <a:ln>
                  <a:noFill/>
                </a:ln>
                <a:solidFill>
                  <a:schemeClr val="tx1"/>
                </a:solidFill>
                <a:effectLst/>
                <a:latin typeface="Century Schoolbook" panose="02040604050505020304" pitchFamily="18" charset="0"/>
              </a:rPr>
              <a:t>it’s</a:t>
            </a:r>
            <a:r>
              <a:rPr kumimoji="0" lang="fr-FR" sz="2400" b="0" i="0" u="none" strike="noStrike" cap="none" normalizeH="0" baseline="0" dirty="0" smtClean="0">
                <a:ln>
                  <a:noFill/>
                </a:ln>
                <a:solidFill>
                  <a:schemeClr val="tx1"/>
                </a:solidFill>
                <a:effectLst/>
                <a:latin typeface="Century Schoolbook" panose="02040604050505020304" pitchFamily="18" charset="0"/>
              </a:rPr>
              <a:t> </a:t>
            </a:r>
            <a:r>
              <a:rPr kumimoji="0" lang="fr-FR" sz="2400" b="0" i="0" u="none" strike="noStrike" cap="none" normalizeH="0" baseline="0" dirty="0" err="1" smtClean="0">
                <a:ln>
                  <a:noFill/>
                </a:ln>
                <a:solidFill>
                  <a:schemeClr val="tx1"/>
                </a:solidFill>
                <a:effectLst/>
                <a:latin typeface="Century Schoolbook" panose="02040604050505020304" pitchFamily="18" charset="0"/>
              </a:rPr>
              <a:t>rounded</a:t>
            </a:r>
            <a:r>
              <a:rPr kumimoji="0" lang="fr-FR" sz="2400" b="0" i="0" u="none" strike="noStrike" cap="none" normalizeH="0" baseline="0" dirty="0" smtClean="0">
                <a:ln>
                  <a:noFill/>
                </a:ln>
                <a:solidFill>
                  <a:schemeClr val="tx1"/>
                </a:solidFill>
                <a:effectLst/>
                <a:latin typeface="Century Schoolbook" panose="02040604050505020304" pitchFamily="18" charset="0"/>
              </a:rPr>
              <a:t> and </a:t>
            </a:r>
            <a:r>
              <a:rPr kumimoji="0" lang="fr-FR" sz="2400" b="0" i="0" u="none" strike="noStrike" cap="none" normalizeH="0" baseline="0" dirty="0" err="1" smtClean="0">
                <a:ln>
                  <a:noFill/>
                </a:ln>
                <a:solidFill>
                  <a:schemeClr val="tx1"/>
                </a:solidFill>
                <a:effectLst/>
                <a:latin typeface="Century Schoolbook" panose="02040604050505020304" pitchFamily="18" charset="0"/>
              </a:rPr>
              <a:t>delimited</a:t>
            </a:r>
            <a:r>
              <a:rPr kumimoji="0" lang="fr-FR" sz="2400" b="0" i="0" u="none" strike="noStrike" cap="none" normalizeH="0" baseline="0" dirty="0" smtClean="0">
                <a:ln>
                  <a:noFill/>
                </a:ln>
                <a:solidFill>
                  <a:schemeClr val="tx1"/>
                </a:solidFill>
                <a:effectLst/>
                <a:latin typeface="Century Schoolbook" panose="02040604050505020304" pitchFamily="18" charset="0"/>
              </a:rPr>
              <a:t> by the </a:t>
            </a:r>
            <a:r>
              <a:rPr kumimoji="0" lang="fr-FR" sz="2400" b="0" i="0" u="none" strike="noStrike" cap="none" normalizeH="0" baseline="0" dirty="0" err="1" smtClean="0">
                <a:ln>
                  <a:noFill/>
                </a:ln>
                <a:solidFill>
                  <a:schemeClr val="tx1"/>
                </a:solidFill>
                <a:effectLst/>
                <a:latin typeface="Century Schoolbook" panose="02040604050505020304" pitchFamily="18" charset="0"/>
              </a:rPr>
              <a:t>nuclear</a:t>
            </a:r>
            <a:r>
              <a:rPr kumimoji="0" lang="fr-FR" sz="2400" b="0" i="0" u="none" strike="noStrike" cap="none" normalizeH="0" baseline="0" dirty="0" smtClean="0">
                <a:ln>
                  <a:noFill/>
                </a:ln>
                <a:solidFill>
                  <a:schemeClr val="tx1"/>
                </a:solidFill>
                <a:effectLst/>
                <a:latin typeface="Century Schoolbook" panose="02040604050505020304" pitchFamily="18" charset="0"/>
              </a:rPr>
              <a:t> </a:t>
            </a:r>
            <a:r>
              <a:rPr kumimoji="0" lang="fr-FR" sz="2400" b="0" i="0" u="none" strike="noStrike" cap="none" normalizeH="0" baseline="0" dirty="0" err="1" smtClean="0">
                <a:ln>
                  <a:noFill/>
                </a:ln>
                <a:solidFill>
                  <a:schemeClr val="tx1"/>
                </a:solidFill>
                <a:effectLst/>
                <a:latin typeface="Century Schoolbook" panose="02040604050505020304" pitchFamily="18" charset="0"/>
              </a:rPr>
              <a:t>envelope</a:t>
            </a:r>
            <a:r>
              <a:rPr kumimoji="0" lang="fr-FR" sz="2400" b="0" i="0" u="none" strike="noStrike" cap="none" normalizeH="0" baseline="0" dirty="0" smtClean="0">
                <a:ln>
                  <a:noFill/>
                </a:ln>
                <a:solidFill>
                  <a:schemeClr val="tx1"/>
                </a:solidFill>
                <a:effectLst/>
                <a:latin typeface="Century Schoolbook" panose="02040604050505020304" pitchFamily="18" charset="0"/>
              </a:rPr>
              <a:t>. It </a:t>
            </a:r>
            <a:r>
              <a:rPr kumimoji="0" lang="fr-FR" sz="2400" b="0" i="0" u="none" strike="noStrike" cap="none" normalizeH="0" baseline="0" dirty="0" err="1" smtClean="0">
                <a:ln>
                  <a:noFill/>
                </a:ln>
                <a:solidFill>
                  <a:schemeClr val="tx1"/>
                </a:solidFill>
                <a:effectLst/>
                <a:latin typeface="Century Schoolbook" panose="02040604050505020304" pitchFamily="18" charset="0"/>
              </a:rPr>
              <a:t>contains</a:t>
            </a:r>
            <a:r>
              <a:rPr kumimoji="0" lang="fr-FR" sz="2400" b="0" i="0" u="none" strike="noStrike" cap="none" normalizeH="0" baseline="0" dirty="0" smtClean="0">
                <a:ln>
                  <a:noFill/>
                </a:ln>
                <a:solidFill>
                  <a:schemeClr val="tx1"/>
                </a:solidFill>
                <a:effectLst/>
                <a:latin typeface="Century Schoolbook" panose="02040604050505020304" pitchFamily="18" charset="0"/>
              </a:rPr>
              <a:t> </a:t>
            </a:r>
            <a:r>
              <a:rPr kumimoji="0" lang="fr-FR" sz="2400" b="0" i="0" u="none" strike="noStrike" cap="none" normalizeH="0" baseline="0" dirty="0" err="1" smtClean="0">
                <a:ln>
                  <a:noFill/>
                </a:ln>
                <a:solidFill>
                  <a:schemeClr val="tx1"/>
                </a:solidFill>
                <a:effectLst/>
                <a:latin typeface="Century Schoolbook" panose="02040604050505020304" pitchFamily="18" charset="0"/>
              </a:rPr>
              <a:t>most</a:t>
            </a:r>
            <a:r>
              <a:rPr kumimoji="0" lang="fr-FR" sz="2400" b="0" i="0" u="none" strike="noStrike" cap="none" normalizeH="0" baseline="0" dirty="0" smtClean="0">
                <a:ln>
                  <a:noFill/>
                </a:ln>
                <a:solidFill>
                  <a:schemeClr val="tx1"/>
                </a:solidFill>
                <a:effectLst/>
                <a:latin typeface="Century Schoolbook" panose="02040604050505020304" pitchFamily="18" charset="0"/>
              </a:rPr>
              <a:t> of the </a:t>
            </a:r>
            <a:r>
              <a:rPr kumimoji="0" lang="fr-FR" sz="2400" b="0" i="0" u="none" strike="noStrike" cap="none" normalizeH="0" baseline="0" dirty="0" err="1" smtClean="0">
                <a:ln>
                  <a:noFill/>
                </a:ln>
                <a:solidFill>
                  <a:schemeClr val="tx1"/>
                </a:solidFill>
                <a:effectLst/>
                <a:latin typeface="Century Schoolbook" panose="02040604050505020304" pitchFamily="18" charset="0"/>
              </a:rPr>
              <a:t>cell's</a:t>
            </a:r>
            <a:r>
              <a:rPr kumimoji="0" lang="fr-FR" sz="2400" b="0" i="0" u="none" strike="noStrike" cap="none" normalizeH="0" baseline="0" dirty="0" smtClean="0">
                <a:ln>
                  <a:noFill/>
                </a:ln>
                <a:solidFill>
                  <a:schemeClr val="tx1"/>
                </a:solidFill>
                <a:effectLst/>
                <a:latin typeface="Century Schoolbook" panose="02040604050505020304" pitchFamily="18" charset="0"/>
              </a:rPr>
              <a:t> </a:t>
            </a:r>
            <a:r>
              <a:rPr kumimoji="0" lang="fr-FR" sz="2400" b="0" i="0" u="none" strike="noStrike" cap="none" normalizeH="0" baseline="0" dirty="0" err="1" smtClean="0">
                <a:ln>
                  <a:noFill/>
                </a:ln>
                <a:solidFill>
                  <a:schemeClr val="tx1"/>
                </a:solidFill>
                <a:effectLst/>
                <a:latin typeface="Century Schoolbook" panose="02040604050505020304" pitchFamily="18" charset="0"/>
              </a:rPr>
              <a:t>genetic</a:t>
            </a:r>
            <a:r>
              <a:rPr kumimoji="0" lang="fr-FR" sz="2400" b="0" i="0" u="none" strike="noStrike" cap="none" normalizeH="0" baseline="0" dirty="0" smtClean="0">
                <a:ln>
                  <a:noFill/>
                </a:ln>
                <a:solidFill>
                  <a:schemeClr val="tx1"/>
                </a:solidFill>
                <a:effectLst/>
                <a:latin typeface="Century Schoolbook" panose="02040604050505020304" pitchFamily="18" charset="0"/>
              </a:rPr>
              <a:t> </a:t>
            </a:r>
            <a:r>
              <a:rPr kumimoji="0" lang="fr-FR" sz="2400" b="0" i="0" u="none" strike="noStrike" cap="none" normalizeH="0" baseline="0" dirty="0" err="1" smtClean="0">
                <a:ln>
                  <a:noFill/>
                </a:ln>
                <a:solidFill>
                  <a:schemeClr val="tx1"/>
                </a:solidFill>
                <a:effectLst/>
                <a:latin typeface="Century Schoolbook" panose="02040604050505020304" pitchFamily="18" charset="0"/>
              </a:rPr>
              <a:t>material</a:t>
            </a:r>
            <a:r>
              <a:rPr kumimoji="0" lang="fr-FR" sz="2400" b="0" i="0" u="none" strike="noStrike" cap="none" normalizeH="0" baseline="0" dirty="0" smtClean="0">
                <a:ln>
                  <a:noFill/>
                </a:ln>
                <a:solidFill>
                  <a:schemeClr val="tx1"/>
                </a:solidFill>
                <a:effectLst/>
                <a:latin typeface="Century Schoolbook" panose="02040604050505020304" pitchFamily="18" charset="0"/>
              </a:rPr>
              <a:t> (DNA). </a:t>
            </a:r>
          </a:p>
        </p:txBody>
      </p:sp>
    </p:spTree>
    <p:extLst>
      <p:ext uri="{BB962C8B-B14F-4D97-AF65-F5344CB8AC3E}">
        <p14:creationId xmlns:p14="http://schemas.microsoft.com/office/powerpoint/2010/main" val="8345579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16">
            <a:extLst>
              <a:ext uri="{FF2B5EF4-FFF2-40B4-BE49-F238E27FC236}">
                <a16:creationId xmlns:a16="http://schemas.microsoft.com/office/drawing/2014/main" xmlns="" id="{6DF12337-A0E6-732F-6F38-D0285BC56378}"/>
              </a:ext>
            </a:extLst>
          </p:cNvPr>
          <p:cNvPicPr>
            <a:picLocks/>
          </p:cNvPicPr>
          <p:nvPr>
            <p:custDataLst>
              <p:tags r:id="rId1"/>
            </p:custDataLst>
          </p:nvPr>
        </p:nvPicPr>
        <p:blipFill rotWithShape="1">
          <a:blip r:embed="rId4" cstate="screen">
            <a:extLst>
              <a:ext uri="{28A0092B-C50C-407E-A947-70E740481C1C}">
                <a14:useLocalDpi xmlns:a14="http://schemas.microsoft.com/office/drawing/2010/main"/>
              </a:ext>
            </a:extLst>
          </a:blip>
          <a:srcRect t="9951" b="9951"/>
          <a:stretch/>
        </p:blipFill>
        <p:spPr>
          <a:xfrm>
            <a:off x="2959858" y="1546973"/>
            <a:ext cx="3767328" cy="2011680"/>
          </a:xfrm>
          <a:prstGeom prst="roundRect">
            <a:avLst>
              <a:gd name="adj" fmla="val 2038"/>
            </a:avLst>
          </a:prstGeom>
        </p:spPr>
      </p:pic>
      <p:sp>
        <p:nvSpPr>
          <p:cNvPr id="9" name="Text Placeholder 18">
            <a:extLst>
              <a:ext uri="{FF2B5EF4-FFF2-40B4-BE49-F238E27FC236}">
                <a16:creationId xmlns:a16="http://schemas.microsoft.com/office/drawing/2014/main" xmlns="" id="{C9C43B36-61D1-2237-668A-85A0D836FDEA}"/>
              </a:ext>
            </a:extLst>
          </p:cNvPr>
          <p:cNvSpPr txBox="1">
            <a:spLocks/>
          </p:cNvSpPr>
          <p:nvPr>
            <p:custDataLst>
              <p:tags r:id="rId2"/>
            </p:custDataLst>
          </p:nvPr>
        </p:nvSpPr>
        <p:spPr>
          <a:xfrm>
            <a:off x="7260608" y="1874519"/>
            <a:ext cx="4703360" cy="366712"/>
          </a:xfrm>
          <a:prstGeom prst="rect">
            <a:avLst/>
          </a:prstGeom>
        </p:spPr>
        <p:txBody>
          <a:bodyPr vert="horz" lIns="0" tIns="45720" rIns="91440" bIns="45720" rtlCol="0" anchor="ctr">
            <a:noAutofit/>
          </a:bodyPr>
          <a:lstStyle>
            <a:lvl1pPr marL="29685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1pPr>
            <a:lvl2pPr marL="628635"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2pPr>
            <a:lvl3pPr marL="1085824"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3pPr>
            <a:lvl4pPr marL="1543012"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4pPr>
            <a:lvl5pPr marL="2001789" indent="-285744" algn="l" defTabSz="914354" rtl="0" eaLnBrk="1" latinLnBrk="0" hangingPunct="1">
              <a:lnSpc>
                <a:spcPct val="150000"/>
              </a:lnSpc>
              <a:spcBef>
                <a:spcPts val="1200"/>
              </a:spcBef>
              <a:buFont typeface="Arial" panose="020B0604020202020204" pitchFamily="34" charset="0"/>
              <a:buChar char="•"/>
              <a:tabLst/>
              <a:defRPr sz="1600" kern="1200">
                <a:solidFill>
                  <a:schemeClr val="tx1"/>
                </a:solidFill>
                <a:latin typeface="+mn-lt"/>
                <a:ea typeface="+mn-ea"/>
                <a:cs typeface="Arial" panose="020B0604020202020204" pitchFamily="34" charset="0"/>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4000"/>
              </a:lnSpc>
              <a:buFont typeface="Arial" panose="020B0604020202020204" pitchFamily="34" charset="0"/>
              <a:buNone/>
            </a:pPr>
            <a:r>
              <a:rPr lang="en-US" sz="1800" b="1" noProof="1">
                <a:solidFill>
                  <a:schemeClr val="accent1"/>
                </a:solidFill>
                <a:latin typeface="Century Schoolbook" panose="02040604050505020304" pitchFamily="18" charset="0"/>
              </a:rPr>
              <a:t>Cell Membrane - Protective Barrier</a:t>
            </a:r>
          </a:p>
        </p:txBody>
      </p:sp>
      <p:sp>
        <p:nvSpPr>
          <p:cNvPr id="11" name="Rectangle 10"/>
          <p:cNvSpPr/>
          <p:nvPr/>
        </p:nvSpPr>
        <p:spPr>
          <a:xfrm>
            <a:off x="272954" y="4029839"/>
            <a:ext cx="11177517" cy="1015663"/>
          </a:xfrm>
          <a:prstGeom prst="rect">
            <a:avLst/>
          </a:prstGeom>
        </p:spPr>
        <p:txBody>
          <a:bodyPr wrap="square">
            <a:spAutoFit/>
          </a:bodyPr>
          <a:lstStyle/>
          <a:p>
            <a:pPr algn="just"/>
            <a:r>
              <a:rPr lang="en-US" sz="2000" dirty="0">
                <a:latin typeface="Century Schoolbook" panose="02040604050505020304" pitchFamily="18" charset="0"/>
              </a:rPr>
              <a:t>The plasma membrane: is consists of a double layer of lipids, proteins and </a:t>
            </a:r>
            <a:r>
              <a:rPr lang="en-US" sz="2000" dirty="0" smtClean="0">
                <a:latin typeface="Century Schoolbook" panose="02040604050505020304" pitchFamily="18" charset="0"/>
              </a:rPr>
              <a:t>carbohydrates</a:t>
            </a:r>
            <a:r>
              <a:rPr lang="en-US" sz="2000" dirty="0">
                <a:latin typeface="Century Schoolbook" panose="02040604050505020304" pitchFamily="18" charset="0"/>
              </a:rPr>
              <a:t>.</a:t>
            </a:r>
            <a:endParaRPr lang="en-US" sz="2000" dirty="0" smtClean="0">
              <a:latin typeface="Century Schoolbook" panose="02040604050505020304" pitchFamily="18" charset="0"/>
            </a:endParaRPr>
          </a:p>
          <a:p>
            <a:pPr algn="just"/>
            <a:r>
              <a:rPr lang="en-US" sz="2000" dirty="0">
                <a:latin typeface="Century Schoolbook" panose="02040604050505020304" pitchFamily="18" charset="0"/>
              </a:rPr>
              <a:t>I</a:t>
            </a:r>
            <a:r>
              <a:rPr lang="en-US" sz="2000" dirty="0" smtClean="0">
                <a:latin typeface="Century Schoolbook" panose="02040604050505020304" pitchFamily="18" charset="0"/>
              </a:rPr>
              <a:t>t </a:t>
            </a:r>
            <a:r>
              <a:rPr lang="en-US" sz="2000" dirty="0">
                <a:latin typeface="Century Schoolbook" panose="02040604050505020304" pitchFamily="18" charset="0"/>
              </a:rPr>
              <a:t>constitutes a fluid selective barrier but at the same time watertight selective barrier isolating the cell from the external environment.</a:t>
            </a:r>
            <a:endParaRPr lang="fr-FR" sz="2000" dirty="0">
              <a:latin typeface="Century Schoolbook" panose="02040604050505020304" pitchFamily="18" charset="0"/>
            </a:endParaRPr>
          </a:p>
        </p:txBody>
      </p:sp>
    </p:spTree>
    <p:extLst>
      <p:ext uri="{BB962C8B-B14F-4D97-AF65-F5344CB8AC3E}">
        <p14:creationId xmlns:p14="http://schemas.microsoft.com/office/powerpoint/2010/main" val="14130924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48166" y="1613679"/>
            <a:ext cx="8761863" cy="5016758"/>
          </a:xfrm>
          <a:prstGeom prst="rect">
            <a:avLst/>
          </a:prstGeom>
        </p:spPr>
        <p:txBody>
          <a:bodyPr wrap="square">
            <a:spAutoFit/>
          </a:bodyPr>
          <a:lstStyle/>
          <a:p>
            <a:pPr lvl="0" algn="just"/>
            <a:r>
              <a:rPr lang="fr-FR" sz="2000" b="1" dirty="0">
                <a:latin typeface="Century Schoolbook" panose="02040604050505020304" pitchFamily="18" charset="0"/>
              </a:rPr>
              <a:t>The Lysosomes: </a:t>
            </a:r>
            <a:r>
              <a:rPr lang="fr-FR" sz="2000" dirty="0">
                <a:latin typeface="Century Schoolbook" panose="02040604050505020304" pitchFamily="18" charset="0"/>
              </a:rPr>
              <a:t>are </a:t>
            </a:r>
            <a:r>
              <a:rPr lang="fr-FR" sz="2000" dirty="0" smtClean="0">
                <a:latin typeface="Century Schoolbook" panose="02040604050505020304" pitchFamily="18" charset="0"/>
              </a:rPr>
              <a:t>organelles </a:t>
            </a:r>
            <a:r>
              <a:rPr lang="fr-FR" sz="2000" dirty="0" err="1" smtClean="0">
                <a:latin typeface="Century Schoolbook" panose="02040604050505020304" pitchFamily="18" charset="0"/>
              </a:rPr>
              <a:t>bounded</a:t>
            </a:r>
            <a:r>
              <a:rPr lang="fr-FR" sz="2000" dirty="0" smtClean="0">
                <a:latin typeface="Century Schoolbook" panose="02040604050505020304" pitchFamily="18" charset="0"/>
              </a:rPr>
              <a:t> by </a:t>
            </a:r>
            <a:r>
              <a:rPr lang="fr-FR" sz="2000" dirty="0" smtClean="0">
                <a:latin typeface="Century Schoolbook" panose="02040604050505020304" pitchFamily="18" charset="0"/>
              </a:rPr>
              <a:t>membrane </a:t>
            </a:r>
            <a:r>
              <a:rPr lang="fr-FR" sz="2000" dirty="0" smtClean="0">
                <a:latin typeface="Century Schoolbook" panose="02040604050505020304" pitchFamily="18" charset="0"/>
              </a:rPr>
              <a:t>and </a:t>
            </a:r>
            <a:r>
              <a:rPr lang="fr-FR" sz="2000" dirty="0" err="1" smtClean="0">
                <a:latin typeface="Century Schoolbook" panose="02040604050505020304" pitchFamily="18" charset="0"/>
              </a:rPr>
              <a:t>containing</a:t>
            </a:r>
            <a:r>
              <a:rPr lang="fr-FR" sz="2000" dirty="0" smtClean="0">
                <a:latin typeface="Century Schoolbook" panose="02040604050505020304" pitchFamily="18" charset="0"/>
              </a:rPr>
              <a:t> </a:t>
            </a:r>
            <a:r>
              <a:rPr lang="fr-FR" sz="2000" dirty="0">
                <a:latin typeface="Century Schoolbook" panose="02040604050505020304" pitchFamily="18" charset="0"/>
              </a:rPr>
              <a:t>enzymes </a:t>
            </a:r>
            <a:r>
              <a:rPr lang="fr-FR" sz="2000" dirty="0" err="1">
                <a:latin typeface="Century Schoolbook" panose="02040604050505020304" pitchFamily="18" charset="0"/>
              </a:rPr>
              <a:t>necessary</a:t>
            </a:r>
            <a:r>
              <a:rPr lang="fr-FR" sz="2000" dirty="0">
                <a:latin typeface="Century Schoolbook" panose="02040604050505020304" pitchFamily="18" charset="0"/>
              </a:rPr>
              <a:t> for cellular </a:t>
            </a:r>
            <a:r>
              <a:rPr lang="fr-FR" sz="2000" dirty="0" smtClean="0">
                <a:latin typeface="Century Schoolbook" panose="02040604050505020304" pitchFamily="18" charset="0"/>
              </a:rPr>
              <a:t>digestion. </a:t>
            </a:r>
            <a:endParaRPr lang="fr-FR" sz="2000" dirty="0">
              <a:latin typeface="Century Schoolbook" panose="02040604050505020304" pitchFamily="18" charset="0"/>
            </a:endParaRPr>
          </a:p>
          <a:p>
            <a:pPr algn="just"/>
            <a:endParaRPr lang="en-US" sz="2000" dirty="0" smtClean="0">
              <a:latin typeface="Century Schoolbook" panose="02040604050505020304" pitchFamily="18" charset="0"/>
            </a:endParaRPr>
          </a:p>
          <a:p>
            <a:pPr algn="just"/>
            <a:r>
              <a:rPr lang="en-US" sz="2000" b="1" dirty="0" smtClean="0">
                <a:latin typeface="Century Schoolbook" panose="02040604050505020304" pitchFamily="18" charset="0"/>
              </a:rPr>
              <a:t>The Peroxisomes</a:t>
            </a:r>
            <a:r>
              <a:rPr lang="en-US" sz="2000" b="1" dirty="0">
                <a:latin typeface="Century Schoolbook" panose="02040604050505020304" pitchFamily="18" charset="0"/>
              </a:rPr>
              <a:t>: </a:t>
            </a:r>
            <a:r>
              <a:rPr lang="en-US" sz="2000" dirty="0">
                <a:latin typeface="Century Schoolbook" panose="02040604050505020304" pitchFamily="18" charset="0"/>
              </a:rPr>
              <a:t>are </a:t>
            </a:r>
            <a:r>
              <a:rPr lang="en-US" sz="2000" dirty="0" smtClean="0">
                <a:latin typeface="Century Schoolbook" panose="02040604050505020304" pitchFamily="18" charset="0"/>
              </a:rPr>
              <a:t>spherical </a:t>
            </a:r>
            <a:r>
              <a:rPr lang="en-US" sz="2000" dirty="0">
                <a:latin typeface="Century Schoolbook" panose="02040604050505020304" pitchFamily="18" charset="0"/>
              </a:rPr>
              <a:t>organelles whose </a:t>
            </a:r>
            <a:r>
              <a:rPr lang="en-US" sz="2000" dirty="0" smtClean="0">
                <a:latin typeface="Century Schoolbook" panose="02040604050505020304" pitchFamily="18" charset="0"/>
              </a:rPr>
              <a:t>principal role </a:t>
            </a:r>
            <a:r>
              <a:rPr lang="en-US" sz="2000" dirty="0">
                <a:latin typeface="Century Schoolbook" panose="02040604050505020304" pitchFamily="18" charset="0"/>
              </a:rPr>
              <a:t>is cellular detoxification.</a:t>
            </a:r>
          </a:p>
          <a:p>
            <a:pPr algn="just"/>
            <a:endParaRPr lang="en-US" sz="2000" dirty="0" smtClean="0">
              <a:latin typeface="Century Schoolbook" panose="02040604050505020304" pitchFamily="18" charset="0"/>
            </a:endParaRPr>
          </a:p>
          <a:p>
            <a:pPr algn="just"/>
            <a:r>
              <a:rPr lang="en-US" sz="2000" b="1" dirty="0" smtClean="0">
                <a:latin typeface="Century Schoolbook" panose="02040604050505020304" pitchFamily="18" charset="0"/>
              </a:rPr>
              <a:t>The </a:t>
            </a:r>
            <a:r>
              <a:rPr lang="en-US" sz="2000" b="1" dirty="0">
                <a:latin typeface="Century Schoolbook" panose="02040604050505020304" pitchFamily="18" charset="0"/>
              </a:rPr>
              <a:t>cytoskeleton: </a:t>
            </a:r>
            <a:r>
              <a:rPr lang="en-US" sz="2000" dirty="0">
                <a:latin typeface="Century Schoolbook" panose="02040604050505020304" pitchFamily="18" charset="0"/>
              </a:rPr>
              <a:t>is a network composed of three types of protein fibers: microtubules, intermediate filaments, and actin microfilaments. </a:t>
            </a:r>
            <a:r>
              <a:rPr lang="en-US" sz="2000" dirty="0" smtClean="0">
                <a:latin typeface="Century Schoolbook" panose="02040604050505020304" pitchFamily="18" charset="0"/>
              </a:rPr>
              <a:t>these </a:t>
            </a:r>
            <a:r>
              <a:rPr lang="en-US" sz="2000" dirty="0">
                <a:latin typeface="Century Schoolbook" panose="02040604050505020304" pitchFamily="18" charset="0"/>
              </a:rPr>
              <a:t>three </a:t>
            </a:r>
            <a:r>
              <a:rPr lang="en-US" sz="2000" dirty="0" smtClean="0">
                <a:latin typeface="Century Schoolbook" panose="02040604050505020304" pitchFamily="18" charset="0"/>
              </a:rPr>
              <a:t>fibers ensures </a:t>
            </a:r>
            <a:r>
              <a:rPr lang="en-US" sz="2000" dirty="0">
                <a:latin typeface="Century Schoolbook" panose="02040604050505020304" pitchFamily="18" charset="0"/>
              </a:rPr>
              <a:t>fundamental roles in the structure and movement of the cell and its organelles.</a:t>
            </a:r>
          </a:p>
          <a:p>
            <a:pPr algn="just"/>
            <a:endParaRPr lang="en-US" sz="2000" dirty="0" smtClean="0">
              <a:latin typeface="Century Schoolbook" panose="02040604050505020304" pitchFamily="18" charset="0"/>
            </a:endParaRPr>
          </a:p>
          <a:p>
            <a:pPr algn="just"/>
            <a:r>
              <a:rPr lang="en-US" sz="2000" b="1" dirty="0" smtClean="0">
                <a:latin typeface="Century Schoolbook" panose="02040604050505020304" pitchFamily="18" charset="0"/>
              </a:rPr>
              <a:t>The </a:t>
            </a:r>
            <a:r>
              <a:rPr lang="en-US" sz="2000" b="1" dirty="0">
                <a:latin typeface="Century Schoolbook" panose="02040604050505020304" pitchFamily="18" charset="0"/>
              </a:rPr>
              <a:t>mitochondrion: </a:t>
            </a:r>
            <a:r>
              <a:rPr lang="en-US" sz="2000" dirty="0">
                <a:latin typeface="Century Schoolbook" panose="02040604050505020304" pitchFamily="18" charset="0"/>
              </a:rPr>
              <a:t>is </a:t>
            </a:r>
            <a:r>
              <a:rPr lang="en-US" sz="2000" dirty="0" smtClean="0">
                <a:latin typeface="Century Schoolbook" panose="02040604050505020304" pitchFamily="18" charset="0"/>
              </a:rPr>
              <a:t>an organelle</a:t>
            </a:r>
            <a:r>
              <a:rPr lang="en-US" sz="2000" dirty="0">
                <a:latin typeface="Century Schoolbook" panose="02040604050505020304" pitchFamily="18" charset="0"/>
              </a:rPr>
              <a:t>, delimited by two membranes: one outer and smooth, and the other inner, forming the cristae. In addition to containing mitochondrial DNA, </a:t>
            </a:r>
            <a:r>
              <a:rPr lang="en-US" sz="2000" dirty="0" smtClean="0">
                <a:latin typeface="Century Schoolbook" panose="02040604050505020304" pitchFamily="18" charset="0"/>
              </a:rPr>
              <a:t>it ensure </a:t>
            </a:r>
            <a:r>
              <a:rPr lang="en-US" sz="2000" dirty="0">
                <a:latin typeface="Century Schoolbook" panose="02040604050505020304" pitchFamily="18" charset="0"/>
              </a:rPr>
              <a:t>an essential role in the production of ATP.</a:t>
            </a:r>
          </a:p>
          <a:p>
            <a:endParaRPr lang="en-US" sz="2000" dirty="0">
              <a:latin typeface="Century Schoolbook" panose="02040604050505020304" pitchFamily="18" charset="0"/>
            </a:endParaRPr>
          </a:p>
        </p:txBody>
      </p:sp>
      <p:pic>
        <p:nvPicPr>
          <p:cNvPr id="5" name="Image 4"/>
          <p:cNvPicPr>
            <a:picLocks noChangeAspect="1"/>
          </p:cNvPicPr>
          <p:nvPr/>
        </p:nvPicPr>
        <p:blipFill>
          <a:blip r:embed="rId2"/>
          <a:stretch>
            <a:fillRect/>
          </a:stretch>
        </p:blipFill>
        <p:spPr>
          <a:xfrm>
            <a:off x="264922" y="655284"/>
            <a:ext cx="2767757" cy="4448979"/>
          </a:xfrm>
          <a:prstGeom prst="rect">
            <a:avLst/>
          </a:prstGeom>
        </p:spPr>
      </p:pic>
    </p:spTree>
    <p:extLst>
      <p:ext uri="{BB962C8B-B14F-4D97-AF65-F5344CB8AC3E}">
        <p14:creationId xmlns:p14="http://schemas.microsoft.com/office/powerpoint/2010/main" val="417246236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462818" y="1256467"/>
            <a:ext cx="7001301" cy="5601533"/>
          </a:xfrm>
          <a:prstGeom prst="rect">
            <a:avLst/>
          </a:prstGeom>
        </p:spPr>
        <p:txBody>
          <a:bodyPr wrap="square">
            <a:spAutoFit/>
          </a:bodyPr>
          <a:lstStyle/>
          <a:p>
            <a:pPr algn="just"/>
            <a:r>
              <a:rPr lang="en-US" sz="2000" b="1" dirty="0">
                <a:latin typeface="Century Schoolbook" panose="02040604050505020304" pitchFamily="18" charset="0"/>
              </a:rPr>
              <a:t>The endoplasmic reticulum</a:t>
            </a:r>
            <a:r>
              <a:rPr lang="en-US" sz="2000" dirty="0">
                <a:latin typeface="Century Schoolbook" panose="02040604050505020304" pitchFamily="18" charset="0"/>
              </a:rPr>
              <a:t> is a membrane system composed of </a:t>
            </a:r>
            <a:r>
              <a:rPr lang="en-US" sz="2000" dirty="0" smtClean="0">
                <a:latin typeface="Century Schoolbook" panose="02040604050505020304" pitchFamily="18" charset="0"/>
              </a:rPr>
              <a:t>flattened, </a:t>
            </a:r>
            <a:r>
              <a:rPr lang="en-US" sz="2000" dirty="0">
                <a:latin typeface="Century Schoolbook" panose="02040604050505020304" pitchFamily="18" charset="0"/>
              </a:rPr>
              <a:t>communicating cavities that sometimes contain ribosomes. There are two types of reticulum: the rough endoplasmic reticulum, which is characterized by the presence of ribosomes attached to the outer surface of the reticular membrane, and the smooth endoplasmic reticulum, which does not contain any ribosomes on its surface. Both types perform several physiological functions, such as protein and lipid synthesis, drug detoxification, and calcium storage</a:t>
            </a:r>
            <a:r>
              <a:rPr lang="en-US" sz="2000" dirty="0" smtClean="0">
                <a:latin typeface="Century Schoolbook" panose="02040604050505020304" pitchFamily="18" charset="0"/>
              </a:rPr>
              <a:t>.</a:t>
            </a:r>
          </a:p>
          <a:p>
            <a:pPr algn="just"/>
            <a:endParaRPr lang="en-US" sz="2000" dirty="0">
              <a:latin typeface="Century Schoolbook" panose="02040604050505020304" pitchFamily="18" charset="0"/>
            </a:endParaRPr>
          </a:p>
          <a:p>
            <a:pPr algn="just"/>
            <a:r>
              <a:rPr lang="en-US" sz="2000" b="1" dirty="0" smtClean="0">
                <a:latin typeface="Century Schoolbook" panose="02040604050505020304" pitchFamily="18" charset="0"/>
              </a:rPr>
              <a:t>The </a:t>
            </a:r>
            <a:r>
              <a:rPr lang="en-US" sz="2000" b="1" dirty="0">
                <a:latin typeface="Century Schoolbook" panose="02040604050505020304" pitchFamily="18" charset="0"/>
              </a:rPr>
              <a:t>Golgi apparatus </a:t>
            </a:r>
            <a:r>
              <a:rPr lang="en-US" sz="2000" dirty="0">
                <a:latin typeface="Century Schoolbook" panose="02040604050505020304" pitchFamily="18" charset="0"/>
              </a:rPr>
              <a:t>is a membrane system formed by a stack of flattened </a:t>
            </a:r>
            <a:r>
              <a:rPr lang="en-US" sz="2000" dirty="0" err="1" smtClean="0">
                <a:latin typeface="Century Schoolbook" panose="02040604050505020304" pitchFamily="18" charset="0"/>
              </a:rPr>
              <a:t>saccules</a:t>
            </a:r>
            <a:r>
              <a:rPr lang="en-US" sz="2000" dirty="0" smtClean="0">
                <a:latin typeface="Century Schoolbook" panose="02040604050505020304" pitchFamily="18" charset="0"/>
              </a:rPr>
              <a:t> or </a:t>
            </a:r>
            <a:r>
              <a:rPr lang="fr-FR" sz="2000" dirty="0" err="1" smtClean="0">
                <a:latin typeface="Century Schoolbook" panose="02040604050505020304" pitchFamily="18" charset="0"/>
              </a:rPr>
              <a:t>cisternae</a:t>
            </a:r>
            <a:r>
              <a:rPr lang="en-US" sz="2000" dirty="0" smtClean="0">
                <a:latin typeface="Century Schoolbook" panose="02040604050505020304" pitchFamily="18" charset="0"/>
              </a:rPr>
              <a:t>. </a:t>
            </a:r>
            <a:r>
              <a:rPr lang="en-US" sz="2000" dirty="0">
                <a:latin typeface="Century Schoolbook" panose="02040604050505020304" pitchFamily="18" charset="0"/>
              </a:rPr>
              <a:t>By receiving vesicles from the rough endoplasmic reticulum containing proteins, it modifies their structure by adding carbohydrate residues (e.g., N-glycosylation), thus </a:t>
            </a:r>
            <a:r>
              <a:rPr lang="en-US" sz="2000" dirty="0" smtClean="0">
                <a:latin typeface="Century Schoolbook" panose="02040604050505020304" pitchFamily="18" charset="0"/>
              </a:rPr>
              <a:t>ensure </a:t>
            </a:r>
            <a:r>
              <a:rPr lang="en-US" sz="2000" dirty="0">
                <a:latin typeface="Century Schoolbook" panose="02040604050505020304" pitchFamily="18" charset="0"/>
              </a:rPr>
              <a:t>an essential role in protein synthesis.</a:t>
            </a:r>
          </a:p>
          <a:p>
            <a:endParaRPr lang="en-US" dirty="0"/>
          </a:p>
        </p:txBody>
      </p:sp>
      <p:pic>
        <p:nvPicPr>
          <p:cNvPr id="4" name="Image 3"/>
          <p:cNvPicPr>
            <a:picLocks noChangeAspect="1"/>
          </p:cNvPicPr>
          <p:nvPr/>
        </p:nvPicPr>
        <p:blipFill>
          <a:blip r:embed="rId2"/>
          <a:stretch>
            <a:fillRect/>
          </a:stretch>
        </p:blipFill>
        <p:spPr>
          <a:xfrm>
            <a:off x="387752" y="470808"/>
            <a:ext cx="3092427" cy="4970865"/>
          </a:xfrm>
          <a:prstGeom prst="rect">
            <a:avLst/>
          </a:prstGeom>
        </p:spPr>
      </p:pic>
    </p:spTree>
    <p:extLst>
      <p:ext uri="{BB962C8B-B14F-4D97-AF65-F5344CB8AC3E}">
        <p14:creationId xmlns:p14="http://schemas.microsoft.com/office/powerpoint/2010/main" val="378014430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PLUS_TEMPLATE" val="d1e65e54-753c-4368-946b-ddb430583b0d"/>
</p:tagLst>
</file>

<file path=ppt/tags/tag2.xml><?xml version="1.0" encoding="utf-8"?>
<p:tagLst xmlns:a="http://schemas.openxmlformats.org/drawingml/2006/main" xmlns:r="http://schemas.openxmlformats.org/officeDocument/2006/relationships" xmlns:p="http://schemas.openxmlformats.org/presentationml/2006/main">
  <p:tag name="PLUS_THEME" val="background_0"/>
</p:tagLst>
</file>

<file path=ppt/tags/tag3.xml><?xml version="1.0" encoding="utf-8"?>
<p:tagLst xmlns:a="http://schemas.openxmlformats.org/drawingml/2006/main" xmlns:r="http://schemas.openxmlformats.org/officeDocument/2006/relationships" xmlns:p="http://schemas.openxmlformats.org/presentationml/2006/main">
  <p:tag name="PLUS_ID" val="presentation_title"/>
  <p:tag name="PLUS_THEME" val="font_0"/>
</p:tagLst>
</file>

<file path=ppt/tags/tag4.xml><?xml version="1.0" encoding="utf-8"?>
<p:tagLst xmlns:a="http://schemas.openxmlformats.org/drawingml/2006/main" xmlns:r="http://schemas.openxmlformats.org/officeDocument/2006/relationships" xmlns:p="http://schemas.openxmlformats.org/presentationml/2006/main">
  <p:tag name="PLUS_ID" val="presentation_subtitle"/>
</p:tagLst>
</file>

<file path=ppt/tags/tag5.xml><?xml version="1.0" encoding="utf-8"?>
<p:tagLst xmlns:a="http://schemas.openxmlformats.org/drawingml/2006/main" xmlns:r="http://schemas.openxmlformats.org/officeDocument/2006/relationships" xmlns:p="http://schemas.openxmlformats.org/presentationml/2006/main">
  <p:tag name="PLUS_ID" val="logo"/>
</p:tagLst>
</file>

<file path=ppt/tags/tag6.xml><?xml version="1.0" encoding="utf-8"?>
<p:tagLst xmlns:a="http://schemas.openxmlformats.org/drawingml/2006/main" xmlns:r="http://schemas.openxmlformats.org/officeDocument/2006/relationships" xmlns:p="http://schemas.openxmlformats.org/presentationml/2006/main">
  <p:tag name="PLUS_ID" val="logo"/>
</p:tagLst>
</file>

<file path=ppt/tags/tag7.xml><?xml version="1.0" encoding="utf-8"?>
<p:tagLst xmlns:a="http://schemas.openxmlformats.org/drawingml/2006/main" xmlns:r="http://schemas.openxmlformats.org/officeDocument/2006/relationships" xmlns:p="http://schemas.openxmlformats.org/presentationml/2006/main">
  <p:tag name="PLUS_ID" val="image_1"/>
</p:tagLst>
</file>

<file path=ppt/tags/tag8.xml><?xml version="1.0" encoding="utf-8"?>
<p:tagLst xmlns:a="http://schemas.openxmlformats.org/drawingml/2006/main" xmlns:r="http://schemas.openxmlformats.org/officeDocument/2006/relationships" xmlns:p="http://schemas.openxmlformats.org/presentationml/2006/main">
  <p:tag name="PLUS_ID" val="logo"/>
</p:tagLst>
</file>

<file path=ppt/tags/tag9.xml><?xml version="1.0" encoding="utf-8"?>
<p:tagLst xmlns:a="http://schemas.openxmlformats.org/drawingml/2006/main" xmlns:r="http://schemas.openxmlformats.org/officeDocument/2006/relationships" xmlns:p="http://schemas.openxmlformats.org/presentationml/2006/main">
  <p:tag name="PLUS_ID" val="header_1"/>
</p:tagLst>
</file>

<file path=ppt/tags/tag10.xml><?xml version="1.0" encoding="utf-8"?>
<p:tagLst xmlns:a="http://schemas.openxmlformats.org/drawingml/2006/main" xmlns:r="http://schemas.openxmlformats.org/officeDocument/2006/relationships" xmlns:p="http://schemas.openxmlformats.org/presentationml/2006/main">
  <p:tag name="PLUS_ID" val="logo"/>
</p:tagLst>
</file>

<file path=ppt/tags/tag11.xml><?xml version="1.0" encoding="utf-8"?>
<p:tagLst xmlns:a="http://schemas.openxmlformats.org/drawingml/2006/main" xmlns:r="http://schemas.openxmlformats.org/officeDocument/2006/relationships" xmlns:p="http://schemas.openxmlformats.org/presentationml/2006/main">
  <p:tag name="PLUS_ID" val="image_0"/>
</p:tagLst>
</file>

<file path=ppt/tags/tag12.xml><?xml version="1.0" encoding="utf-8"?>
<p:tagLst xmlns:a="http://schemas.openxmlformats.org/drawingml/2006/main" xmlns:r="http://schemas.openxmlformats.org/officeDocument/2006/relationships" xmlns:p="http://schemas.openxmlformats.org/presentationml/2006/main">
  <p:tag name="PLUS_ID" val="header_0"/>
</p:tagLst>
</file>

<file path=ppt/tags/tag13.xml><?xml version="1.0" encoding="utf-8"?>
<p:tagLst xmlns:a="http://schemas.openxmlformats.org/drawingml/2006/main" xmlns:r="http://schemas.openxmlformats.org/officeDocument/2006/relationships" xmlns:p="http://schemas.openxmlformats.org/presentationml/2006/main">
  <p:tag name="PLUS_ID" val="image_2"/>
</p:tagLst>
</file>

<file path=ppt/tags/tag14.xml><?xml version="1.0" encoding="utf-8"?>
<p:tagLst xmlns:a="http://schemas.openxmlformats.org/drawingml/2006/main" xmlns:r="http://schemas.openxmlformats.org/officeDocument/2006/relationships" xmlns:p="http://schemas.openxmlformats.org/presentationml/2006/main">
  <p:tag name="PLUS_ID" val="header_2"/>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7E7CF0"/>
      </a:accent2>
      <a:accent3>
        <a:srgbClr val="FF794F"/>
      </a:accent3>
      <a:accent4>
        <a:srgbClr val="FFD90F"/>
      </a:accent4>
      <a:accent5>
        <a:srgbClr val="41A977"/>
      </a:accent5>
      <a:accent6>
        <a:srgbClr val="DD4D40"/>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Plus Default 2025">
  <a:themeElements>
    <a:clrScheme name="Plus Default">
      <a:dk1>
        <a:srgbClr val="201C20"/>
      </a:dk1>
      <a:lt1>
        <a:srgbClr val="FFFFFF"/>
      </a:lt1>
      <a:dk2>
        <a:srgbClr val="818198"/>
      </a:dk2>
      <a:lt2>
        <a:srgbClr val="F9F9FA"/>
      </a:lt2>
      <a:accent1>
        <a:srgbClr val="4340FF"/>
      </a:accent1>
      <a:accent2>
        <a:srgbClr val="201CB6"/>
      </a:accent2>
      <a:accent3>
        <a:srgbClr val="6E81FF"/>
      </a:accent3>
      <a:accent4>
        <a:srgbClr val="BDCFFE"/>
      </a:accent4>
      <a:accent5>
        <a:srgbClr val="EAF2FF"/>
      </a:accent5>
      <a:accent6>
        <a:srgbClr val="141253"/>
      </a:accent6>
      <a:hlink>
        <a:srgbClr val="4340FF"/>
      </a:hlink>
      <a:folHlink>
        <a:srgbClr val="4340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 Id="rId5" Type="http://schemas.microsoft.com/office/2011/relationships/webextension" Target="webextension5.xml"/><Relationship Id="rId4" Type="http://schemas.microsoft.com/office/2011/relationships/webextension" Target="webextension4.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 dockstate="right" visibility="0" width="525" row="0">
    <wetp:webextensionref xmlns:r="http://schemas.openxmlformats.org/officeDocument/2006/relationships" r:id="rId2"/>
  </wetp:taskpane>
  <wetp:taskpane dockstate="right" visibility="0" width="525" row="1">
    <wetp:webextensionref xmlns:r="http://schemas.openxmlformats.org/officeDocument/2006/relationships" r:id="rId3"/>
  </wetp:taskpane>
  <wetp:taskpane dockstate="right" visibility="0" width="525" row="3">
    <wetp:webextensionref xmlns:r="http://schemas.openxmlformats.org/officeDocument/2006/relationships" r:id="rId4"/>
  </wetp:taskpane>
  <wetp:taskpane dockstate="right" visibility="0" width="525" row="4">
    <wetp:webextensionref xmlns:r="http://schemas.openxmlformats.org/officeDocument/2006/relationships" r:id="rId5"/>
  </wetp:taskpane>
</wetp:taskpanes>
</file>

<file path=ppt/webextensions/webextension1.xml><?xml version="1.0" encoding="utf-8"?>
<we:webextension xmlns:we="http://schemas.microsoft.com/office/webextensions/webextension/2010/11" id="{D3E20AA6-5181-4C98-B296-D6ADA1BDFA59}">
  <we:reference id="wa200005669" version="2.0.0.0" store="fr-FR" storeType="OMEX"/>
  <we:alternateReferences>
    <we:reference id="wa200005669" version="2.0.0.0" store="wa200005669"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2A0B3A71-5C41-43D7-88D7-A5A2BF3DA5E7}">
  <we:reference id="wa200003964" version="1.0.0.0" store="fr-FR" storeType="OMEX"/>
  <we:alternateReferences>
    <we:reference id="WA200003964" version="1.0.0.0" store="WA200003964"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6EFE437E-9471-4ADF-A00C-323F4E5BD743}">
  <we:reference id="wa200005566" version="3.0.0.3" store="fr-FR" storeType="OMEX"/>
  <we:alternateReferences>
    <we:reference id="wa200005566" version="3.0.0.3" store="" storeType="OMEX"/>
  </we:alternateReferences>
  <we:properties/>
  <we:bindings/>
  <we:snapshot xmlns:r="http://schemas.openxmlformats.org/officeDocument/2006/relationships"/>
</we:webextension>
</file>

<file path=ppt/webextensions/webextension4.xml><?xml version="1.0" encoding="utf-8"?>
<we:webextension xmlns:we="http://schemas.microsoft.com/office/webextensions/webextension/2010/11" id="{5F6A47B8-84DF-4336-9039-39CA46013605}">
  <we:reference id="wa200006000" version="1.2.1.0" store="fr-FR" storeType="OMEX"/>
  <we:alternateReferences>
    <we:reference id="WA200006000" version="1.2.1.0" store="WA200006000" storeType="OMEX"/>
  </we:alternateReferences>
  <we:properties>
    <we:property name="document_UID" value="&quot;95c0ec5a-fbfd-478f-b97b-c5d847ae5ff9&quot;"/>
  </we:properties>
  <we:bindings/>
  <we:snapshot xmlns:r="http://schemas.openxmlformats.org/officeDocument/2006/relationships"/>
</we:webextension>
</file>

<file path=ppt/webextensions/webextension5.xml><?xml version="1.0" encoding="utf-8"?>
<we:webextension xmlns:we="http://schemas.microsoft.com/office/webextensions/webextension/2010/11" id="{9CB47CEC-82F4-42DB-B0D2-C42A9A8A683A}">
  <we:reference id="wa200007130" version="1.0.0.1" store="fr-FR"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1062</TotalTime>
  <Words>481</Words>
  <Application>Microsoft Office PowerPoint</Application>
  <PresentationFormat>Grand écran</PresentationFormat>
  <Paragraphs>29</Paragraphs>
  <Slides>8</Slides>
  <Notes>1</Notes>
  <HiddenSlides>0</HiddenSlides>
  <MMClips>0</MMClips>
  <ScaleCrop>false</ScaleCrop>
  <HeadingPairs>
    <vt:vector size="6" baseType="variant">
      <vt:variant>
        <vt:lpstr>Polices utilisées</vt:lpstr>
      </vt:variant>
      <vt:variant>
        <vt:i4>7</vt:i4>
      </vt:variant>
      <vt:variant>
        <vt:lpstr>Thème</vt:lpstr>
      </vt:variant>
      <vt:variant>
        <vt:i4>6</vt:i4>
      </vt:variant>
      <vt:variant>
        <vt:lpstr>Titres des diapositives</vt:lpstr>
      </vt:variant>
      <vt:variant>
        <vt:i4>8</vt:i4>
      </vt:variant>
    </vt:vector>
  </HeadingPairs>
  <TitlesOfParts>
    <vt:vector size="21" baseType="lpstr">
      <vt:lpstr>Aptos</vt:lpstr>
      <vt:lpstr>Aptos Display</vt:lpstr>
      <vt:lpstr>Arial</vt:lpstr>
      <vt:lpstr>Calibri</vt:lpstr>
      <vt:lpstr>Calibri Light</vt:lpstr>
      <vt:lpstr>Century Schoolbook</vt:lpstr>
      <vt:lpstr>Franklin Gothic Book</vt:lpstr>
      <vt:lpstr>Thème Office</vt:lpstr>
      <vt:lpstr>Plus Default 2025</vt:lpstr>
      <vt:lpstr>Plus Default 2025</vt:lpstr>
      <vt:lpstr>Plus Default 2025</vt:lpstr>
      <vt:lpstr>Plus Default 2025</vt:lpstr>
      <vt:lpstr>Plus Default 2025</vt:lpstr>
      <vt:lpstr>Eukaryotic Cells</vt:lpstr>
      <vt:lpstr>Présentation PowerPoint</vt:lpstr>
      <vt:lpstr>Présentation PowerPoint</vt:lpstr>
      <vt:lpstr>Components of eukaryotic cells</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Cytology</dc:title>
  <dc:creator>safwane ben</dc:creator>
  <cp:lastModifiedBy>Amel</cp:lastModifiedBy>
  <cp:revision>39</cp:revision>
  <dcterms:created xsi:type="dcterms:W3CDTF">2025-09-19T21:25:34Z</dcterms:created>
  <dcterms:modified xsi:type="dcterms:W3CDTF">2025-10-04T20:13:41Z</dcterms:modified>
</cp:coreProperties>
</file>